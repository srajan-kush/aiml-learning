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slides/slide143.xml" ContentType="application/vnd.openxmlformats-officedocument.presentationml.slide+xml"/>
  <Override PartName="/ppt/slides/slide144.xml" ContentType="application/vnd.openxmlformats-officedocument.presentationml.slide+xml"/>
  <Override PartName="/ppt/slides/slide145.xml" ContentType="application/vnd.openxmlformats-officedocument.presentationml.slide+xml"/>
  <Override PartName="/ppt/slides/slide146.xml" ContentType="application/vnd.openxmlformats-officedocument.presentationml.slide+xml"/>
  <Override PartName="/ppt/slides/slide147.xml" ContentType="application/vnd.openxmlformats-officedocument.presentationml.slide+xml"/>
  <Override PartName="/ppt/slides/slide148.xml" ContentType="application/vnd.openxmlformats-officedocument.presentationml.slide+xml"/>
  <Override PartName="/ppt/slides/slide149.xml" ContentType="application/vnd.openxmlformats-officedocument.presentationml.slide+xml"/>
  <Override PartName="/ppt/slides/slide150.xml" ContentType="application/vnd.openxmlformats-officedocument.presentationml.slide+xml"/>
  <Override PartName="/ppt/slides/slide151.xml" ContentType="application/vnd.openxmlformats-officedocument.presentationml.slide+xml"/>
  <Override PartName="/ppt/slides/slide152.xml" ContentType="application/vnd.openxmlformats-officedocument.presentationml.slide+xml"/>
  <Override PartName="/ppt/slides/slide153.xml" ContentType="application/vnd.openxmlformats-officedocument.presentationml.slide+xml"/>
  <Override PartName="/ppt/slides/slide154.xml" ContentType="application/vnd.openxmlformats-officedocument.presentationml.slide+xml"/>
  <Override PartName="/ppt/slides/slide155.xml" ContentType="application/vnd.openxmlformats-officedocument.presentationml.slide+xml"/>
  <Override PartName="/ppt/slides/slide156.xml" ContentType="application/vnd.openxmlformats-officedocument.presentationml.slide+xml"/>
  <Override PartName="/ppt/slides/slide157.xml" ContentType="application/vnd.openxmlformats-officedocument.presentationml.slide+xml"/>
  <Override PartName="/ppt/slides/slide158.xml" ContentType="application/vnd.openxmlformats-officedocument.presentationml.slide+xml"/>
  <Override PartName="/ppt/slides/slide159.xml" ContentType="application/vnd.openxmlformats-officedocument.presentationml.slide+xml"/>
  <Override PartName="/ppt/slides/slide160.xml" ContentType="application/vnd.openxmlformats-officedocument.presentationml.slide+xml"/>
  <Override PartName="/ppt/slides/slide161.xml" ContentType="application/vnd.openxmlformats-officedocument.presentationml.slide+xml"/>
  <Override PartName="/ppt/slides/slide162.xml" ContentType="application/vnd.openxmlformats-officedocument.presentationml.slide+xml"/>
  <Override PartName="/ppt/slides/slide163.xml" ContentType="application/vnd.openxmlformats-officedocument.presentationml.slide+xml"/>
  <Override PartName="/ppt/slides/slide164.xml" ContentType="application/vnd.openxmlformats-officedocument.presentationml.slide+xml"/>
  <Override PartName="/ppt/slides/slide165.xml" ContentType="application/vnd.openxmlformats-officedocument.presentationml.slide+xml"/>
  <Override PartName="/ppt/slides/slide166.xml" ContentType="application/vnd.openxmlformats-officedocument.presentationml.slide+xml"/>
  <Override PartName="/ppt/slides/slide167.xml" ContentType="application/vnd.openxmlformats-officedocument.presentationml.slide+xml"/>
  <Override PartName="/ppt/slides/slide168.xml" ContentType="application/vnd.openxmlformats-officedocument.presentationml.slide+xml"/>
  <Override PartName="/ppt/slides/slide169.xml" ContentType="application/vnd.openxmlformats-officedocument.presentationml.slide+xml"/>
  <Override PartName="/ppt/slides/slide170.xml" ContentType="application/vnd.openxmlformats-officedocument.presentationml.slide+xml"/>
  <Override PartName="/ppt/slides/slide171.xml" ContentType="application/vnd.openxmlformats-officedocument.presentationml.slide+xml"/>
  <Override PartName="/ppt/slides/slide172.xml" ContentType="application/vnd.openxmlformats-officedocument.presentationml.slide+xml"/>
  <Override PartName="/ppt/slides/slide173.xml" ContentType="application/vnd.openxmlformats-officedocument.presentationml.slide+xml"/>
  <Override PartName="/ppt/slides/slide174.xml" ContentType="application/vnd.openxmlformats-officedocument.presentationml.slide+xml"/>
  <Override PartName="/ppt/slides/slide175.xml" ContentType="application/vnd.openxmlformats-officedocument.presentationml.slide+xml"/>
  <Override PartName="/ppt/slides/slide176.xml" ContentType="application/vnd.openxmlformats-officedocument.presentationml.slide+xml"/>
  <Override PartName="/ppt/slides/slide177.xml" ContentType="application/vnd.openxmlformats-officedocument.presentationml.slide+xml"/>
  <Override PartName="/ppt/slides/slide178.xml" ContentType="application/vnd.openxmlformats-officedocument.presentationml.slide+xml"/>
  <Override PartName="/ppt/slides/slide179.xml" ContentType="application/vnd.openxmlformats-officedocument.presentationml.slide+xml"/>
  <Override PartName="/ppt/slides/slide180.xml" ContentType="application/vnd.openxmlformats-officedocument.presentationml.slide+xml"/>
  <Override PartName="/ppt/slides/slide181.xml" ContentType="application/vnd.openxmlformats-officedocument.presentationml.slide+xml"/>
  <Override PartName="/ppt/slides/slide182.xml" ContentType="application/vnd.openxmlformats-officedocument.presentationml.slide+xml"/>
  <Override PartName="/ppt/slides/slide183.xml" ContentType="application/vnd.openxmlformats-officedocument.presentationml.slide+xml"/>
  <Override PartName="/ppt/slides/slide184.xml" ContentType="application/vnd.openxmlformats-officedocument.presentationml.slide+xml"/>
  <Override PartName="/ppt/slides/slide185.xml" ContentType="application/vnd.openxmlformats-officedocument.presentationml.slide+xml"/>
  <Override PartName="/ppt/slides/slide186.xml" ContentType="application/vnd.openxmlformats-officedocument.presentationml.slide+xml"/>
  <Override PartName="/ppt/slides/slide187.xml" ContentType="application/vnd.openxmlformats-officedocument.presentationml.slide+xml"/>
  <Override PartName="/ppt/slides/slide188.xml" ContentType="application/vnd.openxmlformats-officedocument.presentationml.slide+xml"/>
  <Override PartName="/ppt/slides/slide189.xml" ContentType="application/vnd.openxmlformats-officedocument.presentationml.slide+xml"/>
  <Override PartName="/ppt/slides/slide190.xml" ContentType="application/vnd.openxmlformats-officedocument.presentationml.slide+xml"/>
  <Override PartName="/ppt/slides/slide191.xml" ContentType="application/vnd.openxmlformats-officedocument.presentationml.slide+xml"/>
  <Override PartName="/ppt/slides/slide192.xml" ContentType="application/vnd.openxmlformats-officedocument.presentationml.slide+xml"/>
  <Override PartName="/ppt/slides/slide193.xml" ContentType="application/vnd.openxmlformats-officedocument.presentationml.slide+xml"/>
  <Override PartName="/ppt/slides/slide194.xml" ContentType="application/vnd.openxmlformats-officedocument.presentationml.slide+xml"/>
  <Override PartName="/ppt/slides/slide195.xml" ContentType="application/vnd.openxmlformats-officedocument.presentationml.slide+xml"/>
  <Override PartName="/ppt/slides/slide196.xml" ContentType="application/vnd.openxmlformats-officedocument.presentationml.slide+xml"/>
  <Override PartName="/ppt/slides/slide197.xml" ContentType="application/vnd.openxmlformats-officedocument.presentationml.slide+xml"/>
  <Override PartName="/ppt/slides/slide198.xml" ContentType="application/vnd.openxmlformats-officedocument.presentationml.slide+xml"/>
  <Override PartName="/ppt/slides/slide199.xml" ContentType="application/vnd.openxmlformats-officedocument.presentationml.slide+xml"/>
  <Override PartName="/ppt/slides/slide200.xml" ContentType="application/vnd.openxmlformats-officedocument.presentationml.slide+xml"/>
  <Override PartName="/ppt/slides/slide201.xml" ContentType="application/vnd.openxmlformats-officedocument.presentationml.slide+xml"/>
  <Override PartName="/ppt/slides/slide202.xml" ContentType="application/vnd.openxmlformats-officedocument.presentationml.slide+xml"/>
  <Override PartName="/ppt/slides/slide203.xml" ContentType="application/vnd.openxmlformats-officedocument.presentationml.slide+xml"/>
  <Override PartName="/ppt/slides/slide204.xml" ContentType="application/vnd.openxmlformats-officedocument.presentationml.slide+xml"/>
  <Override PartName="/ppt/slides/slide205.xml" ContentType="application/vnd.openxmlformats-officedocument.presentationml.slide+xml"/>
  <Override PartName="/ppt/slides/slide206.xml" ContentType="application/vnd.openxmlformats-officedocument.presentationml.slide+xml"/>
  <Override PartName="/ppt/slides/slide207.xml" ContentType="application/vnd.openxmlformats-officedocument.presentationml.slide+xml"/>
  <Override PartName="/ppt/slides/slide208.xml" ContentType="application/vnd.openxmlformats-officedocument.presentationml.slide+xml"/>
  <Override PartName="/ppt/slides/slide209.xml" ContentType="application/vnd.openxmlformats-officedocument.presentationml.slide+xml"/>
  <Override PartName="/ppt/slides/slide210.xml" ContentType="application/vnd.openxmlformats-officedocument.presentationml.slide+xml"/>
  <Override PartName="/ppt/slides/slide211.xml" ContentType="application/vnd.openxmlformats-officedocument.presentationml.slide+xml"/>
  <Override PartName="/ppt/slides/slide212.xml" ContentType="application/vnd.openxmlformats-officedocument.presentationml.slide+xml"/>
  <Override PartName="/ppt/slides/slide213.xml" ContentType="application/vnd.openxmlformats-officedocument.presentationml.slide+xml"/>
  <Override PartName="/ppt/slides/slide214.xml" ContentType="application/vnd.openxmlformats-officedocument.presentationml.slide+xml"/>
  <Override PartName="/ppt/slides/slide215.xml" ContentType="application/vnd.openxmlformats-officedocument.presentationml.slide+xml"/>
  <Override PartName="/ppt/slides/slide216.xml" ContentType="application/vnd.openxmlformats-officedocument.presentationml.slide+xml"/>
  <Override PartName="/ppt/slides/slide217.xml" ContentType="application/vnd.openxmlformats-officedocument.presentationml.slide+xml"/>
  <Override PartName="/ppt/slides/slide218.xml" ContentType="application/vnd.openxmlformats-officedocument.presentationml.slide+xml"/>
  <Override PartName="/ppt/slides/slide219.xml" ContentType="application/vnd.openxmlformats-officedocument.presentationml.slide+xml"/>
  <Override PartName="/ppt/slides/slide220.xml" ContentType="application/vnd.openxmlformats-officedocument.presentationml.slide+xml"/>
  <Override PartName="/ppt/slides/slide221.xml" ContentType="application/vnd.openxmlformats-officedocument.presentationml.slide+xml"/>
  <Override PartName="/ppt/slides/slide222.xml" ContentType="application/vnd.openxmlformats-officedocument.presentationml.slide+xml"/>
  <Override PartName="/ppt/slides/slide223.xml" ContentType="application/vnd.openxmlformats-officedocument.presentationml.slide+xml"/>
  <Override PartName="/ppt/slides/slide224.xml" ContentType="application/vnd.openxmlformats-officedocument.presentationml.slide+xml"/>
  <Override PartName="/ppt/slides/slide225.xml" ContentType="application/vnd.openxmlformats-officedocument.presentationml.slide+xml"/>
  <Override PartName="/ppt/slides/slide226.xml" ContentType="application/vnd.openxmlformats-officedocument.presentationml.slide+xml"/>
  <Override PartName="/ppt/slides/slide227.xml" ContentType="application/vnd.openxmlformats-officedocument.presentationml.slide+xml"/>
  <Override PartName="/ppt/slides/slide228.xml" ContentType="application/vnd.openxmlformats-officedocument.presentationml.slide+xml"/>
  <Override PartName="/ppt/slides/slide22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  <p:sldId id="326" r:id="rId72"/>
    <p:sldId id="327" r:id="rId73"/>
    <p:sldId id="328" r:id="rId74"/>
    <p:sldId id="329" r:id="rId75"/>
    <p:sldId id="330" r:id="rId76"/>
    <p:sldId id="331" r:id="rId77"/>
    <p:sldId id="332" r:id="rId78"/>
    <p:sldId id="333" r:id="rId79"/>
    <p:sldId id="334" r:id="rId80"/>
    <p:sldId id="335" r:id="rId81"/>
    <p:sldId id="336" r:id="rId82"/>
    <p:sldId id="337" r:id="rId83"/>
    <p:sldId id="338" r:id="rId84"/>
    <p:sldId id="339" r:id="rId85"/>
    <p:sldId id="340" r:id="rId86"/>
    <p:sldId id="341" r:id="rId87"/>
    <p:sldId id="342" r:id="rId88"/>
    <p:sldId id="343" r:id="rId89"/>
    <p:sldId id="344" r:id="rId90"/>
    <p:sldId id="345" r:id="rId91"/>
    <p:sldId id="346" r:id="rId92"/>
    <p:sldId id="347" r:id="rId93"/>
    <p:sldId id="348" r:id="rId94"/>
    <p:sldId id="349" r:id="rId95"/>
    <p:sldId id="350" r:id="rId96"/>
    <p:sldId id="351" r:id="rId97"/>
    <p:sldId id="352" r:id="rId98"/>
    <p:sldId id="353" r:id="rId99"/>
    <p:sldId id="354" r:id="rId100"/>
    <p:sldId id="355" r:id="rId101"/>
    <p:sldId id="356" r:id="rId102"/>
    <p:sldId id="357" r:id="rId103"/>
    <p:sldId id="358" r:id="rId104"/>
    <p:sldId id="359" r:id="rId105"/>
    <p:sldId id="360" r:id="rId106"/>
    <p:sldId id="361" r:id="rId107"/>
    <p:sldId id="362" r:id="rId108"/>
    <p:sldId id="363" r:id="rId109"/>
    <p:sldId id="364" r:id="rId110"/>
    <p:sldId id="365" r:id="rId111"/>
    <p:sldId id="366" r:id="rId112"/>
    <p:sldId id="367" r:id="rId113"/>
    <p:sldId id="368" r:id="rId114"/>
    <p:sldId id="369" r:id="rId115"/>
    <p:sldId id="370" r:id="rId116"/>
    <p:sldId id="371" r:id="rId117"/>
    <p:sldId id="372" r:id="rId118"/>
    <p:sldId id="373" r:id="rId119"/>
    <p:sldId id="374" r:id="rId120"/>
    <p:sldId id="375" r:id="rId121"/>
    <p:sldId id="376" r:id="rId122"/>
    <p:sldId id="377" r:id="rId123"/>
    <p:sldId id="378" r:id="rId124"/>
    <p:sldId id="379" r:id="rId125"/>
    <p:sldId id="380" r:id="rId126"/>
    <p:sldId id="381" r:id="rId127"/>
    <p:sldId id="382" r:id="rId128"/>
    <p:sldId id="383" r:id="rId129"/>
    <p:sldId id="384" r:id="rId130"/>
    <p:sldId id="385" r:id="rId131"/>
    <p:sldId id="386" r:id="rId132"/>
    <p:sldId id="387" r:id="rId133"/>
    <p:sldId id="388" r:id="rId134"/>
    <p:sldId id="389" r:id="rId135"/>
    <p:sldId id="390" r:id="rId136"/>
    <p:sldId id="391" r:id="rId137"/>
    <p:sldId id="392" r:id="rId138"/>
    <p:sldId id="393" r:id="rId139"/>
    <p:sldId id="394" r:id="rId140"/>
    <p:sldId id="395" r:id="rId141"/>
    <p:sldId id="396" r:id="rId142"/>
    <p:sldId id="397" r:id="rId143"/>
    <p:sldId id="398" r:id="rId144"/>
    <p:sldId id="399" r:id="rId145"/>
    <p:sldId id="400" r:id="rId146"/>
    <p:sldId id="401" r:id="rId147"/>
    <p:sldId id="402" r:id="rId148"/>
    <p:sldId id="403" r:id="rId149"/>
    <p:sldId id="404" r:id="rId150"/>
    <p:sldId id="405" r:id="rId151"/>
    <p:sldId id="406" r:id="rId152"/>
    <p:sldId id="407" r:id="rId153"/>
    <p:sldId id="408" r:id="rId154"/>
    <p:sldId id="409" r:id="rId155"/>
    <p:sldId id="410" r:id="rId156"/>
    <p:sldId id="411" r:id="rId157"/>
    <p:sldId id="412" r:id="rId158"/>
    <p:sldId id="413" r:id="rId159"/>
    <p:sldId id="414" r:id="rId160"/>
    <p:sldId id="415" r:id="rId161"/>
    <p:sldId id="416" r:id="rId162"/>
    <p:sldId id="417" r:id="rId163"/>
    <p:sldId id="418" r:id="rId164"/>
    <p:sldId id="419" r:id="rId165"/>
    <p:sldId id="420" r:id="rId166"/>
    <p:sldId id="421" r:id="rId167"/>
    <p:sldId id="422" r:id="rId168"/>
    <p:sldId id="423" r:id="rId169"/>
    <p:sldId id="424" r:id="rId170"/>
    <p:sldId id="425" r:id="rId171"/>
    <p:sldId id="426" r:id="rId172"/>
    <p:sldId id="427" r:id="rId173"/>
    <p:sldId id="428" r:id="rId174"/>
    <p:sldId id="429" r:id="rId175"/>
    <p:sldId id="430" r:id="rId176"/>
    <p:sldId id="431" r:id="rId177"/>
    <p:sldId id="432" r:id="rId178"/>
    <p:sldId id="433" r:id="rId179"/>
    <p:sldId id="434" r:id="rId180"/>
    <p:sldId id="435" r:id="rId181"/>
    <p:sldId id="436" r:id="rId182"/>
    <p:sldId id="437" r:id="rId183"/>
    <p:sldId id="438" r:id="rId184"/>
    <p:sldId id="439" r:id="rId185"/>
    <p:sldId id="440" r:id="rId186"/>
    <p:sldId id="441" r:id="rId187"/>
    <p:sldId id="442" r:id="rId188"/>
    <p:sldId id="443" r:id="rId189"/>
    <p:sldId id="444" r:id="rId190"/>
    <p:sldId id="445" r:id="rId191"/>
    <p:sldId id="446" r:id="rId192"/>
    <p:sldId id="447" r:id="rId193"/>
    <p:sldId id="448" r:id="rId194"/>
    <p:sldId id="449" r:id="rId195"/>
    <p:sldId id="450" r:id="rId196"/>
    <p:sldId id="451" r:id="rId197"/>
    <p:sldId id="452" r:id="rId198"/>
    <p:sldId id="453" r:id="rId199"/>
    <p:sldId id="454" r:id="rId200"/>
    <p:sldId id="455" r:id="rId201"/>
    <p:sldId id="456" r:id="rId202"/>
    <p:sldId id="457" r:id="rId203"/>
    <p:sldId id="458" r:id="rId204"/>
    <p:sldId id="459" r:id="rId205"/>
    <p:sldId id="460" r:id="rId206"/>
    <p:sldId id="461" r:id="rId207"/>
    <p:sldId id="462" r:id="rId208"/>
    <p:sldId id="463" r:id="rId209"/>
    <p:sldId id="464" r:id="rId210"/>
    <p:sldId id="465" r:id="rId211"/>
    <p:sldId id="466" r:id="rId212"/>
    <p:sldId id="467" r:id="rId213"/>
    <p:sldId id="468" r:id="rId214"/>
    <p:sldId id="469" r:id="rId215"/>
    <p:sldId id="470" r:id="rId216"/>
    <p:sldId id="471" r:id="rId217"/>
    <p:sldId id="472" r:id="rId218"/>
    <p:sldId id="473" r:id="rId219"/>
    <p:sldId id="474" r:id="rId220"/>
    <p:sldId id="475" r:id="rId221"/>
    <p:sldId id="476" r:id="rId222"/>
    <p:sldId id="477" r:id="rId223"/>
    <p:sldId id="478" r:id="rId224"/>
    <p:sldId id="479" r:id="rId225"/>
    <p:sldId id="480" r:id="rId226"/>
    <p:sldId id="481" r:id="rId227"/>
    <p:sldId id="482" r:id="rId228"/>
    <p:sldId id="483" r:id="rId229"/>
    <p:sldId id="484" r:id="rId230"/>
  </p:sldIdLst>
  <p:sldSz cx="9906000" cy="6858000" type="A4"/>
  <p:notesSz cx="9906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>
        <p:scale>
          <a:sx n="98" d="100"/>
          <a:sy n="98" d="100"/>
        </p:scale>
        <p:origin x="120" y="-618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17" Type="http://schemas.openxmlformats.org/officeDocument/2006/relationships/slide" Target="slides/slide116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63" Type="http://schemas.openxmlformats.org/officeDocument/2006/relationships/slide" Target="slides/slide62.xml"/><Relationship Id="rId84" Type="http://schemas.openxmlformats.org/officeDocument/2006/relationships/slide" Target="slides/slide83.xml"/><Relationship Id="rId138" Type="http://schemas.openxmlformats.org/officeDocument/2006/relationships/slide" Target="slides/slide137.xml"/><Relationship Id="rId159" Type="http://schemas.openxmlformats.org/officeDocument/2006/relationships/slide" Target="slides/slide158.xml"/><Relationship Id="rId170" Type="http://schemas.openxmlformats.org/officeDocument/2006/relationships/slide" Target="slides/slide169.xml"/><Relationship Id="rId191" Type="http://schemas.openxmlformats.org/officeDocument/2006/relationships/slide" Target="slides/slide190.xml"/><Relationship Id="rId205" Type="http://schemas.openxmlformats.org/officeDocument/2006/relationships/slide" Target="slides/slide204.xml"/><Relationship Id="rId226" Type="http://schemas.openxmlformats.org/officeDocument/2006/relationships/slide" Target="slides/slide225.xml"/><Relationship Id="rId107" Type="http://schemas.openxmlformats.org/officeDocument/2006/relationships/slide" Target="slides/slide106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53" Type="http://schemas.openxmlformats.org/officeDocument/2006/relationships/slide" Target="slides/slide52.xml"/><Relationship Id="rId74" Type="http://schemas.openxmlformats.org/officeDocument/2006/relationships/slide" Target="slides/slide73.xml"/><Relationship Id="rId128" Type="http://schemas.openxmlformats.org/officeDocument/2006/relationships/slide" Target="slides/slide127.xml"/><Relationship Id="rId149" Type="http://schemas.openxmlformats.org/officeDocument/2006/relationships/slide" Target="slides/slide148.xml"/><Relationship Id="rId5" Type="http://schemas.openxmlformats.org/officeDocument/2006/relationships/slide" Target="slides/slide4.xml"/><Relationship Id="rId95" Type="http://schemas.openxmlformats.org/officeDocument/2006/relationships/slide" Target="slides/slide94.xml"/><Relationship Id="rId160" Type="http://schemas.openxmlformats.org/officeDocument/2006/relationships/slide" Target="slides/slide159.xml"/><Relationship Id="rId181" Type="http://schemas.openxmlformats.org/officeDocument/2006/relationships/slide" Target="slides/slide180.xml"/><Relationship Id="rId216" Type="http://schemas.openxmlformats.org/officeDocument/2006/relationships/slide" Target="slides/slide215.xml"/><Relationship Id="rId22" Type="http://schemas.openxmlformats.org/officeDocument/2006/relationships/slide" Target="slides/slide21.xml"/><Relationship Id="rId43" Type="http://schemas.openxmlformats.org/officeDocument/2006/relationships/slide" Target="slides/slide42.xml"/><Relationship Id="rId64" Type="http://schemas.openxmlformats.org/officeDocument/2006/relationships/slide" Target="slides/slide63.xml"/><Relationship Id="rId118" Type="http://schemas.openxmlformats.org/officeDocument/2006/relationships/slide" Target="slides/slide117.xml"/><Relationship Id="rId139" Type="http://schemas.openxmlformats.org/officeDocument/2006/relationships/slide" Target="slides/slide138.xml"/><Relationship Id="rId85" Type="http://schemas.openxmlformats.org/officeDocument/2006/relationships/slide" Target="slides/slide84.xml"/><Relationship Id="rId150" Type="http://schemas.openxmlformats.org/officeDocument/2006/relationships/slide" Target="slides/slide149.xml"/><Relationship Id="rId171" Type="http://schemas.openxmlformats.org/officeDocument/2006/relationships/slide" Target="slides/slide170.xml"/><Relationship Id="rId192" Type="http://schemas.openxmlformats.org/officeDocument/2006/relationships/slide" Target="slides/slide191.xml"/><Relationship Id="rId206" Type="http://schemas.openxmlformats.org/officeDocument/2006/relationships/slide" Target="slides/slide205.xml"/><Relationship Id="rId227" Type="http://schemas.openxmlformats.org/officeDocument/2006/relationships/slide" Target="slides/slide226.xml"/><Relationship Id="rId12" Type="http://schemas.openxmlformats.org/officeDocument/2006/relationships/slide" Target="slides/slide11.xml"/><Relationship Id="rId33" Type="http://schemas.openxmlformats.org/officeDocument/2006/relationships/slide" Target="slides/slide32.xml"/><Relationship Id="rId108" Type="http://schemas.openxmlformats.org/officeDocument/2006/relationships/slide" Target="slides/slide107.xml"/><Relationship Id="rId129" Type="http://schemas.openxmlformats.org/officeDocument/2006/relationships/slide" Target="slides/slide128.xml"/><Relationship Id="rId54" Type="http://schemas.openxmlformats.org/officeDocument/2006/relationships/slide" Target="slides/slide53.xml"/><Relationship Id="rId75" Type="http://schemas.openxmlformats.org/officeDocument/2006/relationships/slide" Target="slides/slide74.xml"/><Relationship Id="rId96" Type="http://schemas.openxmlformats.org/officeDocument/2006/relationships/slide" Target="slides/slide95.xml"/><Relationship Id="rId140" Type="http://schemas.openxmlformats.org/officeDocument/2006/relationships/slide" Target="slides/slide139.xml"/><Relationship Id="rId161" Type="http://schemas.openxmlformats.org/officeDocument/2006/relationships/slide" Target="slides/slide160.xml"/><Relationship Id="rId182" Type="http://schemas.openxmlformats.org/officeDocument/2006/relationships/slide" Target="slides/slide181.xml"/><Relationship Id="rId217" Type="http://schemas.openxmlformats.org/officeDocument/2006/relationships/slide" Target="slides/slide216.xml"/><Relationship Id="rId6" Type="http://schemas.openxmlformats.org/officeDocument/2006/relationships/slide" Target="slides/slide5.xml"/><Relationship Id="rId23" Type="http://schemas.openxmlformats.org/officeDocument/2006/relationships/slide" Target="slides/slide22.xml"/><Relationship Id="rId119" Type="http://schemas.openxmlformats.org/officeDocument/2006/relationships/slide" Target="slides/slide118.xml"/><Relationship Id="rId44" Type="http://schemas.openxmlformats.org/officeDocument/2006/relationships/slide" Target="slides/slide43.xml"/><Relationship Id="rId65" Type="http://schemas.openxmlformats.org/officeDocument/2006/relationships/slide" Target="slides/slide64.xml"/><Relationship Id="rId86" Type="http://schemas.openxmlformats.org/officeDocument/2006/relationships/slide" Target="slides/slide85.xml"/><Relationship Id="rId130" Type="http://schemas.openxmlformats.org/officeDocument/2006/relationships/slide" Target="slides/slide129.xml"/><Relationship Id="rId151" Type="http://schemas.openxmlformats.org/officeDocument/2006/relationships/slide" Target="slides/slide150.xml"/><Relationship Id="rId172" Type="http://schemas.openxmlformats.org/officeDocument/2006/relationships/slide" Target="slides/slide171.xml"/><Relationship Id="rId193" Type="http://schemas.openxmlformats.org/officeDocument/2006/relationships/slide" Target="slides/slide192.xml"/><Relationship Id="rId207" Type="http://schemas.openxmlformats.org/officeDocument/2006/relationships/slide" Target="slides/slide206.xml"/><Relationship Id="rId228" Type="http://schemas.openxmlformats.org/officeDocument/2006/relationships/slide" Target="slides/slide227.xml"/><Relationship Id="rId13" Type="http://schemas.openxmlformats.org/officeDocument/2006/relationships/slide" Target="slides/slide12.xml"/><Relationship Id="rId109" Type="http://schemas.openxmlformats.org/officeDocument/2006/relationships/slide" Target="slides/slide108.xml"/><Relationship Id="rId34" Type="http://schemas.openxmlformats.org/officeDocument/2006/relationships/slide" Target="slides/slide33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20" Type="http://schemas.openxmlformats.org/officeDocument/2006/relationships/slide" Target="slides/slide119.xml"/><Relationship Id="rId141" Type="http://schemas.openxmlformats.org/officeDocument/2006/relationships/slide" Target="slides/slide140.xml"/><Relationship Id="rId7" Type="http://schemas.openxmlformats.org/officeDocument/2006/relationships/slide" Target="slides/slide6.xml"/><Relationship Id="rId162" Type="http://schemas.openxmlformats.org/officeDocument/2006/relationships/slide" Target="slides/slide161.xml"/><Relationship Id="rId183" Type="http://schemas.openxmlformats.org/officeDocument/2006/relationships/slide" Target="slides/slide182.xml"/><Relationship Id="rId218" Type="http://schemas.openxmlformats.org/officeDocument/2006/relationships/slide" Target="slides/slide217.xml"/><Relationship Id="rId24" Type="http://schemas.openxmlformats.org/officeDocument/2006/relationships/slide" Target="slides/slide23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110" Type="http://schemas.openxmlformats.org/officeDocument/2006/relationships/slide" Target="slides/slide109.xml"/><Relationship Id="rId131" Type="http://schemas.openxmlformats.org/officeDocument/2006/relationships/slide" Target="slides/slide130.xml"/><Relationship Id="rId152" Type="http://schemas.openxmlformats.org/officeDocument/2006/relationships/slide" Target="slides/slide151.xml"/><Relationship Id="rId173" Type="http://schemas.openxmlformats.org/officeDocument/2006/relationships/slide" Target="slides/slide172.xml"/><Relationship Id="rId194" Type="http://schemas.openxmlformats.org/officeDocument/2006/relationships/slide" Target="slides/slide193.xml"/><Relationship Id="rId208" Type="http://schemas.openxmlformats.org/officeDocument/2006/relationships/slide" Target="slides/slide207.xml"/><Relationship Id="rId229" Type="http://schemas.openxmlformats.org/officeDocument/2006/relationships/slide" Target="slides/slide228.xml"/><Relationship Id="rId14" Type="http://schemas.openxmlformats.org/officeDocument/2006/relationships/slide" Target="slides/slide13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8" Type="http://schemas.openxmlformats.org/officeDocument/2006/relationships/slide" Target="slides/slide7.xml"/><Relationship Id="rId98" Type="http://schemas.openxmlformats.org/officeDocument/2006/relationships/slide" Target="slides/slide97.xml"/><Relationship Id="rId121" Type="http://schemas.openxmlformats.org/officeDocument/2006/relationships/slide" Target="slides/slide120.xml"/><Relationship Id="rId142" Type="http://schemas.openxmlformats.org/officeDocument/2006/relationships/slide" Target="slides/slide141.xml"/><Relationship Id="rId163" Type="http://schemas.openxmlformats.org/officeDocument/2006/relationships/slide" Target="slides/slide162.xml"/><Relationship Id="rId184" Type="http://schemas.openxmlformats.org/officeDocument/2006/relationships/slide" Target="slides/slide183.xml"/><Relationship Id="rId219" Type="http://schemas.openxmlformats.org/officeDocument/2006/relationships/slide" Target="slides/slide218.xml"/><Relationship Id="rId230" Type="http://schemas.openxmlformats.org/officeDocument/2006/relationships/slide" Target="slides/slide229.xml"/><Relationship Id="rId25" Type="http://schemas.openxmlformats.org/officeDocument/2006/relationships/slide" Target="slides/slide24.xml"/><Relationship Id="rId46" Type="http://schemas.openxmlformats.org/officeDocument/2006/relationships/slide" Target="slides/slide45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62" Type="http://schemas.openxmlformats.org/officeDocument/2006/relationships/slide" Target="slides/slide61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111" Type="http://schemas.openxmlformats.org/officeDocument/2006/relationships/slide" Target="slides/slide110.xml"/><Relationship Id="rId132" Type="http://schemas.openxmlformats.org/officeDocument/2006/relationships/slide" Target="slides/slide131.xml"/><Relationship Id="rId153" Type="http://schemas.openxmlformats.org/officeDocument/2006/relationships/slide" Target="slides/slide152.xml"/><Relationship Id="rId174" Type="http://schemas.openxmlformats.org/officeDocument/2006/relationships/slide" Target="slides/slide173.xml"/><Relationship Id="rId179" Type="http://schemas.openxmlformats.org/officeDocument/2006/relationships/slide" Target="slides/slide178.xml"/><Relationship Id="rId195" Type="http://schemas.openxmlformats.org/officeDocument/2006/relationships/slide" Target="slides/slide194.xml"/><Relationship Id="rId209" Type="http://schemas.openxmlformats.org/officeDocument/2006/relationships/slide" Target="slides/slide208.xml"/><Relationship Id="rId190" Type="http://schemas.openxmlformats.org/officeDocument/2006/relationships/slide" Target="slides/slide189.xml"/><Relationship Id="rId204" Type="http://schemas.openxmlformats.org/officeDocument/2006/relationships/slide" Target="slides/slide203.xml"/><Relationship Id="rId220" Type="http://schemas.openxmlformats.org/officeDocument/2006/relationships/slide" Target="slides/slide219.xml"/><Relationship Id="rId225" Type="http://schemas.openxmlformats.org/officeDocument/2006/relationships/slide" Target="slides/slide224.xml"/><Relationship Id="rId15" Type="http://schemas.openxmlformats.org/officeDocument/2006/relationships/slide" Target="slides/slide14.xml"/><Relationship Id="rId36" Type="http://schemas.openxmlformats.org/officeDocument/2006/relationships/slide" Target="slides/slide35.xml"/><Relationship Id="rId57" Type="http://schemas.openxmlformats.org/officeDocument/2006/relationships/slide" Target="slides/slide56.xml"/><Relationship Id="rId106" Type="http://schemas.openxmlformats.org/officeDocument/2006/relationships/slide" Target="slides/slide105.xml"/><Relationship Id="rId127" Type="http://schemas.openxmlformats.org/officeDocument/2006/relationships/slide" Target="slides/slide12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52" Type="http://schemas.openxmlformats.org/officeDocument/2006/relationships/slide" Target="slides/slide51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122" Type="http://schemas.openxmlformats.org/officeDocument/2006/relationships/slide" Target="slides/slide121.xml"/><Relationship Id="rId143" Type="http://schemas.openxmlformats.org/officeDocument/2006/relationships/slide" Target="slides/slide142.xml"/><Relationship Id="rId148" Type="http://schemas.openxmlformats.org/officeDocument/2006/relationships/slide" Target="slides/slide147.xml"/><Relationship Id="rId164" Type="http://schemas.openxmlformats.org/officeDocument/2006/relationships/slide" Target="slides/slide163.xml"/><Relationship Id="rId169" Type="http://schemas.openxmlformats.org/officeDocument/2006/relationships/slide" Target="slides/slide168.xml"/><Relationship Id="rId185" Type="http://schemas.openxmlformats.org/officeDocument/2006/relationships/slide" Target="slides/slide184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80" Type="http://schemas.openxmlformats.org/officeDocument/2006/relationships/slide" Target="slides/slide179.xml"/><Relationship Id="rId210" Type="http://schemas.openxmlformats.org/officeDocument/2006/relationships/slide" Target="slides/slide209.xml"/><Relationship Id="rId215" Type="http://schemas.openxmlformats.org/officeDocument/2006/relationships/slide" Target="slides/slide214.xml"/><Relationship Id="rId26" Type="http://schemas.openxmlformats.org/officeDocument/2006/relationships/slide" Target="slides/slide25.xml"/><Relationship Id="rId231" Type="http://schemas.openxmlformats.org/officeDocument/2006/relationships/presProps" Target="presProps.xml"/><Relationship Id="rId47" Type="http://schemas.openxmlformats.org/officeDocument/2006/relationships/slide" Target="slides/slide46.xml"/><Relationship Id="rId68" Type="http://schemas.openxmlformats.org/officeDocument/2006/relationships/slide" Target="slides/slide67.xml"/><Relationship Id="rId89" Type="http://schemas.openxmlformats.org/officeDocument/2006/relationships/slide" Target="slides/slide88.xml"/><Relationship Id="rId112" Type="http://schemas.openxmlformats.org/officeDocument/2006/relationships/slide" Target="slides/slide111.xml"/><Relationship Id="rId133" Type="http://schemas.openxmlformats.org/officeDocument/2006/relationships/slide" Target="slides/slide132.xml"/><Relationship Id="rId154" Type="http://schemas.openxmlformats.org/officeDocument/2006/relationships/slide" Target="slides/slide153.xml"/><Relationship Id="rId175" Type="http://schemas.openxmlformats.org/officeDocument/2006/relationships/slide" Target="slides/slide174.xml"/><Relationship Id="rId196" Type="http://schemas.openxmlformats.org/officeDocument/2006/relationships/slide" Target="slides/slide195.xml"/><Relationship Id="rId200" Type="http://schemas.openxmlformats.org/officeDocument/2006/relationships/slide" Target="slides/slide199.xml"/><Relationship Id="rId16" Type="http://schemas.openxmlformats.org/officeDocument/2006/relationships/slide" Target="slides/slide15.xml"/><Relationship Id="rId221" Type="http://schemas.openxmlformats.org/officeDocument/2006/relationships/slide" Target="slides/slide220.xml"/><Relationship Id="rId37" Type="http://schemas.openxmlformats.org/officeDocument/2006/relationships/slide" Target="slides/slide36.xml"/><Relationship Id="rId58" Type="http://schemas.openxmlformats.org/officeDocument/2006/relationships/slide" Target="slides/slide57.xml"/><Relationship Id="rId79" Type="http://schemas.openxmlformats.org/officeDocument/2006/relationships/slide" Target="slides/slide78.xml"/><Relationship Id="rId102" Type="http://schemas.openxmlformats.org/officeDocument/2006/relationships/slide" Target="slides/slide101.xml"/><Relationship Id="rId123" Type="http://schemas.openxmlformats.org/officeDocument/2006/relationships/slide" Target="slides/slide122.xml"/><Relationship Id="rId144" Type="http://schemas.openxmlformats.org/officeDocument/2006/relationships/slide" Target="slides/slide143.xml"/><Relationship Id="rId90" Type="http://schemas.openxmlformats.org/officeDocument/2006/relationships/slide" Target="slides/slide89.xml"/><Relationship Id="rId165" Type="http://schemas.openxmlformats.org/officeDocument/2006/relationships/slide" Target="slides/slide164.xml"/><Relationship Id="rId186" Type="http://schemas.openxmlformats.org/officeDocument/2006/relationships/slide" Target="slides/slide185.xml"/><Relationship Id="rId211" Type="http://schemas.openxmlformats.org/officeDocument/2006/relationships/slide" Target="slides/slide210.xml"/><Relationship Id="rId232" Type="http://schemas.openxmlformats.org/officeDocument/2006/relationships/viewProps" Target="viewProps.xml"/><Relationship Id="rId27" Type="http://schemas.openxmlformats.org/officeDocument/2006/relationships/slide" Target="slides/slide26.xml"/><Relationship Id="rId48" Type="http://schemas.openxmlformats.org/officeDocument/2006/relationships/slide" Target="slides/slide47.xml"/><Relationship Id="rId69" Type="http://schemas.openxmlformats.org/officeDocument/2006/relationships/slide" Target="slides/slide68.xml"/><Relationship Id="rId113" Type="http://schemas.openxmlformats.org/officeDocument/2006/relationships/slide" Target="slides/slide112.xml"/><Relationship Id="rId134" Type="http://schemas.openxmlformats.org/officeDocument/2006/relationships/slide" Target="slides/slide133.xml"/><Relationship Id="rId80" Type="http://schemas.openxmlformats.org/officeDocument/2006/relationships/slide" Target="slides/slide79.xml"/><Relationship Id="rId155" Type="http://schemas.openxmlformats.org/officeDocument/2006/relationships/slide" Target="slides/slide154.xml"/><Relationship Id="rId176" Type="http://schemas.openxmlformats.org/officeDocument/2006/relationships/slide" Target="slides/slide175.xml"/><Relationship Id="rId197" Type="http://schemas.openxmlformats.org/officeDocument/2006/relationships/slide" Target="slides/slide196.xml"/><Relationship Id="rId201" Type="http://schemas.openxmlformats.org/officeDocument/2006/relationships/slide" Target="slides/slide200.xml"/><Relationship Id="rId222" Type="http://schemas.openxmlformats.org/officeDocument/2006/relationships/slide" Target="slides/slide221.xml"/><Relationship Id="rId17" Type="http://schemas.openxmlformats.org/officeDocument/2006/relationships/slide" Target="slides/slide16.xml"/><Relationship Id="rId38" Type="http://schemas.openxmlformats.org/officeDocument/2006/relationships/slide" Target="slides/slide37.xml"/><Relationship Id="rId59" Type="http://schemas.openxmlformats.org/officeDocument/2006/relationships/slide" Target="slides/slide58.xml"/><Relationship Id="rId103" Type="http://schemas.openxmlformats.org/officeDocument/2006/relationships/slide" Target="slides/slide102.xml"/><Relationship Id="rId124" Type="http://schemas.openxmlformats.org/officeDocument/2006/relationships/slide" Target="slides/slide123.xml"/><Relationship Id="rId70" Type="http://schemas.openxmlformats.org/officeDocument/2006/relationships/slide" Target="slides/slide69.xml"/><Relationship Id="rId91" Type="http://schemas.openxmlformats.org/officeDocument/2006/relationships/slide" Target="slides/slide90.xml"/><Relationship Id="rId145" Type="http://schemas.openxmlformats.org/officeDocument/2006/relationships/slide" Target="slides/slide144.xml"/><Relationship Id="rId166" Type="http://schemas.openxmlformats.org/officeDocument/2006/relationships/slide" Target="slides/slide165.xml"/><Relationship Id="rId187" Type="http://schemas.openxmlformats.org/officeDocument/2006/relationships/slide" Target="slides/slide186.xml"/><Relationship Id="rId1" Type="http://schemas.openxmlformats.org/officeDocument/2006/relationships/slideMaster" Target="slideMasters/slideMaster1.xml"/><Relationship Id="rId212" Type="http://schemas.openxmlformats.org/officeDocument/2006/relationships/slide" Target="slides/slide211.xml"/><Relationship Id="rId233" Type="http://schemas.openxmlformats.org/officeDocument/2006/relationships/theme" Target="theme/theme1.xml"/><Relationship Id="rId28" Type="http://schemas.openxmlformats.org/officeDocument/2006/relationships/slide" Target="slides/slide27.xml"/><Relationship Id="rId49" Type="http://schemas.openxmlformats.org/officeDocument/2006/relationships/slide" Target="slides/slide48.xml"/><Relationship Id="rId114" Type="http://schemas.openxmlformats.org/officeDocument/2006/relationships/slide" Target="slides/slide113.xml"/><Relationship Id="rId60" Type="http://schemas.openxmlformats.org/officeDocument/2006/relationships/slide" Target="slides/slide59.xml"/><Relationship Id="rId81" Type="http://schemas.openxmlformats.org/officeDocument/2006/relationships/slide" Target="slides/slide80.xml"/><Relationship Id="rId135" Type="http://schemas.openxmlformats.org/officeDocument/2006/relationships/slide" Target="slides/slide134.xml"/><Relationship Id="rId156" Type="http://schemas.openxmlformats.org/officeDocument/2006/relationships/slide" Target="slides/slide155.xml"/><Relationship Id="rId177" Type="http://schemas.openxmlformats.org/officeDocument/2006/relationships/slide" Target="slides/slide176.xml"/><Relationship Id="rId198" Type="http://schemas.openxmlformats.org/officeDocument/2006/relationships/slide" Target="slides/slide197.xml"/><Relationship Id="rId202" Type="http://schemas.openxmlformats.org/officeDocument/2006/relationships/slide" Target="slides/slide201.xml"/><Relationship Id="rId223" Type="http://schemas.openxmlformats.org/officeDocument/2006/relationships/slide" Target="slides/slide22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50" Type="http://schemas.openxmlformats.org/officeDocument/2006/relationships/slide" Target="slides/slide49.xml"/><Relationship Id="rId104" Type="http://schemas.openxmlformats.org/officeDocument/2006/relationships/slide" Target="slides/slide103.xml"/><Relationship Id="rId125" Type="http://schemas.openxmlformats.org/officeDocument/2006/relationships/slide" Target="slides/slide124.xml"/><Relationship Id="rId146" Type="http://schemas.openxmlformats.org/officeDocument/2006/relationships/slide" Target="slides/slide145.xml"/><Relationship Id="rId167" Type="http://schemas.openxmlformats.org/officeDocument/2006/relationships/slide" Target="slides/slide166.xml"/><Relationship Id="rId188" Type="http://schemas.openxmlformats.org/officeDocument/2006/relationships/slide" Target="slides/slide187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13" Type="http://schemas.openxmlformats.org/officeDocument/2006/relationships/slide" Target="slides/slide212.xml"/><Relationship Id="rId234" Type="http://schemas.openxmlformats.org/officeDocument/2006/relationships/tableStyles" Target="tableStyles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40" Type="http://schemas.openxmlformats.org/officeDocument/2006/relationships/slide" Target="slides/slide39.xml"/><Relationship Id="rId115" Type="http://schemas.openxmlformats.org/officeDocument/2006/relationships/slide" Target="slides/slide114.xml"/><Relationship Id="rId136" Type="http://schemas.openxmlformats.org/officeDocument/2006/relationships/slide" Target="slides/slide135.xml"/><Relationship Id="rId157" Type="http://schemas.openxmlformats.org/officeDocument/2006/relationships/slide" Target="slides/slide156.xml"/><Relationship Id="rId178" Type="http://schemas.openxmlformats.org/officeDocument/2006/relationships/slide" Target="slides/slide177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9" Type="http://schemas.openxmlformats.org/officeDocument/2006/relationships/slide" Target="slides/slide198.xml"/><Relationship Id="rId203" Type="http://schemas.openxmlformats.org/officeDocument/2006/relationships/slide" Target="slides/slide202.xml"/><Relationship Id="rId19" Type="http://schemas.openxmlformats.org/officeDocument/2006/relationships/slide" Target="slides/slide18.xml"/><Relationship Id="rId224" Type="http://schemas.openxmlformats.org/officeDocument/2006/relationships/slide" Target="slides/slide223.xml"/><Relationship Id="rId30" Type="http://schemas.openxmlformats.org/officeDocument/2006/relationships/slide" Target="slides/slide29.xml"/><Relationship Id="rId105" Type="http://schemas.openxmlformats.org/officeDocument/2006/relationships/slide" Target="slides/slide104.xml"/><Relationship Id="rId126" Type="http://schemas.openxmlformats.org/officeDocument/2006/relationships/slide" Target="slides/slide125.xml"/><Relationship Id="rId147" Type="http://schemas.openxmlformats.org/officeDocument/2006/relationships/slide" Target="slides/slide146.xml"/><Relationship Id="rId168" Type="http://schemas.openxmlformats.org/officeDocument/2006/relationships/slide" Target="slides/slide16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189" Type="http://schemas.openxmlformats.org/officeDocument/2006/relationships/slide" Target="slides/slide188.xml"/><Relationship Id="rId3" Type="http://schemas.openxmlformats.org/officeDocument/2006/relationships/slide" Target="slides/slide2.xml"/><Relationship Id="rId214" Type="http://schemas.openxmlformats.org/officeDocument/2006/relationships/slide" Target="slides/slide213.xml"/><Relationship Id="rId116" Type="http://schemas.openxmlformats.org/officeDocument/2006/relationships/slide" Target="slides/slide115.xml"/><Relationship Id="rId137" Type="http://schemas.openxmlformats.org/officeDocument/2006/relationships/slide" Target="slides/slide136.xml"/><Relationship Id="rId158" Type="http://schemas.openxmlformats.org/officeDocument/2006/relationships/slide" Target="slides/slide15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742950" y="2125980"/>
            <a:ext cx="84201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chemeClr val="bg1"/>
                </a:solidFill>
                <a:latin typeface="Ebrima"/>
                <a:cs typeface="Ebri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485900" y="3840480"/>
            <a:ext cx="69342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18-Feb-25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chemeClr val="bg1"/>
                </a:solidFill>
                <a:latin typeface="Ebrima"/>
                <a:cs typeface="Ebri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18-Feb-25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chemeClr val="bg1"/>
                </a:solidFill>
                <a:latin typeface="Ebrima"/>
                <a:cs typeface="Ebri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95300" y="1577340"/>
            <a:ext cx="430911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5101590" y="1577340"/>
            <a:ext cx="430911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18-Feb-25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chemeClr val="bg1"/>
                </a:solidFill>
                <a:latin typeface="Ebrima"/>
                <a:cs typeface="Ebri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18-Feb-25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18-Feb-25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0" y="0"/>
            <a:ext cx="9902951" cy="1425355"/>
          </a:xfrm>
          <a:prstGeom prst="rect">
            <a:avLst/>
          </a:prstGeom>
        </p:spPr>
      </p:pic>
      <p:sp>
        <p:nvSpPr>
          <p:cNvPr id="17" name="bg object 17"/>
          <p:cNvSpPr/>
          <p:nvPr/>
        </p:nvSpPr>
        <p:spPr>
          <a:xfrm>
            <a:off x="449580" y="6425184"/>
            <a:ext cx="9001125" cy="0"/>
          </a:xfrm>
          <a:custGeom>
            <a:avLst/>
            <a:gdLst/>
            <a:ahLst/>
            <a:cxnLst/>
            <a:rect l="l" t="t" r="r" b="b"/>
            <a:pathLst>
              <a:path w="9001125">
                <a:moveTo>
                  <a:pt x="0" y="0"/>
                </a:moveTo>
                <a:lnTo>
                  <a:pt x="9000744" y="0"/>
                </a:lnTo>
              </a:path>
            </a:pathLst>
          </a:custGeom>
          <a:ln w="6096">
            <a:solidFill>
              <a:srgbClr val="BEBEB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37184" y="430784"/>
            <a:ext cx="6664629" cy="39115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chemeClr val="bg1"/>
                </a:solidFill>
                <a:latin typeface="Ebrima"/>
                <a:cs typeface="Ebri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74077" y="2342514"/>
            <a:ext cx="8573135" cy="284099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368040" y="6377940"/>
            <a:ext cx="31699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95300" y="6377940"/>
            <a:ext cx="227838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18-Feb-25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7132320" y="6377940"/>
            <a:ext cx="227838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8.png"/><Relationship Id="rId7" Type="http://schemas.openxmlformats.org/officeDocument/2006/relationships/image" Target="../media/image16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10" Type="http://schemas.openxmlformats.org/officeDocument/2006/relationships/image" Target="../media/image19.png"/><Relationship Id="rId4" Type="http://schemas.openxmlformats.org/officeDocument/2006/relationships/image" Target="../media/image13.png"/><Relationship Id="rId9" Type="http://schemas.openxmlformats.org/officeDocument/2006/relationships/image" Target="../media/image18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3" Type="http://schemas.openxmlformats.org/officeDocument/2006/relationships/image" Target="../media/image21.png"/><Relationship Id="rId7" Type="http://schemas.openxmlformats.org/officeDocument/2006/relationships/image" Target="../media/image23.png"/><Relationship Id="rId2" Type="http://schemas.openxmlformats.org/officeDocument/2006/relationships/image" Target="../media/image20.jp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22.png"/><Relationship Id="rId5" Type="http://schemas.openxmlformats.org/officeDocument/2006/relationships/image" Target="../media/image13.png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png"/><Relationship Id="rId3" Type="http://schemas.openxmlformats.org/officeDocument/2006/relationships/image" Target="../media/image8.png"/><Relationship Id="rId7" Type="http://schemas.openxmlformats.org/officeDocument/2006/relationships/image" Target="../media/image28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27.png"/><Relationship Id="rId5" Type="http://schemas.openxmlformats.org/officeDocument/2006/relationships/image" Target="../media/image26.jpg"/><Relationship Id="rId4" Type="http://schemas.openxmlformats.org/officeDocument/2006/relationships/image" Target="../media/image13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jpg"/><Relationship Id="rId3" Type="http://schemas.openxmlformats.org/officeDocument/2006/relationships/image" Target="../media/image8.png"/><Relationship Id="rId7" Type="http://schemas.openxmlformats.org/officeDocument/2006/relationships/image" Target="../media/image29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31.png"/><Relationship Id="rId5" Type="http://schemas.openxmlformats.org/officeDocument/2006/relationships/image" Target="../media/image27.png"/><Relationship Id="rId4" Type="http://schemas.openxmlformats.org/officeDocument/2006/relationships/image" Target="../media/image1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7" Type="http://schemas.openxmlformats.org/officeDocument/2006/relationships/image" Target="../media/image36.jp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35.png"/><Relationship Id="rId5" Type="http://schemas.openxmlformats.org/officeDocument/2006/relationships/image" Target="../media/image34.png"/><Relationship Id="rId4" Type="http://schemas.openxmlformats.org/officeDocument/2006/relationships/image" Target="../media/image13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41.png"/><Relationship Id="rId3" Type="http://schemas.openxmlformats.org/officeDocument/2006/relationships/image" Target="../media/image8.png"/><Relationship Id="rId7" Type="http://schemas.openxmlformats.org/officeDocument/2006/relationships/image" Target="../media/image40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9.png"/><Relationship Id="rId5" Type="http://schemas.openxmlformats.org/officeDocument/2006/relationships/image" Target="../media/image38.png"/><Relationship Id="rId10" Type="http://schemas.openxmlformats.org/officeDocument/2006/relationships/image" Target="../media/image43.png"/><Relationship Id="rId4" Type="http://schemas.openxmlformats.org/officeDocument/2006/relationships/image" Target="../media/image13.png"/><Relationship Id="rId9" Type="http://schemas.openxmlformats.org/officeDocument/2006/relationships/image" Target="../media/image4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7" Type="http://schemas.openxmlformats.org/officeDocument/2006/relationships/image" Target="../media/image47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46.png"/><Relationship Id="rId5" Type="http://schemas.openxmlformats.org/officeDocument/2006/relationships/image" Target="../media/image45.png"/><Relationship Id="rId4" Type="http://schemas.openxmlformats.org/officeDocument/2006/relationships/image" Target="../media/image1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49.png"/><Relationship Id="rId5" Type="http://schemas.openxmlformats.org/officeDocument/2006/relationships/image" Target="../media/image45.png"/><Relationship Id="rId4" Type="http://schemas.openxmlformats.org/officeDocument/2006/relationships/image" Target="../media/image1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1.png"/><Relationship Id="rId5" Type="http://schemas.openxmlformats.org/officeDocument/2006/relationships/image" Target="../media/image45.png"/><Relationship Id="rId4" Type="http://schemas.openxmlformats.org/officeDocument/2006/relationships/image" Target="../media/image13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55.png"/><Relationship Id="rId13" Type="http://schemas.openxmlformats.org/officeDocument/2006/relationships/image" Target="../media/image60.png"/><Relationship Id="rId18" Type="http://schemas.openxmlformats.org/officeDocument/2006/relationships/image" Target="../media/image65.png"/><Relationship Id="rId3" Type="http://schemas.openxmlformats.org/officeDocument/2006/relationships/image" Target="../media/image8.png"/><Relationship Id="rId21" Type="http://schemas.openxmlformats.org/officeDocument/2006/relationships/image" Target="../media/image68.png"/><Relationship Id="rId7" Type="http://schemas.openxmlformats.org/officeDocument/2006/relationships/image" Target="../media/image54.png"/><Relationship Id="rId12" Type="http://schemas.openxmlformats.org/officeDocument/2006/relationships/image" Target="../media/image59.png"/><Relationship Id="rId17" Type="http://schemas.openxmlformats.org/officeDocument/2006/relationships/image" Target="../media/image64.png"/><Relationship Id="rId2" Type="http://schemas.openxmlformats.org/officeDocument/2006/relationships/image" Target="../media/image52.png"/><Relationship Id="rId16" Type="http://schemas.openxmlformats.org/officeDocument/2006/relationships/image" Target="../media/image63.png"/><Relationship Id="rId20" Type="http://schemas.openxmlformats.org/officeDocument/2006/relationships/image" Target="../media/image6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3.png"/><Relationship Id="rId11" Type="http://schemas.openxmlformats.org/officeDocument/2006/relationships/image" Target="../media/image58.png"/><Relationship Id="rId5" Type="http://schemas.openxmlformats.org/officeDocument/2006/relationships/image" Target="../media/image45.png"/><Relationship Id="rId15" Type="http://schemas.openxmlformats.org/officeDocument/2006/relationships/image" Target="../media/image62.png"/><Relationship Id="rId10" Type="http://schemas.openxmlformats.org/officeDocument/2006/relationships/image" Target="../media/image57.png"/><Relationship Id="rId19" Type="http://schemas.openxmlformats.org/officeDocument/2006/relationships/image" Target="../media/image66.png"/><Relationship Id="rId4" Type="http://schemas.openxmlformats.org/officeDocument/2006/relationships/image" Target="../media/image13.png"/><Relationship Id="rId9" Type="http://schemas.openxmlformats.org/officeDocument/2006/relationships/image" Target="../media/image56.png"/><Relationship Id="rId14" Type="http://schemas.openxmlformats.org/officeDocument/2006/relationships/image" Target="../media/image61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6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0.png"/><Relationship Id="rId5" Type="http://schemas.openxmlformats.org/officeDocument/2006/relationships/image" Target="../media/image45.png"/><Relationship Id="rId4" Type="http://schemas.openxmlformats.org/officeDocument/2006/relationships/image" Target="../media/image1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1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72.png"/><Relationship Id="rId5" Type="http://schemas.openxmlformats.org/officeDocument/2006/relationships/image" Target="../media/image45.png"/><Relationship Id="rId4" Type="http://schemas.openxmlformats.org/officeDocument/2006/relationships/image" Target="../media/image13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76.png"/><Relationship Id="rId13" Type="http://schemas.openxmlformats.org/officeDocument/2006/relationships/image" Target="../media/image81.png"/><Relationship Id="rId18" Type="http://schemas.openxmlformats.org/officeDocument/2006/relationships/image" Target="../media/image86.png"/><Relationship Id="rId3" Type="http://schemas.openxmlformats.org/officeDocument/2006/relationships/image" Target="../media/image8.png"/><Relationship Id="rId21" Type="http://schemas.openxmlformats.org/officeDocument/2006/relationships/image" Target="../media/image89.png"/><Relationship Id="rId7" Type="http://schemas.openxmlformats.org/officeDocument/2006/relationships/image" Target="../media/image75.png"/><Relationship Id="rId12" Type="http://schemas.openxmlformats.org/officeDocument/2006/relationships/image" Target="../media/image80.png"/><Relationship Id="rId17" Type="http://schemas.openxmlformats.org/officeDocument/2006/relationships/image" Target="../media/image85.png"/><Relationship Id="rId2" Type="http://schemas.openxmlformats.org/officeDocument/2006/relationships/image" Target="../media/image73.png"/><Relationship Id="rId16" Type="http://schemas.openxmlformats.org/officeDocument/2006/relationships/image" Target="../media/image84.png"/><Relationship Id="rId20" Type="http://schemas.openxmlformats.org/officeDocument/2006/relationships/image" Target="../media/image88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74.png"/><Relationship Id="rId11" Type="http://schemas.openxmlformats.org/officeDocument/2006/relationships/image" Target="../media/image79.png"/><Relationship Id="rId24" Type="http://schemas.openxmlformats.org/officeDocument/2006/relationships/image" Target="../media/image92.png"/><Relationship Id="rId5" Type="http://schemas.openxmlformats.org/officeDocument/2006/relationships/image" Target="../media/image45.png"/><Relationship Id="rId15" Type="http://schemas.openxmlformats.org/officeDocument/2006/relationships/image" Target="../media/image83.png"/><Relationship Id="rId23" Type="http://schemas.openxmlformats.org/officeDocument/2006/relationships/image" Target="../media/image91.png"/><Relationship Id="rId10" Type="http://schemas.openxmlformats.org/officeDocument/2006/relationships/image" Target="../media/image78.png"/><Relationship Id="rId19" Type="http://schemas.openxmlformats.org/officeDocument/2006/relationships/image" Target="../media/image87.png"/><Relationship Id="rId4" Type="http://schemas.openxmlformats.org/officeDocument/2006/relationships/image" Target="../media/image13.png"/><Relationship Id="rId9" Type="http://schemas.openxmlformats.org/officeDocument/2006/relationships/image" Target="../media/image77.png"/><Relationship Id="rId14" Type="http://schemas.openxmlformats.org/officeDocument/2006/relationships/image" Target="../media/image82.png"/><Relationship Id="rId22" Type="http://schemas.openxmlformats.org/officeDocument/2006/relationships/image" Target="../media/image90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76.png"/><Relationship Id="rId13" Type="http://schemas.openxmlformats.org/officeDocument/2006/relationships/image" Target="../media/image97.png"/><Relationship Id="rId18" Type="http://schemas.openxmlformats.org/officeDocument/2006/relationships/image" Target="../media/image100.png"/><Relationship Id="rId3" Type="http://schemas.openxmlformats.org/officeDocument/2006/relationships/image" Target="../media/image8.png"/><Relationship Id="rId21" Type="http://schemas.openxmlformats.org/officeDocument/2006/relationships/image" Target="../media/image92.png"/><Relationship Id="rId7" Type="http://schemas.openxmlformats.org/officeDocument/2006/relationships/image" Target="../media/image75.png"/><Relationship Id="rId12" Type="http://schemas.openxmlformats.org/officeDocument/2006/relationships/image" Target="../media/image81.png"/><Relationship Id="rId17" Type="http://schemas.openxmlformats.org/officeDocument/2006/relationships/image" Target="../media/image88.png"/><Relationship Id="rId25" Type="http://schemas.openxmlformats.org/officeDocument/2006/relationships/image" Target="../media/image105.png"/><Relationship Id="rId2" Type="http://schemas.openxmlformats.org/officeDocument/2006/relationships/image" Target="../media/image93.png"/><Relationship Id="rId16" Type="http://schemas.openxmlformats.org/officeDocument/2006/relationships/image" Target="../media/image99.png"/><Relationship Id="rId20" Type="http://schemas.openxmlformats.org/officeDocument/2006/relationships/image" Target="../media/image101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94.png"/><Relationship Id="rId11" Type="http://schemas.openxmlformats.org/officeDocument/2006/relationships/image" Target="../media/image96.png"/><Relationship Id="rId24" Type="http://schemas.openxmlformats.org/officeDocument/2006/relationships/image" Target="../media/image104.png"/><Relationship Id="rId5" Type="http://schemas.openxmlformats.org/officeDocument/2006/relationships/image" Target="../media/image45.png"/><Relationship Id="rId15" Type="http://schemas.openxmlformats.org/officeDocument/2006/relationships/image" Target="../media/image98.png"/><Relationship Id="rId23" Type="http://schemas.openxmlformats.org/officeDocument/2006/relationships/image" Target="../media/image103.png"/><Relationship Id="rId10" Type="http://schemas.openxmlformats.org/officeDocument/2006/relationships/image" Target="../media/image79.png"/><Relationship Id="rId19" Type="http://schemas.openxmlformats.org/officeDocument/2006/relationships/image" Target="../media/image90.png"/><Relationship Id="rId4" Type="http://schemas.openxmlformats.org/officeDocument/2006/relationships/image" Target="../media/image13.png"/><Relationship Id="rId9" Type="http://schemas.openxmlformats.org/officeDocument/2006/relationships/image" Target="../media/image95.png"/><Relationship Id="rId14" Type="http://schemas.openxmlformats.org/officeDocument/2006/relationships/image" Target="../media/image83.png"/><Relationship Id="rId22" Type="http://schemas.openxmlformats.org/officeDocument/2006/relationships/image" Target="../media/image102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9.png"/><Relationship Id="rId13" Type="http://schemas.openxmlformats.org/officeDocument/2006/relationships/image" Target="../media/image114.png"/><Relationship Id="rId3" Type="http://schemas.openxmlformats.org/officeDocument/2006/relationships/image" Target="../media/image8.png"/><Relationship Id="rId7" Type="http://schemas.openxmlformats.org/officeDocument/2006/relationships/image" Target="../media/image108.png"/><Relationship Id="rId12" Type="http://schemas.openxmlformats.org/officeDocument/2006/relationships/image" Target="../media/image113.png"/><Relationship Id="rId2" Type="http://schemas.openxmlformats.org/officeDocument/2006/relationships/image" Target="../media/image106.png"/><Relationship Id="rId16" Type="http://schemas.openxmlformats.org/officeDocument/2006/relationships/image" Target="../media/image117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07.png"/><Relationship Id="rId11" Type="http://schemas.openxmlformats.org/officeDocument/2006/relationships/image" Target="../media/image112.png"/><Relationship Id="rId5" Type="http://schemas.openxmlformats.org/officeDocument/2006/relationships/image" Target="../media/image45.png"/><Relationship Id="rId15" Type="http://schemas.openxmlformats.org/officeDocument/2006/relationships/image" Target="../media/image116.png"/><Relationship Id="rId10" Type="http://schemas.openxmlformats.org/officeDocument/2006/relationships/image" Target="../media/image111.png"/><Relationship Id="rId4" Type="http://schemas.openxmlformats.org/officeDocument/2006/relationships/image" Target="../media/image13.png"/><Relationship Id="rId9" Type="http://schemas.openxmlformats.org/officeDocument/2006/relationships/image" Target="../media/image110.png"/><Relationship Id="rId14" Type="http://schemas.openxmlformats.org/officeDocument/2006/relationships/image" Target="../media/image115.pn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1.png"/><Relationship Id="rId13" Type="http://schemas.openxmlformats.org/officeDocument/2006/relationships/image" Target="../media/image126.png"/><Relationship Id="rId18" Type="http://schemas.openxmlformats.org/officeDocument/2006/relationships/image" Target="../media/image131.png"/><Relationship Id="rId3" Type="http://schemas.openxmlformats.org/officeDocument/2006/relationships/image" Target="../media/image8.png"/><Relationship Id="rId7" Type="http://schemas.openxmlformats.org/officeDocument/2006/relationships/image" Target="../media/image120.png"/><Relationship Id="rId12" Type="http://schemas.openxmlformats.org/officeDocument/2006/relationships/image" Target="../media/image125.png"/><Relationship Id="rId17" Type="http://schemas.openxmlformats.org/officeDocument/2006/relationships/image" Target="../media/image130.png"/><Relationship Id="rId2" Type="http://schemas.openxmlformats.org/officeDocument/2006/relationships/image" Target="../media/image118.png"/><Relationship Id="rId16" Type="http://schemas.openxmlformats.org/officeDocument/2006/relationships/image" Target="../media/image129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19.png"/><Relationship Id="rId11" Type="http://schemas.openxmlformats.org/officeDocument/2006/relationships/image" Target="../media/image124.png"/><Relationship Id="rId5" Type="http://schemas.openxmlformats.org/officeDocument/2006/relationships/image" Target="../media/image45.png"/><Relationship Id="rId15" Type="http://schemas.openxmlformats.org/officeDocument/2006/relationships/image" Target="../media/image128.png"/><Relationship Id="rId10" Type="http://schemas.openxmlformats.org/officeDocument/2006/relationships/image" Target="../media/image123.png"/><Relationship Id="rId4" Type="http://schemas.openxmlformats.org/officeDocument/2006/relationships/image" Target="../media/image13.png"/><Relationship Id="rId9" Type="http://schemas.openxmlformats.org/officeDocument/2006/relationships/image" Target="../media/image122.png"/><Relationship Id="rId14" Type="http://schemas.openxmlformats.org/officeDocument/2006/relationships/image" Target="../media/image127.png"/></Relationships>
</file>

<file path=ppt/slides/_rels/slide19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41.png"/><Relationship Id="rId18" Type="http://schemas.openxmlformats.org/officeDocument/2006/relationships/image" Target="../media/image146.png"/><Relationship Id="rId26" Type="http://schemas.openxmlformats.org/officeDocument/2006/relationships/image" Target="../media/image154.png"/><Relationship Id="rId3" Type="http://schemas.openxmlformats.org/officeDocument/2006/relationships/image" Target="../media/image8.png"/><Relationship Id="rId21" Type="http://schemas.openxmlformats.org/officeDocument/2006/relationships/image" Target="../media/image149.png"/><Relationship Id="rId34" Type="http://schemas.openxmlformats.org/officeDocument/2006/relationships/image" Target="../media/image162.png"/><Relationship Id="rId7" Type="http://schemas.openxmlformats.org/officeDocument/2006/relationships/image" Target="../media/image135.png"/><Relationship Id="rId12" Type="http://schemas.openxmlformats.org/officeDocument/2006/relationships/image" Target="../media/image140.png"/><Relationship Id="rId17" Type="http://schemas.openxmlformats.org/officeDocument/2006/relationships/image" Target="../media/image145.png"/><Relationship Id="rId25" Type="http://schemas.openxmlformats.org/officeDocument/2006/relationships/image" Target="../media/image153.png"/><Relationship Id="rId33" Type="http://schemas.openxmlformats.org/officeDocument/2006/relationships/image" Target="../media/image161.png"/><Relationship Id="rId2" Type="http://schemas.openxmlformats.org/officeDocument/2006/relationships/image" Target="../media/image132.png"/><Relationship Id="rId16" Type="http://schemas.openxmlformats.org/officeDocument/2006/relationships/image" Target="../media/image144.png"/><Relationship Id="rId20" Type="http://schemas.openxmlformats.org/officeDocument/2006/relationships/image" Target="../media/image148.png"/><Relationship Id="rId29" Type="http://schemas.openxmlformats.org/officeDocument/2006/relationships/image" Target="../media/image15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4.png"/><Relationship Id="rId11" Type="http://schemas.openxmlformats.org/officeDocument/2006/relationships/image" Target="../media/image139.png"/><Relationship Id="rId24" Type="http://schemas.openxmlformats.org/officeDocument/2006/relationships/image" Target="../media/image152.png"/><Relationship Id="rId32" Type="http://schemas.openxmlformats.org/officeDocument/2006/relationships/image" Target="../media/image160.png"/><Relationship Id="rId5" Type="http://schemas.openxmlformats.org/officeDocument/2006/relationships/image" Target="../media/image133.png"/><Relationship Id="rId15" Type="http://schemas.openxmlformats.org/officeDocument/2006/relationships/image" Target="../media/image143.png"/><Relationship Id="rId23" Type="http://schemas.openxmlformats.org/officeDocument/2006/relationships/image" Target="../media/image151.png"/><Relationship Id="rId28" Type="http://schemas.openxmlformats.org/officeDocument/2006/relationships/image" Target="../media/image156.png"/><Relationship Id="rId10" Type="http://schemas.openxmlformats.org/officeDocument/2006/relationships/image" Target="../media/image138.png"/><Relationship Id="rId19" Type="http://schemas.openxmlformats.org/officeDocument/2006/relationships/image" Target="../media/image147.png"/><Relationship Id="rId31" Type="http://schemas.openxmlformats.org/officeDocument/2006/relationships/image" Target="../media/image159.png"/><Relationship Id="rId4" Type="http://schemas.openxmlformats.org/officeDocument/2006/relationships/image" Target="../media/image13.png"/><Relationship Id="rId9" Type="http://schemas.openxmlformats.org/officeDocument/2006/relationships/image" Target="../media/image137.png"/><Relationship Id="rId14" Type="http://schemas.openxmlformats.org/officeDocument/2006/relationships/image" Target="../media/image142.png"/><Relationship Id="rId22" Type="http://schemas.openxmlformats.org/officeDocument/2006/relationships/image" Target="../media/image150.png"/><Relationship Id="rId27" Type="http://schemas.openxmlformats.org/officeDocument/2006/relationships/image" Target="../media/image155.png"/><Relationship Id="rId30" Type="http://schemas.openxmlformats.org/officeDocument/2006/relationships/image" Target="../media/image158.png"/><Relationship Id="rId8" Type="http://schemas.openxmlformats.org/officeDocument/2006/relationships/image" Target="../media/image136.pn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6.png"/><Relationship Id="rId3" Type="http://schemas.openxmlformats.org/officeDocument/2006/relationships/image" Target="../media/image8.png"/><Relationship Id="rId7" Type="http://schemas.openxmlformats.org/officeDocument/2006/relationships/image" Target="../media/image165.png"/><Relationship Id="rId2" Type="http://schemas.openxmlformats.org/officeDocument/2006/relationships/image" Target="../media/image163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64.png"/><Relationship Id="rId5" Type="http://schemas.openxmlformats.org/officeDocument/2006/relationships/image" Target="../media/image133.png"/><Relationship Id="rId4" Type="http://schemas.openxmlformats.org/officeDocument/2006/relationships/image" Target="../media/image13.png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1.png"/><Relationship Id="rId13" Type="http://schemas.openxmlformats.org/officeDocument/2006/relationships/image" Target="../media/image176.png"/><Relationship Id="rId3" Type="http://schemas.openxmlformats.org/officeDocument/2006/relationships/image" Target="../media/image8.png"/><Relationship Id="rId7" Type="http://schemas.openxmlformats.org/officeDocument/2006/relationships/image" Target="../media/image170.png"/><Relationship Id="rId12" Type="http://schemas.openxmlformats.org/officeDocument/2006/relationships/image" Target="../media/image175.png"/><Relationship Id="rId2" Type="http://schemas.openxmlformats.org/officeDocument/2006/relationships/image" Target="../media/image167.png"/><Relationship Id="rId16" Type="http://schemas.openxmlformats.org/officeDocument/2006/relationships/image" Target="../media/image178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69.png"/><Relationship Id="rId11" Type="http://schemas.openxmlformats.org/officeDocument/2006/relationships/image" Target="../media/image174.png"/><Relationship Id="rId5" Type="http://schemas.openxmlformats.org/officeDocument/2006/relationships/image" Target="../media/image168.png"/><Relationship Id="rId15" Type="http://schemas.openxmlformats.org/officeDocument/2006/relationships/image" Target="../media/image116.png"/><Relationship Id="rId10" Type="http://schemas.openxmlformats.org/officeDocument/2006/relationships/image" Target="../media/image173.png"/><Relationship Id="rId4" Type="http://schemas.openxmlformats.org/officeDocument/2006/relationships/image" Target="../media/image13.png"/><Relationship Id="rId9" Type="http://schemas.openxmlformats.org/officeDocument/2006/relationships/image" Target="../media/image172.png"/><Relationship Id="rId14" Type="http://schemas.openxmlformats.org/officeDocument/2006/relationships/image" Target="../media/image177.png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1.png"/><Relationship Id="rId13" Type="http://schemas.openxmlformats.org/officeDocument/2006/relationships/image" Target="../media/image185.png"/><Relationship Id="rId18" Type="http://schemas.openxmlformats.org/officeDocument/2006/relationships/image" Target="../media/image88.png"/><Relationship Id="rId26" Type="http://schemas.openxmlformats.org/officeDocument/2006/relationships/image" Target="../media/image192.png"/><Relationship Id="rId3" Type="http://schemas.openxmlformats.org/officeDocument/2006/relationships/image" Target="../media/image8.png"/><Relationship Id="rId21" Type="http://schemas.openxmlformats.org/officeDocument/2006/relationships/image" Target="../media/image190.png"/><Relationship Id="rId7" Type="http://schemas.openxmlformats.org/officeDocument/2006/relationships/image" Target="../media/image75.png"/><Relationship Id="rId12" Type="http://schemas.openxmlformats.org/officeDocument/2006/relationships/image" Target="../media/image97.png"/><Relationship Id="rId17" Type="http://schemas.openxmlformats.org/officeDocument/2006/relationships/image" Target="../media/image99.png"/><Relationship Id="rId25" Type="http://schemas.openxmlformats.org/officeDocument/2006/relationships/image" Target="../media/image102.png"/><Relationship Id="rId2" Type="http://schemas.openxmlformats.org/officeDocument/2006/relationships/image" Target="../media/image179.png"/><Relationship Id="rId16" Type="http://schemas.openxmlformats.org/officeDocument/2006/relationships/image" Target="../media/image187.png"/><Relationship Id="rId20" Type="http://schemas.openxmlformats.org/officeDocument/2006/relationships/image" Target="../media/image189.png"/><Relationship Id="rId29" Type="http://schemas.openxmlformats.org/officeDocument/2006/relationships/image" Target="../media/image194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80.png"/><Relationship Id="rId11" Type="http://schemas.openxmlformats.org/officeDocument/2006/relationships/image" Target="../media/image184.png"/><Relationship Id="rId24" Type="http://schemas.openxmlformats.org/officeDocument/2006/relationships/image" Target="../media/image84.png"/><Relationship Id="rId5" Type="http://schemas.openxmlformats.org/officeDocument/2006/relationships/image" Target="../media/image168.png"/><Relationship Id="rId15" Type="http://schemas.openxmlformats.org/officeDocument/2006/relationships/image" Target="../media/image147.png"/><Relationship Id="rId23" Type="http://schemas.openxmlformats.org/officeDocument/2006/relationships/image" Target="../media/image89.png"/><Relationship Id="rId28" Type="http://schemas.openxmlformats.org/officeDocument/2006/relationships/image" Target="../media/image105.png"/><Relationship Id="rId10" Type="http://schemas.openxmlformats.org/officeDocument/2006/relationships/image" Target="../media/image183.png"/><Relationship Id="rId19" Type="http://schemas.openxmlformats.org/officeDocument/2006/relationships/image" Target="../media/image188.png"/><Relationship Id="rId4" Type="http://schemas.openxmlformats.org/officeDocument/2006/relationships/image" Target="../media/image13.png"/><Relationship Id="rId9" Type="http://schemas.openxmlformats.org/officeDocument/2006/relationships/image" Target="../media/image182.png"/><Relationship Id="rId14" Type="http://schemas.openxmlformats.org/officeDocument/2006/relationships/image" Target="../media/image186.png"/><Relationship Id="rId22" Type="http://schemas.openxmlformats.org/officeDocument/2006/relationships/image" Target="../media/image191.png"/><Relationship Id="rId27" Type="http://schemas.openxmlformats.org/officeDocument/2006/relationships/image" Target="../media/image193.png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6.png"/><Relationship Id="rId13" Type="http://schemas.openxmlformats.org/officeDocument/2006/relationships/image" Target="../media/image97.png"/><Relationship Id="rId18" Type="http://schemas.openxmlformats.org/officeDocument/2006/relationships/image" Target="../media/image99.png"/><Relationship Id="rId26" Type="http://schemas.openxmlformats.org/officeDocument/2006/relationships/image" Target="../media/image102.png"/><Relationship Id="rId3" Type="http://schemas.openxmlformats.org/officeDocument/2006/relationships/image" Target="../media/image8.png"/><Relationship Id="rId21" Type="http://schemas.openxmlformats.org/officeDocument/2006/relationships/image" Target="../media/image90.png"/><Relationship Id="rId7" Type="http://schemas.openxmlformats.org/officeDocument/2006/relationships/image" Target="../media/image75.png"/><Relationship Id="rId12" Type="http://schemas.openxmlformats.org/officeDocument/2006/relationships/image" Target="../media/image81.png"/><Relationship Id="rId17" Type="http://schemas.openxmlformats.org/officeDocument/2006/relationships/image" Target="../media/image198.png"/><Relationship Id="rId25" Type="http://schemas.openxmlformats.org/officeDocument/2006/relationships/image" Target="../media/image201.png"/><Relationship Id="rId2" Type="http://schemas.openxmlformats.org/officeDocument/2006/relationships/image" Target="../media/image195.png"/><Relationship Id="rId16" Type="http://schemas.openxmlformats.org/officeDocument/2006/relationships/image" Target="../media/image98.png"/><Relationship Id="rId20" Type="http://schemas.openxmlformats.org/officeDocument/2006/relationships/image" Target="../media/image199.png"/><Relationship Id="rId29" Type="http://schemas.openxmlformats.org/officeDocument/2006/relationships/image" Target="../media/image204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96.png"/><Relationship Id="rId11" Type="http://schemas.openxmlformats.org/officeDocument/2006/relationships/image" Target="../media/image96.png"/><Relationship Id="rId24" Type="http://schemas.openxmlformats.org/officeDocument/2006/relationships/image" Target="../media/image200.png"/><Relationship Id="rId5" Type="http://schemas.openxmlformats.org/officeDocument/2006/relationships/image" Target="../media/image168.png"/><Relationship Id="rId15" Type="http://schemas.openxmlformats.org/officeDocument/2006/relationships/image" Target="../media/image197.png"/><Relationship Id="rId23" Type="http://schemas.openxmlformats.org/officeDocument/2006/relationships/image" Target="../media/image92.png"/><Relationship Id="rId28" Type="http://schemas.openxmlformats.org/officeDocument/2006/relationships/image" Target="../media/image203.png"/><Relationship Id="rId10" Type="http://schemas.openxmlformats.org/officeDocument/2006/relationships/image" Target="../media/image79.png"/><Relationship Id="rId19" Type="http://schemas.openxmlformats.org/officeDocument/2006/relationships/image" Target="../media/image88.png"/><Relationship Id="rId4" Type="http://schemas.openxmlformats.org/officeDocument/2006/relationships/image" Target="../media/image13.png"/><Relationship Id="rId9" Type="http://schemas.openxmlformats.org/officeDocument/2006/relationships/image" Target="../media/image95.png"/><Relationship Id="rId14" Type="http://schemas.openxmlformats.org/officeDocument/2006/relationships/image" Target="../media/image83.png"/><Relationship Id="rId22" Type="http://schemas.openxmlformats.org/officeDocument/2006/relationships/image" Target="../media/image101.png"/><Relationship Id="rId27" Type="http://schemas.openxmlformats.org/officeDocument/2006/relationships/image" Target="../media/image202.png"/><Relationship Id="rId30" Type="http://schemas.openxmlformats.org/officeDocument/2006/relationships/image" Target="../media/image205.png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4.png"/><Relationship Id="rId13" Type="http://schemas.openxmlformats.org/officeDocument/2006/relationships/image" Target="../media/image214.png"/><Relationship Id="rId3" Type="http://schemas.openxmlformats.org/officeDocument/2006/relationships/image" Target="../media/image8.png"/><Relationship Id="rId7" Type="http://schemas.openxmlformats.org/officeDocument/2006/relationships/image" Target="../media/image209.png"/><Relationship Id="rId12" Type="http://schemas.openxmlformats.org/officeDocument/2006/relationships/image" Target="../media/image213.png"/><Relationship Id="rId17" Type="http://schemas.openxmlformats.org/officeDocument/2006/relationships/image" Target="../media/image127.png"/><Relationship Id="rId2" Type="http://schemas.openxmlformats.org/officeDocument/2006/relationships/image" Target="../media/image206.png"/><Relationship Id="rId16" Type="http://schemas.openxmlformats.org/officeDocument/2006/relationships/image" Target="../media/image215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208.png"/><Relationship Id="rId11" Type="http://schemas.openxmlformats.org/officeDocument/2006/relationships/image" Target="../media/image212.png"/><Relationship Id="rId5" Type="http://schemas.openxmlformats.org/officeDocument/2006/relationships/image" Target="../media/image207.png"/><Relationship Id="rId15" Type="http://schemas.openxmlformats.org/officeDocument/2006/relationships/image" Target="../media/image177.png"/><Relationship Id="rId10" Type="http://schemas.openxmlformats.org/officeDocument/2006/relationships/image" Target="../media/image211.png"/><Relationship Id="rId4" Type="http://schemas.openxmlformats.org/officeDocument/2006/relationships/image" Target="../media/image13.png"/><Relationship Id="rId9" Type="http://schemas.openxmlformats.org/officeDocument/2006/relationships/image" Target="../media/image210.png"/><Relationship Id="rId14" Type="http://schemas.openxmlformats.org/officeDocument/2006/relationships/image" Target="../media/image176.png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0.png"/><Relationship Id="rId13" Type="http://schemas.openxmlformats.org/officeDocument/2006/relationships/image" Target="../media/image225.png"/><Relationship Id="rId18" Type="http://schemas.openxmlformats.org/officeDocument/2006/relationships/image" Target="../media/image230.png"/><Relationship Id="rId26" Type="http://schemas.openxmlformats.org/officeDocument/2006/relationships/image" Target="../media/image238.png"/><Relationship Id="rId3" Type="http://schemas.openxmlformats.org/officeDocument/2006/relationships/image" Target="../media/image8.png"/><Relationship Id="rId21" Type="http://schemas.openxmlformats.org/officeDocument/2006/relationships/image" Target="../media/image233.png"/><Relationship Id="rId7" Type="http://schemas.openxmlformats.org/officeDocument/2006/relationships/image" Target="../media/image219.png"/><Relationship Id="rId12" Type="http://schemas.openxmlformats.org/officeDocument/2006/relationships/image" Target="../media/image224.png"/><Relationship Id="rId17" Type="http://schemas.openxmlformats.org/officeDocument/2006/relationships/image" Target="../media/image229.png"/><Relationship Id="rId25" Type="http://schemas.openxmlformats.org/officeDocument/2006/relationships/image" Target="../media/image237.png"/><Relationship Id="rId2" Type="http://schemas.openxmlformats.org/officeDocument/2006/relationships/image" Target="../media/image216.png"/><Relationship Id="rId16" Type="http://schemas.openxmlformats.org/officeDocument/2006/relationships/image" Target="../media/image228.png"/><Relationship Id="rId20" Type="http://schemas.openxmlformats.org/officeDocument/2006/relationships/image" Target="../media/image232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218.png"/><Relationship Id="rId11" Type="http://schemas.openxmlformats.org/officeDocument/2006/relationships/image" Target="../media/image223.png"/><Relationship Id="rId24" Type="http://schemas.openxmlformats.org/officeDocument/2006/relationships/image" Target="../media/image236.png"/><Relationship Id="rId5" Type="http://schemas.openxmlformats.org/officeDocument/2006/relationships/image" Target="../media/image217.png"/><Relationship Id="rId15" Type="http://schemas.openxmlformats.org/officeDocument/2006/relationships/image" Target="../media/image227.png"/><Relationship Id="rId23" Type="http://schemas.openxmlformats.org/officeDocument/2006/relationships/image" Target="../media/image235.png"/><Relationship Id="rId10" Type="http://schemas.openxmlformats.org/officeDocument/2006/relationships/image" Target="../media/image222.png"/><Relationship Id="rId19" Type="http://schemas.openxmlformats.org/officeDocument/2006/relationships/image" Target="../media/image231.png"/><Relationship Id="rId4" Type="http://schemas.openxmlformats.org/officeDocument/2006/relationships/image" Target="../media/image13.png"/><Relationship Id="rId9" Type="http://schemas.openxmlformats.org/officeDocument/2006/relationships/image" Target="../media/image221.png"/><Relationship Id="rId14" Type="http://schemas.openxmlformats.org/officeDocument/2006/relationships/image" Target="../media/image226.png"/><Relationship Id="rId22" Type="http://schemas.openxmlformats.org/officeDocument/2006/relationships/image" Target="../media/image234.png"/><Relationship Id="rId27" Type="http://schemas.openxmlformats.org/officeDocument/2006/relationships/image" Target="../media/image239.png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1.png"/><Relationship Id="rId3" Type="http://schemas.openxmlformats.org/officeDocument/2006/relationships/image" Target="../media/image240.png"/><Relationship Id="rId7" Type="http://schemas.openxmlformats.org/officeDocument/2006/relationships/image" Target="../media/image23.png"/><Relationship Id="rId2" Type="http://schemas.openxmlformats.org/officeDocument/2006/relationships/image" Target="../media/image20.jp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22.png"/><Relationship Id="rId5" Type="http://schemas.openxmlformats.org/officeDocument/2006/relationships/image" Target="../media/image13.png"/><Relationship Id="rId4" Type="http://schemas.openxmlformats.org/officeDocument/2006/relationships/image" Target="../media/image8.png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6.png"/><Relationship Id="rId3" Type="http://schemas.openxmlformats.org/officeDocument/2006/relationships/image" Target="../media/image8.png"/><Relationship Id="rId7" Type="http://schemas.openxmlformats.org/officeDocument/2006/relationships/image" Target="../media/image245.png"/><Relationship Id="rId2" Type="http://schemas.openxmlformats.org/officeDocument/2006/relationships/image" Target="../media/image24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44.png"/><Relationship Id="rId5" Type="http://schemas.openxmlformats.org/officeDocument/2006/relationships/image" Target="../media/image243.png"/><Relationship Id="rId4" Type="http://schemas.openxmlformats.org/officeDocument/2006/relationships/image" Target="../media/image13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24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49.png"/><Relationship Id="rId5" Type="http://schemas.openxmlformats.org/officeDocument/2006/relationships/image" Target="../media/image248.png"/><Relationship Id="rId4" Type="http://schemas.openxmlformats.org/officeDocument/2006/relationships/image" Target="../media/image13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250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251.png"/><Relationship Id="rId5" Type="http://schemas.openxmlformats.org/officeDocument/2006/relationships/image" Target="../media/image248.png"/><Relationship Id="rId4" Type="http://schemas.openxmlformats.org/officeDocument/2006/relationships/image" Target="../media/image13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7" Type="http://schemas.openxmlformats.org/officeDocument/2006/relationships/image" Target="../media/image255.jpg"/><Relationship Id="rId2" Type="http://schemas.openxmlformats.org/officeDocument/2006/relationships/image" Target="../media/image252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254.png"/><Relationship Id="rId5" Type="http://schemas.openxmlformats.org/officeDocument/2006/relationships/image" Target="../media/image253.png"/><Relationship Id="rId4" Type="http://schemas.openxmlformats.org/officeDocument/2006/relationships/image" Target="../media/image13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7" Type="http://schemas.openxmlformats.org/officeDocument/2006/relationships/image" Target="../media/image258.jpg"/><Relationship Id="rId2" Type="http://schemas.openxmlformats.org/officeDocument/2006/relationships/image" Target="../media/image25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57.png"/><Relationship Id="rId5" Type="http://schemas.openxmlformats.org/officeDocument/2006/relationships/image" Target="../media/image253.png"/><Relationship Id="rId4" Type="http://schemas.openxmlformats.org/officeDocument/2006/relationships/image" Target="../media/image13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7" Type="http://schemas.openxmlformats.org/officeDocument/2006/relationships/image" Target="../media/image261.jpg"/><Relationship Id="rId2" Type="http://schemas.openxmlformats.org/officeDocument/2006/relationships/image" Target="../media/image25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60.png"/><Relationship Id="rId5" Type="http://schemas.openxmlformats.org/officeDocument/2006/relationships/image" Target="../media/image253.png"/><Relationship Id="rId4" Type="http://schemas.openxmlformats.org/officeDocument/2006/relationships/image" Target="../media/image13.png"/></Relationships>
</file>

<file path=ppt/slides/_rels/slide33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49.png"/><Relationship Id="rId18" Type="http://schemas.openxmlformats.org/officeDocument/2006/relationships/image" Target="../media/image272.png"/><Relationship Id="rId26" Type="http://schemas.openxmlformats.org/officeDocument/2006/relationships/image" Target="../media/image280.png"/><Relationship Id="rId3" Type="http://schemas.openxmlformats.org/officeDocument/2006/relationships/image" Target="../media/image8.png"/><Relationship Id="rId21" Type="http://schemas.openxmlformats.org/officeDocument/2006/relationships/image" Target="../media/image275.png"/><Relationship Id="rId34" Type="http://schemas.openxmlformats.org/officeDocument/2006/relationships/image" Target="../media/image288.png"/><Relationship Id="rId7" Type="http://schemas.openxmlformats.org/officeDocument/2006/relationships/image" Target="../media/image264.png"/><Relationship Id="rId12" Type="http://schemas.openxmlformats.org/officeDocument/2006/relationships/image" Target="../media/image201.png"/><Relationship Id="rId17" Type="http://schemas.openxmlformats.org/officeDocument/2006/relationships/image" Target="../media/image271.png"/><Relationship Id="rId25" Type="http://schemas.openxmlformats.org/officeDocument/2006/relationships/image" Target="../media/image279.png"/><Relationship Id="rId33" Type="http://schemas.openxmlformats.org/officeDocument/2006/relationships/image" Target="../media/image287.png"/><Relationship Id="rId2" Type="http://schemas.openxmlformats.org/officeDocument/2006/relationships/image" Target="../media/image262.png"/><Relationship Id="rId16" Type="http://schemas.openxmlformats.org/officeDocument/2006/relationships/image" Target="../media/image270.png"/><Relationship Id="rId20" Type="http://schemas.openxmlformats.org/officeDocument/2006/relationships/image" Target="../media/image274.png"/><Relationship Id="rId29" Type="http://schemas.openxmlformats.org/officeDocument/2006/relationships/image" Target="../media/image28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63.png"/><Relationship Id="rId11" Type="http://schemas.openxmlformats.org/officeDocument/2006/relationships/image" Target="../media/image268.png"/><Relationship Id="rId24" Type="http://schemas.openxmlformats.org/officeDocument/2006/relationships/image" Target="../media/image278.png"/><Relationship Id="rId32" Type="http://schemas.openxmlformats.org/officeDocument/2006/relationships/image" Target="../media/image286.png"/><Relationship Id="rId5" Type="http://schemas.openxmlformats.org/officeDocument/2006/relationships/image" Target="../media/image253.png"/><Relationship Id="rId15" Type="http://schemas.openxmlformats.org/officeDocument/2006/relationships/image" Target="../media/image269.png"/><Relationship Id="rId23" Type="http://schemas.openxmlformats.org/officeDocument/2006/relationships/image" Target="../media/image277.png"/><Relationship Id="rId28" Type="http://schemas.openxmlformats.org/officeDocument/2006/relationships/image" Target="../media/image282.png"/><Relationship Id="rId10" Type="http://schemas.openxmlformats.org/officeDocument/2006/relationships/image" Target="../media/image267.png"/><Relationship Id="rId19" Type="http://schemas.openxmlformats.org/officeDocument/2006/relationships/image" Target="../media/image273.png"/><Relationship Id="rId31" Type="http://schemas.openxmlformats.org/officeDocument/2006/relationships/image" Target="../media/image285.png"/><Relationship Id="rId4" Type="http://schemas.openxmlformats.org/officeDocument/2006/relationships/image" Target="../media/image13.png"/><Relationship Id="rId9" Type="http://schemas.openxmlformats.org/officeDocument/2006/relationships/image" Target="../media/image266.png"/><Relationship Id="rId14" Type="http://schemas.openxmlformats.org/officeDocument/2006/relationships/image" Target="../media/image148.png"/><Relationship Id="rId22" Type="http://schemas.openxmlformats.org/officeDocument/2006/relationships/image" Target="../media/image276.png"/><Relationship Id="rId27" Type="http://schemas.openxmlformats.org/officeDocument/2006/relationships/image" Target="../media/image281.png"/><Relationship Id="rId30" Type="http://schemas.openxmlformats.org/officeDocument/2006/relationships/image" Target="../media/image284.png"/><Relationship Id="rId35" Type="http://schemas.openxmlformats.org/officeDocument/2006/relationships/image" Target="../media/image289.png"/><Relationship Id="rId8" Type="http://schemas.openxmlformats.org/officeDocument/2006/relationships/image" Target="../media/image265.png"/></Relationships>
</file>

<file path=ppt/slides/_rels/slide3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4.png"/><Relationship Id="rId13" Type="http://schemas.openxmlformats.org/officeDocument/2006/relationships/image" Target="../media/image299.png"/><Relationship Id="rId18" Type="http://schemas.openxmlformats.org/officeDocument/2006/relationships/image" Target="../media/image304.png"/><Relationship Id="rId3" Type="http://schemas.openxmlformats.org/officeDocument/2006/relationships/image" Target="../media/image8.png"/><Relationship Id="rId21" Type="http://schemas.openxmlformats.org/officeDocument/2006/relationships/image" Target="../media/image307.png"/><Relationship Id="rId7" Type="http://schemas.openxmlformats.org/officeDocument/2006/relationships/image" Target="../media/image293.png"/><Relationship Id="rId12" Type="http://schemas.openxmlformats.org/officeDocument/2006/relationships/image" Target="../media/image298.png"/><Relationship Id="rId17" Type="http://schemas.openxmlformats.org/officeDocument/2006/relationships/image" Target="../media/image303.png"/><Relationship Id="rId2" Type="http://schemas.openxmlformats.org/officeDocument/2006/relationships/image" Target="../media/image290.png"/><Relationship Id="rId16" Type="http://schemas.openxmlformats.org/officeDocument/2006/relationships/image" Target="../media/image302.png"/><Relationship Id="rId20" Type="http://schemas.openxmlformats.org/officeDocument/2006/relationships/image" Target="../media/image30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92.png"/><Relationship Id="rId11" Type="http://schemas.openxmlformats.org/officeDocument/2006/relationships/image" Target="../media/image297.png"/><Relationship Id="rId5" Type="http://schemas.openxmlformats.org/officeDocument/2006/relationships/image" Target="../media/image291.png"/><Relationship Id="rId15" Type="http://schemas.openxmlformats.org/officeDocument/2006/relationships/image" Target="../media/image301.png"/><Relationship Id="rId23" Type="http://schemas.openxmlformats.org/officeDocument/2006/relationships/image" Target="../media/image308.png"/><Relationship Id="rId10" Type="http://schemas.openxmlformats.org/officeDocument/2006/relationships/image" Target="../media/image296.png"/><Relationship Id="rId19" Type="http://schemas.openxmlformats.org/officeDocument/2006/relationships/image" Target="../media/image305.png"/><Relationship Id="rId4" Type="http://schemas.openxmlformats.org/officeDocument/2006/relationships/image" Target="../media/image13.png"/><Relationship Id="rId9" Type="http://schemas.openxmlformats.org/officeDocument/2006/relationships/image" Target="../media/image295.png"/><Relationship Id="rId14" Type="http://schemas.openxmlformats.org/officeDocument/2006/relationships/image" Target="../media/image300.png"/><Relationship Id="rId22" Type="http://schemas.openxmlformats.org/officeDocument/2006/relationships/image" Target="../media/image253.png"/></Relationships>
</file>

<file path=ppt/slides/_rels/slide3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2.png"/><Relationship Id="rId13" Type="http://schemas.openxmlformats.org/officeDocument/2006/relationships/image" Target="../media/image317.png"/><Relationship Id="rId18" Type="http://schemas.openxmlformats.org/officeDocument/2006/relationships/image" Target="../media/image320.png"/><Relationship Id="rId3" Type="http://schemas.openxmlformats.org/officeDocument/2006/relationships/image" Target="../media/image8.png"/><Relationship Id="rId21" Type="http://schemas.openxmlformats.org/officeDocument/2006/relationships/image" Target="../media/image323.png"/><Relationship Id="rId7" Type="http://schemas.openxmlformats.org/officeDocument/2006/relationships/image" Target="../media/image311.png"/><Relationship Id="rId12" Type="http://schemas.openxmlformats.org/officeDocument/2006/relationships/image" Target="../media/image316.png"/><Relationship Id="rId17" Type="http://schemas.openxmlformats.org/officeDocument/2006/relationships/image" Target="../media/image302.png"/><Relationship Id="rId2" Type="http://schemas.openxmlformats.org/officeDocument/2006/relationships/image" Target="../media/image309.png"/><Relationship Id="rId16" Type="http://schemas.openxmlformats.org/officeDocument/2006/relationships/image" Target="../media/image319.png"/><Relationship Id="rId20" Type="http://schemas.openxmlformats.org/officeDocument/2006/relationships/image" Target="../media/image32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10.png"/><Relationship Id="rId11" Type="http://schemas.openxmlformats.org/officeDocument/2006/relationships/image" Target="../media/image315.png"/><Relationship Id="rId5" Type="http://schemas.openxmlformats.org/officeDocument/2006/relationships/image" Target="../media/image253.png"/><Relationship Id="rId15" Type="http://schemas.openxmlformats.org/officeDocument/2006/relationships/image" Target="../media/image301.png"/><Relationship Id="rId10" Type="http://schemas.openxmlformats.org/officeDocument/2006/relationships/image" Target="../media/image314.png"/><Relationship Id="rId19" Type="http://schemas.openxmlformats.org/officeDocument/2006/relationships/image" Target="../media/image321.png"/><Relationship Id="rId4" Type="http://schemas.openxmlformats.org/officeDocument/2006/relationships/image" Target="../media/image13.png"/><Relationship Id="rId9" Type="http://schemas.openxmlformats.org/officeDocument/2006/relationships/image" Target="../media/image313.png"/><Relationship Id="rId14" Type="http://schemas.openxmlformats.org/officeDocument/2006/relationships/image" Target="../media/image318.png"/><Relationship Id="rId22" Type="http://schemas.openxmlformats.org/officeDocument/2006/relationships/image" Target="../media/image324.png"/></Relationships>
</file>

<file path=ppt/slides/_rels/slide3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7.png"/><Relationship Id="rId13" Type="http://schemas.openxmlformats.org/officeDocument/2006/relationships/image" Target="../media/image331.png"/><Relationship Id="rId18" Type="http://schemas.openxmlformats.org/officeDocument/2006/relationships/image" Target="../media/image336.png"/><Relationship Id="rId3" Type="http://schemas.openxmlformats.org/officeDocument/2006/relationships/image" Target="../media/image8.png"/><Relationship Id="rId21" Type="http://schemas.openxmlformats.org/officeDocument/2006/relationships/image" Target="../media/image339.png"/><Relationship Id="rId7" Type="http://schemas.openxmlformats.org/officeDocument/2006/relationships/image" Target="../media/image326.png"/><Relationship Id="rId12" Type="http://schemas.openxmlformats.org/officeDocument/2006/relationships/image" Target="../media/image330.png"/><Relationship Id="rId17" Type="http://schemas.openxmlformats.org/officeDocument/2006/relationships/image" Target="../media/image335.png"/><Relationship Id="rId2" Type="http://schemas.openxmlformats.org/officeDocument/2006/relationships/image" Target="../media/image325.png"/><Relationship Id="rId16" Type="http://schemas.openxmlformats.org/officeDocument/2006/relationships/image" Target="../media/image334.png"/><Relationship Id="rId20" Type="http://schemas.openxmlformats.org/officeDocument/2006/relationships/image" Target="../media/image33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10.png"/><Relationship Id="rId11" Type="http://schemas.openxmlformats.org/officeDocument/2006/relationships/image" Target="../media/image329.png"/><Relationship Id="rId5" Type="http://schemas.openxmlformats.org/officeDocument/2006/relationships/image" Target="../media/image253.png"/><Relationship Id="rId15" Type="http://schemas.openxmlformats.org/officeDocument/2006/relationships/image" Target="../media/image333.png"/><Relationship Id="rId10" Type="http://schemas.openxmlformats.org/officeDocument/2006/relationships/image" Target="../media/image328.png"/><Relationship Id="rId19" Type="http://schemas.openxmlformats.org/officeDocument/2006/relationships/image" Target="../media/image337.png"/><Relationship Id="rId4" Type="http://schemas.openxmlformats.org/officeDocument/2006/relationships/image" Target="../media/image13.png"/><Relationship Id="rId9" Type="http://schemas.openxmlformats.org/officeDocument/2006/relationships/image" Target="../media/image293.png"/><Relationship Id="rId14" Type="http://schemas.openxmlformats.org/officeDocument/2006/relationships/image" Target="../media/image332.png"/><Relationship Id="rId22" Type="http://schemas.openxmlformats.org/officeDocument/2006/relationships/image" Target="../media/image340.png"/></Relationships>
</file>

<file path=ppt/slides/_rels/slide3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4.png"/><Relationship Id="rId13" Type="http://schemas.openxmlformats.org/officeDocument/2006/relationships/image" Target="../media/image349.png"/><Relationship Id="rId3" Type="http://schemas.openxmlformats.org/officeDocument/2006/relationships/image" Target="../media/image8.png"/><Relationship Id="rId7" Type="http://schemas.openxmlformats.org/officeDocument/2006/relationships/image" Target="../media/image343.png"/><Relationship Id="rId12" Type="http://schemas.openxmlformats.org/officeDocument/2006/relationships/image" Target="../media/image348.png"/><Relationship Id="rId2" Type="http://schemas.openxmlformats.org/officeDocument/2006/relationships/image" Target="../media/image34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53.png"/><Relationship Id="rId11" Type="http://schemas.openxmlformats.org/officeDocument/2006/relationships/image" Target="../media/image347.png"/><Relationship Id="rId5" Type="http://schemas.openxmlformats.org/officeDocument/2006/relationships/image" Target="../media/image342.png"/><Relationship Id="rId15" Type="http://schemas.openxmlformats.org/officeDocument/2006/relationships/image" Target="../media/image351.jpg"/><Relationship Id="rId10" Type="http://schemas.openxmlformats.org/officeDocument/2006/relationships/image" Target="../media/image346.png"/><Relationship Id="rId4" Type="http://schemas.openxmlformats.org/officeDocument/2006/relationships/image" Target="../media/image13.png"/><Relationship Id="rId9" Type="http://schemas.openxmlformats.org/officeDocument/2006/relationships/image" Target="../media/image345.png"/><Relationship Id="rId14" Type="http://schemas.openxmlformats.org/officeDocument/2006/relationships/image" Target="../media/image350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352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354.png"/><Relationship Id="rId5" Type="http://schemas.openxmlformats.org/officeDocument/2006/relationships/image" Target="../media/image353.png"/><Relationship Id="rId4" Type="http://schemas.openxmlformats.org/officeDocument/2006/relationships/image" Target="../media/image13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355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357.png"/><Relationship Id="rId5" Type="http://schemas.openxmlformats.org/officeDocument/2006/relationships/image" Target="../media/image356.png"/><Relationship Id="rId4" Type="http://schemas.openxmlformats.org/officeDocument/2006/relationships/image" Target="../media/image13.png"/></Relationships>
</file>

<file path=ppt/slides/_rels/slide40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47.png"/><Relationship Id="rId18" Type="http://schemas.openxmlformats.org/officeDocument/2006/relationships/image" Target="../media/image367.png"/><Relationship Id="rId26" Type="http://schemas.openxmlformats.org/officeDocument/2006/relationships/image" Target="../media/image374.png"/><Relationship Id="rId3" Type="http://schemas.openxmlformats.org/officeDocument/2006/relationships/image" Target="../media/image8.png"/><Relationship Id="rId21" Type="http://schemas.openxmlformats.org/officeDocument/2006/relationships/image" Target="../media/image369.png"/><Relationship Id="rId34" Type="http://schemas.openxmlformats.org/officeDocument/2006/relationships/image" Target="../media/image382.png"/><Relationship Id="rId7" Type="http://schemas.openxmlformats.org/officeDocument/2006/relationships/image" Target="../media/image360.png"/><Relationship Id="rId12" Type="http://schemas.openxmlformats.org/officeDocument/2006/relationships/image" Target="../media/image271.png"/><Relationship Id="rId17" Type="http://schemas.openxmlformats.org/officeDocument/2006/relationships/image" Target="../media/image277.png"/><Relationship Id="rId25" Type="http://schemas.openxmlformats.org/officeDocument/2006/relationships/image" Target="../media/image373.png"/><Relationship Id="rId33" Type="http://schemas.openxmlformats.org/officeDocument/2006/relationships/image" Target="../media/image381.png"/><Relationship Id="rId2" Type="http://schemas.openxmlformats.org/officeDocument/2006/relationships/image" Target="../media/image358.png"/><Relationship Id="rId16" Type="http://schemas.openxmlformats.org/officeDocument/2006/relationships/image" Target="../media/image366.png"/><Relationship Id="rId20" Type="http://schemas.openxmlformats.org/officeDocument/2006/relationships/image" Target="../media/image279.png"/><Relationship Id="rId29" Type="http://schemas.openxmlformats.org/officeDocument/2006/relationships/image" Target="../media/image37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59.png"/><Relationship Id="rId11" Type="http://schemas.openxmlformats.org/officeDocument/2006/relationships/image" Target="../media/image364.png"/><Relationship Id="rId24" Type="http://schemas.openxmlformats.org/officeDocument/2006/relationships/image" Target="../media/image372.png"/><Relationship Id="rId32" Type="http://schemas.openxmlformats.org/officeDocument/2006/relationships/image" Target="../media/image380.png"/><Relationship Id="rId5" Type="http://schemas.openxmlformats.org/officeDocument/2006/relationships/image" Target="../media/image356.png"/><Relationship Id="rId15" Type="http://schemas.openxmlformats.org/officeDocument/2006/relationships/image" Target="../media/image365.png"/><Relationship Id="rId23" Type="http://schemas.openxmlformats.org/officeDocument/2006/relationships/image" Target="../media/image371.png"/><Relationship Id="rId28" Type="http://schemas.openxmlformats.org/officeDocument/2006/relationships/image" Target="../media/image376.png"/><Relationship Id="rId10" Type="http://schemas.openxmlformats.org/officeDocument/2006/relationships/image" Target="../media/image363.png"/><Relationship Id="rId19" Type="http://schemas.openxmlformats.org/officeDocument/2006/relationships/image" Target="../media/image368.png"/><Relationship Id="rId31" Type="http://schemas.openxmlformats.org/officeDocument/2006/relationships/image" Target="../media/image379.png"/><Relationship Id="rId4" Type="http://schemas.openxmlformats.org/officeDocument/2006/relationships/image" Target="../media/image13.png"/><Relationship Id="rId9" Type="http://schemas.openxmlformats.org/officeDocument/2006/relationships/image" Target="../media/image362.png"/><Relationship Id="rId14" Type="http://schemas.openxmlformats.org/officeDocument/2006/relationships/image" Target="../media/image148.png"/><Relationship Id="rId22" Type="http://schemas.openxmlformats.org/officeDocument/2006/relationships/image" Target="../media/image370.png"/><Relationship Id="rId27" Type="http://schemas.openxmlformats.org/officeDocument/2006/relationships/image" Target="../media/image375.png"/><Relationship Id="rId30" Type="http://schemas.openxmlformats.org/officeDocument/2006/relationships/image" Target="../media/image378.png"/><Relationship Id="rId35" Type="http://schemas.openxmlformats.org/officeDocument/2006/relationships/image" Target="../media/image383.png"/><Relationship Id="rId8" Type="http://schemas.openxmlformats.org/officeDocument/2006/relationships/image" Target="../media/image361.png"/></Relationships>
</file>

<file path=ppt/slides/_rels/slide4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87.png"/><Relationship Id="rId13" Type="http://schemas.openxmlformats.org/officeDocument/2006/relationships/image" Target="../media/image391.png"/><Relationship Id="rId18" Type="http://schemas.openxmlformats.org/officeDocument/2006/relationships/image" Target="../media/image394.png"/><Relationship Id="rId26" Type="http://schemas.openxmlformats.org/officeDocument/2006/relationships/image" Target="../media/image400.png"/><Relationship Id="rId3" Type="http://schemas.openxmlformats.org/officeDocument/2006/relationships/image" Target="../media/image8.png"/><Relationship Id="rId21" Type="http://schemas.openxmlformats.org/officeDocument/2006/relationships/image" Target="../media/image396.png"/><Relationship Id="rId7" Type="http://schemas.openxmlformats.org/officeDocument/2006/relationships/image" Target="../media/image386.png"/><Relationship Id="rId12" Type="http://schemas.openxmlformats.org/officeDocument/2006/relationships/image" Target="../media/image390.png"/><Relationship Id="rId17" Type="http://schemas.openxmlformats.org/officeDocument/2006/relationships/image" Target="../media/image271.png"/><Relationship Id="rId25" Type="http://schemas.openxmlformats.org/officeDocument/2006/relationships/image" Target="../media/image399.png"/><Relationship Id="rId2" Type="http://schemas.openxmlformats.org/officeDocument/2006/relationships/image" Target="../media/image384.png"/><Relationship Id="rId16" Type="http://schemas.openxmlformats.org/officeDocument/2006/relationships/image" Target="../media/image151.png"/><Relationship Id="rId20" Type="http://schemas.openxmlformats.org/officeDocument/2006/relationships/image" Target="../media/image14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85.png"/><Relationship Id="rId11" Type="http://schemas.openxmlformats.org/officeDocument/2006/relationships/image" Target="../media/image389.png"/><Relationship Id="rId24" Type="http://schemas.openxmlformats.org/officeDocument/2006/relationships/image" Target="../media/image362.png"/><Relationship Id="rId5" Type="http://schemas.openxmlformats.org/officeDocument/2006/relationships/image" Target="../media/image356.png"/><Relationship Id="rId15" Type="http://schemas.openxmlformats.org/officeDocument/2006/relationships/image" Target="../media/image393.png"/><Relationship Id="rId23" Type="http://schemas.openxmlformats.org/officeDocument/2006/relationships/image" Target="../media/image398.png"/><Relationship Id="rId10" Type="http://schemas.openxmlformats.org/officeDocument/2006/relationships/image" Target="../media/image388.png"/><Relationship Id="rId19" Type="http://schemas.openxmlformats.org/officeDocument/2006/relationships/image" Target="../media/image395.png"/><Relationship Id="rId4" Type="http://schemas.openxmlformats.org/officeDocument/2006/relationships/image" Target="../media/image13.png"/><Relationship Id="rId9" Type="http://schemas.openxmlformats.org/officeDocument/2006/relationships/image" Target="../media/image279.png"/><Relationship Id="rId14" Type="http://schemas.openxmlformats.org/officeDocument/2006/relationships/image" Target="../media/image392.png"/><Relationship Id="rId22" Type="http://schemas.openxmlformats.org/officeDocument/2006/relationships/image" Target="../media/image397.png"/><Relationship Id="rId27" Type="http://schemas.openxmlformats.org/officeDocument/2006/relationships/image" Target="../media/image401.png"/></Relationships>
</file>

<file path=ppt/slides/_rels/slide4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05.png"/><Relationship Id="rId13" Type="http://schemas.openxmlformats.org/officeDocument/2006/relationships/image" Target="../media/image410.png"/><Relationship Id="rId18" Type="http://schemas.openxmlformats.org/officeDocument/2006/relationships/image" Target="../media/image415.png"/><Relationship Id="rId3" Type="http://schemas.openxmlformats.org/officeDocument/2006/relationships/image" Target="../media/image8.png"/><Relationship Id="rId21" Type="http://schemas.openxmlformats.org/officeDocument/2006/relationships/image" Target="../media/image418.png"/><Relationship Id="rId7" Type="http://schemas.openxmlformats.org/officeDocument/2006/relationships/image" Target="../media/image404.png"/><Relationship Id="rId12" Type="http://schemas.openxmlformats.org/officeDocument/2006/relationships/image" Target="../media/image409.png"/><Relationship Id="rId17" Type="http://schemas.openxmlformats.org/officeDocument/2006/relationships/image" Target="../media/image414.png"/><Relationship Id="rId2" Type="http://schemas.openxmlformats.org/officeDocument/2006/relationships/image" Target="../media/image402.png"/><Relationship Id="rId16" Type="http://schemas.openxmlformats.org/officeDocument/2006/relationships/image" Target="../media/image413.png"/><Relationship Id="rId20" Type="http://schemas.openxmlformats.org/officeDocument/2006/relationships/image" Target="../media/image41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56.png"/><Relationship Id="rId11" Type="http://schemas.openxmlformats.org/officeDocument/2006/relationships/image" Target="../media/image408.png"/><Relationship Id="rId5" Type="http://schemas.openxmlformats.org/officeDocument/2006/relationships/image" Target="../media/image403.png"/><Relationship Id="rId15" Type="http://schemas.openxmlformats.org/officeDocument/2006/relationships/image" Target="../media/image412.png"/><Relationship Id="rId23" Type="http://schemas.openxmlformats.org/officeDocument/2006/relationships/image" Target="../media/image420.png"/><Relationship Id="rId10" Type="http://schemas.openxmlformats.org/officeDocument/2006/relationships/image" Target="../media/image407.png"/><Relationship Id="rId19" Type="http://schemas.openxmlformats.org/officeDocument/2006/relationships/image" Target="../media/image416.png"/><Relationship Id="rId4" Type="http://schemas.openxmlformats.org/officeDocument/2006/relationships/image" Target="../media/image13.png"/><Relationship Id="rId9" Type="http://schemas.openxmlformats.org/officeDocument/2006/relationships/image" Target="../media/image406.png"/><Relationship Id="rId14" Type="http://schemas.openxmlformats.org/officeDocument/2006/relationships/image" Target="../media/image411.png"/><Relationship Id="rId22" Type="http://schemas.openxmlformats.org/officeDocument/2006/relationships/image" Target="../media/image419.png"/></Relationships>
</file>

<file path=ppt/slides/_rels/slide4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22.png"/><Relationship Id="rId3" Type="http://schemas.openxmlformats.org/officeDocument/2006/relationships/image" Target="../media/image421.png"/><Relationship Id="rId7" Type="http://schemas.openxmlformats.org/officeDocument/2006/relationships/image" Target="../media/image23.png"/><Relationship Id="rId2" Type="http://schemas.openxmlformats.org/officeDocument/2006/relationships/image" Target="../media/image20.jp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22.png"/><Relationship Id="rId5" Type="http://schemas.openxmlformats.org/officeDocument/2006/relationships/image" Target="../media/image13.png"/><Relationship Id="rId4" Type="http://schemas.openxmlformats.org/officeDocument/2006/relationships/image" Target="../media/image8.png"/></Relationships>
</file>

<file path=ppt/slides/_rels/slide44.xml.rels><?xml version="1.0" encoding="UTF-8" standalone="yes"?>
<Relationships xmlns="http://schemas.openxmlformats.org/package/2006/relationships"><Relationship Id="rId8" Type="http://schemas.openxmlformats.org/officeDocument/2006/relationships/image" Target="../media/image427.png"/><Relationship Id="rId13" Type="http://schemas.openxmlformats.org/officeDocument/2006/relationships/image" Target="../media/image432.png"/><Relationship Id="rId3" Type="http://schemas.openxmlformats.org/officeDocument/2006/relationships/image" Target="../media/image8.png"/><Relationship Id="rId7" Type="http://schemas.openxmlformats.org/officeDocument/2006/relationships/image" Target="../media/image426.png"/><Relationship Id="rId12" Type="http://schemas.openxmlformats.org/officeDocument/2006/relationships/image" Target="../media/image431.png"/><Relationship Id="rId2" Type="http://schemas.openxmlformats.org/officeDocument/2006/relationships/image" Target="../media/image423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425.png"/><Relationship Id="rId11" Type="http://schemas.openxmlformats.org/officeDocument/2006/relationships/image" Target="../media/image430.png"/><Relationship Id="rId5" Type="http://schemas.openxmlformats.org/officeDocument/2006/relationships/image" Target="../media/image424.png"/><Relationship Id="rId10" Type="http://schemas.openxmlformats.org/officeDocument/2006/relationships/image" Target="../media/image429.png"/><Relationship Id="rId4" Type="http://schemas.openxmlformats.org/officeDocument/2006/relationships/image" Target="../media/image13.png"/><Relationship Id="rId9" Type="http://schemas.openxmlformats.org/officeDocument/2006/relationships/image" Target="../media/image428.png"/></Relationships>
</file>

<file path=ppt/slides/_rels/slide45.xml.rels><?xml version="1.0" encoding="UTF-8" standalone="yes"?>
<Relationships xmlns="http://schemas.openxmlformats.org/package/2006/relationships"><Relationship Id="rId8" Type="http://schemas.openxmlformats.org/officeDocument/2006/relationships/image" Target="../media/image437.png"/><Relationship Id="rId13" Type="http://schemas.openxmlformats.org/officeDocument/2006/relationships/image" Target="../media/image442.png"/><Relationship Id="rId18" Type="http://schemas.openxmlformats.org/officeDocument/2006/relationships/image" Target="../media/image447.png"/><Relationship Id="rId3" Type="http://schemas.openxmlformats.org/officeDocument/2006/relationships/image" Target="../media/image8.png"/><Relationship Id="rId21" Type="http://schemas.openxmlformats.org/officeDocument/2006/relationships/image" Target="../media/image450.png"/><Relationship Id="rId7" Type="http://schemas.openxmlformats.org/officeDocument/2006/relationships/image" Target="../media/image436.png"/><Relationship Id="rId12" Type="http://schemas.openxmlformats.org/officeDocument/2006/relationships/image" Target="../media/image441.png"/><Relationship Id="rId17" Type="http://schemas.openxmlformats.org/officeDocument/2006/relationships/image" Target="../media/image446.png"/><Relationship Id="rId25" Type="http://schemas.openxmlformats.org/officeDocument/2006/relationships/image" Target="../media/image454.png"/><Relationship Id="rId2" Type="http://schemas.openxmlformats.org/officeDocument/2006/relationships/image" Target="../media/image433.png"/><Relationship Id="rId16" Type="http://schemas.openxmlformats.org/officeDocument/2006/relationships/image" Target="../media/image445.png"/><Relationship Id="rId20" Type="http://schemas.openxmlformats.org/officeDocument/2006/relationships/image" Target="../media/image449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435.png"/><Relationship Id="rId11" Type="http://schemas.openxmlformats.org/officeDocument/2006/relationships/image" Target="../media/image440.png"/><Relationship Id="rId24" Type="http://schemas.openxmlformats.org/officeDocument/2006/relationships/image" Target="../media/image453.png"/><Relationship Id="rId5" Type="http://schemas.openxmlformats.org/officeDocument/2006/relationships/image" Target="../media/image434.png"/><Relationship Id="rId15" Type="http://schemas.openxmlformats.org/officeDocument/2006/relationships/image" Target="../media/image444.png"/><Relationship Id="rId23" Type="http://schemas.openxmlformats.org/officeDocument/2006/relationships/image" Target="../media/image452.png"/><Relationship Id="rId10" Type="http://schemas.openxmlformats.org/officeDocument/2006/relationships/image" Target="../media/image439.png"/><Relationship Id="rId19" Type="http://schemas.openxmlformats.org/officeDocument/2006/relationships/image" Target="../media/image448.png"/><Relationship Id="rId4" Type="http://schemas.openxmlformats.org/officeDocument/2006/relationships/image" Target="../media/image13.png"/><Relationship Id="rId9" Type="http://schemas.openxmlformats.org/officeDocument/2006/relationships/image" Target="../media/image438.png"/><Relationship Id="rId14" Type="http://schemas.openxmlformats.org/officeDocument/2006/relationships/image" Target="../media/image443.png"/><Relationship Id="rId22" Type="http://schemas.openxmlformats.org/officeDocument/2006/relationships/image" Target="../media/image451.png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7" Type="http://schemas.openxmlformats.org/officeDocument/2006/relationships/image" Target="../media/image458.png"/><Relationship Id="rId2" Type="http://schemas.openxmlformats.org/officeDocument/2006/relationships/image" Target="../media/image45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57.png"/><Relationship Id="rId5" Type="http://schemas.openxmlformats.org/officeDocument/2006/relationships/image" Target="../media/image456.png"/><Relationship Id="rId4" Type="http://schemas.openxmlformats.org/officeDocument/2006/relationships/image" Target="../media/image13.png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7" Type="http://schemas.openxmlformats.org/officeDocument/2006/relationships/image" Target="../media/image461.png"/><Relationship Id="rId2" Type="http://schemas.openxmlformats.org/officeDocument/2006/relationships/image" Target="../media/image45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60.png"/><Relationship Id="rId5" Type="http://schemas.openxmlformats.org/officeDocument/2006/relationships/image" Target="../media/image456.png"/><Relationship Id="rId4" Type="http://schemas.openxmlformats.org/officeDocument/2006/relationships/image" Target="../media/image13.png"/></Relationships>
</file>

<file path=ppt/slides/_rels/slide48.xml.rels><?xml version="1.0" encoding="UTF-8" standalone="yes"?>
<Relationships xmlns="http://schemas.openxmlformats.org/package/2006/relationships"><Relationship Id="rId8" Type="http://schemas.openxmlformats.org/officeDocument/2006/relationships/image" Target="../media/image463.png"/><Relationship Id="rId3" Type="http://schemas.openxmlformats.org/officeDocument/2006/relationships/image" Target="../media/image462.png"/><Relationship Id="rId7" Type="http://schemas.openxmlformats.org/officeDocument/2006/relationships/image" Target="../media/image23.png"/><Relationship Id="rId2" Type="http://schemas.openxmlformats.org/officeDocument/2006/relationships/image" Target="../media/image20.jp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22.png"/><Relationship Id="rId5" Type="http://schemas.openxmlformats.org/officeDocument/2006/relationships/image" Target="../media/image13.png"/><Relationship Id="rId4" Type="http://schemas.openxmlformats.org/officeDocument/2006/relationships/image" Target="../media/image8.png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7" Type="http://schemas.openxmlformats.org/officeDocument/2006/relationships/image" Target="../media/image467.png"/><Relationship Id="rId2" Type="http://schemas.openxmlformats.org/officeDocument/2006/relationships/image" Target="../media/image46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66.png"/><Relationship Id="rId5" Type="http://schemas.openxmlformats.org/officeDocument/2006/relationships/image" Target="../media/image465.png"/><Relationship Id="rId4" Type="http://schemas.openxmlformats.org/officeDocument/2006/relationships/image" Target="../media/image13.png"/></Relationships>
</file>

<file path=ppt/slides/_rels/slide50.xml.rels><?xml version="1.0" encoding="UTF-8" standalone="yes"?>
<Relationships xmlns="http://schemas.openxmlformats.org/package/2006/relationships"><Relationship Id="rId8" Type="http://schemas.openxmlformats.org/officeDocument/2006/relationships/image" Target="../media/image472.png"/><Relationship Id="rId3" Type="http://schemas.openxmlformats.org/officeDocument/2006/relationships/image" Target="../media/image8.png"/><Relationship Id="rId7" Type="http://schemas.openxmlformats.org/officeDocument/2006/relationships/image" Target="../media/image471.png"/><Relationship Id="rId2" Type="http://schemas.openxmlformats.org/officeDocument/2006/relationships/image" Target="../media/image46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70.png"/><Relationship Id="rId5" Type="http://schemas.openxmlformats.org/officeDocument/2006/relationships/image" Target="../media/image469.png"/><Relationship Id="rId4" Type="http://schemas.openxmlformats.org/officeDocument/2006/relationships/image" Target="../media/image13.png"/><Relationship Id="rId9" Type="http://schemas.openxmlformats.org/officeDocument/2006/relationships/image" Target="../media/image473.png"/></Relationships>
</file>

<file path=ppt/slides/_rels/slide5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75.png"/><Relationship Id="rId3" Type="http://schemas.openxmlformats.org/officeDocument/2006/relationships/image" Target="../media/image474.png"/><Relationship Id="rId7" Type="http://schemas.openxmlformats.org/officeDocument/2006/relationships/image" Target="../media/image23.png"/><Relationship Id="rId2" Type="http://schemas.openxmlformats.org/officeDocument/2006/relationships/image" Target="../media/image20.jp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22.png"/><Relationship Id="rId5" Type="http://schemas.openxmlformats.org/officeDocument/2006/relationships/image" Target="../media/image13.png"/><Relationship Id="rId4" Type="http://schemas.openxmlformats.org/officeDocument/2006/relationships/image" Target="../media/image8.png"/></Relationships>
</file>

<file path=ppt/slides/_rels/slide5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80.png"/><Relationship Id="rId3" Type="http://schemas.openxmlformats.org/officeDocument/2006/relationships/image" Target="../media/image8.png"/><Relationship Id="rId7" Type="http://schemas.openxmlformats.org/officeDocument/2006/relationships/image" Target="../media/image479.png"/><Relationship Id="rId12" Type="http://schemas.openxmlformats.org/officeDocument/2006/relationships/image" Target="../media/image484.png"/><Relationship Id="rId2" Type="http://schemas.openxmlformats.org/officeDocument/2006/relationships/image" Target="../media/image476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478.png"/><Relationship Id="rId11" Type="http://schemas.openxmlformats.org/officeDocument/2006/relationships/image" Target="../media/image483.png"/><Relationship Id="rId5" Type="http://schemas.openxmlformats.org/officeDocument/2006/relationships/image" Target="../media/image477.png"/><Relationship Id="rId10" Type="http://schemas.openxmlformats.org/officeDocument/2006/relationships/image" Target="../media/image482.png"/><Relationship Id="rId4" Type="http://schemas.openxmlformats.org/officeDocument/2006/relationships/image" Target="../media/image13.png"/><Relationship Id="rId9" Type="http://schemas.openxmlformats.org/officeDocument/2006/relationships/image" Target="../media/image481.png"/></Relationships>
</file>

<file path=ppt/slides/_rels/slide5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89.png"/><Relationship Id="rId3" Type="http://schemas.openxmlformats.org/officeDocument/2006/relationships/image" Target="../media/image8.png"/><Relationship Id="rId7" Type="http://schemas.openxmlformats.org/officeDocument/2006/relationships/image" Target="../media/image488.png"/><Relationship Id="rId2" Type="http://schemas.openxmlformats.org/officeDocument/2006/relationships/image" Target="../media/image48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87.png"/><Relationship Id="rId5" Type="http://schemas.openxmlformats.org/officeDocument/2006/relationships/image" Target="../media/image486.png"/><Relationship Id="rId4" Type="http://schemas.openxmlformats.org/officeDocument/2006/relationships/image" Target="../media/image13.png"/></Relationships>
</file>

<file path=ppt/slides/_rels/slide54.xml.rels><?xml version="1.0" encoding="UTF-8" standalone="yes"?>
<Relationships xmlns="http://schemas.openxmlformats.org/package/2006/relationships"><Relationship Id="rId8" Type="http://schemas.openxmlformats.org/officeDocument/2006/relationships/image" Target="../media/image494.png"/><Relationship Id="rId3" Type="http://schemas.openxmlformats.org/officeDocument/2006/relationships/image" Target="../media/image8.png"/><Relationship Id="rId7" Type="http://schemas.openxmlformats.org/officeDocument/2006/relationships/image" Target="../media/image493.jpg"/><Relationship Id="rId2" Type="http://schemas.openxmlformats.org/officeDocument/2006/relationships/image" Target="../media/image49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92.png"/><Relationship Id="rId5" Type="http://schemas.openxmlformats.org/officeDocument/2006/relationships/image" Target="../media/image491.png"/><Relationship Id="rId4" Type="http://schemas.openxmlformats.org/officeDocument/2006/relationships/image" Target="../media/image13.png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7" Type="http://schemas.openxmlformats.org/officeDocument/2006/relationships/image" Target="../media/image498.png"/><Relationship Id="rId2" Type="http://schemas.openxmlformats.org/officeDocument/2006/relationships/image" Target="../media/image49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97.png"/><Relationship Id="rId5" Type="http://schemas.openxmlformats.org/officeDocument/2006/relationships/image" Target="../media/image496.png"/><Relationship Id="rId4" Type="http://schemas.openxmlformats.org/officeDocument/2006/relationships/image" Target="../media/image13.png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7" Type="http://schemas.openxmlformats.org/officeDocument/2006/relationships/image" Target="../media/image502.png"/><Relationship Id="rId2" Type="http://schemas.openxmlformats.org/officeDocument/2006/relationships/image" Target="../media/image499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501.png"/><Relationship Id="rId5" Type="http://schemas.openxmlformats.org/officeDocument/2006/relationships/image" Target="../media/image500.png"/><Relationship Id="rId4" Type="http://schemas.openxmlformats.org/officeDocument/2006/relationships/image" Target="../media/image13.png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7" Type="http://schemas.openxmlformats.org/officeDocument/2006/relationships/image" Target="../media/image506.png"/><Relationship Id="rId2" Type="http://schemas.openxmlformats.org/officeDocument/2006/relationships/image" Target="../media/image503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505.png"/><Relationship Id="rId5" Type="http://schemas.openxmlformats.org/officeDocument/2006/relationships/image" Target="../media/image504.png"/><Relationship Id="rId4" Type="http://schemas.openxmlformats.org/officeDocument/2006/relationships/image" Target="../media/image13.png"/></Relationships>
</file>

<file path=ppt/slides/_rels/slide58.xml.rels><?xml version="1.0" encoding="UTF-8" standalone="yes"?>
<Relationships xmlns="http://schemas.openxmlformats.org/package/2006/relationships"><Relationship Id="rId8" Type="http://schemas.openxmlformats.org/officeDocument/2006/relationships/image" Target="../media/image512.png"/><Relationship Id="rId3" Type="http://schemas.openxmlformats.org/officeDocument/2006/relationships/image" Target="../media/image8.png"/><Relationship Id="rId7" Type="http://schemas.openxmlformats.org/officeDocument/2006/relationships/image" Target="../media/image511.png"/><Relationship Id="rId2" Type="http://schemas.openxmlformats.org/officeDocument/2006/relationships/image" Target="../media/image50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10.png"/><Relationship Id="rId5" Type="http://schemas.openxmlformats.org/officeDocument/2006/relationships/image" Target="../media/image509.png"/><Relationship Id="rId4" Type="http://schemas.openxmlformats.org/officeDocument/2006/relationships/image" Target="../media/image508.png"/><Relationship Id="rId9" Type="http://schemas.openxmlformats.org/officeDocument/2006/relationships/image" Target="../media/image513.png"/></Relationships>
</file>

<file path=ppt/slides/_rels/slide59.xml.rels><?xml version="1.0" encoding="UTF-8" standalone="yes"?>
<Relationships xmlns="http://schemas.openxmlformats.org/package/2006/relationships"><Relationship Id="rId8" Type="http://schemas.openxmlformats.org/officeDocument/2006/relationships/image" Target="../media/image515.png"/><Relationship Id="rId3" Type="http://schemas.openxmlformats.org/officeDocument/2006/relationships/image" Target="../media/image514.png"/><Relationship Id="rId7" Type="http://schemas.openxmlformats.org/officeDocument/2006/relationships/image" Target="../media/image23.png"/><Relationship Id="rId2" Type="http://schemas.openxmlformats.org/officeDocument/2006/relationships/image" Target="../media/image20.jp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22.png"/><Relationship Id="rId5" Type="http://schemas.openxmlformats.org/officeDocument/2006/relationships/image" Target="../media/image13.png"/><Relationship Id="rId4" Type="http://schemas.openxmlformats.org/officeDocument/2006/relationships/image" Target="../media/image8.png"/></Relationships>
</file>

<file path=ppt/slides/_rels/slide60.xml.rels><?xml version="1.0" encoding="UTF-8" standalone="yes"?>
<Relationships xmlns="http://schemas.openxmlformats.org/package/2006/relationships"><Relationship Id="rId8" Type="http://schemas.openxmlformats.org/officeDocument/2006/relationships/image" Target="../media/image520.png"/><Relationship Id="rId3" Type="http://schemas.openxmlformats.org/officeDocument/2006/relationships/image" Target="../media/image8.png"/><Relationship Id="rId7" Type="http://schemas.openxmlformats.org/officeDocument/2006/relationships/image" Target="../media/image519.png"/><Relationship Id="rId2" Type="http://schemas.openxmlformats.org/officeDocument/2006/relationships/image" Target="../media/image516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518.jpg"/><Relationship Id="rId5" Type="http://schemas.openxmlformats.org/officeDocument/2006/relationships/image" Target="../media/image517.png"/><Relationship Id="rId4" Type="http://schemas.openxmlformats.org/officeDocument/2006/relationships/image" Target="../media/image508.png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521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522.png"/><Relationship Id="rId5" Type="http://schemas.openxmlformats.org/officeDocument/2006/relationships/image" Target="../media/image517.png"/><Relationship Id="rId4" Type="http://schemas.openxmlformats.org/officeDocument/2006/relationships/image" Target="../media/image13.png"/></Relationships>
</file>

<file path=ppt/slides/_rels/slide62.xml.rels><?xml version="1.0" encoding="UTF-8" standalone="yes"?>
<Relationships xmlns="http://schemas.openxmlformats.org/package/2006/relationships"><Relationship Id="rId8" Type="http://schemas.openxmlformats.org/officeDocument/2006/relationships/image" Target="../media/image527.png"/><Relationship Id="rId3" Type="http://schemas.openxmlformats.org/officeDocument/2006/relationships/image" Target="../media/image8.png"/><Relationship Id="rId7" Type="http://schemas.openxmlformats.org/officeDocument/2006/relationships/image" Target="../media/image526.png"/><Relationship Id="rId2" Type="http://schemas.openxmlformats.org/officeDocument/2006/relationships/image" Target="../media/image523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525.png"/><Relationship Id="rId5" Type="http://schemas.openxmlformats.org/officeDocument/2006/relationships/image" Target="../media/image524.png"/><Relationship Id="rId4" Type="http://schemas.openxmlformats.org/officeDocument/2006/relationships/image" Target="../media/image508.png"/><Relationship Id="rId9" Type="http://schemas.openxmlformats.org/officeDocument/2006/relationships/image" Target="../media/image528.png"/></Relationships>
</file>

<file path=ppt/slides/_rels/slide63.xml.rels><?xml version="1.0" encoding="UTF-8" standalone="yes"?>
<Relationships xmlns="http://schemas.openxmlformats.org/package/2006/relationships"><Relationship Id="rId8" Type="http://schemas.openxmlformats.org/officeDocument/2006/relationships/image" Target="../media/image530.png"/><Relationship Id="rId3" Type="http://schemas.openxmlformats.org/officeDocument/2006/relationships/image" Target="../media/image529.png"/><Relationship Id="rId7" Type="http://schemas.openxmlformats.org/officeDocument/2006/relationships/image" Target="../media/image23.png"/><Relationship Id="rId2" Type="http://schemas.openxmlformats.org/officeDocument/2006/relationships/image" Target="../media/image20.jp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22.png"/><Relationship Id="rId5" Type="http://schemas.openxmlformats.org/officeDocument/2006/relationships/image" Target="../media/image13.png"/><Relationship Id="rId4" Type="http://schemas.openxmlformats.org/officeDocument/2006/relationships/image" Target="../media/image8.png"/></Relationships>
</file>

<file path=ppt/slides/_rels/slide64.xml.rels><?xml version="1.0" encoding="UTF-8" standalone="yes"?>
<Relationships xmlns="http://schemas.openxmlformats.org/package/2006/relationships"><Relationship Id="rId8" Type="http://schemas.openxmlformats.org/officeDocument/2006/relationships/image" Target="../media/image535.png"/><Relationship Id="rId3" Type="http://schemas.openxmlformats.org/officeDocument/2006/relationships/image" Target="../media/image8.png"/><Relationship Id="rId7" Type="http://schemas.openxmlformats.org/officeDocument/2006/relationships/image" Target="../media/image534.jpg"/><Relationship Id="rId2" Type="http://schemas.openxmlformats.org/officeDocument/2006/relationships/image" Target="../media/image531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533.png"/><Relationship Id="rId5" Type="http://schemas.openxmlformats.org/officeDocument/2006/relationships/image" Target="../media/image532.png"/><Relationship Id="rId4" Type="http://schemas.openxmlformats.org/officeDocument/2006/relationships/image" Target="../media/image13.png"/><Relationship Id="rId9" Type="http://schemas.openxmlformats.org/officeDocument/2006/relationships/image" Target="../media/image536.png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537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538.png"/><Relationship Id="rId5" Type="http://schemas.openxmlformats.org/officeDocument/2006/relationships/image" Target="../media/image532.png"/><Relationship Id="rId4" Type="http://schemas.openxmlformats.org/officeDocument/2006/relationships/image" Target="../media/image508.png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539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540.png"/><Relationship Id="rId5" Type="http://schemas.openxmlformats.org/officeDocument/2006/relationships/image" Target="../media/image532.png"/><Relationship Id="rId4" Type="http://schemas.openxmlformats.org/officeDocument/2006/relationships/image" Target="../media/image13.png"/></Relationships>
</file>

<file path=ppt/slides/_rels/slide67.xml.rels><?xml version="1.0" encoding="UTF-8" standalone="yes"?>
<Relationships xmlns="http://schemas.openxmlformats.org/package/2006/relationships"><Relationship Id="rId8" Type="http://schemas.openxmlformats.org/officeDocument/2006/relationships/image" Target="../media/image545.png"/><Relationship Id="rId3" Type="http://schemas.openxmlformats.org/officeDocument/2006/relationships/image" Target="../media/image8.png"/><Relationship Id="rId7" Type="http://schemas.openxmlformats.org/officeDocument/2006/relationships/image" Target="../media/image544.png"/><Relationship Id="rId2" Type="http://schemas.openxmlformats.org/officeDocument/2006/relationships/image" Target="../media/image541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543.png"/><Relationship Id="rId11" Type="http://schemas.openxmlformats.org/officeDocument/2006/relationships/image" Target="../media/image548.png"/><Relationship Id="rId5" Type="http://schemas.openxmlformats.org/officeDocument/2006/relationships/image" Target="../media/image542.png"/><Relationship Id="rId10" Type="http://schemas.openxmlformats.org/officeDocument/2006/relationships/image" Target="../media/image547.png"/><Relationship Id="rId4" Type="http://schemas.openxmlformats.org/officeDocument/2006/relationships/image" Target="../media/image508.png"/><Relationship Id="rId9" Type="http://schemas.openxmlformats.org/officeDocument/2006/relationships/image" Target="../media/image546.png"/></Relationships>
</file>

<file path=ppt/slides/_rels/slide68.xml.rels><?xml version="1.0" encoding="UTF-8" standalone="yes"?>
<Relationships xmlns="http://schemas.openxmlformats.org/package/2006/relationships"><Relationship Id="rId8" Type="http://schemas.openxmlformats.org/officeDocument/2006/relationships/image" Target="../media/image551.png"/><Relationship Id="rId3" Type="http://schemas.openxmlformats.org/officeDocument/2006/relationships/image" Target="../media/image8.png"/><Relationship Id="rId7" Type="http://schemas.openxmlformats.org/officeDocument/2006/relationships/image" Target="../media/image550.png"/><Relationship Id="rId2" Type="http://schemas.openxmlformats.org/officeDocument/2006/relationships/image" Target="../media/image549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543.png"/><Relationship Id="rId5" Type="http://schemas.openxmlformats.org/officeDocument/2006/relationships/image" Target="../media/image542.png"/><Relationship Id="rId10" Type="http://schemas.openxmlformats.org/officeDocument/2006/relationships/image" Target="../media/image552.png"/><Relationship Id="rId4" Type="http://schemas.openxmlformats.org/officeDocument/2006/relationships/image" Target="../media/image13.png"/><Relationship Id="rId9" Type="http://schemas.openxmlformats.org/officeDocument/2006/relationships/image" Target="../media/image544.png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553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554.png"/><Relationship Id="rId5" Type="http://schemas.openxmlformats.org/officeDocument/2006/relationships/image" Target="../media/image542.png"/><Relationship Id="rId4" Type="http://schemas.openxmlformats.org/officeDocument/2006/relationships/image" Target="../media/image508.png"/></Relationships>
</file>

<file path=ppt/slides/_rels/slide70.xml.rels><?xml version="1.0" encoding="UTF-8" standalone="yes"?>
<Relationships xmlns="http://schemas.openxmlformats.org/package/2006/relationships"><Relationship Id="rId8" Type="http://schemas.openxmlformats.org/officeDocument/2006/relationships/image" Target="../media/image558.png"/><Relationship Id="rId3" Type="http://schemas.openxmlformats.org/officeDocument/2006/relationships/image" Target="../media/image555.png"/><Relationship Id="rId7" Type="http://schemas.openxmlformats.org/officeDocument/2006/relationships/image" Target="../media/image557.png"/><Relationship Id="rId2" Type="http://schemas.openxmlformats.org/officeDocument/2006/relationships/image" Target="../media/image20.jp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556.png"/><Relationship Id="rId5" Type="http://schemas.openxmlformats.org/officeDocument/2006/relationships/image" Target="../media/image13.png"/><Relationship Id="rId10" Type="http://schemas.openxmlformats.org/officeDocument/2006/relationships/image" Target="../media/image560.png"/><Relationship Id="rId4" Type="http://schemas.openxmlformats.org/officeDocument/2006/relationships/image" Target="../media/image8.png"/><Relationship Id="rId9" Type="http://schemas.openxmlformats.org/officeDocument/2006/relationships/image" Target="../media/image559.png"/></Relationships>
</file>

<file path=ppt/slides/_rels/slide7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65.png"/><Relationship Id="rId3" Type="http://schemas.openxmlformats.org/officeDocument/2006/relationships/image" Target="../media/image8.png"/><Relationship Id="rId7" Type="http://schemas.openxmlformats.org/officeDocument/2006/relationships/image" Target="../media/image564.png"/><Relationship Id="rId2" Type="http://schemas.openxmlformats.org/officeDocument/2006/relationships/image" Target="../media/image561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563.png"/><Relationship Id="rId5" Type="http://schemas.openxmlformats.org/officeDocument/2006/relationships/image" Target="../media/image562.png"/><Relationship Id="rId4" Type="http://schemas.openxmlformats.org/officeDocument/2006/relationships/image" Target="../media/image508.png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566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567.png"/><Relationship Id="rId5" Type="http://schemas.openxmlformats.org/officeDocument/2006/relationships/image" Target="../media/image563.png"/><Relationship Id="rId4" Type="http://schemas.openxmlformats.org/officeDocument/2006/relationships/image" Target="../media/image13.png"/></Relationships>
</file>

<file path=ppt/slides/_rels/slide7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568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570.png"/><Relationship Id="rId5" Type="http://schemas.openxmlformats.org/officeDocument/2006/relationships/image" Target="../media/image569.png"/><Relationship Id="rId4" Type="http://schemas.openxmlformats.org/officeDocument/2006/relationships/image" Target="../media/image508.png"/></Relationships>
</file>

<file path=ppt/slides/_rels/slide7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7" Type="http://schemas.openxmlformats.org/officeDocument/2006/relationships/image" Target="../media/image574.png"/><Relationship Id="rId2" Type="http://schemas.openxmlformats.org/officeDocument/2006/relationships/image" Target="../media/image571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573.png"/><Relationship Id="rId5" Type="http://schemas.openxmlformats.org/officeDocument/2006/relationships/image" Target="../media/image572.png"/><Relationship Id="rId4" Type="http://schemas.openxmlformats.org/officeDocument/2006/relationships/image" Target="../media/image13.png"/></Relationships>
</file>

<file path=ppt/slides/_rels/slide7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575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576.png"/><Relationship Id="rId5" Type="http://schemas.openxmlformats.org/officeDocument/2006/relationships/image" Target="../media/image572.png"/><Relationship Id="rId4" Type="http://schemas.openxmlformats.org/officeDocument/2006/relationships/image" Target="../media/image508.png"/></Relationships>
</file>

<file path=ppt/slides/_rels/slide7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577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578.png"/><Relationship Id="rId5" Type="http://schemas.openxmlformats.org/officeDocument/2006/relationships/image" Target="../media/image572.png"/><Relationship Id="rId4" Type="http://schemas.openxmlformats.org/officeDocument/2006/relationships/image" Target="../media/image13.png"/></Relationships>
</file>

<file path=ppt/slides/_rels/slide77.xml.rels><?xml version="1.0" encoding="UTF-8" standalone="yes"?>
<Relationships xmlns="http://schemas.openxmlformats.org/package/2006/relationships"><Relationship Id="rId8" Type="http://schemas.openxmlformats.org/officeDocument/2006/relationships/image" Target="../media/image582.png"/><Relationship Id="rId13" Type="http://schemas.openxmlformats.org/officeDocument/2006/relationships/image" Target="../media/image587.png"/><Relationship Id="rId3" Type="http://schemas.openxmlformats.org/officeDocument/2006/relationships/image" Target="../media/image8.png"/><Relationship Id="rId7" Type="http://schemas.openxmlformats.org/officeDocument/2006/relationships/image" Target="../media/image581.png"/><Relationship Id="rId12" Type="http://schemas.openxmlformats.org/officeDocument/2006/relationships/image" Target="../media/image586.png"/><Relationship Id="rId2" Type="http://schemas.openxmlformats.org/officeDocument/2006/relationships/image" Target="../media/image579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580.png"/><Relationship Id="rId11" Type="http://schemas.openxmlformats.org/officeDocument/2006/relationships/image" Target="../media/image585.png"/><Relationship Id="rId5" Type="http://schemas.openxmlformats.org/officeDocument/2006/relationships/image" Target="../media/image569.png"/><Relationship Id="rId10" Type="http://schemas.openxmlformats.org/officeDocument/2006/relationships/image" Target="../media/image584.png"/><Relationship Id="rId4" Type="http://schemas.openxmlformats.org/officeDocument/2006/relationships/image" Target="../media/image508.png"/><Relationship Id="rId9" Type="http://schemas.openxmlformats.org/officeDocument/2006/relationships/image" Target="../media/image583.png"/><Relationship Id="rId14" Type="http://schemas.openxmlformats.org/officeDocument/2006/relationships/image" Target="../media/image588.png"/></Relationships>
</file>

<file path=ppt/slides/_rels/slide7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589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590.png"/><Relationship Id="rId5" Type="http://schemas.openxmlformats.org/officeDocument/2006/relationships/image" Target="../media/image569.png"/><Relationship Id="rId4" Type="http://schemas.openxmlformats.org/officeDocument/2006/relationships/image" Target="../media/image13.png"/></Relationships>
</file>

<file path=ppt/slides/_rels/slide7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591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592.png"/><Relationship Id="rId5" Type="http://schemas.openxmlformats.org/officeDocument/2006/relationships/image" Target="../media/image569.png"/><Relationship Id="rId4" Type="http://schemas.openxmlformats.org/officeDocument/2006/relationships/image" Target="../media/image13.png"/></Relationships>
</file>

<file path=ppt/slides/_rels/slide8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593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594.png"/><Relationship Id="rId5" Type="http://schemas.openxmlformats.org/officeDocument/2006/relationships/image" Target="../media/image569.png"/><Relationship Id="rId4" Type="http://schemas.openxmlformats.org/officeDocument/2006/relationships/image" Target="../media/image13.png"/></Relationships>
</file>

<file path=ppt/slides/_rels/slide8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7" Type="http://schemas.openxmlformats.org/officeDocument/2006/relationships/image" Target="../media/image598.png"/><Relationship Id="rId2" Type="http://schemas.openxmlformats.org/officeDocument/2006/relationships/image" Target="../media/image59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97.png"/><Relationship Id="rId5" Type="http://schemas.openxmlformats.org/officeDocument/2006/relationships/image" Target="../media/image596.png"/><Relationship Id="rId4" Type="http://schemas.openxmlformats.org/officeDocument/2006/relationships/image" Target="../media/image13.png"/></Relationships>
</file>

<file path=ppt/slides/_rels/slide8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7" Type="http://schemas.openxmlformats.org/officeDocument/2006/relationships/image" Target="../media/image602.png"/><Relationship Id="rId2" Type="http://schemas.openxmlformats.org/officeDocument/2006/relationships/image" Target="../media/image599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601.png"/><Relationship Id="rId5" Type="http://schemas.openxmlformats.org/officeDocument/2006/relationships/image" Target="../media/image600.png"/><Relationship Id="rId4" Type="http://schemas.openxmlformats.org/officeDocument/2006/relationships/image" Target="../media/image13.png"/></Relationships>
</file>

<file path=ppt/slides/_rels/slide8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7" Type="http://schemas.openxmlformats.org/officeDocument/2006/relationships/image" Target="../media/image605.png"/><Relationship Id="rId2" Type="http://schemas.openxmlformats.org/officeDocument/2006/relationships/image" Target="../media/image603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604.png"/><Relationship Id="rId5" Type="http://schemas.openxmlformats.org/officeDocument/2006/relationships/image" Target="../media/image596.png"/><Relationship Id="rId4" Type="http://schemas.openxmlformats.org/officeDocument/2006/relationships/image" Target="../media/image13.png"/></Relationships>
</file>

<file path=ppt/slides/_rels/slide8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7" Type="http://schemas.openxmlformats.org/officeDocument/2006/relationships/image" Target="../media/image609.png"/><Relationship Id="rId2" Type="http://schemas.openxmlformats.org/officeDocument/2006/relationships/image" Target="../media/image606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608.png"/><Relationship Id="rId5" Type="http://schemas.openxmlformats.org/officeDocument/2006/relationships/image" Target="../media/image607.png"/><Relationship Id="rId4" Type="http://schemas.openxmlformats.org/officeDocument/2006/relationships/image" Target="../media/image13.png"/></Relationships>
</file>

<file path=ppt/slides/_rels/slide8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7" Type="http://schemas.openxmlformats.org/officeDocument/2006/relationships/image" Target="../media/image611.png"/><Relationship Id="rId2" Type="http://schemas.openxmlformats.org/officeDocument/2006/relationships/image" Target="../media/image610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608.png"/><Relationship Id="rId5" Type="http://schemas.openxmlformats.org/officeDocument/2006/relationships/image" Target="../media/image607.png"/><Relationship Id="rId4" Type="http://schemas.openxmlformats.org/officeDocument/2006/relationships/image" Target="../media/image13.png"/></Relationships>
</file>

<file path=ppt/slides/_rels/slide8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7" Type="http://schemas.openxmlformats.org/officeDocument/2006/relationships/image" Target="../media/image615.png"/><Relationship Id="rId2" Type="http://schemas.openxmlformats.org/officeDocument/2006/relationships/image" Target="../media/image612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614.png"/><Relationship Id="rId5" Type="http://schemas.openxmlformats.org/officeDocument/2006/relationships/image" Target="../media/image613.png"/><Relationship Id="rId4" Type="http://schemas.openxmlformats.org/officeDocument/2006/relationships/image" Target="../media/image13.png"/></Relationships>
</file>

<file path=ppt/slides/_rels/slide8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7" Type="http://schemas.openxmlformats.org/officeDocument/2006/relationships/image" Target="../media/image619.png"/><Relationship Id="rId2" Type="http://schemas.openxmlformats.org/officeDocument/2006/relationships/image" Target="../media/image616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618.png"/><Relationship Id="rId5" Type="http://schemas.openxmlformats.org/officeDocument/2006/relationships/image" Target="../media/image617.png"/><Relationship Id="rId4" Type="http://schemas.openxmlformats.org/officeDocument/2006/relationships/image" Target="../media/image13.png"/></Relationships>
</file>

<file path=ppt/slides/_rels/slide88.xml.rels><?xml version="1.0" encoding="UTF-8" standalone="yes"?>
<Relationships xmlns="http://schemas.openxmlformats.org/package/2006/relationships"><Relationship Id="rId8" Type="http://schemas.openxmlformats.org/officeDocument/2006/relationships/image" Target="../media/image623.png"/><Relationship Id="rId3" Type="http://schemas.openxmlformats.org/officeDocument/2006/relationships/image" Target="../media/image8.png"/><Relationship Id="rId7" Type="http://schemas.openxmlformats.org/officeDocument/2006/relationships/image" Target="../media/image622.png"/><Relationship Id="rId2" Type="http://schemas.openxmlformats.org/officeDocument/2006/relationships/image" Target="../media/image620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621.png"/><Relationship Id="rId5" Type="http://schemas.openxmlformats.org/officeDocument/2006/relationships/image" Target="../media/image617.png"/><Relationship Id="rId4" Type="http://schemas.openxmlformats.org/officeDocument/2006/relationships/image" Target="../media/image13.png"/></Relationships>
</file>

<file path=ppt/slides/_rels/slide8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624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626.png"/><Relationship Id="rId5" Type="http://schemas.openxmlformats.org/officeDocument/2006/relationships/image" Target="../media/image625.png"/><Relationship Id="rId4" Type="http://schemas.openxmlformats.org/officeDocument/2006/relationships/image" Target="../media/image508.png"/></Relationships>
</file>

<file path=ppt/slides/_rels/slide9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627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628.png"/><Relationship Id="rId5" Type="http://schemas.openxmlformats.org/officeDocument/2006/relationships/image" Target="../media/image625.png"/><Relationship Id="rId4" Type="http://schemas.openxmlformats.org/officeDocument/2006/relationships/image" Target="../media/image13.png"/></Relationships>
</file>

<file path=ppt/slides/_rels/slide9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629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631.png"/><Relationship Id="rId5" Type="http://schemas.openxmlformats.org/officeDocument/2006/relationships/image" Target="../media/image630.png"/><Relationship Id="rId4" Type="http://schemas.openxmlformats.org/officeDocument/2006/relationships/image" Target="../media/image508.png"/></Relationships>
</file>

<file path=ppt/slides/_rels/slide9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632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630.png"/><Relationship Id="rId5" Type="http://schemas.openxmlformats.org/officeDocument/2006/relationships/image" Target="../media/image633.png"/><Relationship Id="rId4" Type="http://schemas.openxmlformats.org/officeDocument/2006/relationships/image" Target="../media/image13.png"/></Relationships>
</file>

<file path=ppt/slides/_rels/slide9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634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630.png"/><Relationship Id="rId5" Type="http://schemas.openxmlformats.org/officeDocument/2006/relationships/image" Target="../media/image635.png"/><Relationship Id="rId4" Type="http://schemas.openxmlformats.org/officeDocument/2006/relationships/image" Target="../media/image508.png"/></Relationships>
</file>

<file path=ppt/slides/_rels/slide9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7" Type="http://schemas.openxmlformats.org/officeDocument/2006/relationships/image" Target="../media/image630.png"/><Relationship Id="rId2" Type="http://schemas.openxmlformats.org/officeDocument/2006/relationships/image" Target="../media/image636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638.jpg"/><Relationship Id="rId5" Type="http://schemas.openxmlformats.org/officeDocument/2006/relationships/image" Target="../media/image637.png"/><Relationship Id="rId4" Type="http://schemas.openxmlformats.org/officeDocument/2006/relationships/image" Target="../media/image13.png"/></Relationships>
</file>

<file path=ppt/slides/_rels/slide9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639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641.png"/><Relationship Id="rId5" Type="http://schemas.openxmlformats.org/officeDocument/2006/relationships/image" Target="../media/image640.png"/><Relationship Id="rId4" Type="http://schemas.openxmlformats.org/officeDocument/2006/relationships/image" Target="../media/image508.png"/></Relationships>
</file>

<file path=ppt/slides/_rels/slide9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642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643.png"/><Relationship Id="rId5" Type="http://schemas.openxmlformats.org/officeDocument/2006/relationships/image" Target="../media/image640.png"/><Relationship Id="rId4" Type="http://schemas.openxmlformats.org/officeDocument/2006/relationships/image" Target="../media/image13.png"/></Relationships>
</file>

<file path=ppt/slides/_rels/slide9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7" Type="http://schemas.openxmlformats.org/officeDocument/2006/relationships/image" Target="../media/image647.png"/><Relationship Id="rId2" Type="http://schemas.openxmlformats.org/officeDocument/2006/relationships/image" Target="../media/image644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646.png"/><Relationship Id="rId5" Type="http://schemas.openxmlformats.org/officeDocument/2006/relationships/image" Target="../media/image645.png"/><Relationship Id="rId4" Type="http://schemas.openxmlformats.org/officeDocument/2006/relationships/image" Target="../media/image508.png"/></Relationships>
</file>

<file path=ppt/slides/_rels/slide98.xml.rels><?xml version="1.0" encoding="UTF-8" standalone="yes"?>
<Relationships xmlns="http://schemas.openxmlformats.org/package/2006/relationships"><Relationship Id="rId8" Type="http://schemas.openxmlformats.org/officeDocument/2006/relationships/image" Target="../media/image649.png"/><Relationship Id="rId3" Type="http://schemas.openxmlformats.org/officeDocument/2006/relationships/image" Target="../media/image648.png"/><Relationship Id="rId7" Type="http://schemas.openxmlformats.org/officeDocument/2006/relationships/image" Target="../media/image557.png"/><Relationship Id="rId2" Type="http://schemas.openxmlformats.org/officeDocument/2006/relationships/image" Target="../media/image20.jp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556.png"/><Relationship Id="rId5" Type="http://schemas.openxmlformats.org/officeDocument/2006/relationships/image" Target="../media/image13.png"/><Relationship Id="rId10" Type="http://schemas.openxmlformats.org/officeDocument/2006/relationships/image" Target="../media/image560.png"/><Relationship Id="rId4" Type="http://schemas.openxmlformats.org/officeDocument/2006/relationships/image" Target="../media/image8.png"/><Relationship Id="rId9" Type="http://schemas.openxmlformats.org/officeDocument/2006/relationships/image" Target="../media/image650.png"/></Relationships>
</file>

<file path=ppt/slides/_rels/slide9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651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653.png"/><Relationship Id="rId5" Type="http://schemas.openxmlformats.org/officeDocument/2006/relationships/image" Target="../media/image652.png"/><Relationship Id="rId4" Type="http://schemas.openxmlformats.org/officeDocument/2006/relationships/image" Target="../media/image508.png"/></Relationships>
</file>

<file path=ppt/slides/_rels/slide10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7" Type="http://schemas.openxmlformats.org/officeDocument/2006/relationships/image" Target="../media/image657.png"/><Relationship Id="rId2" Type="http://schemas.openxmlformats.org/officeDocument/2006/relationships/image" Target="../media/image654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656.png"/><Relationship Id="rId5" Type="http://schemas.openxmlformats.org/officeDocument/2006/relationships/image" Target="../media/image655.png"/><Relationship Id="rId4" Type="http://schemas.openxmlformats.org/officeDocument/2006/relationships/image" Target="../media/image13.png"/></Relationships>
</file>

<file path=ppt/slides/_rels/slide10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7" Type="http://schemas.openxmlformats.org/officeDocument/2006/relationships/image" Target="../media/image661.png"/><Relationship Id="rId2" Type="http://schemas.openxmlformats.org/officeDocument/2006/relationships/image" Target="../media/image658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660.png"/><Relationship Id="rId5" Type="http://schemas.openxmlformats.org/officeDocument/2006/relationships/image" Target="../media/image659.png"/><Relationship Id="rId4" Type="http://schemas.openxmlformats.org/officeDocument/2006/relationships/image" Target="../media/image508.png"/></Relationships>
</file>

<file path=ppt/slides/_rels/slide10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662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664.png"/><Relationship Id="rId5" Type="http://schemas.openxmlformats.org/officeDocument/2006/relationships/image" Target="../media/image663.png"/><Relationship Id="rId4" Type="http://schemas.openxmlformats.org/officeDocument/2006/relationships/image" Target="../media/image13.png"/></Relationships>
</file>

<file path=ppt/slides/_rels/slide10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665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667.png"/><Relationship Id="rId5" Type="http://schemas.openxmlformats.org/officeDocument/2006/relationships/image" Target="../media/image666.png"/><Relationship Id="rId4" Type="http://schemas.openxmlformats.org/officeDocument/2006/relationships/image" Target="../media/image13.png"/></Relationships>
</file>

<file path=ppt/slides/_rels/slide10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668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670.png"/><Relationship Id="rId5" Type="http://schemas.openxmlformats.org/officeDocument/2006/relationships/image" Target="../media/image669.png"/><Relationship Id="rId4" Type="http://schemas.openxmlformats.org/officeDocument/2006/relationships/image" Target="../media/image13.png"/></Relationships>
</file>

<file path=ppt/slides/_rels/slide10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671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673.png"/><Relationship Id="rId5" Type="http://schemas.openxmlformats.org/officeDocument/2006/relationships/image" Target="../media/image672.png"/><Relationship Id="rId4" Type="http://schemas.openxmlformats.org/officeDocument/2006/relationships/image" Target="../media/image13.png"/></Relationships>
</file>

<file path=ppt/slides/_rels/slide10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674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673.png"/><Relationship Id="rId5" Type="http://schemas.openxmlformats.org/officeDocument/2006/relationships/image" Target="../media/image675.png"/><Relationship Id="rId4" Type="http://schemas.openxmlformats.org/officeDocument/2006/relationships/image" Target="../media/image13.png"/></Relationships>
</file>

<file path=ppt/slides/_rels/slide10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676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678.png"/><Relationship Id="rId5" Type="http://schemas.openxmlformats.org/officeDocument/2006/relationships/image" Target="../media/image677.png"/><Relationship Id="rId4" Type="http://schemas.openxmlformats.org/officeDocument/2006/relationships/image" Target="../media/image13.png"/></Relationships>
</file>

<file path=ppt/slides/_rels/slide10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679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681.png"/><Relationship Id="rId5" Type="http://schemas.openxmlformats.org/officeDocument/2006/relationships/image" Target="../media/image680.png"/><Relationship Id="rId4" Type="http://schemas.openxmlformats.org/officeDocument/2006/relationships/image" Target="../media/image13.png"/></Relationships>
</file>

<file path=ppt/slides/_rels/slide10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682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684.png"/><Relationship Id="rId5" Type="http://schemas.openxmlformats.org/officeDocument/2006/relationships/image" Target="../media/image683.png"/><Relationship Id="rId4" Type="http://schemas.openxmlformats.org/officeDocument/2006/relationships/image" Target="../media/image13.png"/></Relationships>
</file>

<file path=ppt/slides/_rels/slide1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685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687.png"/><Relationship Id="rId5" Type="http://schemas.openxmlformats.org/officeDocument/2006/relationships/image" Target="../media/image686.png"/><Relationship Id="rId4" Type="http://schemas.openxmlformats.org/officeDocument/2006/relationships/image" Target="../media/image13.png"/></Relationships>
</file>

<file path=ppt/slides/_rels/slide1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688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690.jpg"/><Relationship Id="rId5" Type="http://schemas.openxmlformats.org/officeDocument/2006/relationships/image" Target="../media/image689.png"/><Relationship Id="rId4" Type="http://schemas.openxmlformats.org/officeDocument/2006/relationships/image" Target="../media/image13.png"/></Relationships>
</file>

<file path=ppt/slides/_rels/slide1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691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693.png"/><Relationship Id="rId5" Type="http://schemas.openxmlformats.org/officeDocument/2006/relationships/image" Target="../media/image692.png"/><Relationship Id="rId4" Type="http://schemas.openxmlformats.org/officeDocument/2006/relationships/image" Target="../media/image13.png"/></Relationships>
</file>

<file path=ppt/slides/_rels/slide1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694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696.png"/><Relationship Id="rId5" Type="http://schemas.openxmlformats.org/officeDocument/2006/relationships/image" Target="../media/image695.png"/><Relationship Id="rId4" Type="http://schemas.openxmlformats.org/officeDocument/2006/relationships/image" Target="../media/image13.png"/></Relationships>
</file>

<file path=ppt/slides/_rels/slide1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697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699.jpg"/><Relationship Id="rId5" Type="http://schemas.openxmlformats.org/officeDocument/2006/relationships/image" Target="../media/image698.png"/><Relationship Id="rId4" Type="http://schemas.openxmlformats.org/officeDocument/2006/relationships/image" Target="../media/image13.png"/></Relationships>
</file>

<file path=ppt/slides/_rels/slide1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00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702.jpg"/><Relationship Id="rId5" Type="http://schemas.openxmlformats.org/officeDocument/2006/relationships/image" Target="../media/image701.png"/><Relationship Id="rId4" Type="http://schemas.openxmlformats.org/officeDocument/2006/relationships/image" Target="../media/image13.png"/></Relationships>
</file>

<file path=ppt/slides/_rels/slide1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03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705.png"/><Relationship Id="rId5" Type="http://schemas.openxmlformats.org/officeDocument/2006/relationships/image" Target="../media/image704.png"/><Relationship Id="rId4" Type="http://schemas.openxmlformats.org/officeDocument/2006/relationships/image" Target="../media/image13.png"/></Relationships>
</file>

<file path=ppt/slides/_rels/slide1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7" Type="http://schemas.openxmlformats.org/officeDocument/2006/relationships/image" Target="../media/image709.jpg"/><Relationship Id="rId2" Type="http://schemas.openxmlformats.org/officeDocument/2006/relationships/image" Target="../media/image706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708.png"/><Relationship Id="rId5" Type="http://schemas.openxmlformats.org/officeDocument/2006/relationships/image" Target="../media/image707.png"/><Relationship Id="rId4" Type="http://schemas.openxmlformats.org/officeDocument/2006/relationships/image" Target="../media/image13.png"/></Relationships>
</file>

<file path=ppt/slides/_rels/slide1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7" Type="http://schemas.openxmlformats.org/officeDocument/2006/relationships/image" Target="../media/image713.png"/><Relationship Id="rId2" Type="http://schemas.openxmlformats.org/officeDocument/2006/relationships/image" Target="../media/image710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712.png"/><Relationship Id="rId5" Type="http://schemas.openxmlformats.org/officeDocument/2006/relationships/image" Target="../media/image711.png"/><Relationship Id="rId4" Type="http://schemas.openxmlformats.org/officeDocument/2006/relationships/image" Target="../media/image13.png"/></Relationships>
</file>

<file path=ppt/slides/_rels/slide1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7" Type="http://schemas.openxmlformats.org/officeDocument/2006/relationships/image" Target="../media/image717.jpg"/><Relationship Id="rId2" Type="http://schemas.openxmlformats.org/officeDocument/2006/relationships/image" Target="../media/image714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716.png"/><Relationship Id="rId5" Type="http://schemas.openxmlformats.org/officeDocument/2006/relationships/image" Target="../media/image715.png"/><Relationship Id="rId4" Type="http://schemas.openxmlformats.org/officeDocument/2006/relationships/image" Target="../media/image13.png"/></Relationships>
</file>

<file path=ppt/slides/_rels/slide1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7" Type="http://schemas.openxmlformats.org/officeDocument/2006/relationships/image" Target="../media/image721.png"/><Relationship Id="rId2" Type="http://schemas.openxmlformats.org/officeDocument/2006/relationships/image" Target="../media/image718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720.png"/><Relationship Id="rId5" Type="http://schemas.openxmlformats.org/officeDocument/2006/relationships/image" Target="../media/image719.png"/><Relationship Id="rId4" Type="http://schemas.openxmlformats.org/officeDocument/2006/relationships/image" Target="../media/image13.png"/></Relationships>
</file>

<file path=ppt/slides/_rels/slide1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22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724.png"/><Relationship Id="rId5" Type="http://schemas.openxmlformats.org/officeDocument/2006/relationships/image" Target="../media/image723.png"/><Relationship Id="rId4" Type="http://schemas.openxmlformats.org/officeDocument/2006/relationships/image" Target="../media/image13.png"/></Relationships>
</file>

<file path=ppt/slides/_rels/slide1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25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727.png"/><Relationship Id="rId5" Type="http://schemas.openxmlformats.org/officeDocument/2006/relationships/image" Target="../media/image726.png"/><Relationship Id="rId4" Type="http://schemas.openxmlformats.org/officeDocument/2006/relationships/image" Target="../media/image13.png"/></Relationships>
</file>

<file path=ppt/slides/_rels/slide1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28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730.png"/><Relationship Id="rId5" Type="http://schemas.openxmlformats.org/officeDocument/2006/relationships/image" Target="../media/image729.png"/><Relationship Id="rId4" Type="http://schemas.openxmlformats.org/officeDocument/2006/relationships/image" Target="../media/image13.png"/></Relationships>
</file>

<file path=ppt/slides/_rels/slide1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31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733.jpg"/><Relationship Id="rId5" Type="http://schemas.openxmlformats.org/officeDocument/2006/relationships/image" Target="../media/image732.png"/><Relationship Id="rId4" Type="http://schemas.openxmlformats.org/officeDocument/2006/relationships/image" Target="../media/image13.png"/></Relationships>
</file>

<file path=ppt/slides/_rels/slide1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34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736.jpg"/><Relationship Id="rId5" Type="http://schemas.openxmlformats.org/officeDocument/2006/relationships/image" Target="../media/image735.png"/><Relationship Id="rId4" Type="http://schemas.openxmlformats.org/officeDocument/2006/relationships/image" Target="../media/image13.png"/></Relationships>
</file>

<file path=ppt/slides/_rels/slide1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37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739.png"/><Relationship Id="rId5" Type="http://schemas.openxmlformats.org/officeDocument/2006/relationships/image" Target="../media/image738.png"/><Relationship Id="rId4" Type="http://schemas.openxmlformats.org/officeDocument/2006/relationships/image" Target="../media/image13.png"/></Relationships>
</file>

<file path=ppt/slides/_rels/slide1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40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742.png"/><Relationship Id="rId5" Type="http://schemas.openxmlformats.org/officeDocument/2006/relationships/image" Target="../media/image741.png"/><Relationship Id="rId4" Type="http://schemas.openxmlformats.org/officeDocument/2006/relationships/image" Target="../media/image13.png"/></Relationships>
</file>

<file path=ppt/slides/_rels/slide1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649.png"/><Relationship Id="rId3" Type="http://schemas.openxmlformats.org/officeDocument/2006/relationships/image" Target="../media/image743.png"/><Relationship Id="rId7" Type="http://schemas.openxmlformats.org/officeDocument/2006/relationships/image" Target="../media/image557.png"/><Relationship Id="rId2" Type="http://schemas.openxmlformats.org/officeDocument/2006/relationships/image" Target="../media/image20.jp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556.png"/><Relationship Id="rId5" Type="http://schemas.openxmlformats.org/officeDocument/2006/relationships/image" Target="../media/image13.png"/><Relationship Id="rId10" Type="http://schemas.openxmlformats.org/officeDocument/2006/relationships/image" Target="../media/image745.png"/><Relationship Id="rId4" Type="http://schemas.openxmlformats.org/officeDocument/2006/relationships/image" Target="../media/image8.png"/><Relationship Id="rId9" Type="http://schemas.openxmlformats.org/officeDocument/2006/relationships/image" Target="../media/image744.png"/></Relationships>
</file>

<file path=ppt/slides/_rels/slide129.xml.rels><?xml version="1.0" encoding="UTF-8" standalone="yes"?>
<Relationships xmlns="http://schemas.openxmlformats.org/package/2006/relationships"><Relationship Id="rId8" Type="http://schemas.openxmlformats.org/officeDocument/2006/relationships/image" Target="../media/image750.png"/><Relationship Id="rId13" Type="http://schemas.openxmlformats.org/officeDocument/2006/relationships/image" Target="../media/image755.png"/><Relationship Id="rId3" Type="http://schemas.openxmlformats.org/officeDocument/2006/relationships/image" Target="../media/image8.png"/><Relationship Id="rId7" Type="http://schemas.openxmlformats.org/officeDocument/2006/relationships/image" Target="../media/image749.png"/><Relationship Id="rId12" Type="http://schemas.openxmlformats.org/officeDocument/2006/relationships/image" Target="../media/image754.jpg"/><Relationship Id="rId2" Type="http://schemas.openxmlformats.org/officeDocument/2006/relationships/image" Target="../media/image746.png"/><Relationship Id="rId16" Type="http://schemas.openxmlformats.org/officeDocument/2006/relationships/image" Target="../media/image758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748.png"/><Relationship Id="rId11" Type="http://schemas.openxmlformats.org/officeDocument/2006/relationships/image" Target="../media/image753.jpg"/><Relationship Id="rId5" Type="http://schemas.openxmlformats.org/officeDocument/2006/relationships/image" Target="../media/image747.png"/><Relationship Id="rId15" Type="http://schemas.openxmlformats.org/officeDocument/2006/relationships/image" Target="../media/image757.png"/><Relationship Id="rId10" Type="http://schemas.openxmlformats.org/officeDocument/2006/relationships/image" Target="../media/image752.jpg"/><Relationship Id="rId4" Type="http://schemas.openxmlformats.org/officeDocument/2006/relationships/image" Target="../media/image13.png"/><Relationship Id="rId9" Type="http://schemas.openxmlformats.org/officeDocument/2006/relationships/image" Target="../media/image751.jpg"/><Relationship Id="rId14" Type="http://schemas.openxmlformats.org/officeDocument/2006/relationships/image" Target="../media/image756.png"/></Relationships>
</file>

<file path=ppt/slides/_rels/slide130.xml.rels><?xml version="1.0" encoding="UTF-8" standalone="yes"?>
<Relationships xmlns="http://schemas.openxmlformats.org/package/2006/relationships"><Relationship Id="rId8" Type="http://schemas.openxmlformats.org/officeDocument/2006/relationships/image" Target="../media/image763.png"/><Relationship Id="rId3" Type="http://schemas.openxmlformats.org/officeDocument/2006/relationships/image" Target="../media/image8.png"/><Relationship Id="rId7" Type="http://schemas.openxmlformats.org/officeDocument/2006/relationships/image" Target="../media/image762.png"/><Relationship Id="rId2" Type="http://schemas.openxmlformats.org/officeDocument/2006/relationships/image" Target="../media/image759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761.png"/><Relationship Id="rId5" Type="http://schemas.openxmlformats.org/officeDocument/2006/relationships/image" Target="../media/image760.png"/><Relationship Id="rId4" Type="http://schemas.openxmlformats.org/officeDocument/2006/relationships/image" Target="../media/image13.png"/></Relationships>
</file>

<file path=ppt/slides/_rels/slide13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68.png"/><Relationship Id="rId13" Type="http://schemas.openxmlformats.org/officeDocument/2006/relationships/image" Target="../media/image773.png"/><Relationship Id="rId18" Type="http://schemas.openxmlformats.org/officeDocument/2006/relationships/image" Target="../media/image778.png"/><Relationship Id="rId26" Type="http://schemas.openxmlformats.org/officeDocument/2006/relationships/image" Target="../media/image786.png"/><Relationship Id="rId3" Type="http://schemas.openxmlformats.org/officeDocument/2006/relationships/image" Target="../media/image8.png"/><Relationship Id="rId21" Type="http://schemas.openxmlformats.org/officeDocument/2006/relationships/image" Target="../media/image781.png"/><Relationship Id="rId7" Type="http://schemas.openxmlformats.org/officeDocument/2006/relationships/image" Target="../media/image767.png"/><Relationship Id="rId12" Type="http://schemas.openxmlformats.org/officeDocument/2006/relationships/image" Target="../media/image772.png"/><Relationship Id="rId17" Type="http://schemas.openxmlformats.org/officeDocument/2006/relationships/image" Target="../media/image777.png"/><Relationship Id="rId25" Type="http://schemas.openxmlformats.org/officeDocument/2006/relationships/image" Target="../media/image785.png"/><Relationship Id="rId2" Type="http://schemas.openxmlformats.org/officeDocument/2006/relationships/image" Target="../media/image764.png"/><Relationship Id="rId16" Type="http://schemas.openxmlformats.org/officeDocument/2006/relationships/image" Target="../media/image776.png"/><Relationship Id="rId20" Type="http://schemas.openxmlformats.org/officeDocument/2006/relationships/image" Target="../media/image780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766.png"/><Relationship Id="rId11" Type="http://schemas.openxmlformats.org/officeDocument/2006/relationships/image" Target="../media/image771.png"/><Relationship Id="rId24" Type="http://schemas.openxmlformats.org/officeDocument/2006/relationships/image" Target="../media/image784.png"/><Relationship Id="rId5" Type="http://schemas.openxmlformats.org/officeDocument/2006/relationships/image" Target="../media/image765.png"/><Relationship Id="rId15" Type="http://schemas.openxmlformats.org/officeDocument/2006/relationships/image" Target="../media/image775.png"/><Relationship Id="rId23" Type="http://schemas.openxmlformats.org/officeDocument/2006/relationships/image" Target="../media/image783.png"/><Relationship Id="rId10" Type="http://schemas.openxmlformats.org/officeDocument/2006/relationships/image" Target="../media/image770.png"/><Relationship Id="rId19" Type="http://schemas.openxmlformats.org/officeDocument/2006/relationships/image" Target="../media/image779.png"/><Relationship Id="rId4" Type="http://schemas.openxmlformats.org/officeDocument/2006/relationships/image" Target="../media/image13.png"/><Relationship Id="rId9" Type="http://schemas.openxmlformats.org/officeDocument/2006/relationships/image" Target="../media/image769.png"/><Relationship Id="rId14" Type="http://schemas.openxmlformats.org/officeDocument/2006/relationships/image" Target="../media/image774.png"/><Relationship Id="rId22" Type="http://schemas.openxmlformats.org/officeDocument/2006/relationships/image" Target="../media/image782.png"/><Relationship Id="rId27" Type="http://schemas.openxmlformats.org/officeDocument/2006/relationships/image" Target="../media/image787.png"/></Relationships>
</file>

<file path=ppt/slides/_rels/slide1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88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789.png"/><Relationship Id="rId5" Type="http://schemas.openxmlformats.org/officeDocument/2006/relationships/image" Target="../media/image765.png"/><Relationship Id="rId4" Type="http://schemas.openxmlformats.org/officeDocument/2006/relationships/image" Target="../media/image508.png"/></Relationships>
</file>

<file path=ppt/slides/_rels/slide13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94.png"/><Relationship Id="rId3" Type="http://schemas.openxmlformats.org/officeDocument/2006/relationships/image" Target="../media/image8.png"/><Relationship Id="rId7" Type="http://schemas.openxmlformats.org/officeDocument/2006/relationships/image" Target="../media/image793.png"/><Relationship Id="rId2" Type="http://schemas.openxmlformats.org/officeDocument/2006/relationships/image" Target="../media/image79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92.png"/><Relationship Id="rId5" Type="http://schemas.openxmlformats.org/officeDocument/2006/relationships/image" Target="../media/image791.png"/><Relationship Id="rId4" Type="http://schemas.openxmlformats.org/officeDocument/2006/relationships/image" Target="../media/image13.png"/><Relationship Id="rId9" Type="http://schemas.openxmlformats.org/officeDocument/2006/relationships/image" Target="../media/image795.png"/></Relationships>
</file>

<file path=ppt/slides/_rels/slide134.xml.rels><?xml version="1.0" encoding="UTF-8" standalone="yes"?>
<Relationships xmlns="http://schemas.openxmlformats.org/package/2006/relationships"><Relationship Id="rId8" Type="http://schemas.openxmlformats.org/officeDocument/2006/relationships/image" Target="../media/image767.png"/><Relationship Id="rId13" Type="http://schemas.openxmlformats.org/officeDocument/2006/relationships/image" Target="../media/image772.png"/><Relationship Id="rId18" Type="http://schemas.openxmlformats.org/officeDocument/2006/relationships/image" Target="../media/image802.png"/><Relationship Id="rId26" Type="http://schemas.openxmlformats.org/officeDocument/2006/relationships/image" Target="../media/image810.png"/><Relationship Id="rId3" Type="http://schemas.openxmlformats.org/officeDocument/2006/relationships/image" Target="../media/image8.png"/><Relationship Id="rId21" Type="http://schemas.openxmlformats.org/officeDocument/2006/relationships/image" Target="../media/image805.png"/><Relationship Id="rId7" Type="http://schemas.openxmlformats.org/officeDocument/2006/relationships/image" Target="../media/image798.png"/><Relationship Id="rId12" Type="http://schemas.openxmlformats.org/officeDocument/2006/relationships/image" Target="../media/image771.png"/><Relationship Id="rId17" Type="http://schemas.openxmlformats.org/officeDocument/2006/relationships/image" Target="../media/image776.png"/><Relationship Id="rId25" Type="http://schemas.openxmlformats.org/officeDocument/2006/relationships/image" Target="../media/image809.png"/><Relationship Id="rId2" Type="http://schemas.openxmlformats.org/officeDocument/2006/relationships/image" Target="../media/image796.png"/><Relationship Id="rId16" Type="http://schemas.openxmlformats.org/officeDocument/2006/relationships/image" Target="../media/image775.png"/><Relationship Id="rId20" Type="http://schemas.openxmlformats.org/officeDocument/2006/relationships/image" Target="../media/image804.png"/><Relationship Id="rId29" Type="http://schemas.openxmlformats.org/officeDocument/2006/relationships/image" Target="../media/image813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797.png"/><Relationship Id="rId11" Type="http://schemas.openxmlformats.org/officeDocument/2006/relationships/image" Target="../media/image800.png"/><Relationship Id="rId24" Type="http://schemas.openxmlformats.org/officeDocument/2006/relationships/image" Target="../media/image808.png"/><Relationship Id="rId5" Type="http://schemas.openxmlformats.org/officeDocument/2006/relationships/image" Target="../media/image791.png"/><Relationship Id="rId15" Type="http://schemas.openxmlformats.org/officeDocument/2006/relationships/image" Target="../media/image774.png"/><Relationship Id="rId23" Type="http://schemas.openxmlformats.org/officeDocument/2006/relationships/image" Target="../media/image807.png"/><Relationship Id="rId28" Type="http://schemas.openxmlformats.org/officeDocument/2006/relationships/image" Target="../media/image812.png"/><Relationship Id="rId10" Type="http://schemas.openxmlformats.org/officeDocument/2006/relationships/image" Target="../media/image769.png"/><Relationship Id="rId19" Type="http://schemas.openxmlformats.org/officeDocument/2006/relationships/image" Target="../media/image803.png"/><Relationship Id="rId4" Type="http://schemas.openxmlformats.org/officeDocument/2006/relationships/image" Target="../media/image13.png"/><Relationship Id="rId9" Type="http://schemas.openxmlformats.org/officeDocument/2006/relationships/image" Target="../media/image799.png"/><Relationship Id="rId14" Type="http://schemas.openxmlformats.org/officeDocument/2006/relationships/image" Target="../media/image801.png"/><Relationship Id="rId22" Type="http://schemas.openxmlformats.org/officeDocument/2006/relationships/image" Target="../media/image806.png"/><Relationship Id="rId27" Type="http://schemas.openxmlformats.org/officeDocument/2006/relationships/image" Target="../media/image811.png"/></Relationships>
</file>

<file path=ppt/slides/_rels/slide1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81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15.png"/><Relationship Id="rId5" Type="http://schemas.openxmlformats.org/officeDocument/2006/relationships/image" Target="../media/image791.png"/><Relationship Id="rId4" Type="http://schemas.openxmlformats.org/officeDocument/2006/relationships/image" Target="../media/image508.png"/></Relationships>
</file>

<file path=ppt/slides/_rels/slide136.xml.rels><?xml version="1.0" encoding="UTF-8" standalone="yes"?>
<Relationships xmlns="http://schemas.openxmlformats.org/package/2006/relationships"><Relationship Id="rId26" Type="http://schemas.openxmlformats.org/officeDocument/2006/relationships/image" Target="../media/image838.png"/><Relationship Id="rId21" Type="http://schemas.openxmlformats.org/officeDocument/2006/relationships/image" Target="../media/image833.png"/><Relationship Id="rId42" Type="http://schemas.openxmlformats.org/officeDocument/2006/relationships/image" Target="../media/image854.png"/><Relationship Id="rId47" Type="http://schemas.openxmlformats.org/officeDocument/2006/relationships/image" Target="../media/image859.png"/><Relationship Id="rId63" Type="http://schemas.openxmlformats.org/officeDocument/2006/relationships/image" Target="../media/image875.png"/><Relationship Id="rId68" Type="http://schemas.openxmlformats.org/officeDocument/2006/relationships/image" Target="../media/image880.png"/><Relationship Id="rId84" Type="http://schemas.openxmlformats.org/officeDocument/2006/relationships/image" Target="../media/image896.png"/><Relationship Id="rId89" Type="http://schemas.openxmlformats.org/officeDocument/2006/relationships/image" Target="../media/image901.png"/><Relationship Id="rId16" Type="http://schemas.openxmlformats.org/officeDocument/2006/relationships/image" Target="../media/image828.png"/><Relationship Id="rId11" Type="http://schemas.openxmlformats.org/officeDocument/2006/relationships/image" Target="../media/image823.png"/><Relationship Id="rId32" Type="http://schemas.openxmlformats.org/officeDocument/2006/relationships/image" Target="../media/image844.png"/><Relationship Id="rId37" Type="http://schemas.openxmlformats.org/officeDocument/2006/relationships/image" Target="../media/image849.png"/><Relationship Id="rId53" Type="http://schemas.openxmlformats.org/officeDocument/2006/relationships/image" Target="../media/image865.png"/><Relationship Id="rId58" Type="http://schemas.openxmlformats.org/officeDocument/2006/relationships/image" Target="../media/image870.png"/><Relationship Id="rId74" Type="http://schemas.openxmlformats.org/officeDocument/2006/relationships/image" Target="../media/image886.png"/><Relationship Id="rId79" Type="http://schemas.openxmlformats.org/officeDocument/2006/relationships/image" Target="../media/image891.png"/><Relationship Id="rId5" Type="http://schemas.openxmlformats.org/officeDocument/2006/relationships/image" Target="../media/image817.png"/><Relationship Id="rId90" Type="http://schemas.openxmlformats.org/officeDocument/2006/relationships/image" Target="../media/image902.png"/><Relationship Id="rId95" Type="http://schemas.openxmlformats.org/officeDocument/2006/relationships/image" Target="../media/image907.png"/><Relationship Id="rId22" Type="http://schemas.openxmlformats.org/officeDocument/2006/relationships/image" Target="../media/image834.png"/><Relationship Id="rId27" Type="http://schemas.openxmlformats.org/officeDocument/2006/relationships/image" Target="../media/image839.png"/><Relationship Id="rId43" Type="http://schemas.openxmlformats.org/officeDocument/2006/relationships/image" Target="../media/image855.png"/><Relationship Id="rId48" Type="http://schemas.openxmlformats.org/officeDocument/2006/relationships/image" Target="../media/image860.png"/><Relationship Id="rId64" Type="http://schemas.openxmlformats.org/officeDocument/2006/relationships/image" Target="../media/image876.png"/><Relationship Id="rId69" Type="http://schemas.openxmlformats.org/officeDocument/2006/relationships/image" Target="../media/image881.png"/><Relationship Id="rId80" Type="http://schemas.openxmlformats.org/officeDocument/2006/relationships/image" Target="../media/image892.png"/><Relationship Id="rId85" Type="http://schemas.openxmlformats.org/officeDocument/2006/relationships/image" Target="../media/image897.png"/><Relationship Id="rId3" Type="http://schemas.openxmlformats.org/officeDocument/2006/relationships/image" Target="../media/image8.png"/><Relationship Id="rId12" Type="http://schemas.openxmlformats.org/officeDocument/2006/relationships/image" Target="../media/image824.png"/><Relationship Id="rId17" Type="http://schemas.openxmlformats.org/officeDocument/2006/relationships/image" Target="../media/image829.png"/><Relationship Id="rId25" Type="http://schemas.openxmlformats.org/officeDocument/2006/relationships/image" Target="../media/image837.png"/><Relationship Id="rId33" Type="http://schemas.openxmlformats.org/officeDocument/2006/relationships/image" Target="../media/image845.png"/><Relationship Id="rId38" Type="http://schemas.openxmlformats.org/officeDocument/2006/relationships/image" Target="../media/image850.png"/><Relationship Id="rId46" Type="http://schemas.openxmlformats.org/officeDocument/2006/relationships/image" Target="../media/image858.png"/><Relationship Id="rId59" Type="http://schemas.openxmlformats.org/officeDocument/2006/relationships/image" Target="../media/image871.png"/><Relationship Id="rId67" Type="http://schemas.openxmlformats.org/officeDocument/2006/relationships/image" Target="../media/image879.png"/><Relationship Id="rId20" Type="http://schemas.openxmlformats.org/officeDocument/2006/relationships/image" Target="../media/image832.png"/><Relationship Id="rId41" Type="http://schemas.openxmlformats.org/officeDocument/2006/relationships/image" Target="../media/image853.png"/><Relationship Id="rId54" Type="http://schemas.openxmlformats.org/officeDocument/2006/relationships/image" Target="../media/image866.png"/><Relationship Id="rId62" Type="http://schemas.openxmlformats.org/officeDocument/2006/relationships/image" Target="../media/image874.png"/><Relationship Id="rId70" Type="http://schemas.openxmlformats.org/officeDocument/2006/relationships/image" Target="../media/image882.png"/><Relationship Id="rId75" Type="http://schemas.openxmlformats.org/officeDocument/2006/relationships/image" Target="../media/image887.png"/><Relationship Id="rId83" Type="http://schemas.openxmlformats.org/officeDocument/2006/relationships/image" Target="../media/image895.png"/><Relationship Id="rId88" Type="http://schemas.openxmlformats.org/officeDocument/2006/relationships/image" Target="../media/image900.png"/><Relationship Id="rId91" Type="http://schemas.openxmlformats.org/officeDocument/2006/relationships/image" Target="../media/image903.png"/><Relationship Id="rId96" Type="http://schemas.openxmlformats.org/officeDocument/2006/relationships/image" Target="../media/image908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818.png"/><Relationship Id="rId15" Type="http://schemas.openxmlformats.org/officeDocument/2006/relationships/image" Target="../media/image827.png"/><Relationship Id="rId23" Type="http://schemas.openxmlformats.org/officeDocument/2006/relationships/image" Target="../media/image835.png"/><Relationship Id="rId28" Type="http://schemas.openxmlformats.org/officeDocument/2006/relationships/image" Target="../media/image840.png"/><Relationship Id="rId36" Type="http://schemas.openxmlformats.org/officeDocument/2006/relationships/image" Target="../media/image848.png"/><Relationship Id="rId49" Type="http://schemas.openxmlformats.org/officeDocument/2006/relationships/image" Target="../media/image861.png"/><Relationship Id="rId57" Type="http://schemas.openxmlformats.org/officeDocument/2006/relationships/image" Target="../media/image869.png"/><Relationship Id="rId10" Type="http://schemas.openxmlformats.org/officeDocument/2006/relationships/image" Target="../media/image822.png"/><Relationship Id="rId31" Type="http://schemas.openxmlformats.org/officeDocument/2006/relationships/image" Target="../media/image843.png"/><Relationship Id="rId44" Type="http://schemas.openxmlformats.org/officeDocument/2006/relationships/image" Target="../media/image856.png"/><Relationship Id="rId52" Type="http://schemas.openxmlformats.org/officeDocument/2006/relationships/image" Target="../media/image864.png"/><Relationship Id="rId60" Type="http://schemas.openxmlformats.org/officeDocument/2006/relationships/image" Target="../media/image872.png"/><Relationship Id="rId65" Type="http://schemas.openxmlformats.org/officeDocument/2006/relationships/image" Target="../media/image877.png"/><Relationship Id="rId73" Type="http://schemas.openxmlformats.org/officeDocument/2006/relationships/image" Target="../media/image885.png"/><Relationship Id="rId78" Type="http://schemas.openxmlformats.org/officeDocument/2006/relationships/image" Target="../media/image890.png"/><Relationship Id="rId81" Type="http://schemas.openxmlformats.org/officeDocument/2006/relationships/image" Target="../media/image893.png"/><Relationship Id="rId86" Type="http://schemas.openxmlformats.org/officeDocument/2006/relationships/image" Target="../media/image898.png"/><Relationship Id="rId94" Type="http://schemas.openxmlformats.org/officeDocument/2006/relationships/image" Target="../media/image906.png"/><Relationship Id="rId4" Type="http://schemas.openxmlformats.org/officeDocument/2006/relationships/image" Target="../media/image13.png"/><Relationship Id="rId9" Type="http://schemas.openxmlformats.org/officeDocument/2006/relationships/image" Target="../media/image821.png"/><Relationship Id="rId13" Type="http://schemas.openxmlformats.org/officeDocument/2006/relationships/image" Target="../media/image825.png"/><Relationship Id="rId18" Type="http://schemas.openxmlformats.org/officeDocument/2006/relationships/image" Target="../media/image830.png"/><Relationship Id="rId39" Type="http://schemas.openxmlformats.org/officeDocument/2006/relationships/image" Target="../media/image851.png"/><Relationship Id="rId34" Type="http://schemas.openxmlformats.org/officeDocument/2006/relationships/image" Target="../media/image846.png"/><Relationship Id="rId50" Type="http://schemas.openxmlformats.org/officeDocument/2006/relationships/image" Target="../media/image862.png"/><Relationship Id="rId55" Type="http://schemas.openxmlformats.org/officeDocument/2006/relationships/image" Target="../media/image867.png"/><Relationship Id="rId76" Type="http://schemas.openxmlformats.org/officeDocument/2006/relationships/image" Target="../media/image888.png"/><Relationship Id="rId97" Type="http://schemas.openxmlformats.org/officeDocument/2006/relationships/image" Target="../media/image909.png"/><Relationship Id="rId7" Type="http://schemas.openxmlformats.org/officeDocument/2006/relationships/image" Target="../media/image819.png"/><Relationship Id="rId71" Type="http://schemas.openxmlformats.org/officeDocument/2006/relationships/image" Target="../media/image883.png"/><Relationship Id="rId92" Type="http://schemas.openxmlformats.org/officeDocument/2006/relationships/image" Target="../media/image904.png"/><Relationship Id="rId2" Type="http://schemas.openxmlformats.org/officeDocument/2006/relationships/image" Target="../media/image816.png"/><Relationship Id="rId29" Type="http://schemas.openxmlformats.org/officeDocument/2006/relationships/image" Target="../media/image841.png"/><Relationship Id="rId24" Type="http://schemas.openxmlformats.org/officeDocument/2006/relationships/image" Target="../media/image836.png"/><Relationship Id="rId40" Type="http://schemas.openxmlformats.org/officeDocument/2006/relationships/image" Target="../media/image852.png"/><Relationship Id="rId45" Type="http://schemas.openxmlformats.org/officeDocument/2006/relationships/image" Target="../media/image857.png"/><Relationship Id="rId66" Type="http://schemas.openxmlformats.org/officeDocument/2006/relationships/image" Target="../media/image878.png"/><Relationship Id="rId87" Type="http://schemas.openxmlformats.org/officeDocument/2006/relationships/image" Target="../media/image899.png"/><Relationship Id="rId61" Type="http://schemas.openxmlformats.org/officeDocument/2006/relationships/image" Target="../media/image873.png"/><Relationship Id="rId82" Type="http://schemas.openxmlformats.org/officeDocument/2006/relationships/image" Target="../media/image894.png"/><Relationship Id="rId19" Type="http://schemas.openxmlformats.org/officeDocument/2006/relationships/image" Target="../media/image831.png"/><Relationship Id="rId14" Type="http://schemas.openxmlformats.org/officeDocument/2006/relationships/image" Target="../media/image826.png"/><Relationship Id="rId30" Type="http://schemas.openxmlformats.org/officeDocument/2006/relationships/image" Target="../media/image842.png"/><Relationship Id="rId35" Type="http://schemas.openxmlformats.org/officeDocument/2006/relationships/image" Target="../media/image847.png"/><Relationship Id="rId56" Type="http://schemas.openxmlformats.org/officeDocument/2006/relationships/image" Target="../media/image868.png"/><Relationship Id="rId77" Type="http://schemas.openxmlformats.org/officeDocument/2006/relationships/image" Target="../media/image889.png"/><Relationship Id="rId8" Type="http://schemas.openxmlformats.org/officeDocument/2006/relationships/image" Target="../media/image820.png"/><Relationship Id="rId51" Type="http://schemas.openxmlformats.org/officeDocument/2006/relationships/image" Target="../media/image863.png"/><Relationship Id="rId72" Type="http://schemas.openxmlformats.org/officeDocument/2006/relationships/image" Target="../media/image884.png"/><Relationship Id="rId93" Type="http://schemas.openxmlformats.org/officeDocument/2006/relationships/image" Target="../media/image905.png"/></Relationships>
</file>

<file path=ppt/slides/_rels/slide1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910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912.png"/><Relationship Id="rId5" Type="http://schemas.openxmlformats.org/officeDocument/2006/relationships/image" Target="../media/image911.png"/><Relationship Id="rId4" Type="http://schemas.openxmlformats.org/officeDocument/2006/relationships/image" Target="../media/image13.png"/></Relationships>
</file>

<file path=ppt/slides/_rels/slide138.xml.rels><?xml version="1.0" encoding="UTF-8" standalone="yes"?>
<Relationships xmlns="http://schemas.openxmlformats.org/package/2006/relationships"><Relationship Id="rId8" Type="http://schemas.openxmlformats.org/officeDocument/2006/relationships/image" Target="../media/image916.png"/><Relationship Id="rId3" Type="http://schemas.openxmlformats.org/officeDocument/2006/relationships/image" Target="../media/image8.png"/><Relationship Id="rId7" Type="http://schemas.openxmlformats.org/officeDocument/2006/relationships/image" Target="../media/image915.jpg"/><Relationship Id="rId2" Type="http://schemas.openxmlformats.org/officeDocument/2006/relationships/image" Target="../media/image913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914.png"/><Relationship Id="rId5" Type="http://schemas.openxmlformats.org/officeDocument/2006/relationships/image" Target="../media/image911.png"/><Relationship Id="rId4" Type="http://schemas.openxmlformats.org/officeDocument/2006/relationships/image" Target="../media/image13.png"/><Relationship Id="rId9" Type="http://schemas.openxmlformats.org/officeDocument/2006/relationships/image" Target="../media/image917.png"/></Relationships>
</file>

<file path=ppt/slides/_rels/slide1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918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920.png"/><Relationship Id="rId5" Type="http://schemas.openxmlformats.org/officeDocument/2006/relationships/image" Target="../media/image919.png"/><Relationship Id="rId4" Type="http://schemas.openxmlformats.org/officeDocument/2006/relationships/image" Target="../media/image13.png"/></Relationships>
</file>

<file path=ppt/slides/_rels/slide140.xml.rels><?xml version="1.0" encoding="UTF-8" standalone="yes"?>
<Relationships xmlns="http://schemas.openxmlformats.org/package/2006/relationships"><Relationship Id="rId13" Type="http://schemas.openxmlformats.org/officeDocument/2006/relationships/image" Target="../media/image930.png"/><Relationship Id="rId18" Type="http://schemas.openxmlformats.org/officeDocument/2006/relationships/image" Target="../media/image935.png"/><Relationship Id="rId26" Type="http://schemas.openxmlformats.org/officeDocument/2006/relationships/image" Target="../media/image943.png"/><Relationship Id="rId39" Type="http://schemas.openxmlformats.org/officeDocument/2006/relationships/image" Target="../media/image956.png"/><Relationship Id="rId21" Type="http://schemas.openxmlformats.org/officeDocument/2006/relationships/image" Target="../media/image938.png"/><Relationship Id="rId34" Type="http://schemas.openxmlformats.org/officeDocument/2006/relationships/image" Target="../media/image951.png"/><Relationship Id="rId42" Type="http://schemas.openxmlformats.org/officeDocument/2006/relationships/image" Target="../media/image959.png"/><Relationship Id="rId7" Type="http://schemas.openxmlformats.org/officeDocument/2006/relationships/image" Target="../media/image924.png"/><Relationship Id="rId2" Type="http://schemas.openxmlformats.org/officeDocument/2006/relationships/image" Target="../media/image921.png"/><Relationship Id="rId16" Type="http://schemas.openxmlformats.org/officeDocument/2006/relationships/image" Target="../media/image933.png"/><Relationship Id="rId29" Type="http://schemas.openxmlformats.org/officeDocument/2006/relationships/image" Target="../media/image946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923.png"/><Relationship Id="rId11" Type="http://schemas.openxmlformats.org/officeDocument/2006/relationships/image" Target="../media/image928.png"/><Relationship Id="rId24" Type="http://schemas.openxmlformats.org/officeDocument/2006/relationships/image" Target="../media/image941.png"/><Relationship Id="rId32" Type="http://schemas.openxmlformats.org/officeDocument/2006/relationships/image" Target="../media/image949.png"/><Relationship Id="rId37" Type="http://schemas.openxmlformats.org/officeDocument/2006/relationships/image" Target="../media/image954.png"/><Relationship Id="rId40" Type="http://schemas.openxmlformats.org/officeDocument/2006/relationships/image" Target="../media/image957.png"/><Relationship Id="rId45" Type="http://schemas.openxmlformats.org/officeDocument/2006/relationships/image" Target="../media/image962.png"/><Relationship Id="rId5" Type="http://schemas.openxmlformats.org/officeDocument/2006/relationships/image" Target="../media/image922.png"/><Relationship Id="rId15" Type="http://schemas.openxmlformats.org/officeDocument/2006/relationships/image" Target="../media/image932.png"/><Relationship Id="rId23" Type="http://schemas.openxmlformats.org/officeDocument/2006/relationships/image" Target="../media/image940.png"/><Relationship Id="rId28" Type="http://schemas.openxmlformats.org/officeDocument/2006/relationships/image" Target="../media/image945.png"/><Relationship Id="rId36" Type="http://schemas.openxmlformats.org/officeDocument/2006/relationships/image" Target="../media/image953.png"/><Relationship Id="rId10" Type="http://schemas.openxmlformats.org/officeDocument/2006/relationships/image" Target="../media/image927.png"/><Relationship Id="rId19" Type="http://schemas.openxmlformats.org/officeDocument/2006/relationships/image" Target="../media/image936.png"/><Relationship Id="rId31" Type="http://schemas.openxmlformats.org/officeDocument/2006/relationships/image" Target="../media/image948.png"/><Relationship Id="rId44" Type="http://schemas.openxmlformats.org/officeDocument/2006/relationships/image" Target="../media/image961.png"/><Relationship Id="rId4" Type="http://schemas.openxmlformats.org/officeDocument/2006/relationships/image" Target="../media/image13.png"/><Relationship Id="rId9" Type="http://schemas.openxmlformats.org/officeDocument/2006/relationships/image" Target="../media/image926.png"/><Relationship Id="rId14" Type="http://schemas.openxmlformats.org/officeDocument/2006/relationships/image" Target="../media/image931.png"/><Relationship Id="rId22" Type="http://schemas.openxmlformats.org/officeDocument/2006/relationships/image" Target="../media/image939.png"/><Relationship Id="rId27" Type="http://schemas.openxmlformats.org/officeDocument/2006/relationships/image" Target="../media/image944.png"/><Relationship Id="rId30" Type="http://schemas.openxmlformats.org/officeDocument/2006/relationships/image" Target="../media/image947.png"/><Relationship Id="rId35" Type="http://schemas.openxmlformats.org/officeDocument/2006/relationships/image" Target="../media/image952.png"/><Relationship Id="rId43" Type="http://schemas.openxmlformats.org/officeDocument/2006/relationships/image" Target="../media/image960.png"/><Relationship Id="rId8" Type="http://schemas.openxmlformats.org/officeDocument/2006/relationships/image" Target="../media/image925.png"/><Relationship Id="rId3" Type="http://schemas.openxmlformats.org/officeDocument/2006/relationships/image" Target="../media/image8.png"/><Relationship Id="rId12" Type="http://schemas.openxmlformats.org/officeDocument/2006/relationships/image" Target="../media/image929.png"/><Relationship Id="rId17" Type="http://schemas.openxmlformats.org/officeDocument/2006/relationships/image" Target="../media/image934.png"/><Relationship Id="rId25" Type="http://schemas.openxmlformats.org/officeDocument/2006/relationships/image" Target="../media/image942.png"/><Relationship Id="rId33" Type="http://schemas.openxmlformats.org/officeDocument/2006/relationships/image" Target="../media/image950.png"/><Relationship Id="rId38" Type="http://schemas.openxmlformats.org/officeDocument/2006/relationships/image" Target="../media/image955.png"/><Relationship Id="rId20" Type="http://schemas.openxmlformats.org/officeDocument/2006/relationships/image" Target="../media/image937.png"/><Relationship Id="rId41" Type="http://schemas.openxmlformats.org/officeDocument/2006/relationships/image" Target="../media/image958.png"/></Relationships>
</file>

<file path=ppt/slides/_rels/slide141.xml.rels><?xml version="1.0" encoding="UTF-8" standalone="yes"?>
<Relationships xmlns="http://schemas.openxmlformats.org/package/2006/relationships"><Relationship Id="rId8" Type="http://schemas.openxmlformats.org/officeDocument/2006/relationships/image" Target="../media/image967.png"/><Relationship Id="rId13" Type="http://schemas.openxmlformats.org/officeDocument/2006/relationships/image" Target="../media/image972.png"/><Relationship Id="rId3" Type="http://schemas.openxmlformats.org/officeDocument/2006/relationships/image" Target="../media/image8.png"/><Relationship Id="rId7" Type="http://schemas.openxmlformats.org/officeDocument/2006/relationships/image" Target="../media/image966.png"/><Relationship Id="rId12" Type="http://schemas.openxmlformats.org/officeDocument/2006/relationships/image" Target="../media/image971.png"/><Relationship Id="rId2" Type="http://schemas.openxmlformats.org/officeDocument/2006/relationships/image" Target="../media/image963.png"/><Relationship Id="rId16" Type="http://schemas.openxmlformats.org/officeDocument/2006/relationships/image" Target="../media/image975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965.png"/><Relationship Id="rId11" Type="http://schemas.openxmlformats.org/officeDocument/2006/relationships/image" Target="../media/image970.png"/><Relationship Id="rId5" Type="http://schemas.openxmlformats.org/officeDocument/2006/relationships/image" Target="../media/image964.png"/><Relationship Id="rId15" Type="http://schemas.openxmlformats.org/officeDocument/2006/relationships/image" Target="../media/image974.png"/><Relationship Id="rId10" Type="http://schemas.openxmlformats.org/officeDocument/2006/relationships/image" Target="../media/image969.png"/><Relationship Id="rId4" Type="http://schemas.openxmlformats.org/officeDocument/2006/relationships/image" Target="../media/image13.png"/><Relationship Id="rId9" Type="http://schemas.openxmlformats.org/officeDocument/2006/relationships/image" Target="../media/image968.png"/><Relationship Id="rId14" Type="http://schemas.openxmlformats.org/officeDocument/2006/relationships/image" Target="../media/image973.png"/></Relationships>
</file>

<file path=ppt/slides/_rels/slide14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80.png"/><Relationship Id="rId13" Type="http://schemas.openxmlformats.org/officeDocument/2006/relationships/image" Target="../media/image985.png"/><Relationship Id="rId18" Type="http://schemas.openxmlformats.org/officeDocument/2006/relationships/image" Target="../media/image990.png"/><Relationship Id="rId3" Type="http://schemas.openxmlformats.org/officeDocument/2006/relationships/image" Target="../media/image8.png"/><Relationship Id="rId7" Type="http://schemas.openxmlformats.org/officeDocument/2006/relationships/image" Target="../media/image979.png"/><Relationship Id="rId12" Type="http://schemas.openxmlformats.org/officeDocument/2006/relationships/image" Target="../media/image984.png"/><Relationship Id="rId17" Type="http://schemas.openxmlformats.org/officeDocument/2006/relationships/image" Target="../media/image989.png"/><Relationship Id="rId2" Type="http://schemas.openxmlformats.org/officeDocument/2006/relationships/image" Target="../media/image976.png"/><Relationship Id="rId16" Type="http://schemas.openxmlformats.org/officeDocument/2006/relationships/image" Target="../media/image988.png"/><Relationship Id="rId20" Type="http://schemas.openxmlformats.org/officeDocument/2006/relationships/image" Target="../media/image992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978.png"/><Relationship Id="rId11" Type="http://schemas.openxmlformats.org/officeDocument/2006/relationships/image" Target="../media/image983.png"/><Relationship Id="rId5" Type="http://schemas.openxmlformats.org/officeDocument/2006/relationships/image" Target="../media/image977.png"/><Relationship Id="rId15" Type="http://schemas.openxmlformats.org/officeDocument/2006/relationships/image" Target="../media/image987.png"/><Relationship Id="rId10" Type="http://schemas.openxmlformats.org/officeDocument/2006/relationships/image" Target="../media/image982.png"/><Relationship Id="rId19" Type="http://schemas.openxmlformats.org/officeDocument/2006/relationships/image" Target="../media/image991.png"/><Relationship Id="rId4" Type="http://schemas.openxmlformats.org/officeDocument/2006/relationships/image" Target="../media/image13.png"/><Relationship Id="rId9" Type="http://schemas.openxmlformats.org/officeDocument/2006/relationships/image" Target="../media/image981.png"/><Relationship Id="rId14" Type="http://schemas.openxmlformats.org/officeDocument/2006/relationships/image" Target="../media/image986.png"/></Relationships>
</file>

<file path=ppt/slides/_rels/slide1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7" Type="http://schemas.openxmlformats.org/officeDocument/2006/relationships/image" Target="../media/image647.png"/><Relationship Id="rId2" Type="http://schemas.openxmlformats.org/officeDocument/2006/relationships/image" Target="../media/image993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995.png"/><Relationship Id="rId5" Type="http://schemas.openxmlformats.org/officeDocument/2006/relationships/image" Target="../media/image994.png"/><Relationship Id="rId4" Type="http://schemas.openxmlformats.org/officeDocument/2006/relationships/image" Target="../media/image13.png"/></Relationships>
</file>

<file path=ppt/slides/_rels/slide1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7" Type="http://schemas.openxmlformats.org/officeDocument/2006/relationships/image" Target="../media/image647.png"/><Relationship Id="rId2" Type="http://schemas.openxmlformats.org/officeDocument/2006/relationships/image" Target="../media/image996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998.png"/><Relationship Id="rId5" Type="http://schemas.openxmlformats.org/officeDocument/2006/relationships/image" Target="../media/image997.png"/><Relationship Id="rId4" Type="http://schemas.openxmlformats.org/officeDocument/2006/relationships/image" Target="../media/image13.png"/></Relationships>
</file>

<file path=ppt/slides/_rels/slide1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7" Type="http://schemas.openxmlformats.org/officeDocument/2006/relationships/image" Target="../media/image647.png"/><Relationship Id="rId2" Type="http://schemas.openxmlformats.org/officeDocument/2006/relationships/image" Target="../media/image999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001.png"/><Relationship Id="rId5" Type="http://schemas.openxmlformats.org/officeDocument/2006/relationships/image" Target="../media/image1000.png"/><Relationship Id="rId4" Type="http://schemas.openxmlformats.org/officeDocument/2006/relationships/image" Target="../media/image13.png"/></Relationships>
</file>

<file path=ppt/slides/_rels/slide14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05.png"/><Relationship Id="rId3" Type="http://schemas.openxmlformats.org/officeDocument/2006/relationships/image" Target="../media/image1002.png"/><Relationship Id="rId7" Type="http://schemas.openxmlformats.org/officeDocument/2006/relationships/image" Target="../media/image1004.png"/><Relationship Id="rId2" Type="http://schemas.openxmlformats.org/officeDocument/2006/relationships/image" Target="../media/image20.jp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003.png"/><Relationship Id="rId5" Type="http://schemas.openxmlformats.org/officeDocument/2006/relationships/image" Target="../media/image13.png"/><Relationship Id="rId10" Type="http://schemas.openxmlformats.org/officeDocument/2006/relationships/image" Target="../media/image1007.png"/><Relationship Id="rId4" Type="http://schemas.openxmlformats.org/officeDocument/2006/relationships/image" Target="../media/image8.png"/><Relationship Id="rId9" Type="http://schemas.openxmlformats.org/officeDocument/2006/relationships/image" Target="../media/image1006.png"/></Relationships>
</file>

<file path=ppt/slides/_rels/slide1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008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010.png"/><Relationship Id="rId5" Type="http://schemas.openxmlformats.org/officeDocument/2006/relationships/image" Target="../media/image1009.png"/><Relationship Id="rId4" Type="http://schemas.openxmlformats.org/officeDocument/2006/relationships/image" Target="../media/image13.png"/></Relationships>
</file>

<file path=ppt/slides/_rels/slide1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011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013.png"/><Relationship Id="rId5" Type="http://schemas.openxmlformats.org/officeDocument/2006/relationships/image" Target="../media/image1012.png"/><Relationship Id="rId4" Type="http://schemas.openxmlformats.org/officeDocument/2006/relationships/image" Target="../media/image13.png"/></Relationships>
</file>

<file path=ppt/slides/_rels/slide1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014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016.png"/><Relationship Id="rId5" Type="http://schemas.openxmlformats.org/officeDocument/2006/relationships/image" Target="../media/image1015.png"/><Relationship Id="rId4" Type="http://schemas.openxmlformats.org/officeDocument/2006/relationships/image" Target="../media/image13.png"/></Relationships>
</file>

<file path=ppt/slides/_rels/slide15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21.png"/><Relationship Id="rId13" Type="http://schemas.openxmlformats.org/officeDocument/2006/relationships/image" Target="../media/image1026.png"/><Relationship Id="rId3" Type="http://schemas.openxmlformats.org/officeDocument/2006/relationships/image" Target="../media/image8.png"/><Relationship Id="rId7" Type="http://schemas.openxmlformats.org/officeDocument/2006/relationships/image" Target="../media/image1020.png"/><Relationship Id="rId12" Type="http://schemas.openxmlformats.org/officeDocument/2006/relationships/image" Target="../media/image1025.png"/><Relationship Id="rId2" Type="http://schemas.openxmlformats.org/officeDocument/2006/relationships/image" Target="../media/image101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19.png"/><Relationship Id="rId11" Type="http://schemas.openxmlformats.org/officeDocument/2006/relationships/image" Target="../media/image1024.png"/><Relationship Id="rId5" Type="http://schemas.openxmlformats.org/officeDocument/2006/relationships/image" Target="../media/image1018.png"/><Relationship Id="rId10" Type="http://schemas.openxmlformats.org/officeDocument/2006/relationships/image" Target="../media/image1023.png"/><Relationship Id="rId4" Type="http://schemas.openxmlformats.org/officeDocument/2006/relationships/image" Target="../media/image13.png"/><Relationship Id="rId9" Type="http://schemas.openxmlformats.org/officeDocument/2006/relationships/image" Target="../media/image1022.png"/><Relationship Id="rId14" Type="http://schemas.openxmlformats.org/officeDocument/2006/relationships/image" Target="../media/image1027.png"/></Relationships>
</file>

<file path=ppt/slides/_rels/slide15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29.png"/><Relationship Id="rId3" Type="http://schemas.openxmlformats.org/officeDocument/2006/relationships/image" Target="../media/image1028.png"/><Relationship Id="rId7" Type="http://schemas.openxmlformats.org/officeDocument/2006/relationships/image" Target="../media/image1004.png"/><Relationship Id="rId2" Type="http://schemas.openxmlformats.org/officeDocument/2006/relationships/image" Target="../media/image20.jp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003.png"/><Relationship Id="rId5" Type="http://schemas.openxmlformats.org/officeDocument/2006/relationships/image" Target="../media/image13.png"/><Relationship Id="rId10" Type="http://schemas.openxmlformats.org/officeDocument/2006/relationships/image" Target="../media/image1007.png"/><Relationship Id="rId4" Type="http://schemas.openxmlformats.org/officeDocument/2006/relationships/image" Target="../media/image8.png"/><Relationship Id="rId9" Type="http://schemas.openxmlformats.org/officeDocument/2006/relationships/image" Target="../media/image1030.png"/></Relationships>
</file>

<file path=ppt/slides/_rels/slide1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031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033.png"/><Relationship Id="rId5" Type="http://schemas.openxmlformats.org/officeDocument/2006/relationships/image" Target="../media/image1032.png"/><Relationship Id="rId4" Type="http://schemas.openxmlformats.org/officeDocument/2006/relationships/image" Target="../media/image13.png"/></Relationships>
</file>

<file path=ppt/slides/_rels/slide15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38.png"/><Relationship Id="rId3" Type="http://schemas.openxmlformats.org/officeDocument/2006/relationships/image" Target="../media/image8.png"/><Relationship Id="rId7" Type="http://schemas.openxmlformats.org/officeDocument/2006/relationships/image" Target="../media/image1037.png"/><Relationship Id="rId12" Type="http://schemas.openxmlformats.org/officeDocument/2006/relationships/image" Target="../media/image1042.png"/><Relationship Id="rId2" Type="http://schemas.openxmlformats.org/officeDocument/2006/relationships/image" Target="../media/image1034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036.png"/><Relationship Id="rId11" Type="http://schemas.openxmlformats.org/officeDocument/2006/relationships/image" Target="../media/image1041.png"/><Relationship Id="rId5" Type="http://schemas.openxmlformats.org/officeDocument/2006/relationships/image" Target="../media/image1035.png"/><Relationship Id="rId10" Type="http://schemas.openxmlformats.org/officeDocument/2006/relationships/image" Target="../media/image1040.png"/><Relationship Id="rId4" Type="http://schemas.openxmlformats.org/officeDocument/2006/relationships/image" Target="../media/image13.png"/><Relationship Id="rId9" Type="http://schemas.openxmlformats.org/officeDocument/2006/relationships/image" Target="../media/image1039.png"/></Relationships>
</file>

<file path=ppt/slides/_rels/slide15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46.png"/><Relationship Id="rId3" Type="http://schemas.openxmlformats.org/officeDocument/2006/relationships/image" Target="../media/image8.png"/><Relationship Id="rId7" Type="http://schemas.openxmlformats.org/officeDocument/2006/relationships/image" Target="../media/image1045.png"/><Relationship Id="rId2" Type="http://schemas.openxmlformats.org/officeDocument/2006/relationships/image" Target="../media/image1043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044.png"/><Relationship Id="rId11" Type="http://schemas.openxmlformats.org/officeDocument/2006/relationships/image" Target="../media/image1049.png"/><Relationship Id="rId5" Type="http://schemas.openxmlformats.org/officeDocument/2006/relationships/image" Target="../media/image1035.png"/><Relationship Id="rId10" Type="http://schemas.openxmlformats.org/officeDocument/2006/relationships/image" Target="../media/image1048.png"/><Relationship Id="rId4" Type="http://schemas.openxmlformats.org/officeDocument/2006/relationships/image" Target="../media/image13.png"/><Relationship Id="rId9" Type="http://schemas.openxmlformats.org/officeDocument/2006/relationships/image" Target="../media/image1047.png"/></Relationships>
</file>

<file path=ppt/slides/_rels/slide15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52.png"/><Relationship Id="rId13" Type="http://schemas.openxmlformats.org/officeDocument/2006/relationships/image" Target="../media/image1057.png"/><Relationship Id="rId3" Type="http://schemas.openxmlformats.org/officeDocument/2006/relationships/image" Target="../media/image8.png"/><Relationship Id="rId7" Type="http://schemas.openxmlformats.org/officeDocument/2006/relationships/image" Target="../media/image1051.png"/><Relationship Id="rId12" Type="http://schemas.openxmlformats.org/officeDocument/2006/relationships/image" Target="../media/image1056.png"/><Relationship Id="rId2" Type="http://schemas.openxmlformats.org/officeDocument/2006/relationships/image" Target="../media/image1050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044.png"/><Relationship Id="rId11" Type="http://schemas.openxmlformats.org/officeDocument/2006/relationships/image" Target="../media/image1055.png"/><Relationship Id="rId5" Type="http://schemas.openxmlformats.org/officeDocument/2006/relationships/image" Target="../media/image964.png"/><Relationship Id="rId10" Type="http://schemas.openxmlformats.org/officeDocument/2006/relationships/image" Target="../media/image1054.png"/><Relationship Id="rId4" Type="http://schemas.openxmlformats.org/officeDocument/2006/relationships/image" Target="../media/image508.png"/><Relationship Id="rId9" Type="http://schemas.openxmlformats.org/officeDocument/2006/relationships/image" Target="../media/image1053.png"/></Relationships>
</file>

<file path=ppt/slides/_rels/slide15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62.png"/><Relationship Id="rId13" Type="http://schemas.openxmlformats.org/officeDocument/2006/relationships/image" Target="../media/image1067.png"/><Relationship Id="rId18" Type="http://schemas.openxmlformats.org/officeDocument/2006/relationships/image" Target="../media/image1072.png"/><Relationship Id="rId26" Type="http://schemas.openxmlformats.org/officeDocument/2006/relationships/image" Target="../media/image1079.png"/><Relationship Id="rId3" Type="http://schemas.openxmlformats.org/officeDocument/2006/relationships/image" Target="../media/image8.png"/><Relationship Id="rId21" Type="http://schemas.openxmlformats.org/officeDocument/2006/relationships/image" Target="../media/image1075.png"/><Relationship Id="rId7" Type="http://schemas.openxmlformats.org/officeDocument/2006/relationships/image" Target="../media/image1061.png"/><Relationship Id="rId12" Type="http://schemas.openxmlformats.org/officeDocument/2006/relationships/image" Target="../media/image1066.png"/><Relationship Id="rId17" Type="http://schemas.openxmlformats.org/officeDocument/2006/relationships/image" Target="../media/image1071.png"/><Relationship Id="rId25" Type="http://schemas.openxmlformats.org/officeDocument/2006/relationships/image" Target="../media/image1078.png"/><Relationship Id="rId2" Type="http://schemas.openxmlformats.org/officeDocument/2006/relationships/image" Target="../media/image1058.png"/><Relationship Id="rId16" Type="http://schemas.openxmlformats.org/officeDocument/2006/relationships/image" Target="../media/image1070.png"/><Relationship Id="rId20" Type="http://schemas.openxmlformats.org/officeDocument/2006/relationships/image" Target="../media/image1074.png"/><Relationship Id="rId29" Type="http://schemas.openxmlformats.org/officeDocument/2006/relationships/image" Target="../media/image1044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060.png"/><Relationship Id="rId11" Type="http://schemas.openxmlformats.org/officeDocument/2006/relationships/image" Target="../media/image1065.png"/><Relationship Id="rId24" Type="http://schemas.openxmlformats.org/officeDocument/2006/relationships/image" Target="../media/image1077.png"/><Relationship Id="rId5" Type="http://schemas.openxmlformats.org/officeDocument/2006/relationships/image" Target="../media/image1059.png"/><Relationship Id="rId15" Type="http://schemas.openxmlformats.org/officeDocument/2006/relationships/image" Target="../media/image1069.png"/><Relationship Id="rId23" Type="http://schemas.openxmlformats.org/officeDocument/2006/relationships/image" Target="../media/image884.png"/><Relationship Id="rId28" Type="http://schemas.openxmlformats.org/officeDocument/2006/relationships/image" Target="../media/image1081.png"/><Relationship Id="rId10" Type="http://schemas.openxmlformats.org/officeDocument/2006/relationships/image" Target="../media/image1064.png"/><Relationship Id="rId19" Type="http://schemas.openxmlformats.org/officeDocument/2006/relationships/image" Target="../media/image1073.png"/><Relationship Id="rId4" Type="http://schemas.openxmlformats.org/officeDocument/2006/relationships/image" Target="../media/image13.png"/><Relationship Id="rId9" Type="http://schemas.openxmlformats.org/officeDocument/2006/relationships/image" Target="../media/image1063.png"/><Relationship Id="rId14" Type="http://schemas.openxmlformats.org/officeDocument/2006/relationships/image" Target="../media/image1068.png"/><Relationship Id="rId22" Type="http://schemas.openxmlformats.org/officeDocument/2006/relationships/image" Target="../media/image1076.png"/><Relationship Id="rId27" Type="http://schemas.openxmlformats.org/officeDocument/2006/relationships/image" Target="../media/image1080.png"/></Relationships>
</file>

<file path=ppt/slides/_rels/slide157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090.png"/><Relationship Id="rId18" Type="http://schemas.openxmlformats.org/officeDocument/2006/relationships/image" Target="../media/image1094.png"/><Relationship Id="rId26" Type="http://schemas.openxmlformats.org/officeDocument/2006/relationships/image" Target="../media/image1102.png"/><Relationship Id="rId39" Type="http://schemas.openxmlformats.org/officeDocument/2006/relationships/image" Target="../media/image1115.png"/><Relationship Id="rId21" Type="http://schemas.openxmlformats.org/officeDocument/2006/relationships/image" Target="../media/image1097.png"/><Relationship Id="rId34" Type="http://schemas.openxmlformats.org/officeDocument/2006/relationships/image" Target="../media/image1110.png"/><Relationship Id="rId42" Type="http://schemas.openxmlformats.org/officeDocument/2006/relationships/image" Target="../media/image1118.png"/><Relationship Id="rId47" Type="http://schemas.openxmlformats.org/officeDocument/2006/relationships/image" Target="../media/image1123.png"/><Relationship Id="rId7" Type="http://schemas.openxmlformats.org/officeDocument/2006/relationships/image" Target="../media/image1084.png"/><Relationship Id="rId2" Type="http://schemas.openxmlformats.org/officeDocument/2006/relationships/image" Target="../media/image1082.png"/><Relationship Id="rId16" Type="http://schemas.openxmlformats.org/officeDocument/2006/relationships/image" Target="../media/image931.png"/><Relationship Id="rId29" Type="http://schemas.openxmlformats.org/officeDocument/2006/relationships/image" Target="../media/image1105.png"/><Relationship Id="rId11" Type="http://schemas.openxmlformats.org/officeDocument/2006/relationships/image" Target="../media/image1088.png"/><Relationship Id="rId24" Type="http://schemas.openxmlformats.org/officeDocument/2006/relationships/image" Target="../media/image1100.png"/><Relationship Id="rId32" Type="http://schemas.openxmlformats.org/officeDocument/2006/relationships/image" Target="../media/image1108.png"/><Relationship Id="rId37" Type="http://schemas.openxmlformats.org/officeDocument/2006/relationships/image" Target="../media/image1113.png"/><Relationship Id="rId40" Type="http://schemas.openxmlformats.org/officeDocument/2006/relationships/image" Target="../media/image1116.png"/><Relationship Id="rId45" Type="http://schemas.openxmlformats.org/officeDocument/2006/relationships/image" Target="../media/image1121.png"/><Relationship Id="rId5" Type="http://schemas.openxmlformats.org/officeDocument/2006/relationships/image" Target="../media/image922.png"/><Relationship Id="rId15" Type="http://schemas.openxmlformats.org/officeDocument/2006/relationships/image" Target="../media/image1092.png"/><Relationship Id="rId23" Type="http://schemas.openxmlformats.org/officeDocument/2006/relationships/image" Target="../media/image1099.png"/><Relationship Id="rId28" Type="http://schemas.openxmlformats.org/officeDocument/2006/relationships/image" Target="../media/image1104.png"/><Relationship Id="rId36" Type="http://schemas.openxmlformats.org/officeDocument/2006/relationships/image" Target="../media/image1112.png"/><Relationship Id="rId49" Type="http://schemas.openxmlformats.org/officeDocument/2006/relationships/image" Target="../media/image1125.png"/><Relationship Id="rId10" Type="http://schemas.openxmlformats.org/officeDocument/2006/relationships/image" Target="../media/image1087.png"/><Relationship Id="rId19" Type="http://schemas.openxmlformats.org/officeDocument/2006/relationships/image" Target="../media/image1095.png"/><Relationship Id="rId31" Type="http://schemas.openxmlformats.org/officeDocument/2006/relationships/image" Target="../media/image1107.png"/><Relationship Id="rId44" Type="http://schemas.openxmlformats.org/officeDocument/2006/relationships/image" Target="../media/image1120.png"/><Relationship Id="rId4" Type="http://schemas.openxmlformats.org/officeDocument/2006/relationships/image" Target="../media/image13.png"/><Relationship Id="rId9" Type="http://schemas.openxmlformats.org/officeDocument/2006/relationships/image" Target="../media/image1086.png"/><Relationship Id="rId14" Type="http://schemas.openxmlformats.org/officeDocument/2006/relationships/image" Target="../media/image1091.png"/><Relationship Id="rId22" Type="http://schemas.openxmlformats.org/officeDocument/2006/relationships/image" Target="../media/image1098.png"/><Relationship Id="rId27" Type="http://schemas.openxmlformats.org/officeDocument/2006/relationships/image" Target="../media/image1103.png"/><Relationship Id="rId30" Type="http://schemas.openxmlformats.org/officeDocument/2006/relationships/image" Target="../media/image1106.png"/><Relationship Id="rId35" Type="http://schemas.openxmlformats.org/officeDocument/2006/relationships/image" Target="../media/image1111.png"/><Relationship Id="rId43" Type="http://schemas.openxmlformats.org/officeDocument/2006/relationships/image" Target="../media/image1119.png"/><Relationship Id="rId48" Type="http://schemas.openxmlformats.org/officeDocument/2006/relationships/image" Target="../media/image1124.png"/><Relationship Id="rId8" Type="http://schemas.openxmlformats.org/officeDocument/2006/relationships/image" Target="../media/image1085.png"/><Relationship Id="rId3" Type="http://schemas.openxmlformats.org/officeDocument/2006/relationships/image" Target="../media/image8.png"/><Relationship Id="rId12" Type="http://schemas.openxmlformats.org/officeDocument/2006/relationships/image" Target="../media/image1089.png"/><Relationship Id="rId17" Type="http://schemas.openxmlformats.org/officeDocument/2006/relationships/image" Target="../media/image1093.png"/><Relationship Id="rId25" Type="http://schemas.openxmlformats.org/officeDocument/2006/relationships/image" Target="../media/image1101.png"/><Relationship Id="rId33" Type="http://schemas.openxmlformats.org/officeDocument/2006/relationships/image" Target="../media/image1109.png"/><Relationship Id="rId38" Type="http://schemas.openxmlformats.org/officeDocument/2006/relationships/image" Target="../media/image1114.png"/><Relationship Id="rId46" Type="http://schemas.openxmlformats.org/officeDocument/2006/relationships/image" Target="../media/image1122.png"/><Relationship Id="rId20" Type="http://schemas.openxmlformats.org/officeDocument/2006/relationships/image" Target="../media/image1096.png"/><Relationship Id="rId41" Type="http://schemas.openxmlformats.org/officeDocument/2006/relationships/image" Target="../media/image1117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083.png"/></Relationships>
</file>

<file path=ppt/slides/_rels/slide15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30.png"/><Relationship Id="rId13" Type="http://schemas.openxmlformats.org/officeDocument/2006/relationships/image" Target="../media/image1135.png"/><Relationship Id="rId18" Type="http://schemas.openxmlformats.org/officeDocument/2006/relationships/image" Target="../media/image1140.png"/><Relationship Id="rId3" Type="http://schemas.openxmlformats.org/officeDocument/2006/relationships/image" Target="../media/image8.png"/><Relationship Id="rId21" Type="http://schemas.openxmlformats.org/officeDocument/2006/relationships/image" Target="../media/image1143.png"/><Relationship Id="rId7" Type="http://schemas.openxmlformats.org/officeDocument/2006/relationships/image" Target="../media/image1129.png"/><Relationship Id="rId12" Type="http://schemas.openxmlformats.org/officeDocument/2006/relationships/image" Target="../media/image1134.png"/><Relationship Id="rId17" Type="http://schemas.openxmlformats.org/officeDocument/2006/relationships/image" Target="../media/image1139.png"/><Relationship Id="rId2" Type="http://schemas.openxmlformats.org/officeDocument/2006/relationships/image" Target="../media/image1126.png"/><Relationship Id="rId16" Type="http://schemas.openxmlformats.org/officeDocument/2006/relationships/image" Target="../media/image1138.png"/><Relationship Id="rId20" Type="http://schemas.openxmlformats.org/officeDocument/2006/relationships/image" Target="../media/image1142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128.png"/><Relationship Id="rId11" Type="http://schemas.openxmlformats.org/officeDocument/2006/relationships/image" Target="../media/image1133.png"/><Relationship Id="rId5" Type="http://schemas.openxmlformats.org/officeDocument/2006/relationships/image" Target="../media/image1127.png"/><Relationship Id="rId15" Type="http://schemas.openxmlformats.org/officeDocument/2006/relationships/image" Target="../media/image1137.png"/><Relationship Id="rId23" Type="http://schemas.openxmlformats.org/officeDocument/2006/relationships/image" Target="../media/image1145.png"/><Relationship Id="rId10" Type="http://schemas.openxmlformats.org/officeDocument/2006/relationships/image" Target="../media/image1132.png"/><Relationship Id="rId19" Type="http://schemas.openxmlformats.org/officeDocument/2006/relationships/image" Target="../media/image1141.png"/><Relationship Id="rId4" Type="http://schemas.openxmlformats.org/officeDocument/2006/relationships/image" Target="../media/image13.png"/><Relationship Id="rId9" Type="http://schemas.openxmlformats.org/officeDocument/2006/relationships/image" Target="../media/image1131.png"/><Relationship Id="rId14" Type="http://schemas.openxmlformats.org/officeDocument/2006/relationships/image" Target="../media/image1136.png"/><Relationship Id="rId22" Type="http://schemas.openxmlformats.org/officeDocument/2006/relationships/image" Target="../media/image1144.png"/></Relationships>
</file>

<file path=ppt/slides/_rels/slide159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155.png"/><Relationship Id="rId18" Type="http://schemas.openxmlformats.org/officeDocument/2006/relationships/image" Target="../media/image1160.png"/><Relationship Id="rId26" Type="http://schemas.openxmlformats.org/officeDocument/2006/relationships/image" Target="../media/image1168.png"/><Relationship Id="rId39" Type="http://schemas.openxmlformats.org/officeDocument/2006/relationships/image" Target="../media/image1181.png"/><Relationship Id="rId21" Type="http://schemas.openxmlformats.org/officeDocument/2006/relationships/image" Target="../media/image1163.png"/><Relationship Id="rId34" Type="http://schemas.openxmlformats.org/officeDocument/2006/relationships/image" Target="../media/image1176.png"/><Relationship Id="rId42" Type="http://schemas.openxmlformats.org/officeDocument/2006/relationships/image" Target="../media/image1184.png"/><Relationship Id="rId7" Type="http://schemas.openxmlformats.org/officeDocument/2006/relationships/image" Target="../media/image1149.png"/><Relationship Id="rId2" Type="http://schemas.openxmlformats.org/officeDocument/2006/relationships/image" Target="../media/image1146.png"/><Relationship Id="rId16" Type="http://schemas.openxmlformats.org/officeDocument/2006/relationships/image" Target="../media/image1158.png"/><Relationship Id="rId29" Type="http://schemas.openxmlformats.org/officeDocument/2006/relationships/image" Target="../media/image1171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148.png"/><Relationship Id="rId11" Type="http://schemas.openxmlformats.org/officeDocument/2006/relationships/image" Target="../media/image1153.png"/><Relationship Id="rId24" Type="http://schemas.openxmlformats.org/officeDocument/2006/relationships/image" Target="../media/image1166.png"/><Relationship Id="rId32" Type="http://schemas.openxmlformats.org/officeDocument/2006/relationships/image" Target="../media/image1174.png"/><Relationship Id="rId37" Type="http://schemas.openxmlformats.org/officeDocument/2006/relationships/image" Target="../media/image1179.png"/><Relationship Id="rId40" Type="http://schemas.openxmlformats.org/officeDocument/2006/relationships/image" Target="../media/image1182.png"/><Relationship Id="rId45" Type="http://schemas.openxmlformats.org/officeDocument/2006/relationships/image" Target="../media/image1187.png"/><Relationship Id="rId5" Type="http://schemas.openxmlformats.org/officeDocument/2006/relationships/image" Target="../media/image1147.png"/><Relationship Id="rId15" Type="http://schemas.openxmlformats.org/officeDocument/2006/relationships/image" Target="../media/image1157.png"/><Relationship Id="rId23" Type="http://schemas.openxmlformats.org/officeDocument/2006/relationships/image" Target="../media/image1165.png"/><Relationship Id="rId28" Type="http://schemas.openxmlformats.org/officeDocument/2006/relationships/image" Target="../media/image1170.png"/><Relationship Id="rId36" Type="http://schemas.openxmlformats.org/officeDocument/2006/relationships/image" Target="../media/image1178.png"/><Relationship Id="rId10" Type="http://schemas.openxmlformats.org/officeDocument/2006/relationships/image" Target="../media/image1152.png"/><Relationship Id="rId19" Type="http://schemas.openxmlformats.org/officeDocument/2006/relationships/image" Target="../media/image1161.png"/><Relationship Id="rId31" Type="http://schemas.openxmlformats.org/officeDocument/2006/relationships/image" Target="../media/image1173.png"/><Relationship Id="rId44" Type="http://schemas.openxmlformats.org/officeDocument/2006/relationships/image" Target="../media/image1186.png"/><Relationship Id="rId4" Type="http://schemas.openxmlformats.org/officeDocument/2006/relationships/image" Target="../media/image13.png"/><Relationship Id="rId9" Type="http://schemas.openxmlformats.org/officeDocument/2006/relationships/image" Target="../media/image1151.png"/><Relationship Id="rId14" Type="http://schemas.openxmlformats.org/officeDocument/2006/relationships/image" Target="../media/image1156.png"/><Relationship Id="rId22" Type="http://schemas.openxmlformats.org/officeDocument/2006/relationships/image" Target="../media/image1164.png"/><Relationship Id="rId27" Type="http://schemas.openxmlformats.org/officeDocument/2006/relationships/image" Target="../media/image1169.png"/><Relationship Id="rId30" Type="http://schemas.openxmlformats.org/officeDocument/2006/relationships/image" Target="../media/image1172.png"/><Relationship Id="rId35" Type="http://schemas.openxmlformats.org/officeDocument/2006/relationships/image" Target="../media/image1177.png"/><Relationship Id="rId43" Type="http://schemas.openxmlformats.org/officeDocument/2006/relationships/image" Target="../media/image1185.png"/><Relationship Id="rId8" Type="http://schemas.openxmlformats.org/officeDocument/2006/relationships/image" Target="../media/image1150.png"/><Relationship Id="rId3" Type="http://schemas.openxmlformats.org/officeDocument/2006/relationships/image" Target="../media/image8.png"/><Relationship Id="rId12" Type="http://schemas.openxmlformats.org/officeDocument/2006/relationships/image" Target="../media/image1154.png"/><Relationship Id="rId17" Type="http://schemas.openxmlformats.org/officeDocument/2006/relationships/image" Target="../media/image1159.png"/><Relationship Id="rId25" Type="http://schemas.openxmlformats.org/officeDocument/2006/relationships/image" Target="../media/image1167.png"/><Relationship Id="rId33" Type="http://schemas.openxmlformats.org/officeDocument/2006/relationships/image" Target="../media/image1175.png"/><Relationship Id="rId38" Type="http://schemas.openxmlformats.org/officeDocument/2006/relationships/image" Target="../media/image1180.png"/><Relationship Id="rId20" Type="http://schemas.openxmlformats.org/officeDocument/2006/relationships/image" Target="../media/image1162.png"/><Relationship Id="rId41" Type="http://schemas.openxmlformats.org/officeDocument/2006/relationships/image" Target="../media/image1183.png"/></Relationships>
</file>

<file path=ppt/slides/_rels/slide1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188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190.png"/><Relationship Id="rId5" Type="http://schemas.openxmlformats.org/officeDocument/2006/relationships/image" Target="../media/image1189.png"/><Relationship Id="rId4" Type="http://schemas.openxmlformats.org/officeDocument/2006/relationships/image" Target="../media/image13.png"/></Relationships>
</file>

<file path=ppt/slides/_rels/slide16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95.png"/><Relationship Id="rId13" Type="http://schemas.openxmlformats.org/officeDocument/2006/relationships/image" Target="../media/image1200.png"/><Relationship Id="rId18" Type="http://schemas.openxmlformats.org/officeDocument/2006/relationships/image" Target="../media/image1205.png"/><Relationship Id="rId26" Type="http://schemas.openxmlformats.org/officeDocument/2006/relationships/image" Target="../media/image1213.png"/><Relationship Id="rId3" Type="http://schemas.openxmlformats.org/officeDocument/2006/relationships/image" Target="../media/image8.png"/><Relationship Id="rId21" Type="http://schemas.openxmlformats.org/officeDocument/2006/relationships/image" Target="../media/image1208.png"/><Relationship Id="rId7" Type="http://schemas.openxmlformats.org/officeDocument/2006/relationships/image" Target="../media/image1194.png"/><Relationship Id="rId12" Type="http://schemas.openxmlformats.org/officeDocument/2006/relationships/image" Target="../media/image1199.png"/><Relationship Id="rId17" Type="http://schemas.openxmlformats.org/officeDocument/2006/relationships/image" Target="../media/image1204.png"/><Relationship Id="rId25" Type="http://schemas.openxmlformats.org/officeDocument/2006/relationships/image" Target="../media/image1212.png"/><Relationship Id="rId2" Type="http://schemas.openxmlformats.org/officeDocument/2006/relationships/image" Target="../media/image1191.png"/><Relationship Id="rId16" Type="http://schemas.openxmlformats.org/officeDocument/2006/relationships/image" Target="../media/image1203.png"/><Relationship Id="rId20" Type="http://schemas.openxmlformats.org/officeDocument/2006/relationships/image" Target="../media/image1207.png"/><Relationship Id="rId29" Type="http://schemas.openxmlformats.org/officeDocument/2006/relationships/image" Target="../media/image1216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193.png"/><Relationship Id="rId11" Type="http://schemas.openxmlformats.org/officeDocument/2006/relationships/image" Target="../media/image1198.png"/><Relationship Id="rId24" Type="http://schemas.openxmlformats.org/officeDocument/2006/relationships/image" Target="../media/image1211.png"/><Relationship Id="rId32" Type="http://schemas.openxmlformats.org/officeDocument/2006/relationships/image" Target="../media/image1219.png"/><Relationship Id="rId5" Type="http://schemas.openxmlformats.org/officeDocument/2006/relationships/image" Target="../media/image1192.png"/><Relationship Id="rId15" Type="http://schemas.openxmlformats.org/officeDocument/2006/relationships/image" Target="../media/image1202.png"/><Relationship Id="rId23" Type="http://schemas.openxmlformats.org/officeDocument/2006/relationships/image" Target="../media/image1210.png"/><Relationship Id="rId28" Type="http://schemas.openxmlformats.org/officeDocument/2006/relationships/image" Target="../media/image1215.png"/><Relationship Id="rId10" Type="http://schemas.openxmlformats.org/officeDocument/2006/relationships/image" Target="../media/image1197.png"/><Relationship Id="rId19" Type="http://schemas.openxmlformats.org/officeDocument/2006/relationships/image" Target="../media/image1206.png"/><Relationship Id="rId31" Type="http://schemas.openxmlformats.org/officeDocument/2006/relationships/image" Target="../media/image1218.png"/><Relationship Id="rId4" Type="http://schemas.openxmlformats.org/officeDocument/2006/relationships/image" Target="../media/image13.png"/><Relationship Id="rId9" Type="http://schemas.openxmlformats.org/officeDocument/2006/relationships/image" Target="../media/image1196.png"/><Relationship Id="rId14" Type="http://schemas.openxmlformats.org/officeDocument/2006/relationships/image" Target="../media/image1201.png"/><Relationship Id="rId22" Type="http://schemas.openxmlformats.org/officeDocument/2006/relationships/image" Target="../media/image1209.png"/><Relationship Id="rId27" Type="http://schemas.openxmlformats.org/officeDocument/2006/relationships/image" Target="../media/image1214.png"/><Relationship Id="rId30" Type="http://schemas.openxmlformats.org/officeDocument/2006/relationships/image" Target="../media/image1217.png"/></Relationships>
</file>

<file path=ppt/slides/_rels/slide16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29.png"/><Relationship Id="rId3" Type="http://schemas.openxmlformats.org/officeDocument/2006/relationships/image" Target="../media/image1220.png"/><Relationship Id="rId7" Type="http://schemas.openxmlformats.org/officeDocument/2006/relationships/image" Target="../media/image1004.png"/><Relationship Id="rId2" Type="http://schemas.openxmlformats.org/officeDocument/2006/relationships/image" Target="../media/image20.jp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003.png"/><Relationship Id="rId5" Type="http://schemas.openxmlformats.org/officeDocument/2006/relationships/image" Target="../media/image13.png"/><Relationship Id="rId10" Type="http://schemas.openxmlformats.org/officeDocument/2006/relationships/image" Target="../media/image1221.png"/><Relationship Id="rId4" Type="http://schemas.openxmlformats.org/officeDocument/2006/relationships/image" Target="../media/image8.png"/><Relationship Id="rId9" Type="http://schemas.openxmlformats.org/officeDocument/2006/relationships/image" Target="../media/image1006.png"/></Relationships>
</file>

<file path=ppt/slides/_rels/slide16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26.png"/><Relationship Id="rId13" Type="http://schemas.openxmlformats.org/officeDocument/2006/relationships/image" Target="../media/image1231.png"/><Relationship Id="rId18" Type="http://schemas.openxmlformats.org/officeDocument/2006/relationships/image" Target="../media/image1236.png"/><Relationship Id="rId26" Type="http://schemas.openxmlformats.org/officeDocument/2006/relationships/image" Target="../media/image1244.png"/><Relationship Id="rId3" Type="http://schemas.openxmlformats.org/officeDocument/2006/relationships/image" Target="../media/image8.png"/><Relationship Id="rId21" Type="http://schemas.openxmlformats.org/officeDocument/2006/relationships/image" Target="../media/image1239.png"/><Relationship Id="rId7" Type="http://schemas.openxmlformats.org/officeDocument/2006/relationships/image" Target="../media/image1225.png"/><Relationship Id="rId12" Type="http://schemas.openxmlformats.org/officeDocument/2006/relationships/image" Target="../media/image1230.png"/><Relationship Id="rId17" Type="http://schemas.openxmlformats.org/officeDocument/2006/relationships/image" Target="../media/image1235.png"/><Relationship Id="rId25" Type="http://schemas.openxmlformats.org/officeDocument/2006/relationships/image" Target="../media/image1243.png"/><Relationship Id="rId2" Type="http://schemas.openxmlformats.org/officeDocument/2006/relationships/image" Target="../media/image1222.png"/><Relationship Id="rId16" Type="http://schemas.openxmlformats.org/officeDocument/2006/relationships/image" Target="../media/image1234.png"/><Relationship Id="rId20" Type="http://schemas.openxmlformats.org/officeDocument/2006/relationships/image" Target="../media/image1238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224.png"/><Relationship Id="rId11" Type="http://schemas.openxmlformats.org/officeDocument/2006/relationships/image" Target="../media/image1229.png"/><Relationship Id="rId24" Type="http://schemas.openxmlformats.org/officeDocument/2006/relationships/image" Target="../media/image1242.png"/><Relationship Id="rId5" Type="http://schemas.openxmlformats.org/officeDocument/2006/relationships/image" Target="../media/image1223.png"/><Relationship Id="rId15" Type="http://schemas.openxmlformats.org/officeDocument/2006/relationships/image" Target="../media/image1233.png"/><Relationship Id="rId23" Type="http://schemas.openxmlformats.org/officeDocument/2006/relationships/image" Target="../media/image1241.png"/><Relationship Id="rId10" Type="http://schemas.openxmlformats.org/officeDocument/2006/relationships/image" Target="../media/image1228.png"/><Relationship Id="rId19" Type="http://schemas.openxmlformats.org/officeDocument/2006/relationships/image" Target="../media/image1237.png"/><Relationship Id="rId4" Type="http://schemas.openxmlformats.org/officeDocument/2006/relationships/image" Target="../media/image13.png"/><Relationship Id="rId9" Type="http://schemas.openxmlformats.org/officeDocument/2006/relationships/image" Target="../media/image1227.png"/><Relationship Id="rId14" Type="http://schemas.openxmlformats.org/officeDocument/2006/relationships/image" Target="../media/image1232.png"/><Relationship Id="rId22" Type="http://schemas.openxmlformats.org/officeDocument/2006/relationships/image" Target="../media/image1240.png"/></Relationships>
</file>

<file path=ppt/slides/_rels/slide1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245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247.png"/><Relationship Id="rId5" Type="http://schemas.openxmlformats.org/officeDocument/2006/relationships/image" Target="../media/image1246.png"/><Relationship Id="rId4" Type="http://schemas.openxmlformats.org/officeDocument/2006/relationships/image" Target="../media/image13.png"/></Relationships>
</file>

<file path=ppt/slides/_rels/slide16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52.png"/><Relationship Id="rId3" Type="http://schemas.openxmlformats.org/officeDocument/2006/relationships/image" Target="../media/image8.png"/><Relationship Id="rId7" Type="http://schemas.openxmlformats.org/officeDocument/2006/relationships/image" Target="../media/image1251.png"/><Relationship Id="rId2" Type="http://schemas.openxmlformats.org/officeDocument/2006/relationships/image" Target="../media/image1248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250.png"/><Relationship Id="rId5" Type="http://schemas.openxmlformats.org/officeDocument/2006/relationships/image" Target="../media/image1249.png"/><Relationship Id="rId4" Type="http://schemas.openxmlformats.org/officeDocument/2006/relationships/image" Target="../media/image13.png"/></Relationships>
</file>

<file path=ppt/slides/_rels/slide16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56.png"/><Relationship Id="rId3" Type="http://schemas.openxmlformats.org/officeDocument/2006/relationships/image" Target="../media/image8.png"/><Relationship Id="rId7" Type="http://schemas.openxmlformats.org/officeDocument/2006/relationships/image" Target="../media/image1255.png"/><Relationship Id="rId2" Type="http://schemas.openxmlformats.org/officeDocument/2006/relationships/image" Target="../media/image1253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254.png"/><Relationship Id="rId5" Type="http://schemas.openxmlformats.org/officeDocument/2006/relationships/image" Target="../media/image1249.png"/><Relationship Id="rId4" Type="http://schemas.openxmlformats.org/officeDocument/2006/relationships/image" Target="../media/image13.png"/></Relationships>
</file>

<file path=ppt/slides/_rels/slide16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61.png"/><Relationship Id="rId3" Type="http://schemas.openxmlformats.org/officeDocument/2006/relationships/image" Target="../media/image8.png"/><Relationship Id="rId7" Type="http://schemas.openxmlformats.org/officeDocument/2006/relationships/image" Target="../media/image1260.png"/><Relationship Id="rId2" Type="http://schemas.openxmlformats.org/officeDocument/2006/relationships/image" Target="../media/image125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59.png"/><Relationship Id="rId5" Type="http://schemas.openxmlformats.org/officeDocument/2006/relationships/image" Target="../media/image1258.png"/><Relationship Id="rId4" Type="http://schemas.openxmlformats.org/officeDocument/2006/relationships/image" Target="../media/image13.png"/></Relationships>
</file>

<file path=ppt/slides/_rels/slide1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7" Type="http://schemas.openxmlformats.org/officeDocument/2006/relationships/image" Target="../media/image1264.png"/><Relationship Id="rId2" Type="http://schemas.openxmlformats.org/officeDocument/2006/relationships/image" Target="../media/image126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60.png"/><Relationship Id="rId5" Type="http://schemas.openxmlformats.org/officeDocument/2006/relationships/image" Target="../media/image1263.png"/><Relationship Id="rId4" Type="http://schemas.openxmlformats.org/officeDocument/2006/relationships/image" Target="../media/image13.png"/></Relationships>
</file>

<file path=ppt/slides/_rels/slide16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68.png"/><Relationship Id="rId3" Type="http://schemas.openxmlformats.org/officeDocument/2006/relationships/image" Target="../media/image8.png"/><Relationship Id="rId7" Type="http://schemas.openxmlformats.org/officeDocument/2006/relationships/image" Target="../media/image1267.png"/><Relationship Id="rId2" Type="http://schemas.openxmlformats.org/officeDocument/2006/relationships/image" Target="../media/image126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60.png"/><Relationship Id="rId5" Type="http://schemas.openxmlformats.org/officeDocument/2006/relationships/image" Target="../media/image1266.png"/><Relationship Id="rId4" Type="http://schemas.openxmlformats.org/officeDocument/2006/relationships/image" Target="../media/image13.png"/></Relationships>
</file>

<file path=ppt/slides/_rels/slide17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71.png"/><Relationship Id="rId3" Type="http://schemas.openxmlformats.org/officeDocument/2006/relationships/image" Target="../media/image8.png"/><Relationship Id="rId7" Type="http://schemas.openxmlformats.org/officeDocument/2006/relationships/image" Target="../media/image1270.png"/><Relationship Id="rId2" Type="http://schemas.openxmlformats.org/officeDocument/2006/relationships/image" Target="../media/image1269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260.png"/><Relationship Id="rId5" Type="http://schemas.openxmlformats.org/officeDocument/2006/relationships/image" Target="../media/image1266.png"/><Relationship Id="rId4" Type="http://schemas.openxmlformats.org/officeDocument/2006/relationships/image" Target="../media/image13.png"/></Relationships>
</file>

<file path=ppt/slides/_rels/slide1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27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70.png"/><Relationship Id="rId5" Type="http://schemas.openxmlformats.org/officeDocument/2006/relationships/image" Target="../media/image1266.png"/><Relationship Id="rId4" Type="http://schemas.openxmlformats.org/officeDocument/2006/relationships/image" Target="../media/image13.png"/></Relationships>
</file>

<file path=ppt/slides/_rels/slide17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77.png"/><Relationship Id="rId3" Type="http://schemas.openxmlformats.org/officeDocument/2006/relationships/image" Target="../media/image8.png"/><Relationship Id="rId7" Type="http://schemas.openxmlformats.org/officeDocument/2006/relationships/image" Target="../media/image1276.png"/><Relationship Id="rId2" Type="http://schemas.openxmlformats.org/officeDocument/2006/relationships/image" Target="../media/image1273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275.png"/><Relationship Id="rId5" Type="http://schemas.openxmlformats.org/officeDocument/2006/relationships/image" Target="../media/image1274.png"/><Relationship Id="rId10" Type="http://schemas.openxmlformats.org/officeDocument/2006/relationships/image" Target="../media/image1260.png"/><Relationship Id="rId4" Type="http://schemas.openxmlformats.org/officeDocument/2006/relationships/image" Target="../media/image13.png"/><Relationship Id="rId9" Type="http://schemas.openxmlformats.org/officeDocument/2006/relationships/image" Target="../media/image1278.png"/></Relationships>
</file>

<file path=ppt/slides/_rels/slide17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279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281.png"/><Relationship Id="rId5" Type="http://schemas.openxmlformats.org/officeDocument/2006/relationships/image" Target="../media/image1280.png"/><Relationship Id="rId4" Type="http://schemas.openxmlformats.org/officeDocument/2006/relationships/image" Target="../media/image13.png"/></Relationships>
</file>

<file path=ppt/slides/_rels/slide17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7" Type="http://schemas.openxmlformats.org/officeDocument/2006/relationships/image" Target="../media/image1260.png"/><Relationship Id="rId2" Type="http://schemas.openxmlformats.org/officeDocument/2006/relationships/image" Target="../media/image1282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284.png"/><Relationship Id="rId5" Type="http://schemas.openxmlformats.org/officeDocument/2006/relationships/image" Target="../media/image1283.png"/><Relationship Id="rId4" Type="http://schemas.openxmlformats.org/officeDocument/2006/relationships/image" Target="../media/image13.png"/></Relationships>
</file>

<file path=ppt/slides/_rels/slide17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7" Type="http://schemas.openxmlformats.org/officeDocument/2006/relationships/image" Target="../media/image1287.png"/><Relationship Id="rId2" Type="http://schemas.openxmlformats.org/officeDocument/2006/relationships/image" Target="../media/image1285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286.png"/><Relationship Id="rId5" Type="http://schemas.openxmlformats.org/officeDocument/2006/relationships/image" Target="../media/image1283.png"/><Relationship Id="rId4" Type="http://schemas.openxmlformats.org/officeDocument/2006/relationships/image" Target="../media/image13.png"/></Relationships>
</file>

<file path=ppt/slides/_rels/slide17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60.png"/><Relationship Id="rId3" Type="http://schemas.openxmlformats.org/officeDocument/2006/relationships/image" Target="../media/image8.png"/><Relationship Id="rId7" Type="http://schemas.openxmlformats.org/officeDocument/2006/relationships/image" Target="../media/image1290.png"/><Relationship Id="rId2" Type="http://schemas.openxmlformats.org/officeDocument/2006/relationships/image" Target="../media/image1288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289.png"/><Relationship Id="rId5" Type="http://schemas.openxmlformats.org/officeDocument/2006/relationships/image" Target="../media/image1283.png"/><Relationship Id="rId4" Type="http://schemas.openxmlformats.org/officeDocument/2006/relationships/image" Target="../media/image13.png"/></Relationships>
</file>

<file path=ppt/slides/_rels/slide17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7" Type="http://schemas.openxmlformats.org/officeDocument/2006/relationships/image" Target="../media/image1292.png"/><Relationship Id="rId2" Type="http://schemas.openxmlformats.org/officeDocument/2006/relationships/image" Target="../media/image1291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267.png"/><Relationship Id="rId5" Type="http://schemas.openxmlformats.org/officeDocument/2006/relationships/image" Target="../media/image1266.png"/><Relationship Id="rId4" Type="http://schemas.openxmlformats.org/officeDocument/2006/relationships/image" Target="../media/image13.png"/></Relationships>
</file>

<file path=ppt/slides/_rels/slide17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7" Type="http://schemas.openxmlformats.org/officeDocument/2006/relationships/image" Target="../media/image1294.png"/><Relationship Id="rId2" Type="http://schemas.openxmlformats.org/officeDocument/2006/relationships/image" Target="../media/image129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70.png"/><Relationship Id="rId5" Type="http://schemas.openxmlformats.org/officeDocument/2006/relationships/image" Target="../media/image1266.png"/><Relationship Id="rId4" Type="http://schemas.openxmlformats.org/officeDocument/2006/relationships/image" Target="../media/image13.png"/></Relationships>
</file>

<file path=ppt/slides/_rels/slide17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60.png"/><Relationship Id="rId3" Type="http://schemas.openxmlformats.org/officeDocument/2006/relationships/image" Target="../media/image8.png"/><Relationship Id="rId7" Type="http://schemas.openxmlformats.org/officeDocument/2006/relationships/image" Target="../media/image1296.png"/><Relationship Id="rId2" Type="http://schemas.openxmlformats.org/officeDocument/2006/relationships/image" Target="../media/image1295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277.png"/><Relationship Id="rId5" Type="http://schemas.openxmlformats.org/officeDocument/2006/relationships/image" Target="../media/image1266.png"/><Relationship Id="rId4" Type="http://schemas.openxmlformats.org/officeDocument/2006/relationships/image" Target="../media/image13.png"/></Relationships>
</file>

<file path=ppt/slides/_rels/slide18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7" Type="http://schemas.openxmlformats.org/officeDocument/2006/relationships/image" Target="../media/image1299.png"/><Relationship Id="rId2" Type="http://schemas.openxmlformats.org/officeDocument/2006/relationships/image" Target="../media/image1297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284.png"/><Relationship Id="rId5" Type="http://schemas.openxmlformats.org/officeDocument/2006/relationships/image" Target="../media/image1298.png"/><Relationship Id="rId4" Type="http://schemas.openxmlformats.org/officeDocument/2006/relationships/image" Target="../media/image13.png"/></Relationships>
</file>

<file path=ppt/slides/_rels/slide18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7" Type="http://schemas.openxmlformats.org/officeDocument/2006/relationships/image" Target="../media/image1302.png"/><Relationship Id="rId2" Type="http://schemas.openxmlformats.org/officeDocument/2006/relationships/image" Target="../media/image1300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301.png"/><Relationship Id="rId5" Type="http://schemas.openxmlformats.org/officeDocument/2006/relationships/image" Target="../media/image1298.png"/><Relationship Id="rId4" Type="http://schemas.openxmlformats.org/officeDocument/2006/relationships/image" Target="../media/image13.png"/></Relationships>
</file>

<file path=ppt/slides/_rels/slide18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06.png"/><Relationship Id="rId3" Type="http://schemas.openxmlformats.org/officeDocument/2006/relationships/image" Target="../media/image8.png"/><Relationship Id="rId7" Type="http://schemas.openxmlformats.org/officeDocument/2006/relationships/image" Target="../media/image1305.png"/><Relationship Id="rId2" Type="http://schemas.openxmlformats.org/officeDocument/2006/relationships/image" Target="../media/image1303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304.png"/><Relationship Id="rId5" Type="http://schemas.openxmlformats.org/officeDocument/2006/relationships/image" Target="../media/image1298.png"/><Relationship Id="rId4" Type="http://schemas.openxmlformats.org/officeDocument/2006/relationships/image" Target="../media/image13.png"/><Relationship Id="rId9" Type="http://schemas.openxmlformats.org/officeDocument/2006/relationships/image" Target="../media/image1307.png"/></Relationships>
</file>

<file path=ppt/slides/_rels/slide18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11.png"/><Relationship Id="rId3" Type="http://schemas.openxmlformats.org/officeDocument/2006/relationships/image" Target="../media/image8.png"/><Relationship Id="rId7" Type="http://schemas.openxmlformats.org/officeDocument/2006/relationships/image" Target="../media/image1310.png"/><Relationship Id="rId2" Type="http://schemas.openxmlformats.org/officeDocument/2006/relationships/image" Target="../media/image1308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309.png"/><Relationship Id="rId5" Type="http://schemas.openxmlformats.org/officeDocument/2006/relationships/image" Target="../media/image1298.png"/><Relationship Id="rId4" Type="http://schemas.openxmlformats.org/officeDocument/2006/relationships/image" Target="../media/image13.png"/><Relationship Id="rId9" Type="http://schemas.openxmlformats.org/officeDocument/2006/relationships/image" Target="../media/image1312.png"/></Relationships>
</file>

<file path=ppt/slides/_rels/slide18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60.png"/><Relationship Id="rId3" Type="http://schemas.openxmlformats.org/officeDocument/2006/relationships/image" Target="../media/image8.png"/><Relationship Id="rId7" Type="http://schemas.openxmlformats.org/officeDocument/2006/relationships/image" Target="../media/image1315.png"/><Relationship Id="rId2" Type="http://schemas.openxmlformats.org/officeDocument/2006/relationships/image" Target="../media/image131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14.png"/><Relationship Id="rId5" Type="http://schemas.openxmlformats.org/officeDocument/2006/relationships/image" Target="../media/image1298.png"/><Relationship Id="rId4" Type="http://schemas.openxmlformats.org/officeDocument/2006/relationships/image" Target="../media/image13.png"/></Relationships>
</file>

<file path=ppt/slides/_rels/slide18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7" Type="http://schemas.openxmlformats.org/officeDocument/2006/relationships/image" Target="../media/image1318.png"/><Relationship Id="rId2" Type="http://schemas.openxmlformats.org/officeDocument/2006/relationships/image" Target="../media/image1316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317.png"/><Relationship Id="rId5" Type="http://schemas.openxmlformats.org/officeDocument/2006/relationships/image" Target="../media/image1298.png"/><Relationship Id="rId4" Type="http://schemas.openxmlformats.org/officeDocument/2006/relationships/image" Target="../media/image13.png"/></Relationships>
</file>

<file path=ppt/slides/_rels/slide18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60.png"/><Relationship Id="rId3" Type="http://schemas.openxmlformats.org/officeDocument/2006/relationships/image" Target="../media/image8.png"/><Relationship Id="rId7" Type="http://schemas.openxmlformats.org/officeDocument/2006/relationships/image" Target="../media/image1321.png"/><Relationship Id="rId2" Type="http://schemas.openxmlformats.org/officeDocument/2006/relationships/image" Target="../media/image131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20.png"/><Relationship Id="rId5" Type="http://schemas.openxmlformats.org/officeDocument/2006/relationships/image" Target="../media/image1298.png"/><Relationship Id="rId4" Type="http://schemas.openxmlformats.org/officeDocument/2006/relationships/image" Target="../media/image13.png"/></Relationships>
</file>

<file path=ppt/slides/_rels/slide18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7" Type="http://schemas.openxmlformats.org/officeDocument/2006/relationships/image" Target="../media/image1323.png"/><Relationship Id="rId2" Type="http://schemas.openxmlformats.org/officeDocument/2006/relationships/image" Target="../media/image1322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270.png"/><Relationship Id="rId5" Type="http://schemas.openxmlformats.org/officeDocument/2006/relationships/image" Target="../media/image1298.png"/><Relationship Id="rId4" Type="http://schemas.openxmlformats.org/officeDocument/2006/relationships/image" Target="../media/image13.png"/></Relationships>
</file>

<file path=ppt/slides/_rels/slide18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7" Type="http://schemas.openxmlformats.org/officeDocument/2006/relationships/image" Target="../media/image1326.png"/><Relationship Id="rId2" Type="http://schemas.openxmlformats.org/officeDocument/2006/relationships/image" Target="../media/image1324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325.png"/><Relationship Id="rId5" Type="http://schemas.openxmlformats.org/officeDocument/2006/relationships/image" Target="../media/image1298.png"/><Relationship Id="rId4" Type="http://schemas.openxmlformats.org/officeDocument/2006/relationships/image" Target="../media/image13.png"/></Relationships>
</file>

<file path=ppt/slides/_rels/slide18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31.png"/><Relationship Id="rId13" Type="http://schemas.openxmlformats.org/officeDocument/2006/relationships/image" Target="../media/image1336.png"/><Relationship Id="rId18" Type="http://schemas.openxmlformats.org/officeDocument/2006/relationships/image" Target="../media/image1341.png"/><Relationship Id="rId26" Type="http://schemas.openxmlformats.org/officeDocument/2006/relationships/image" Target="../media/image1349.png"/><Relationship Id="rId3" Type="http://schemas.openxmlformats.org/officeDocument/2006/relationships/image" Target="../media/image8.png"/><Relationship Id="rId21" Type="http://schemas.openxmlformats.org/officeDocument/2006/relationships/image" Target="../media/image1344.png"/><Relationship Id="rId7" Type="http://schemas.openxmlformats.org/officeDocument/2006/relationships/image" Target="../media/image1330.png"/><Relationship Id="rId12" Type="http://schemas.openxmlformats.org/officeDocument/2006/relationships/image" Target="../media/image1335.png"/><Relationship Id="rId17" Type="http://schemas.openxmlformats.org/officeDocument/2006/relationships/image" Target="../media/image1340.png"/><Relationship Id="rId25" Type="http://schemas.openxmlformats.org/officeDocument/2006/relationships/image" Target="../media/image1348.png"/><Relationship Id="rId2" Type="http://schemas.openxmlformats.org/officeDocument/2006/relationships/image" Target="../media/image1327.png"/><Relationship Id="rId16" Type="http://schemas.openxmlformats.org/officeDocument/2006/relationships/image" Target="../media/image1339.png"/><Relationship Id="rId20" Type="http://schemas.openxmlformats.org/officeDocument/2006/relationships/image" Target="../media/image1343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329.png"/><Relationship Id="rId11" Type="http://schemas.openxmlformats.org/officeDocument/2006/relationships/image" Target="../media/image1334.png"/><Relationship Id="rId24" Type="http://schemas.openxmlformats.org/officeDocument/2006/relationships/image" Target="../media/image1347.png"/><Relationship Id="rId5" Type="http://schemas.openxmlformats.org/officeDocument/2006/relationships/image" Target="../media/image1328.png"/><Relationship Id="rId15" Type="http://schemas.openxmlformats.org/officeDocument/2006/relationships/image" Target="../media/image1338.png"/><Relationship Id="rId23" Type="http://schemas.openxmlformats.org/officeDocument/2006/relationships/image" Target="../media/image1346.png"/><Relationship Id="rId10" Type="http://schemas.openxmlformats.org/officeDocument/2006/relationships/image" Target="../media/image1333.jpg"/><Relationship Id="rId19" Type="http://schemas.openxmlformats.org/officeDocument/2006/relationships/image" Target="../media/image1342.png"/><Relationship Id="rId4" Type="http://schemas.openxmlformats.org/officeDocument/2006/relationships/image" Target="../media/image13.png"/><Relationship Id="rId9" Type="http://schemas.openxmlformats.org/officeDocument/2006/relationships/image" Target="../media/image1332.png"/><Relationship Id="rId14" Type="http://schemas.openxmlformats.org/officeDocument/2006/relationships/image" Target="../media/image1337.png"/><Relationship Id="rId22" Type="http://schemas.openxmlformats.org/officeDocument/2006/relationships/image" Target="../media/image1345.png"/></Relationships>
</file>

<file path=ppt/slides/_rels/slide19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350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352.png"/><Relationship Id="rId5" Type="http://schemas.openxmlformats.org/officeDocument/2006/relationships/image" Target="../media/image1351.png"/><Relationship Id="rId4" Type="http://schemas.openxmlformats.org/officeDocument/2006/relationships/image" Target="../media/image13.png"/></Relationships>
</file>

<file path=ppt/slides/_rels/slide19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55.png"/><Relationship Id="rId3" Type="http://schemas.openxmlformats.org/officeDocument/2006/relationships/image" Target="../media/image8.png"/><Relationship Id="rId7" Type="http://schemas.openxmlformats.org/officeDocument/2006/relationships/image" Target="../media/image1310.png"/><Relationship Id="rId2" Type="http://schemas.openxmlformats.org/officeDocument/2006/relationships/image" Target="../media/image1353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354.png"/><Relationship Id="rId5" Type="http://schemas.openxmlformats.org/officeDocument/2006/relationships/image" Target="../media/image1351.png"/><Relationship Id="rId10" Type="http://schemas.openxmlformats.org/officeDocument/2006/relationships/image" Target="../media/image1357.png"/><Relationship Id="rId4" Type="http://schemas.openxmlformats.org/officeDocument/2006/relationships/image" Target="../media/image13.png"/><Relationship Id="rId9" Type="http://schemas.openxmlformats.org/officeDocument/2006/relationships/image" Target="../media/image1356.png"/></Relationships>
</file>

<file path=ppt/slides/_rels/slide19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7" Type="http://schemas.openxmlformats.org/officeDocument/2006/relationships/image" Target="../media/image1260.png"/><Relationship Id="rId2" Type="http://schemas.openxmlformats.org/officeDocument/2006/relationships/image" Target="../media/image1358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360.png"/><Relationship Id="rId5" Type="http://schemas.openxmlformats.org/officeDocument/2006/relationships/image" Target="../media/image1359.png"/><Relationship Id="rId4" Type="http://schemas.openxmlformats.org/officeDocument/2006/relationships/image" Target="../media/image13.png"/></Relationships>
</file>

<file path=ppt/slides/_rels/slide19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65.png"/><Relationship Id="rId3" Type="http://schemas.openxmlformats.org/officeDocument/2006/relationships/image" Target="../media/image8.png"/><Relationship Id="rId7" Type="http://schemas.openxmlformats.org/officeDocument/2006/relationships/image" Target="../media/image1364.png"/><Relationship Id="rId2" Type="http://schemas.openxmlformats.org/officeDocument/2006/relationships/image" Target="../media/image1361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363.png"/><Relationship Id="rId5" Type="http://schemas.openxmlformats.org/officeDocument/2006/relationships/image" Target="../media/image1362.png"/><Relationship Id="rId4" Type="http://schemas.openxmlformats.org/officeDocument/2006/relationships/image" Target="../media/image13.png"/><Relationship Id="rId9" Type="http://schemas.openxmlformats.org/officeDocument/2006/relationships/image" Target="../media/image1366.png"/></Relationships>
</file>

<file path=ppt/slides/_rels/slide19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7" Type="http://schemas.openxmlformats.org/officeDocument/2006/relationships/image" Target="../media/image1369.png"/><Relationship Id="rId2" Type="http://schemas.openxmlformats.org/officeDocument/2006/relationships/image" Target="../media/image1367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368.png"/><Relationship Id="rId5" Type="http://schemas.openxmlformats.org/officeDocument/2006/relationships/image" Target="../media/image1362.png"/><Relationship Id="rId4" Type="http://schemas.openxmlformats.org/officeDocument/2006/relationships/image" Target="../media/image13.png"/></Relationships>
</file>

<file path=ppt/slides/_rels/slide19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7" Type="http://schemas.openxmlformats.org/officeDocument/2006/relationships/image" Target="../media/image1260.png"/><Relationship Id="rId2" Type="http://schemas.openxmlformats.org/officeDocument/2006/relationships/image" Target="../media/image1370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372.png"/><Relationship Id="rId5" Type="http://schemas.openxmlformats.org/officeDocument/2006/relationships/image" Target="../media/image1371.png"/><Relationship Id="rId4" Type="http://schemas.openxmlformats.org/officeDocument/2006/relationships/image" Target="../media/image13.png"/></Relationships>
</file>

<file path=ppt/slides/_rels/slide19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7" Type="http://schemas.openxmlformats.org/officeDocument/2006/relationships/image" Target="../media/image1375.png"/><Relationship Id="rId2" Type="http://schemas.openxmlformats.org/officeDocument/2006/relationships/image" Target="../media/image1373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374.png"/><Relationship Id="rId5" Type="http://schemas.openxmlformats.org/officeDocument/2006/relationships/image" Target="../media/image1371.png"/><Relationship Id="rId4" Type="http://schemas.openxmlformats.org/officeDocument/2006/relationships/image" Target="../media/image13.png"/></Relationships>
</file>

<file path=ppt/slides/_rels/slide19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376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377.png"/><Relationship Id="rId5" Type="http://schemas.openxmlformats.org/officeDocument/2006/relationships/image" Target="../media/image1263.png"/><Relationship Id="rId4" Type="http://schemas.openxmlformats.org/officeDocument/2006/relationships/image" Target="../media/image13.png"/></Relationships>
</file>

<file path=ppt/slides/_rels/slide19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7" Type="http://schemas.openxmlformats.org/officeDocument/2006/relationships/image" Target="../media/image1260.png"/><Relationship Id="rId2" Type="http://schemas.openxmlformats.org/officeDocument/2006/relationships/image" Target="../media/image1378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379.png"/><Relationship Id="rId5" Type="http://schemas.openxmlformats.org/officeDocument/2006/relationships/image" Target="../media/image1266.png"/><Relationship Id="rId4" Type="http://schemas.openxmlformats.org/officeDocument/2006/relationships/image" Target="../media/image13.png"/></Relationships>
</file>

<file path=ppt/slides/_rels/slide19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38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81.png"/><Relationship Id="rId5" Type="http://schemas.openxmlformats.org/officeDocument/2006/relationships/image" Target="../media/image1266.png"/><Relationship Id="rId4" Type="http://schemas.openxmlformats.org/officeDocument/2006/relationships/image" Target="../media/image13.png"/></Relationships>
</file>

<file path=ppt/slides/_rels/slide20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382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383.png"/><Relationship Id="rId5" Type="http://schemas.openxmlformats.org/officeDocument/2006/relationships/image" Target="../media/image1274.png"/><Relationship Id="rId4" Type="http://schemas.openxmlformats.org/officeDocument/2006/relationships/image" Target="../media/image13.png"/></Relationships>
</file>

<file path=ppt/slides/_rels/slide20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384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386.png"/><Relationship Id="rId5" Type="http://schemas.openxmlformats.org/officeDocument/2006/relationships/image" Target="../media/image1385.png"/><Relationship Id="rId4" Type="http://schemas.openxmlformats.org/officeDocument/2006/relationships/image" Target="../media/image13.png"/></Relationships>
</file>

<file path=ppt/slides/_rels/slide20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387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388.png"/><Relationship Id="rId5" Type="http://schemas.openxmlformats.org/officeDocument/2006/relationships/image" Target="../media/image1351.png"/><Relationship Id="rId4" Type="http://schemas.openxmlformats.org/officeDocument/2006/relationships/image" Target="../media/image13.png"/></Relationships>
</file>

<file path=ppt/slides/_rels/slide20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389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390.jpg"/><Relationship Id="rId5" Type="http://schemas.openxmlformats.org/officeDocument/2006/relationships/image" Target="../media/image1359.png"/><Relationship Id="rId4" Type="http://schemas.openxmlformats.org/officeDocument/2006/relationships/image" Target="../media/image13.png"/></Relationships>
</file>

<file path=ppt/slides/_rels/slide20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65.png"/><Relationship Id="rId3" Type="http://schemas.openxmlformats.org/officeDocument/2006/relationships/image" Target="../media/image8.png"/><Relationship Id="rId7" Type="http://schemas.openxmlformats.org/officeDocument/2006/relationships/image" Target="../media/image1392.png"/><Relationship Id="rId2" Type="http://schemas.openxmlformats.org/officeDocument/2006/relationships/image" Target="../media/image1391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363.png"/><Relationship Id="rId11" Type="http://schemas.openxmlformats.org/officeDocument/2006/relationships/image" Target="../media/image1394.png"/><Relationship Id="rId5" Type="http://schemas.openxmlformats.org/officeDocument/2006/relationships/image" Target="../media/image1362.png"/><Relationship Id="rId10" Type="http://schemas.openxmlformats.org/officeDocument/2006/relationships/image" Target="../media/image1368.png"/><Relationship Id="rId4" Type="http://schemas.openxmlformats.org/officeDocument/2006/relationships/image" Target="../media/image13.png"/><Relationship Id="rId9" Type="http://schemas.openxmlformats.org/officeDocument/2006/relationships/image" Target="../media/image1393.png"/></Relationships>
</file>

<file path=ppt/slides/_rels/slide20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7" Type="http://schemas.openxmlformats.org/officeDocument/2006/relationships/image" Target="../media/image1396.png"/><Relationship Id="rId2" Type="http://schemas.openxmlformats.org/officeDocument/2006/relationships/image" Target="../media/image1395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260.png"/><Relationship Id="rId5" Type="http://schemas.openxmlformats.org/officeDocument/2006/relationships/image" Target="../media/image1371.png"/><Relationship Id="rId4" Type="http://schemas.openxmlformats.org/officeDocument/2006/relationships/image" Target="../media/image13.png"/></Relationships>
</file>

<file path=ppt/slides/_rels/slide20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397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398.png"/><Relationship Id="rId5" Type="http://schemas.openxmlformats.org/officeDocument/2006/relationships/image" Target="../media/image1371.png"/><Relationship Id="rId4" Type="http://schemas.openxmlformats.org/officeDocument/2006/relationships/image" Target="../media/image13.png"/></Relationships>
</file>

<file path=ppt/slides/_rels/slide20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399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400.png"/><Relationship Id="rId5" Type="http://schemas.openxmlformats.org/officeDocument/2006/relationships/image" Target="../media/image1263.png"/><Relationship Id="rId4" Type="http://schemas.openxmlformats.org/officeDocument/2006/relationships/image" Target="../media/image13.png"/></Relationships>
</file>

<file path=ppt/slides/_rels/slide20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7" Type="http://schemas.openxmlformats.org/officeDocument/2006/relationships/image" Target="../media/image1260.png"/><Relationship Id="rId2" Type="http://schemas.openxmlformats.org/officeDocument/2006/relationships/image" Target="../media/image1401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402.png"/><Relationship Id="rId5" Type="http://schemas.openxmlformats.org/officeDocument/2006/relationships/image" Target="../media/image1266.png"/><Relationship Id="rId4" Type="http://schemas.openxmlformats.org/officeDocument/2006/relationships/image" Target="../media/image13.png"/></Relationships>
</file>

<file path=ppt/slides/_rels/slide20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40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04.png"/><Relationship Id="rId5" Type="http://schemas.openxmlformats.org/officeDocument/2006/relationships/image" Target="../media/image1266.png"/><Relationship Id="rId4" Type="http://schemas.openxmlformats.org/officeDocument/2006/relationships/image" Target="../media/image13.png"/></Relationships>
</file>

<file path=ppt/slides/_rels/slide2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405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406.png"/><Relationship Id="rId5" Type="http://schemas.openxmlformats.org/officeDocument/2006/relationships/image" Target="../media/image1274.png"/><Relationship Id="rId4" Type="http://schemas.openxmlformats.org/officeDocument/2006/relationships/image" Target="../media/image13.png"/></Relationships>
</file>

<file path=ppt/slides/_rels/slide2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11.png"/><Relationship Id="rId13" Type="http://schemas.openxmlformats.org/officeDocument/2006/relationships/image" Target="../media/image1416.png"/><Relationship Id="rId18" Type="http://schemas.openxmlformats.org/officeDocument/2006/relationships/image" Target="../media/image1421.png"/><Relationship Id="rId26" Type="http://schemas.openxmlformats.org/officeDocument/2006/relationships/image" Target="../media/image1429.png"/><Relationship Id="rId3" Type="http://schemas.openxmlformats.org/officeDocument/2006/relationships/image" Target="../media/image8.png"/><Relationship Id="rId21" Type="http://schemas.openxmlformats.org/officeDocument/2006/relationships/image" Target="../media/image1424.png"/><Relationship Id="rId7" Type="http://schemas.openxmlformats.org/officeDocument/2006/relationships/image" Target="../media/image1410.png"/><Relationship Id="rId12" Type="http://schemas.openxmlformats.org/officeDocument/2006/relationships/image" Target="../media/image1415.png"/><Relationship Id="rId17" Type="http://schemas.openxmlformats.org/officeDocument/2006/relationships/image" Target="../media/image1420.png"/><Relationship Id="rId25" Type="http://schemas.openxmlformats.org/officeDocument/2006/relationships/image" Target="../media/image1428.png"/><Relationship Id="rId2" Type="http://schemas.openxmlformats.org/officeDocument/2006/relationships/image" Target="../media/image1407.png"/><Relationship Id="rId16" Type="http://schemas.openxmlformats.org/officeDocument/2006/relationships/image" Target="../media/image1419.png"/><Relationship Id="rId20" Type="http://schemas.openxmlformats.org/officeDocument/2006/relationships/image" Target="../media/image1423.png"/><Relationship Id="rId29" Type="http://schemas.openxmlformats.org/officeDocument/2006/relationships/image" Target="../media/image1432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409.png"/><Relationship Id="rId11" Type="http://schemas.openxmlformats.org/officeDocument/2006/relationships/image" Target="../media/image1414.png"/><Relationship Id="rId24" Type="http://schemas.openxmlformats.org/officeDocument/2006/relationships/image" Target="../media/image1427.png"/><Relationship Id="rId5" Type="http://schemas.openxmlformats.org/officeDocument/2006/relationships/image" Target="../media/image1408.png"/><Relationship Id="rId15" Type="http://schemas.openxmlformats.org/officeDocument/2006/relationships/image" Target="../media/image1418.png"/><Relationship Id="rId23" Type="http://schemas.openxmlformats.org/officeDocument/2006/relationships/image" Target="../media/image1426.png"/><Relationship Id="rId28" Type="http://schemas.openxmlformats.org/officeDocument/2006/relationships/image" Target="../media/image1431.png"/><Relationship Id="rId10" Type="http://schemas.openxmlformats.org/officeDocument/2006/relationships/image" Target="../media/image1413.png"/><Relationship Id="rId19" Type="http://schemas.openxmlformats.org/officeDocument/2006/relationships/image" Target="../media/image1422.png"/><Relationship Id="rId4" Type="http://schemas.openxmlformats.org/officeDocument/2006/relationships/image" Target="../media/image13.png"/><Relationship Id="rId9" Type="http://schemas.openxmlformats.org/officeDocument/2006/relationships/image" Target="../media/image1412.png"/><Relationship Id="rId14" Type="http://schemas.openxmlformats.org/officeDocument/2006/relationships/image" Target="../media/image1417.png"/><Relationship Id="rId22" Type="http://schemas.openxmlformats.org/officeDocument/2006/relationships/image" Target="../media/image1425.png"/><Relationship Id="rId27" Type="http://schemas.openxmlformats.org/officeDocument/2006/relationships/image" Target="../media/image1430.png"/></Relationships>
</file>

<file path=ppt/slides/_rels/slide2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37.png"/><Relationship Id="rId13" Type="http://schemas.openxmlformats.org/officeDocument/2006/relationships/image" Target="../media/image1442.png"/><Relationship Id="rId3" Type="http://schemas.openxmlformats.org/officeDocument/2006/relationships/image" Target="../media/image8.png"/><Relationship Id="rId7" Type="http://schemas.openxmlformats.org/officeDocument/2006/relationships/image" Target="../media/image1436.png"/><Relationship Id="rId12" Type="http://schemas.openxmlformats.org/officeDocument/2006/relationships/image" Target="../media/image1441.png"/><Relationship Id="rId2" Type="http://schemas.openxmlformats.org/officeDocument/2006/relationships/image" Target="../media/image1433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435.png"/><Relationship Id="rId11" Type="http://schemas.openxmlformats.org/officeDocument/2006/relationships/image" Target="../media/image1440.png"/><Relationship Id="rId5" Type="http://schemas.openxmlformats.org/officeDocument/2006/relationships/image" Target="../media/image1434.png"/><Relationship Id="rId10" Type="http://schemas.openxmlformats.org/officeDocument/2006/relationships/image" Target="../media/image1439.png"/><Relationship Id="rId4" Type="http://schemas.openxmlformats.org/officeDocument/2006/relationships/image" Target="../media/image508.png"/><Relationship Id="rId9" Type="http://schemas.openxmlformats.org/officeDocument/2006/relationships/image" Target="../media/image1438.png"/><Relationship Id="rId14" Type="http://schemas.openxmlformats.org/officeDocument/2006/relationships/image" Target="../media/image1443.png"/></Relationships>
</file>

<file path=ppt/slides/_rels/slide2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47.png"/><Relationship Id="rId3" Type="http://schemas.openxmlformats.org/officeDocument/2006/relationships/image" Target="../media/image8.png"/><Relationship Id="rId7" Type="http://schemas.openxmlformats.org/officeDocument/2006/relationships/image" Target="../media/image1446.png"/><Relationship Id="rId2" Type="http://schemas.openxmlformats.org/officeDocument/2006/relationships/image" Target="../media/image1444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445.png"/><Relationship Id="rId5" Type="http://schemas.openxmlformats.org/officeDocument/2006/relationships/image" Target="../media/image1249.png"/><Relationship Id="rId4" Type="http://schemas.openxmlformats.org/officeDocument/2006/relationships/image" Target="../media/image13.png"/></Relationships>
</file>

<file path=ppt/slides/_rels/slide2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7" Type="http://schemas.openxmlformats.org/officeDocument/2006/relationships/image" Target="../media/image1450.png"/><Relationship Id="rId2" Type="http://schemas.openxmlformats.org/officeDocument/2006/relationships/image" Target="../media/image1448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449.png"/><Relationship Id="rId5" Type="http://schemas.openxmlformats.org/officeDocument/2006/relationships/image" Target="../media/image1249.png"/><Relationship Id="rId4" Type="http://schemas.openxmlformats.org/officeDocument/2006/relationships/image" Target="../media/image13.png"/></Relationships>
</file>

<file path=ppt/slides/_rels/slide2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7" Type="http://schemas.openxmlformats.org/officeDocument/2006/relationships/image" Target="../media/image1453.png"/><Relationship Id="rId2" Type="http://schemas.openxmlformats.org/officeDocument/2006/relationships/image" Target="../media/image1451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452.png"/><Relationship Id="rId5" Type="http://schemas.openxmlformats.org/officeDocument/2006/relationships/image" Target="../media/image1249.png"/><Relationship Id="rId4" Type="http://schemas.openxmlformats.org/officeDocument/2006/relationships/image" Target="../media/image508.png"/></Relationships>
</file>

<file path=ppt/slides/_rels/slide2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7" Type="http://schemas.openxmlformats.org/officeDocument/2006/relationships/image" Target="../media/image1457.png"/><Relationship Id="rId2" Type="http://schemas.openxmlformats.org/officeDocument/2006/relationships/image" Target="../media/image1454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456.png"/><Relationship Id="rId5" Type="http://schemas.openxmlformats.org/officeDocument/2006/relationships/image" Target="../media/image1455.png"/><Relationship Id="rId4" Type="http://schemas.openxmlformats.org/officeDocument/2006/relationships/image" Target="../media/image13.png"/></Relationships>
</file>

<file path=ppt/slides/_rels/slide2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7" Type="http://schemas.openxmlformats.org/officeDocument/2006/relationships/image" Target="../media/image1460.png"/><Relationship Id="rId2" Type="http://schemas.openxmlformats.org/officeDocument/2006/relationships/image" Target="../media/image1458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459.png"/><Relationship Id="rId5" Type="http://schemas.openxmlformats.org/officeDocument/2006/relationships/image" Target="../media/image1455.png"/><Relationship Id="rId4" Type="http://schemas.openxmlformats.org/officeDocument/2006/relationships/image" Target="../media/image13.png"/></Relationships>
</file>

<file path=ppt/slides/_rels/slide2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60.png"/><Relationship Id="rId3" Type="http://schemas.openxmlformats.org/officeDocument/2006/relationships/image" Target="../media/image8.png"/><Relationship Id="rId7" Type="http://schemas.openxmlformats.org/officeDocument/2006/relationships/image" Target="../media/image1464.png"/><Relationship Id="rId2" Type="http://schemas.openxmlformats.org/officeDocument/2006/relationships/image" Target="../media/image1461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463.png"/><Relationship Id="rId5" Type="http://schemas.openxmlformats.org/officeDocument/2006/relationships/image" Target="../media/image1462.png"/><Relationship Id="rId4" Type="http://schemas.openxmlformats.org/officeDocument/2006/relationships/image" Target="../media/image508.png"/></Relationships>
</file>

<file path=ppt/slides/_rels/slide2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66.png"/><Relationship Id="rId3" Type="http://schemas.openxmlformats.org/officeDocument/2006/relationships/image" Target="../media/image8.png"/><Relationship Id="rId7" Type="http://schemas.openxmlformats.org/officeDocument/2006/relationships/image" Target="../media/image1260.png"/><Relationship Id="rId2" Type="http://schemas.openxmlformats.org/officeDocument/2006/relationships/image" Target="../media/image146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63.png"/><Relationship Id="rId5" Type="http://schemas.openxmlformats.org/officeDocument/2006/relationships/image" Target="../media/image1462.png"/><Relationship Id="rId4" Type="http://schemas.openxmlformats.org/officeDocument/2006/relationships/image" Target="../media/image508.png"/></Relationships>
</file>

<file path=ppt/slides/_rels/slide2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60.png"/><Relationship Id="rId3" Type="http://schemas.openxmlformats.org/officeDocument/2006/relationships/image" Target="../media/image8.png"/><Relationship Id="rId7" Type="http://schemas.openxmlformats.org/officeDocument/2006/relationships/image" Target="../media/image1469.png"/><Relationship Id="rId2" Type="http://schemas.openxmlformats.org/officeDocument/2006/relationships/image" Target="../media/image146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68.png"/><Relationship Id="rId5" Type="http://schemas.openxmlformats.org/officeDocument/2006/relationships/image" Target="../media/image1455.png"/><Relationship Id="rId4" Type="http://schemas.openxmlformats.org/officeDocument/2006/relationships/image" Target="../media/image13.png"/></Relationships>
</file>

<file path=ppt/slides/_rels/slide2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7" Type="http://schemas.openxmlformats.org/officeDocument/2006/relationships/image" Target="../media/image1471.png"/><Relationship Id="rId2" Type="http://schemas.openxmlformats.org/officeDocument/2006/relationships/image" Target="../media/image1470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374.png"/><Relationship Id="rId5" Type="http://schemas.openxmlformats.org/officeDocument/2006/relationships/image" Target="../media/image1455.png"/><Relationship Id="rId4" Type="http://schemas.openxmlformats.org/officeDocument/2006/relationships/image" Target="../media/image508.png"/></Relationships>
</file>

<file path=ppt/slides/_rels/slide2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7" Type="http://schemas.openxmlformats.org/officeDocument/2006/relationships/image" Target="../media/image1474.png"/><Relationship Id="rId2" Type="http://schemas.openxmlformats.org/officeDocument/2006/relationships/image" Target="../media/image1472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473.png"/><Relationship Id="rId5" Type="http://schemas.openxmlformats.org/officeDocument/2006/relationships/image" Target="../media/image1455.png"/><Relationship Id="rId4" Type="http://schemas.openxmlformats.org/officeDocument/2006/relationships/image" Target="../media/image13.png"/></Relationships>
</file>

<file path=ppt/slides/_rels/slide2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60.png"/><Relationship Id="rId3" Type="http://schemas.openxmlformats.org/officeDocument/2006/relationships/image" Target="../media/image8.png"/><Relationship Id="rId7" Type="http://schemas.openxmlformats.org/officeDocument/2006/relationships/image" Target="../media/image1476.png"/><Relationship Id="rId2" Type="http://schemas.openxmlformats.org/officeDocument/2006/relationships/image" Target="../media/image1475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267.png"/><Relationship Id="rId5" Type="http://schemas.openxmlformats.org/officeDocument/2006/relationships/image" Target="../media/image1455.png"/><Relationship Id="rId4" Type="http://schemas.openxmlformats.org/officeDocument/2006/relationships/image" Target="../media/image508.png"/></Relationships>
</file>

<file path=ppt/slides/_rels/slide2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47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78.png"/><Relationship Id="rId5" Type="http://schemas.openxmlformats.org/officeDocument/2006/relationships/image" Target="../media/image1455.png"/><Relationship Id="rId4" Type="http://schemas.openxmlformats.org/officeDocument/2006/relationships/image" Target="../media/image13.png"/></Relationships>
</file>

<file path=ppt/slides/_rels/slide2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60.png"/><Relationship Id="rId3" Type="http://schemas.openxmlformats.org/officeDocument/2006/relationships/image" Target="../media/image8.png"/><Relationship Id="rId7" Type="http://schemas.openxmlformats.org/officeDocument/2006/relationships/image" Target="../media/image1481.png"/><Relationship Id="rId2" Type="http://schemas.openxmlformats.org/officeDocument/2006/relationships/image" Target="../media/image1479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480.png"/><Relationship Id="rId5" Type="http://schemas.openxmlformats.org/officeDocument/2006/relationships/image" Target="../media/image1455.png"/><Relationship Id="rId4" Type="http://schemas.openxmlformats.org/officeDocument/2006/relationships/image" Target="../media/image13.png"/></Relationships>
</file>

<file path=ppt/slides/_rels/slide2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60.png"/><Relationship Id="rId3" Type="http://schemas.openxmlformats.org/officeDocument/2006/relationships/image" Target="../media/image8.png"/><Relationship Id="rId7" Type="http://schemas.openxmlformats.org/officeDocument/2006/relationships/image" Target="../media/image1484.png"/><Relationship Id="rId2" Type="http://schemas.openxmlformats.org/officeDocument/2006/relationships/image" Target="../media/image1482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483.png"/><Relationship Id="rId5" Type="http://schemas.openxmlformats.org/officeDocument/2006/relationships/image" Target="../media/image1455.png"/><Relationship Id="rId4" Type="http://schemas.openxmlformats.org/officeDocument/2006/relationships/image" Target="../media/image508.png"/></Relationships>
</file>

<file path=ppt/slides/_rels/slide2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7" Type="http://schemas.openxmlformats.org/officeDocument/2006/relationships/image" Target="../media/image1487.png"/><Relationship Id="rId2" Type="http://schemas.openxmlformats.org/officeDocument/2006/relationships/image" Target="../media/image1485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486.png"/><Relationship Id="rId5" Type="http://schemas.openxmlformats.org/officeDocument/2006/relationships/image" Target="../media/image1455.png"/><Relationship Id="rId4" Type="http://schemas.openxmlformats.org/officeDocument/2006/relationships/image" Target="../media/image508.png"/></Relationships>
</file>

<file path=ppt/slides/_rels/slide2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89.png"/><Relationship Id="rId2" Type="http://schemas.openxmlformats.org/officeDocument/2006/relationships/image" Target="../media/image1488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492.png"/><Relationship Id="rId5" Type="http://schemas.openxmlformats.org/officeDocument/2006/relationships/image" Target="../media/image1491.png"/><Relationship Id="rId4" Type="http://schemas.openxmlformats.org/officeDocument/2006/relationships/image" Target="../media/image1490.jpg"/></Relationships>
</file>

<file path=ppt/slides/_rels/slide2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94.png"/><Relationship Id="rId2" Type="http://schemas.openxmlformats.org/officeDocument/2006/relationships/image" Target="../media/image1493.png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9903460" cy="6858000"/>
            <a:chOff x="0" y="0"/>
            <a:chExt cx="9903460" cy="68580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9902952" cy="6858000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449580" y="449580"/>
              <a:ext cx="1282065" cy="198120"/>
            </a:xfrm>
            <a:custGeom>
              <a:avLst/>
              <a:gdLst/>
              <a:ahLst/>
              <a:cxnLst/>
              <a:rect l="l" t="t" r="r" b="b"/>
              <a:pathLst>
                <a:path w="1282064" h="198120">
                  <a:moveTo>
                    <a:pt x="48818" y="130556"/>
                  </a:moveTo>
                  <a:lnTo>
                    <a:pt x="0" y="130556"/>
                  </a:lnTo>
                  <a:lnTo>
                    <a:pt x="44" y="144982"/>
                  </a:lnTo>
                  <a:lnTo>
                    <a:pt x="5587" y="170366"/>
                  </a:lnTo>
                  <a:lnTo>
                    <a:pt x="20439" y="186785"/>
                  </a:lnTo>
                  <a:lnTo>
                    <a:pt x="41689" y="195536"/>
                  </a:lnTo>
                  <a:lnTo>
                    <a:pt x="66471" y="198120"/>
                  </a:lnTo>
                  <a:lnTo>
                    <a:pt x="89894" y="195871"/>
                  </a:lnTo>
                  <a:lnTo>
                    <a:pt x="109624" y="188610"/>
                  </a:lnTo>
                  <a:lnTo>
                    <a:pt x="123952" y="175563"/>
                  </a:lnTo>
                  <a:lnTo>
                    <a:pt x="127895" y="164846"/>
                  </a:lnTo>
                  <a:lnTo>
                    <a:pt x="55879" y="164846"/>
                  </a:lnTo>
                  <a:lnTo>
                    <a:pt x="49403" y="158369"/>
                  </a:lnTo>
                  <a:lnTo>
                    <a:pt x="49286" y="144780"/>
                  </a:lnTo>
                  <a:lnTo>
                    <a:pt x="48818" y="130556"/>
                  </a:lnTo>
                  <a:close/>
                </a:path>
                <a:path w="1282064" h="198120">
                  <a:moveTo>
                    <a:pt x="65874" y="0"/>
                  </a:moveTo>
                  <a:lnTo>
                    <a:pt x="23748" y="9429"/>
                  </a:lnTo>
                  <a:lnTo>
                    <a:pt x="2349" y="41529"/>
                  </a:lnTo>
                  <a:lnTo>
                    <a:pt x="584" y="49784"/>
                  </a:lnTo>
                  <a:lnTo>
                    <a:pt x="584" y="56896"/>
                  </a:lnTo>
                  <a:lnTo>
                    <a:pt x="2349" y="66421"/>
                  </a:lnTo>
                  <a:lnTo>
                    <a:pt x="17379" y="90144"/>
                  </a:lnTo>
                  <a:lnTo>
                    <a:pt x="43159" y="107711"/>
                  </a:lnTo>
                  <a:lnTo>
                    <a:pt x="69270" y="122731"/>
                  </a:lnTo>
                  <a:lnTo>
                    <a:pt x="85293" y="138811"/>
                  </a:lnTo>
                  <a:lnTo>
                    <a:pt x="87058" y="143002"/>
                  </a:lnTo>
                  <a:lnTo>
                    <a:pt x="86461" y="148844"/>
                  </a:lnTo>
                  <a:lnTo>
                    <a:pt x="85293" y="152400"/>
                  </a:lnTo>
                  <a:lnTo>
                    <a:pt x="84112" y="158369"/>
                  </a:lnTo>
                  <a:lnTo>
                    <a:pt x="79997" y="164846"/>
                  </a:lnTo>
                  <a:lnTo>
                    <a:pt x="127895" y="164846"/>
                  </a:lnTo>
                  <a:lnTo>
                    <a:pt x="131165" y="155956"/>
                  </a:lnTo>
                  <a:lnTo>
                    <a:pt x="132240" y="144982"/>
                  </a:lnTo>
                  <a:lnTo>
                    <a:pt x="132270" y="136175"/>
                  </a:lnTo>
                  <a:lnTo>
                    <a:pt x="131747" y="129702"/>
                  </a:lnTo>
                  <a:lnTo>
                    <a:pt x="131165" y="125730"/>
                  </a:lnTo>
                  <a:lnTo>
                    <a:pt x="115818" y="101016"/>
                  </a:lnTo>
                  <a:lnTo>
                    <a:pt x="89111" y="83185"/>
                  </a:lnTo>
                  <a:lnTo>
                    <a:pt x="62844" y="68687"/>
                  </a:lnTo>
                  <a:lnTo>
                    <a:pt x="48818" y="53975"/>
                  </a:lnTo>
                  <a:lnTo>
                    <a:pt x="47637" y="49784"/>
                  </a:lnTo>
                  <a:lnTo>
                    <a:pt x="48128" y="46862"/>
                  </a:lnTo>
                  <a:lnTo>
                    <a:pt x="48234" y="43942"/>
                  </a:lnTo>
                  <a:lnTo>
                    <a:pt x="49403" y="37973"/>
                  </a:lnTo>
                  <a:lnTo>
                    <a:pt x="53530" y="31496"/>
                  </a:lnTo>
                  <a:lnTo>
                    <a:pt x="124381" y="31496"/>
                  </a:lnTo>
                  <a:lnTo>
                    <a:pt x="122128" y="22502"/>
                  </a:lnTo>
                  <a:lnTo>
                    <a:pt x="106759" y="8286"/>
                  </a:lnTo>
                  <a:lnTo>
                    <a:pt x="86537" y="1643"/>
                  </a:lnTo>
                  <a:lnTo>
                    <a:pt x="65874" y="0"/>
                  </a:lnTo>
                  <a:close/>
                </a:path>
                <a:path w="1282064" h="198120">
                  <a:moveTo>
                    <a:pt x="124381" y="31496"/>
                  </a:moveTo>
                  <a:lnTo>
                    <a:pt x="75882" y="31496"/>
                  </a:lnTo>
                  <a:lnTo>
                    <a:pt x="82346" y="38608"/>
                  </a:lnTo>
                  <a:lnTo>
                    <a:pt x="82346" y="59944"/>
                  </a:lnTo>
                  <a:lnTo>
                    <a:pt x="128231" y="59944"/>
                  </a:lnTo>
                  <a:lnTo>
                    <a:pt x="128231" y="46862"/>
                  </a:lnTo>
                  <a:lnTo>
                    <a:pt x="124381" y="31496"/>
                  </a:lnTo>
                  <a:close/>
                </a:path>
                <a:path w="1282064" h="198120">
                  <a:moveTo>
                    <a:pt x="645248" y="129921"/>
                  </a:moveTo>
                  <a:lnTo>
                    <a:pt x="596430" y="129921"/>
                  </a:lnTo>
                  <a:lnTo>
                    <a:pt x="596516" y="144545"/>
                  </a:lnTo>
                  <a:lnTo>
                    <a:pt x="601926" y="169652"/>
                  </a:lnTo>
                  <a:lnTo>
                    <a:pt x="616575" y="185896"/>
                  </a:lnTo>
                  <a:lnTo>
                    <a:pt x="637620" y="194472"/>
                  </a:lnTo>
                  <a:lnTo>
                    <a:pt x="662305" y="196977"/>
                  </a:lnTo>
                  <a:lnTo>
                    <a:pt x="685643" y="194738"/>
                  </a:lnTo>
                  <a:lnTo>
                    <a:pt x="705177" y="187547"/>
                  </a:lnTo>
                  <a:lnTo>
                    <a:pt x="719304" y="174688"/>
                  </a:lnTo>
                  <a:lnTo>
                    <a:pt x="723136" y="164337"/>
                  </a:lnTo>
                  <a:lnTo>
                    <a:pt x="651725" y="164337"/>
                  </a:lnTo>
                  <a:lnTo>
                    <a:pt x="645248" y="157734"/>
                  </a:lnTo>
                  <a:lnTo>
                    <a:pt x="645248" y="129921"/>
                  </a:lnTo>
                  <a:close/>
                </a:path>
                <a:path w="1282064" h="198120">
                  <a:moveTo>
                    <a:pt x="661720" y="1143"/>
                  </a:moveTo>
                  <a:lnTo>
                    <a:pt x="619813" y="10271"/>
                  </a:lnTo>
                  <a:lnTo>
                    <a:pt x="598195" y="42164"/>
                  </a:lnTo>
                  <a:lnTo>
                    <a:pt x="597027" y="49784"/>
                  </a:lnTo>
                  <a:lnTo>
                    <a:pt x="597027" y="57531"/>
                  </a:lnTo>
                  <a:lnTo>
                    <a:pt x="598779" y="66421"/>
                  </a:lnTo>
                  <a:lnTo>
                    <a:pt x="613708" y="90044"/>
                  </a:lnTo>
                  <a:lnTo>
                    <a:pt x="639222" y="107394"/>
                  </a:lnTo>
                  <a:lnTo>
                    <a:pt x="664955" y="122195"/>
                  </a:lnTo>
                  <a:lnTo>
                    <a:pt x="680542" y="138175"/>
                  </a:lnTo>
                  <a:lnTo>
                    <a:pt x="682307" y="143002"/>
                  </a:lnTo>
                  <a:lnTo>
                    <a:pt x="681723" y="148336"/>
                  </a:lnTo>
                  <a:lnTo>
                    <a:pt x="681139" y="151892"/>
                  </a:lnTo>
                  <a:lnTo>
                    <a:pt x="679373" y="158369"/>
                  </a:lnTo>
                  <a:lnTo>
                    <a:pt x="675246" y="164337"/>
                  </a:lnTo>
                  <a:lnTo>
                    <a:pt x="723136" y="164337"/>
                  </a:lnTo>
                  <a:lnTo>
                    <a:pt x="726427" y="155448"/>
                  </a:lnTo>
                  <a:lnTo>
                    <a:pt x="727244" y="144545"/>
                  </a:lnTo>
                  <a:lnTo>
                    <a:pt x="727233" y="135858"/>
                  </a:lnTo>
                  <a:lnTo>
                    <a:pt x="710667" y="101070"/>
                  </a:lnTo>
                  <a:lnTo>
                    <a:pt x="658505" y="68768"/>
                  </a:lnTo>
                  <a:lnTo>
                    <a:pt x="644664" y="53975"/>
                  </a:lnTo>
                  <a:lnTo>
                    <a:pt x="643483" y="50419"/>
                  </a:lnTo>
                  <a:lnTo>
                    <a:pt x="644080" y="46862"/>
                  </a:lnTo>
                  <a:lnTo>
                    <a:pt x="644664" y="44450"/>
                  </a:lnTo>
                  <a:lnTo>
                    <a:pt x="645845" y="38608"/>
                  </a:lnTo>
                  <a:lnTo>
                    <a:pt x="649376" y="32004"/>
                  </a:lnTo>
                  <a:lnTo>
                    <a:pt x="719077" y="32004"/>
                  </a:lnTo>
                  <a:lnTo>
                    <a:pt x="716977" y="23485"/>
                  </a:lnTo>
                  <a:lnTo>
                    <a:pt x="702014" y="9413"/>
                  </a:lnTo>
                  <a:lnTo>
                    <a:pt x="682198" y="2795"/>
                  </a:lnTo>
                  <a:lnTo>
                    <a:pt x="661720" y="1143"/>
                  </a:lnTo>
                  <a:close/>
                </a:path>
                <a:path w="1282064" h="198120">
                  <a:moveTo>
                    <a:pt x="719077" y="32004"/>
                  </a:moveTo>
                  <a:lnTo>
                    <a:pt x="671728" y="32004"/>
                  </a:lnTo>
                  <a:lnTo>
                    <a:pt x="677608" y="39116"/>
                  </a:lnTo>
                  <a:lnTo>
                    <a:pt x="677608" y="60452"/>
                  </a:lnTo>
                  <a:lnTo>
                    <a:pt x="722896" y="60452"/>
                  </a:lnTo>
                  <a:lnTo>
                    <a:pt x="722896" y="47498"/>
                  </a:lnTo>
                  <a:lnTo>
                    <a:pt x="719077" y="32004"/>
                  </a:lnTo>
                  <a:close/>
                </a:path>
                <a:path w="1282064" h="198120">
                  <a:moveTo>
                    <a:pt x="1017524" y="5969"/>
                  </a:moveTo>
                  <a:lnTo>
                    <a:pt x="949325" y="5969"/>
                  </a:lnTo>
                  <a:lnTo>
                    <a:pt x="949325" y="189230"/>
                  </a:lnTo>
                  <a:lnTo>
                    <a:pt x="994663" y="189230"/>
                  </a:lnTo>
                  <a:lnTo>
                    <a:pt x="991743" y="35560"/>
                  </a:lnTo>
                  <a:lnTo>
                    <a:pt x="1026083" y="35560"/>
                  </a:lnTo>
                  <a:lnTo>
                    <a:pt x="1017524" y="5969"/>
                  </a:lnTo>
                  <a:close/>
                </a:path>
                <a:path w="1282064" h="198120">
                  <a:moveTo>
                    <a:pt x="1026083" y="35560"/>
                  </a:moveTo>
                  <a:lnTo>
                    <a:pt x="991743" y="35560"/>
                  </a:lnTo>
                  <a:lnTo>
                    <a:pt x="1038225" y="189230"/>
                  </a:lnTo>
                  <a:lnTo>
                    <a:pt x="1103503" y="189230"/>
                  </a:lnTo>
                  <a:lnTo>
                    <a:pt x="1103503" y="154812"/>
                  </a:lnTo>
                  <a:lnTo>
                    <a:pt x="1060577" y="154812"/>
                  </a:lnTo>
                  <a:lnTo>
                    <a:pt x="1026083" y="35560"/>
                  </a:lnTo>
                  <a:close/>
                </a:path>
                <a:path w="1282064" h="198120">
                  <a:moveTo>
                    <a:pt x="1103503" y="5969"/>
                  </a:moveTo>
                  <a:lnTo>
                    <a:pt x="1058164" y="5969"/>
                  </a:lnTo>
                  <a:lnTo>
                    <a:pt x="1060577" y="154812"/>
                  </a:lnTo>
                  <a:lnTo>
                    <a:pt x="1103503" y="154812"/>
                  </a:lnTo>
                  <a:lnTo>
                    <a:pt x="1103503" y="5969"/>
                  </a:lnTo>
                  <a:close/>
                </a:path>
                <a:path w="1282064" h="198120">
                  <a:moveTo>
                    <a:pt x="277634" y="5969"/>
                  </a:moveTo>
                  <a:lnTo>
                    <a:pt x="195872" y="5969"/>
                  </a:lnTo>
                  <a:lnTo>
                    <a:pt x="162344" y="191008"/>
                  </a:lnTo>
                  <a:lnTo>
                    <a:pt x="211747" y="191008"/>
                  </a:lnTo>
                  <a:lnTo>
                    <a:pt x="237045" y="19558"/>
                  </a:lnTo>
                  <a:lnTo>
                    <a:pt x="280096" y="19558"/>
                  </a:lnTo>
                  <a:lnTo>
                    <a:pt x="277634" y="5969"/>
                  </a:lnTo>
                  <a:close/>
                </a:path>
                <a:path w="1282064" h="198120">
                  <a:moveTo>
                    <a:pt x="280096" y="19558"/>
                  </a:moveTo>
                  <a:lnTo>
                    <a:pt x="237045" y="19558"/>
                  </a:lnTo>
                  <a:lnTo>
                    <a:pt x="262331" y="191008"/>
                  </a:lnTo>
                  <a:lnTo>
                    <a:pt x="311162" y="191008"/>
                  </a:lnTo>
                  <a:lnTo>
                    <a:pt x="280096" y="19558"/>
                  </a:lnTo>
                  <a:close/>
                </a:path>
                <a:path w="1282064" h="198120">
                  <a:moveTo>
                    <a:pt x="426440" y="5969"/>
                  </a:moveTo>
                  <a:lnTo>
                    <a:pt x="351739" y="5969"/>
                  </a:lnTo>
                  <a:lnTo>
                    <a:pt x="348208" y="191008"/>
                  </a:lnTo>
                  <a:lnTo>
                    <a:pt x="393509" y="191008"/>
                  </a:lnTo>
                  <a:lnTo>
                    <a:pt x="394677" y="19558"/>
                  </a:lnTo>
                  <a:lnTo>
                    <a:pt x="428651" y="19558"/>
                  </a:lnTo>
                  <a:lnTo>
                    <a:pt x="426440" y="5969"/>
                  </a:lnTo>
                  <a:close/>
                </a:path>
                <a:path w="1282064" h="198120">
                  <a:moveTo>
                    <a:pt x="428651" y="19558"/>
                  </a:moveTo>
                  <a:lnTo>
                    <a:pt x="394677" y="19558"/>
                  </a:lnTo>
                  <a:lnTo>
                    <a:pt x="426440" y="191008"/>
                  </a:lnTo>
                  <a:lnTo>
                    <a:pt x="472909" y="191008"/>
                  </a:lnTo>
                  <a:lnTo>
                    <a:pt x="480391" y="150622"/>
                  </a:lnTo>
                  <a:lnTo>
                    <a:pt x="449973" y="150622"/>
                  </a:lnTo>
                  <a:lnTo>
                    <a:pt x="428651" y="19558"/>
                  </a:lnTo>
                  <a:close/>
                </a:path>
                <a:path w="1282064" h="198120">
                  <a:moveTo>
                    <a:pt x="547913" y="19558"/>
                  </a:moveTo>
                  <a:lnTo>
                    <a:pt x="504672" y="19558"/>
                  </a:lnTo>
                  <a:lnTo>
                    <a:pt x="505853" y="191008"/>
                  </a:lnTo>
                  <a:lnTo>
                    <a:pt x="551726" y="191008"/>
                  </a:lnTo>
                  <a:lnTo>
                    <a:pt x="547913" y="19558"/>
                  </a:lnTo>
                  <a:close/>
                </a:path>
                <a:path w="1282064" h="198120">
                  <a:moveTo>
                    <a:pt x="547611" y="5969"/>
                  </a:moveTo>
                  <a:lnTo>
                    <a:pt x="472909" y="5969"/>
                  </a:lnTo>
                  <a:lnTo>
                    <a:pt x="449973" y="150622"/>
                  </a:lnTo>
                  <a:lnTo>
                    <a:pt x="480391" y="150622"/>
                  </a:lnTo>
                  <a:lnTo>
                    <a:pt x="504672" y="19558"/>
                  </a:lnTo>
                  <a:lnTo>
                    <a:pt x="547913" y="19558"/>
                  </a:lnTo>
                  <a:lnTo>
                    <a:pt x="547611" y="5969"/>
                  </a:lnTo>
                  <a:close/>
                </a:path>
                <a:path w="1282064" h="198120">
                  <a:moveTo>
                    <a:pt x="816419" y="5969"/>
                  </a:moveTo>
                  <a:lnTo>
                    <a:pt x="769950" y="5969"/>
                  </a:lnTo>
                  <a:lnTo>
                    <a:pt x="769950" y="148844"/>
                  </a:lnTo>
                  <a:lnTo>
                    <a:pt x="770534" y="150622"/>
                  </a:lnTo>
                  <a:lnTo>
                    <a:pt x="776987" y="172285"/>
                  </a:lnTo>
                  <a:lnTo>
                    <a:pt x="790822" y="186388"/>
                  </a:lnTo>
                  <a:lnTo>
                    <a:pt x="810382" y="194038"/>
                  </a:lnTo>
                  <a:lnTo>
                    <a:pt x="834008" y="196342"/>
                  </a:lnTo>
                  <a:lnTo>
                    <a:pt x="858031" y="194038"/>
                  </a:lnTo>
                  <a:lnTo>
                    <a:pt x="877792" y="186388"/>
                  </a:lnTo>
                  <a:lnTo>
                    <a:pt x="891694" y="172285"/>
                  </a:lnTo>
                  <a:lnTo>
                    <a:pt x="894438" y="163068"/>
                  </a:lnTo>
                  <a:lnTo>
                    <a:pt x="821689" y="163068"/>
                  </a:lnTo>
                  <a:lnTo>
                    <a:pt x="817600" y="154178"/>
                  </a:lnTo>
                  <a:lnTo>
                    <a:pt x="817003" y="150114"/>
                  </a:lnTo>
                  <a:lnTo>
                    <a:pt x="816419" y="147700"/>
                  </a:lnTo>
                  <a:lnTo>
                    <a:pt x="816419" y="5969"/>
                  </a:lnTo>
                  <a:close/>
                </a:path>
                <a:path w="1282064" h="198120">
                  <a:moveTo>
                    <a:pt x="898779" y="5969"/>
                  </a:moveTo>
                  <a:lnTo>
                    <a:pt x="852297" y="5969"/>
                  </a:lnTo>
                  <a:lnTo>
                    <a:pt x="852297" y="147700"/>
                  </a:lnTo>
                  <a:lnTo>
                    <a:pt x="851662" y="150114"/>
                  </a:lnTo>
                  <a:lnTo>
                    <a:pt x="851154" y="154178"/>
                  </a:lnTo>
                  <a:lnTo>
                    <a:pt x="846963" y="163068"/>
                  </a:lnTo>
                  <a:lnTo>
                    <a:pt x="894438" y="163068"/>
                  </a:lnTo>
                  <a:lnTo>
                    <a:pt x="898144" y="150622"/>
                  </a:lnTo>
                  <a:lnTo>
                    <a:pt x="898779" y="148844"/>
                  </a:lnTo>
                  <a:lnTo>
                    <a:pt x="898779" y="5969"/>
                  </a:lnTo>
                  <a:close/>
                </a:path>
                <a:path w="1282064" h="198120">
                  <a:moveTo>
                    <a:pt x="1216406" y="1143"/>
                  </a:moveTo>
                  <a:lnTo>
                    <a:pt x="1173718" y="11096"/>
                  </a:lnTo>
                  <a:lnTo>
                    <a:pt x="1152270" y="46862"/>
                  </a:lnTo>
                  <a:lnTo>
                    <a:pt x="1151636" y="49784"/>
                  </a:lnTo>
                  <a:lnTo>
                    <a:pt x="1151636" y="143002"/>
                  </a:lnTo>
                  <a:lnTo>
                    <a:pt x="1173289" y="184419"/>
                  </a:lnTo>
                  <a:lnTo>
                    <a:pt x="1216406" y="194564"/>
                  </a:lnTo>
                  <a:lnTo>
                    <a:pt x="1239972" y="192188"/>
                  </a:lnTo>
                  <a:lnTo>
                    <a:pt x="1259967" y="184419"/>
                  </a:lnTo>
                  <a:lnTo>
                    <a:pt x="1274341" y="170293"/>
                  </a:lnTo>
                  <a:lnTo>
                    <a:pt x="1277157" y="161290"/>
                  </a:lnTo>
                  <a:lnTo>
                    <a:pt x="1202817" y="161290"/>
                  </a:lnTo>
                  <a:lnTo>
                    <a:pt x="1198752" y="153035"/>
                  </a:lnTo>
                  <a:lnTo>
                    <a:pt x="1197609" y="147700"/>
                  </a:lnTo>
                  <a:lnTo>
                    <a:pt x="1197609" y="145923"/>
                  </a:lnTo>
                  <a:lnTo>
                    <a:pt x="1196975" y="143002"/>
                  </a:lnTo>
                  <a:lnTo>
                    <a:pt x="1197085" y="52832"/>
                  </a:lnTo>
                  <a:lnTo>
                    <a:pt x="1197609" y="50419"/>
                  </a:lnTo>
                  <a:lnTo>
                    <a:pt x="1198214" y="46862"/>
                  </a:lnTo>
                  <a:lnTo>
                    <a:pt x="1198752" y="43307"/>
                  </a:lnTo>
                  <a:lnTo>
                    <a:pt x="1202817" y="34417"/>
                  </a:lnTo>
                  <a:lnTo>
                    <a:pt x="1277121" y="34417"/>
                  </a:lnTo>
                  <a:lnTo>
                    <a:pt x="1274127" y="24931"/>
                  </a:lnTo>
                  <a:lnTo>
                    <a:pt x="1259776" y="10858"/>
                  </a:lnTo>
                  <a:lnTo>
                    <a:pt x="1239901" y="3357"/>
                  </a:lnTo>
                  <a:lnTo>
                    <a:pt x="1216406" y="1143"/>
                  </a:lnTo>
                  <a:close/>
                </a:path>
                <a:path w="1282064" h="198120">
                  <a:moveTo>
                    <a:pt x="1281683" y="87249"/>
                  </a:moveTo>
                  <a:lnTo>
                    <a:pt x="1217040" y="87249"/>
                  </a:lnTo>
                  <a:lnTo>
                    <a:pt x="1217040" y="113919"/>
                  </a:lnTo>
                  <a:lnTo>
                    <a:pt x="1235837" y="113919"/>
                  </a:lnTo>
                  <a:lnTo>
                    <a:pt x="1235837" y="145923"/>
                  </a:lnTo>
                  <a:lnTo>
                    <a:pt x="1235202" y="147700"/>
                  </a:lnTo>
                  <a:lnTo>
                    <a:pt x="1234567" y="153035"/>
                  </a:lnTo>
                  <a:lnTo>
                    <a:pt x="1229868" y="161290"/>
                  </a:lnTo>
                  <a:lnTo>
                    <a:pt x="1277157" y="161290"/>
                  </a:lnTo>
                  <a:lnTo>
                    <a:pt x="1281049" y="148844"/>
                  </a:lnTo>
                  <a:lnTo>
                    <a:pt x="1281683" y="143002"/>
                  </a:lnTo>
                  <a:lnTo>
                    <a:pt x="1281683" y="87249"/>
                  </a:lnTo>
                  <a:close/>
                </a:path>
                <a:path w="1282064" h="198120">
                  <a:moveTo>
                    <a:pt x="1277121" y="34417"/>
                  </a:moveTo>
                  <a:lnTo>
                    <a:pt x="1230502" y="34417"/>
                  </a:lnTo>
                  <a:lnTo>
                    <a:pt x="1234058" y="43942"/>
                  </a:lnTo>
                  <a:lnTo>
                    <a:pt x="1234567" y="47498"/>
                  </a:lnTo>
                  <a:lnTo>
                    <a:pt x="1235202" y="50419"/>
                  </a:lnTo>
                  <a:lnTo>
                    <a:pt x="1235202" y="65278"/>
                  </a:lnTo>
                  <a:lnTo>
                    <a:pt x="1281049" y="65278"/>
                  </a:lnTo>
                  <a:lnTo>
                    <a:pt x="1281049" y="58674"/>
                  </a:lnTo>
                  <a:lnTo>
                    <a:pt x="1281683" y="52832"/>
                  </a:lnTo>
                  <a:lnTo>
                    <a:pt x="1281049" y="46862"/>
                  </a:lnTo>
                  <a:lnTo>
                    <a:pt x="1277121" y="34417"/>
                  </a:lnTo>
                  <a:close/>
                </a:path>
              </a:pathLst>
            </a:custGeom>
            <a:solidFill>
              <a:srgbClr val="0923A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265676" y="6141720"/>
              <a:ext cx="1371600" cy="449580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29995" y="1865376"/>
              <a:ext cx="2815590" cy="2042922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989075" y="4386046"/>
              <a:ext cx="3729990" cy="305587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723900" y="4319015"/>
              <a:ext cx="55244" cy="361315"/>
            </a:xfrm>
            <a:custGeom>
              <a:avLst/>
              <a:gdLst/>
              <a:ahLst/>
              <a:cxnLst/>
              <a:rect l="l" t="t" r="r" b="b"/>
              <a:pathLst>
                <a:path w="55245" h="361314">
                  <a:moveTo>
                    <a:pt x="54864" y="0"/>
                  </a:moveTo>
                  <a:lnTo>
                    <a:pt x="0" y="0"/>
                  </a:lnTo>
                  <a:lnTo>
                    <a:pt x="0" y="361187"/>
                  </a:lnTo>
                  <a:lnTo>
                    <a:pt x="54864" y="361187"/>
                  </a:lnTo>
                  <a:lnTo>
                    <a:pt x="54864" y="0"/>
                  </a:lnTo>
                  <a:close/>
                </a:path>
              </a:pathLst>
            </a:custGeom>
            <a:solidFill>
              <a:srgbClr val="13289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902951" cy="2997319"/>
          </a:xfrm>
          <a:prstGeom prst="rect">
            <a:avLst/>
          </a:prstGeom>
        </p:spPr>
      </p:pic>
      <p:sp>
        <p:nvSpPr>
          <p:cNvPr id="3" name="object 3"/>
          <p:cNvSpPr/>
          <p:nvPr/>
        </p:nvSpPr>
        <p:spPr>
          <a:xfrm>
            <a:off x="449580" y="6425184"/>
            <a:ext cx="9001125" cy="0"/>
          </a:xfrm>
          <a:custGeom>
            <a:avLst/>
            <a:gdLst/>
            <a:ahLst/>
            <a:cxnLst/>
            <a:rect l="l" t="t" r="r" b="b"/>
            <a:pathLst>
              <a:path w="9001125">
                <a:moveTo>
                  <a:pt x="0" y="0"/>
                </a:moveTo>
                <a:lnTo>
                  <a:pt x="9000744" y="0"/>
                </a:lnTo>
              </a:path>
            </a:pathLst>
          </a:custGeom>
          <a:ln w="6096">
            <a:solidFill>
              <a:srgbClr val="BEBEB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406212" y="6524434"/>
            <a:ext cx="37253" cy="90487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54151" y="6527292"/>
            <a:ext cx="1794510" cy="142494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027175" y="2686786"/>
            <a:ext cx="7067550" cy="450367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989075" y="4213834"/>
            <a:ext cx="3271266" cy="269011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998219" y="2125967"/>
            <a:ext cx="1128521" cy="252234"/>
          </a:xfrm>
          <a:prstGeom prst="rect">
            <a:avLst/>
          </a:prstGeom>
        </p:spPr>
      </p:pic>
      <p:sp>
        <p:nvSpPr>
          <p:cNvPr id="9" name="object 9"/>
          <p:cNvSpPr/>
          <p:nvPr/>
        </p:nvSpPr>
        <p:spPr>
          <a:xfrm>
            <a:off x="719327" y="2095500"/>
            <a:ext cx="60960" cy="1577340"/>
          </a:xfrm>
          <a:custGeom>
            <a:avLst/>
            <a:gdLst/>
            <a:ahLst/>
            <a:cxnLst/>
            <a:rect l="l" t="t" r="r" b="b"/>
            <a:pathLst>
              <a:path w="60959" h="1577339">
                <a:moveTo>
                  <a:pt x="60959" y="0"/>
                </a:moveTo>
                <a:lnTo>
                  <a:pt x="0" y="0"/>
                </a:lnTo>
                <a:lnTo>
                  <a:pt x="0" y="1577339"/>
                </a:lnTo>
                <a:lnTo>
                  <a:pt x="60959" y="1577339"/>
                </a:lnTo>
                <a:lnTo>
                  <a:pt x="60959" y="0"/>
                </a:lnTo>
                <a:close/>
              </a:path>
            </a:pathLst>
          </a:custGeom>
          <a:solidFill>
            <a:srgbClr val="13289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719327" y="4157471"/>
            <a:ext cx="60960" cy="323215"/>
          </a:xfrm>
          <a:custGeom>
            <a:avLst/>
            <a:gdLst/>
            <a:ahLst/>
            <a:cxnLst/>
            <a:rect l="l" t="t" r="r" b="b"/>
            <a:pathLst>
              <a:path w="60959" h="323214">
                <a:moveTo>
                  <a:pt x="60959" y="0"/>
                </a:moveTo>
                <a:lnTo>
                  <a:pt x="0" y="0"/>
                </a:lnTo>
                <a:lnTo>
                  <a:pt x="0" y="323088"/>
                </a:lnTo>
                <a:lnTo>
                  <a:pt x="60959" y="323088"/>
                </a:lnTo>
                <a:lnTo>
                  <a:pt x="60959" y="0"/>
                </a:lnTo>
                <a:close/>
              </a:path>
            </a:pathLst>
          </a:custGeom>
          <a:solidFill>
            <a:srgbClr val="13289F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49580" y="6425184"/>
            <a:ext cx="9001125" cy="0"/>
          </a:xfrm>
          <a:custGeom>
            <a:avLst/>
            <a:gdLst/>
            <a:ahLst/>
            <a:cxnLst/>
            <a:rect l="l" t="t" r="r" b="b"/>
            <a:pathLst>
              <a:path w="9001125">
                <a:moveTo>
                  <a:pt x="0" y="0"/>
                </a:moveTo>
                <a:lnTo>
                  <a:pt x="9000744" y="0"/>
                </a:lnTo>
              </a:path>
            </a:pathLst>
          </a:custGeom>
          <a:ln w="6096">
            <a:solidFill>
              <a:srgbClr val="BEBEB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406212" y="6524434"/>
            <a:ext cx="37253" cy="90487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54151" y="6527292"/>
            <a:ext cx="1794510" cy="142494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862571" y="6521195"/>
            <a:ext cx="2327910" cy="118110"/>
          </a:xfrm>
          <a:prstGeom prst="rect">
            <a:avLst/>
          </a:prstGeom>
        </p:spPr>
      </p:pic>
      <p:grpSp>
        <p:nvGrpSpPr>
          <p:cNvPr id="6" name="object 6"/>
          <p:cNvGrpSpPr/>
          <p:nvPr/>
        </p:nvGrpSpPr>
        <p:grpSpPr>
          <a:xfrm>
            <a:off x="702563" y="1609344"/>
            <a:ext cx="8648700" cy="1117600"/>
            <a:chOff x="702563" y="1609344"/>
            <a:chExt cx="8648700" cy="1117600"/>
          </a:xfrm>
        </p:grpSpPr>
        <p:sp>
          <p:nvSpPr>
            <p:cNvPr id="7" name="object 7"/>
            <p:cNvSpPr/>
            <p:nvPr/>
          </p:nvSpPr>
          <p:spPr>
            <a:xfrm>
              <a:off x="712469" y="1619250"/>
              <a:ext cx="8629015" cy="1097280"/>
            </a:xfrm>
            <a:custGeom>
              <a:avLst/>
              <a:gdLst/>
              <a:ahLst/>
              <a:cxnLst/>
              <a:rect l="l" t="t" r="r" b="b"/>
              <a:pathLst>
                <a:path w="8629015" h="1097280">
                  <a:moveTo>
                    <a:pt x="0" y="1097279"/>
                  </a:moveTo>
                  <a:lnTo>
                    <a:pt x="8628888" y="1097279"/>
                  </a:lnTo>
                  <a:lnTo>
                    <a:pt x="8628888" y="0"/>
                  </a:lnTo>
                  <a:lnTo>
                    <a:pt x="0" y="0"/>
                  </a:lnTo>
                  <a:lnTo>
                    <a:pt x="0" y="1097279"/>
                  </a:lnTo>
                  <a:close/>
                </a:path>
              </a:pathLst>
            </a:custGeom>
            <a:ln w="19811">
              <a:solidFill>
                <a:srgbClr val="F1F1F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867150" y="1796796"/>
              <a:ext cx="5630423" cy="759713"/>
            </a:xfrm>
            <a:prstGeom prst="rect">
              <a:avLst/>
            </a:prstGeom>
          </p:spPr>
        </p:pic>
      </p:grpSp>
      <p:pic>
        <p:nvPicPr>
          <p:cNvPr id="9" name="object 9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714755" y="1335024"/>
            <a:ext cx="1448562" cy="180594"/>
          </a:xfrm>
          <a:prstGeom prst="rect">
            <a:avLst/>
          </a:prstGeom>
        </p:spPr>
      </p:pic>
      <p:grpSp>
        <p:nvGrpSpPr>
          <p:cNvPr id="10" name="object 10"/>
          <p:cNvGrpSpPr/>
          <p:nvPr/>
        </p:nvGrpSpPr>
        <p:grpSpPr>
          <a:xfrm>
            <a:off x="403859" y="1249680"/>
            <a:ext cx="291465" cy="311150"/>
            <a:chOff x="403859" y="1249680"/>
            <a:chExt cx="291465" cy="311150"/>
          </a:xfrm>
        </p:grpSpPr>
        <p:pic>
          <p:nvPicPr>
            <p:cNvPr id="11" name="object 11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441959" y="1287780"/>
              <a:ext cx="214884" cy="234664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441959" y="1287780"/>
              <a:ext cx="215265" cy="234950"/>
            </a:xfrm>
            <a:custGeom>
              <a:avLst/>
              <a:gdLst/>
              <a:ahLst/>
              <a:cxnLst/>
              <a:rect l="l" t="t" r="r" b="b"/>
              <a:pathLst>
                <a:path w="215265" h="234950">
                  <a:moveTo>
                    <a:pt x="0" y="82550"/>
                  </a:moveTo>
                  <a:lnTo>
                    <a:pt x="23990" y="40512"/>
                  </a:lnTo>
                  <a:lnTo>
                    <a:pt x="83451" y="5715"/>
                  </a:lnTo>
                  <a:lnTo>
                    <a:pt x="107442" y="0"/>
                  </a:lnTo>
                  <a:lnTo>
                    <a:pt x="120224" y="1428"/>
                  </a:lnTo>
                  <a:lnTo>
                    <a:pt x="190893" y="40512"/>
                  </a:lnTo>
                  <a:lnTo>
                    <a:pt x="214884" y="82550"/>
                  </a:lnTo>
                  <a:lnTo>
                    <a:pt x="214884" y="152146"/>
                  </a:lnTo>
                  <a:lnTo>
                    <a:pt x="190893" y="194183"/>
                  </a:lnTo>
                  <a:lnTo>
                    <a:pt x="131432" y="228854"/>
                  </a:lnTo>
                  <a:lnTo>
                    <a:pt x="107442" y="234664"/>
                  </a:lnTo>
                  <a:lnTo>
                    <a:pt x="94659" y="233211"/>
                  </a:lnTo>
                  <a:lnTo>
                    <a:pt x="23990" y="194183"/>
                  </a:lnTo>
                  <a:lnTo>
                    <a:pt x="0" y="152146"/>
                  </a:lnTo>
                  <a:lnTo>
                    <a:pt x="0" y="82550"/>
                  </a:lnTo>
                  <a:close/>
                </a:path>
              </a:pathLst>
            </a:custGeom>
            <a:ln w="762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13" name="object 13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723900" y="3026664"/>
            <a:ext cx="1340358" cy="180594"/>
          </a:xfrm>
          <a:prstGeom prst="rect">
            <a:avLst/>
          </a:prstGeom>
        </p:spPr>
      </p:pic>
      <p:grpSp>
        <p:nvGrpSpPr>
          <p:cNvPr id="14" name="object 14"/>
          <p:cNvGrpSpPr/>
          <p:nvPr/>
        </p:nvGrpSpPr>
        <p:grpSpPr>
          <a:xfrm>
            <a:off x="411480" y="2942844"/>
            <a:ext cx="8940165" cy="1464945"/>
            <a:chOff x="411480" y="2942844"/>
            <a:chExt cx="8940165" cy="1464945"/>
          </a:xfrm>
        </p:grpSpPr>
        <p:pic>
          <p:nvPicPr>
            <p:cNvPr id="15" name="object 15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449580" y="2980944"/>
              <a:ext cx="216408" cy="233172"/>
            </a:xfrm>
            <a:prstGeom prst="rect">
              <a:avLst/>
            </a:prstGeom>
          </p:spPr>
        </p:pic>
        <p:sp>
          <p:nvSpPr>
            <p:cNvPr id="16" name="object 16"/>
            <p:cNvSpPr/>
            <p:nvPr/>
          </p:nvSpPr>
          <p:spPr>
            <a:xfrm>
              <a:off x="449580" y="2980944"/>
              <a:ext cx="216535" cy="233679"/>
            </a:xfrm>
            <a:custGeom>
              <a:avLst/>
              <a:gdLst/>
              <a:ahLst/>
              <a:cxnLst/>
              <a:rect l="l" t="t" r="r" b="b"/>
              <a:pathLst>
                <a:path w="216534" h="233680">
                  <a:moveTo>
                    <a:pt x="0" y="82042"/>
                  </a:moveTo>
                  <a:lnTo>
                    <a:pt x="24168" y="40259"/>
                  </a:lnTo>
                  <a:lnTo>
                    <a:pt x="84048" y="5715"/>
                  </a:lnTo>
                  <a:lnTo>
                    <a:pt x="108204" y="0"/>
                  </a:lnTo>
                  <a:lnTo>
                    <a:pt x="121074" y="1428"/>
                  </a:lnTo>
                  <a:lnTo>
                    <a:pt x="192239" y="40259"/>
                  </a:lnTo>
                  <a:lnTo>
                    <a:pt x="216408" y="82042"/>
                  </a:lnTo>
                  <a:lnTo>
                    <a:pt x="216408" y="151130"/>
                  </a:lnTo>
                  <a:lnTo>
                    <a:pt x="192239" y="192913"/>
                  </a:lnTo>
                  <a:lnTo>
                    <a:pt x="132359" y="227457"/>
                  </a:lnTo>
                  <a:lnTo>
                    <a:pt x="108204" y="233172"/>
                  </a:lnTo>
                  <a:lnTo>
                    <a:pt x="95333" y="231743"/>
                  </a:lnTo>
                  <a:lnTo>
                    <a:pt x="24168" y="192913"/>
                  </a:lnTo>
                  <a:lnTo>
                    <a:pt x="0" y="151130"/>
                  </a:lnTo>
                  <a:lnTo>
                    <a:pt x="0" y="82042"/>
                  </a:lnTo>
                  <a:close/>
                </a:path>
              </a:pathLst>
            </a:custGeom>
            <a:ln w="762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712470" y="3286506"/>
              <a:ext cx="8629015" cy="1111250"/>
            </a:xfrm>
            <a:custGeom>
              <a:avLst/>
              <a:gdLst/>
              <a:ahLst/>
              <a:cxnLst/>
              <a:rect l="l" t="t" r="r" b="b"/>
              <a:pathLst>
                <a:path w="8629015" h="1111250">
                  <a:moveTo>
                    <a:pt x="0" y="1110996"/>
                  </a:moveTo>
                  <a:lnTo>
                    <a:pt x="8628888" y="1110996"/>
                  </a:lnTo>
                  <a:lnTo>
                    <a:pt x="8628888" y="0"/>
                  </a:lnTo>
                  <a:lnTo>
                    <a:pt x="0" y="0"/>
                  </a:lnTo>
                  <a:lnTo>
                    <a:pt x="0" y="1110996"/>
                  </a:lnTo>
                  <a:close/>
                </a:path>
              </a:pathLst>
            </a:custGeom>
            <a:ln w="19812">
              <a:solidFill>
                <a:srgbClr val="F1F1F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8" name="object 18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867148" y="3462527"/>
              <a:ext cx="3254509" cy="759714"/>
            </a:xfrm>
            <a:prstGeom prst="rect">
              <a:avLst/>
            </a:prstGeom>
          </p:spPr>
        </p:pic>
      </p:grpSp>
      <p:sp>
        <p:nvSpPr>
          <p:cNvPr id="19" name="object 19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solidFill>
                  <a:srgbClr val="002E8E"/>
                </a:solidFill>
              </a:rPr>
              <a:t>Chapter </a:t>
            </a:r>
            <a:r>
              <a:rPr sz="2400" spc="-10" dirty="0">
                <a:solidFill>
                  <a:srgbClr val="002E8E"/>
                </a:solidFill>
              </a:rPr>
              <a:t>Description</a:t>
            </a:r>
            <a:endParaRPr sz="2400"/>
          </a:p>
        </p:txBody>
      </p:sp>
      <p:sp>
        <p:nvSpPr>
          <p:cNvPr id="20" name="object 20"/>
          <p:cNvSpPr/>
          <p:nvPr/>
        </p:nvSpPr>
        <p:spPr>
          <a:xfrm>
            <a:off x="3616452" y="630936"/>
            <a:ext cx="5833110" cy="0"/>
          </a:xfrm>
          <a:custGeom>
            <a:avLst/>
            <a:gdLst/>
            <a:ahLst/>
            <a:cxnLst/>
            <a:rect l="l" t="t" r="r" b="b"/>
            <a:pathLst>
              <a:path w="5833109">
                <a:moveTo>
                  <a:pt x="0" y="0"/>
                </a:moveTo>
                <a:lnTo>
                  <a:pt x="5832602" y="0"/>
                </a:lnTo>
              </a:path>
            </a:pathLst>
          </a:custGeom>
          <a:ln w="12192">
            <a:solidFill>
              <a:srgbClr val="13289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902951" cy="2997319"/>
          </a:xfrm>
          <a:prstGeom prst="rect">
            <a:avLst/>
          </a:prstGeom>
        </p:spPr>
      </p:pic>
      <p:sp>
        <p:nvSpPr>
          <p:cNvPr id="3" name="object 3"/>
          <p:cNvSpPr/>
          <p:nvPr/>
        </p:nvSpPr>
        <p:spPr>
          <a:xfrm>
            <a:off x="449580" y="6425184"/>
            <a:ext cx="9001125" cy="0"/>
          </a:xfrm>
          <a:custGeom>
            <a:avLst/>
            <a:gdLst/>
            <a:ahLst/>
            <a:cxnLst/>
            <a:rect l="l" t="t" r="r" b="b"/>
            <a:pathLst>
              <a:path w="9001125">
                <a:moveTo>
                  <a:pt x="0" y="0"/>
                </a:moveTo>
                <a:lnTo>
                  <a:pt x="9000744" y="0"/>
                </a:lnTo>
              </a:path>
            </a:pathLst>
          </a:custGeom>
          <a:ln w="6096">
            <a:solidFill>
              <a:srgbClr val="BEBEB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407728" y="6524434"/>
            <a:ext cx="41833" cy="90487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54151" y="6527292"/>
            <a:ext cx="1794510" cy="142494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6862571" y="6521195"/>
            <a:ext cx="2327910" cy="118110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944880" y="3083039"/>
            <a:ext cx="4458470" cy="316242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929639" y="2670048"/>
            <a:ext cx="700278" cy="195834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986027" y="3668267"/>
            <a:ext cx="4947666" cy="2340102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406604" y="6524434"/>
            <a:ext cx="35337" cy="90487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54151" y="6527292"/>
            <a:ext cx="1794510" cy="142494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862571" y="6521195"/>
            <a:ext cx="2327910" cy="118110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501444" y="3057456"/>
            <a:ext cx="5318629" cy="3123156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437489" y="431419"/>
            <a:ext cx="415036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FFFFFF"/>
                </a:solidFill>
                <a:latin typeface="Ebrima"/>
                <a:cs typeface="Ebrima"/>
              </a:rPr>
              <a:t>1.1.</a:t>
            </a:r>
            <a:r>
              <a:rPr sz="1800" spc="-25" dirty="0">
                <a:solidFill>
                  <a:srgbClr val="FFFFFF"/>
                </a:solidFill>
                <a:latin typeface="Ebrima"/>
                <a:cs typeface="Ebrima"/>
              </a:rPr>
              <a:t> </a:t>
            </a:r>
            <a:r>
              <a:rPr sz="1800" dirty="0">
                <a:solidFill>
                  <a:srgbClr val="FFFFFF"/>
                </a:solidFill>
                <a:latin typeface="Ebrima"/>
                <a:cs typeface="Ebrima"/>
              </a:rPr>
              <a:t>Understanding</a:t>
            </a:r>
            <a:r>
              <a:rPr sz="1800" spc="-15" dirty="0">
                <a:solidFill>
                  <a:srgbClr val="FFFFFF"/>
                </a:solidFill>
                <a:latin typeface="Ebrima"/>
                <a:cs typeface="Ebrima"/>
              </a:rPr>
              <a:t> </a:t>
            </a:r>
            <a:r>
              <a:rPr sz="1800" dirty="0">
                <a:solidFill>
                  <a:srgbClr val="FFFFFF"/>
                </a:solidFill>
                <a:latin typeface="Ebrima"/>
                <a:cs typeface="Ebrima"/>
              </a:rPr>
              <a:t>Perceptron</a:t>
            </a:r>
            <a:r>
              <a:rPr sz="1800" spc="-10" dirty="0">
                <a:solidFill>
                  <a:srgbClr val="FFFFFF"/>
                </a:solidFill>
                <a:latin typeface="Ebrima"/>
                <a:cs typeface="Ebrima"/>
              </a:rPr>
              <a:t> </a:t>
            </a:r>
            <a:r>
              <a:rPr sz="1800" dirty="0">
                <a:solidFill>
                  <a:srgbClr val="FFFFFF"/>
                </a:solidFill>
                <a:latin typeface="Ebrima"/>
                <a:cs typeface="Ebrima"/>
              </a:rPr>
              <a:t>with</a:t>
            </a:r>
            <a:r>
              <a:rPr sz="1800" spc="-10" dirty="0">
                <a:solidFill>
                  <a:srgbClr val="FFFFFF"/>
                </a:solidFill>
                <a:latin typeface="Ebrima"/>
                <a:cs typeface="Ebrima"/>
              </a:rPr>
              <a:t> Excel</a:t>
            </a:r>
            <a:endParaRPr sz="1800">
              <a:latin typeface="Ebrima"/>
              <a:cs typeface="Ebrim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8671941" y="463677"/>
            <a:ext cx="80962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dirty="0">
                <a:solidFill>
                  <a:srgbClr val="D9D9D9"/>
                </a:solidFill>
                <a:latin typeface="Ebrima"/>
                <a:cs typeface="Ebrima"/>
              </a:rPr>
              <a:t>UNIT</a:t>
            </a:r>
            <a:r>
              <a:rPr sz="1600" spc="400" dirty="0">
                <a:solidFill>
                  <a:srgbClr val="D9D9D9"/>
                </a:solidFill>
                <a:latin typeface="Ebrima"/>
                <a:cs typeface="Ebrima"/>
              </a:rPr>
              <a:t> </a:t>
            </a:r>
            <a:r>
              <a:rPr sz="1600" spc="-35" dirty="0">
                <a:solidFill>
                  <a:srgbClr val="D9D9D9"/>
                </a:solidFill>
                <a:latin typeface="Ebrima"/>
                <a:cs typeface="Ebrima"/>
              </a:rPr>
              <a:t>01</a:t>
            </a:r>
            <a:endParaRPr sz="1600">
              <a:latin typeface="Ebrima"/>
              <a:cs typeface="Ebrima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635508" y="1856232"/>
            <a:ext cx="36830" cy="180340"/>
          </a:xfrm>
          <a:custGeom>
            <a:avLst/>
            <a:gdLst/>
            <a:ahLst/>
            <a:cxnLst/>
            <a:rect l="l" t="t" r="r" b="b"/>
            <a:pathLst>
              <a:path w="36829" h="180339">
                <a:moveTo>
                  <a:pt x="36576" y="0"/>
                </a:moveTo>
                <a:lnTo>
                  <a:pt x="0" y="0"/>
                </a:lnTo>
                <a:lnTo>
                  <a:pt x="0" y="179832"/>
                </a:lnTo>
                <a:lnTo>
                  <a:pt x="36576" y="179832"/>
                </a:lnTo>
                <a:lnTo>
                  <a:pt x="36576" y="0"/>
                </a:lnTo>
                <a:close/>
              </a:path>
            </a:pathLst>
          </a:custGeom>
          <a:solidFill>
            <a:srgbClr val="183DAF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9" name="object 9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795527" y="1880616"/>
            <a:ext cx="881634" cy="174498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780287" y="2218918"/>
            <a:ext cx="7495794" cy="409219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460248" y="1446237"/>
            <a:ext cx="1230642" cy="23092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406212" y="6524434"/>
            <a:ext cx="37253" cy="90487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54151" y="6527292"/>
            <a:ext cx="1794510" cy="142494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862571" y="6521195"/>
            <a:ext cx="2327910" cy="118110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437489" y="431419"/>
            <a:ext cx="415036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FFFFFF"/>
                </a:solidFill>
                <a:latin typeface="Ebrima"/>
                <a:cs typeface="Ebrima"/>
              </a:rPr>
              <a:t>1.1.</a:t>
            </a:r>
            <a:r>
              <a:rPr sz="1800" spc="-25" dirty="0">
                <a:solidFill>
                  <a:srgbClr val="FFFFFF"/>
                </a:solidFill>
                <a:latin typeface="Ebrima"/>
                <a:cs typeface="Ebrima"/>
              </a:rPr>
              <a:t> </a:t>
            </a:r>
            <a:r>
              <a:rPr sz="1800" dirty="0">
                <a:solidFill>
                  <a:srgbClr val="FFFFFF"/>
                </a:solidFill>
                <a:latin typeface="Ebrima"/>
                <a:cs typeface="Ebrima"/>
              </a:rPr>
              <a:t>Understanding</a:t>
            </a:r>
            <a:r>
              <a:rPr sz="1800" spc="-15" dirty="0">
                <a:solidFill>
                  <a:srgbClr val="FFFFFF"/>
                </a:solidFill>
                <a:latin typeface="Ebrima"/>
                <a:cs typeface="Ebrima"/>
              </a:rPr>
              <a:t> </a:t>
            </a:r>
            <a:r>
              <a:rPr sz="1800" dirty="0">
                <a:solidFill>
                  <a:srgbClr val="FFFFFF"/>
                </a:solidFill>
                <a:latin typeface="Ebrima"/>
                <a:cs typeface="Ebrima"/>
              </a:rPr>
              <a:t>Perceptron</a:t>
            </a:r>
            <a:r>
              <a:rPr sz="1800" spc="-10" dirty="0">
                <a:solidFill>
                  <a:srgbClr val="FFFFFF"/>
                </a:solidFill>
                <a:latin typeface="Ebrima"/>
                <a:cs typeface="Ebrima"/>
              </a:rPr>
              <a:t> </a:t>
            </a:r>
            <a:r>
              <a:rPr sz="1800" dirty="0">
                <a:solidFill>
                  <a:srgbClr val="FFFFFF"/>
                </a:solidFill>
                <a:latin typeface="Ebrima"/>
                <a:cs typeface="Ebrima"/>
              </a:rPr>
              <a:t>with</a:t>
            </a:r>
            <a:r>
              <a:rPr sz="1800" spc="-10" dirty="0">
                <a:solidFill>
                  <a:srgbClr val="FFFFFF"/>
                </a:solidFill>
                <a:latin typeface="Ebrima"/>
                <a:cs typeface="Ebrima"/>
              </a:rPr>
              <a:t> Excel</a:t>
            </a:r>
            <a:endParaRPr sz="1800">
              <a:latin typeface="Ebrima"/>
              <a:cs typeface="Ebrim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8671941" y="463677"/>
            <a:ext cx="80962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dirty="0">
                <a:solidFill>
                  <a:srgbClr val="D9D9D9"/>
                </a:solidFill>
                <a:latin typeface="Ebrima"/>
                <a:cs typeface="Ebrima"/>
              </a:rPr>
              <a:t>UNIT</a:t>
            </a:r>
            <a:r>
              <a:rPr sz="1600" spc="400" dirty="0">
                <a:solidFill>
                  <a:srgbClr val="D9D9D9"/>
                </a:solidFill>
                <a:latin typeface="Ebrima"/>
                <a:cs typeface="Ebrima"/>
              </a:rPr>
              <a:t> </a:t>
            </a:r>
            <a:r>
              <a:rPr sz="1600" spc="-35" dirty="0">
                <a:solidFill>
                  <a:srgbClr val="D9D9D9"/>
                </a:solidFill>
                <a:latin typeface="Ebrima"/>
                <a:cs typeface="Ebrima"/>
              </a:rPr>
              <a:t>01</a:t>
            </a:r>
            <a:endParaRPr sz="1600">
              <a:latin typeface="Ebrima"/>
              <a:cs typeface="Ebrima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635508" y="1856232"/>
            <a:ext cx="36830" cy="180340"/>
          </a:xfrm>
          <a:custGeom>
            <a:avLst/>
            <a:gdLst/>
            <a:ahLst/>
            <a:cxnLst/>
            <a:rect l="l" t="t" r="r" b="b"/>
            <a:pathLst>
              <a:path w="36829" h="180339">
                <a:moveTo>
                  <a:pt x="36576" y="0"/>
                </a:moveTo>
                <a:lnTo>
                  <a:pt x="0" y="0"/>
                </a:lnTo>
                <a:lnTo>
                  <a:pt x="0" y="179832"/>
                </a:lnTo>
                <a:lnTo>
                  <a:pt x="36576" y="179832"/>
                </a:lnTo>
                <a:lnTo>
                  <a:pt x="36576" y="0"/>
                </a:lnTo>
                <a:close/>
              </a:path>
            </a:pathLst>
          </a:custGeom>
          <a:solidFill>
            <a:srgbClr val="183DAF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8" name="object 8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795527" y="1880616"/>
            <a:ext cx="881634" cy="174498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780287" y="2218944"/>
            <a:ext cx="8463533" cy="1282446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460248" y="1446237"/>
            <a:ext cx="1230642" cy="230924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2890881" y="3813047"/>
            <a:ext cx="4084700" cy="2395728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413832" y="6524434"/>
            <a:ext cx="37253" cy="90487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54151" y="6527292"/>
            <a:ext cx="1794510" cy="142494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862571" y="6521195"/>
            <a:ext cx="2327910" cy="118110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437489" y="431419"/>
            <a:ext cx="4145279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FFFFFF"/>
                </a:solidFill>
                <a:latin typeface="Ebrima"/>
                <a:cs typeface="Ebrima"/>
              </a:rPr>
              <a:t>1.1.</a:t>
            </a:r>
            <a:r>
              <a:rPr sz="1800" spc="-40" dirty="0">
                <a:solidFill>
                  <a:srgbClr val="FFFFFF"/>
                </a:solidFill>
                <a:latin typeface="Ebrima"/>
                <a:cs typeface="Ebrima"/>
              </a:rPr>
              <a:t> </a:t>
            </a:r>
            <a:r>
              <a:rPr sz="1800" dirty="0">
                <a:solidFill>
                  <a:srgbClr val="FFFFFF"/>
                </a:solidFill>
                <a:latin typeface="Ebrima"/>
                <a:cs typeface="Ebrima"/>
              </a:rPr>
              <a:t>Understanding</a:t>
            </a:r>
            <a:r>
              <a:rPr sz="1800" spc="-20" dirty="0">
                <a:solidFill>
                  <a:srgbClr val="FFFFFF"/>
                </a:solidFill>
                <a:latin typeface="Ebrima"/>
                <a:cs typeface="Ebrima"/>
              </a:rPr>
              <a:t> </a:t>
            </a:r>
            <a:r>
              <a:rPr sz="1800" dirty="0">
                <a:solidFill>
                  <a:srgbClr val="FFFFFF"/>
                </a:solidFill>
                <a:latin typeface="Ebrima"/>
                <a:cs typeface="Ebrima"/>
              </a:rPr>
              <a:t>Perceptron</a:t>
            </a:r>
            <a:r>
              <a:rPr sz="1800" spc="-20" dirty="0">
                <a:solidFill>
                  <a:srgbClr val="FFFFFF"/>
                </a:solidFill>
                <a:latin typeface="Ebrima"/>
                <a:cs typeface="Ebrima"/>
              </a:rPr>
              <a:t> </a:t>
            </a:r>
            <a:r>
              <a:rPr sz="1800" dirty="0">
                <a:solidFill>
                  <a:srgbClr val="FFFFFF"/>
                </a:solidFill>
                <a:latin typeface="Ebrima"/>
                <a:cs typeface="Ebrima"/>
              </a:rPr>
              <a:t>with</a:t>
            </a:r>
            <a:r>
              <a:rPr sz="1800" spc="-20" dirty="0">
                <a:solidFill>
                  <a:srgbClr val="FFFFFF"/>
                </a:solidFill>
                <a:latin typeface="Ebrima"/>
                <a:cs typeface="Ebrima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Ebrima"/>
                <a:cs typeface="Ebrima"/>
              </a:rPr>
              <a:t>Excel</a:t>
            </a:r>
            <a:endParaRPr sz="1800">
              <a:latin typeface="Ebrima"/>
              <a:cs typeface="Ebrim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8671941" y="463677"/>
            <a:ext cx="80962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dirty="0">
                <a:solidFill>
                  <a:srgbClr val="D9D9D9"/>
                </a:solidFill>
                <a:latin typeface="Ebrima"/>
                <a:cs typeface="Ebrima"/>
              </a:rPr>
              <a:t>UNIT</a:t>
            </a:r>
            <a:r>
              <a:rPr sz="1600" spc="400" dirty="0">
                <a:solidFill>
                  <a:srgbClr val="D9D9D9"/>
                </a:solidFill>
                <a:latin typeface="Ebrima"/>
                <a:cs typeface="Ebrima"/>
              </a:rPr>
              <a:t> </a:t>
            </a:r>
            <a:r>
              <a:rPr sz="1600" spc="-35" dirty="0">
                <a:solidFill>
                  <a:srgbClr val="D9D9D9"/>
                </a:solidFill>
                <a:latin typeface="Ebrima"/>
                <a:cs typeface="Ebrima"/>
              </a:rPr>
              <a:t>01</a:t>
            </a:r>
            <a:endParaRPr sz="1600">
              <a:latin typeface="Ebrima"/>
              <a:cs typeface="Ebrima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559308" y="1437132"/>
            <a:ext cx="36830" cy="181610"/>
          </a:xfrm>
          <a:custGeom>
            <a:avLst/>
            <a:gdLst/>
            <a:ahLst/>
            <a:cxnLst/>
            <a:rect l="l" t="t" r="r" b="b"/>
            <a:pathLst>
              <a:path w="36829" h="181609">
                <a:moveTo>
                  <a:pt x="36576" y="0"/>
                </a:moveTo>
                <a:lnTo>
                  <a:pt x="0" y="0"/>
                </a:lnTo>
                <a:lnTo>
                  <a:pt x="0" y="181355"/>
                </a:lnTo>
                <a:lnTo>
                  <a:pt x="36576" y="181355"/>
                </a:lnTo>
                <a:lnTo>
                  <a:pt x="36576" y="0"/>
                </a:lnTo>
                <a:close/>
              </a:path>
            </a:pathLst>
          </a:custGeom>
          <a:solidFill>
            <a:srgbClr val="183DAF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8" name="object 8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719327" y="1461516"/>
            <a:ext cx="1450086" cy="176022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2150364" y="1877567"/>
            <a:ext cx="7178802" cy="1105662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585216" y="1837944"/>
            <a:ext cx="1385316" cy="1728215"/>
          </a:xfrm>
          <a:prstGeom prst="rect">
            <a:avLst/>
          </a:prstGeom>
        </p:spPr>
      </p:pic>
      <p:sp>
        <p:nvSpPr>
          <p:cNvPr id="11" name="object 11"/>
          <p:cNvSpPr txBox="1"/>
          <p:nvPr/>
        </p:nvSpPr>
        <p:spPr>
          <a:xfrm>
            <a:off x="807212" y="3678377"/>
            <a:ext cx="901700" cy="42227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95"/>
              </a:spcBef>
            </a:pPr>
            <a:r>
              <a:rPr sz="1300" spc="-204" dirty="0">
                <a:solidFill>
                  <a:srgbClr val="252525"/>
                </a:solidFill>
                <a:latin typeface="Trebuchet MS"/>
                <a:cs typeface="Trebuchet MS"/>
              </a:rPr>
              <a:t>Frank</a:t>
            </a:r>
            <a:r>
              <a:rPr sz="1300" spc="-105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300" spc="-175" dirty="0">
                <a:solidFill>
                  <a:srgbClr val="252525"/>
                </a:solidFill>
                <a:latin typeface="Trebuchet MS"/>
                <a:cs typeface="Trebuchet MS"/>
              </a:rPr>
              <a:t>Rosenblatt</a:t>
            </a:r>
            <a:endParaRPr sz="1300">
              <a:latin typeface="Trebuchet MS"/>
              <a:cs typeface="Trebuchet MS"/>
            </a:endParaRPr>
          </a:p>
          <a:p>
            <a:pPr algn="ctr">
              <a:lnSpc>
                <a:spcPct val="100000"/>
              </a:lnSpc>
              <a:spcBef>
                <a:spcPts val="5"/>
              </a:spcBef>
            </a:pPr>
            <a:r>
              <a:rPr sz="1300" spc="-140" dirty="0">
                <a:solidFill>
                  <a:srgbClr val="252525"/>
                </a:solidFill>
                <a:latin typeface="Trebuchet MS"/>
                <a:cs typeface="Trebuchet MS"/>
              </a:rPr>
              <a:t>(1928~1971)</a:t>
            </a:r>
            <a:endParaRPr sz="13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406212" y="6524434"/>
            <a:ext cx="37253" cy="90487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54151" y="6527292"/>
            <a:ext cx="1794510" cy="142494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862571" y="6521195"/>
            <a:ext cx="2327910" cy="118110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1.1.</a:t>
            </a:r>
            <a:r>
              <a:rPr spc="-25" dirty="0"/>
              <a:t> </a:t>
            </a:r>
            <a:r>
              <a:rPr dirty="0"/>
              <a:t>Understanding</a:t>
            </a:r>
            <a:r>
              <a:rPr spc="-15" dirty="0"/>
              <a:t> </a:t>
            </a:r>
            <a:r>
              <a:rPr dirty="0"/>
              <a:t>Perceptron</a:t>
            </a:r>
            <a:r>
              <a:rPr spc="-10" dirty="0"/>
              <a:t> </a:t>
            </a:r>
            <a:r>
              <a:rPr dirty="0"/>
              <a:t>with</a:t>
            </a:r>
            <a:r>
              <a:rPr spc="-10" dirty="0"/>
              <a:t> Excel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8671941" y="463677"/>
            <a:ext cx="80962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dirty="0">
                <a:solidFill>
                  <a:srgbClr val="D9D9D9"/>
                </a:solidFill>
                <a:latin typeface="Ebrima"/>
                <a:cs typeface="Ebrima"/>
              </a:rPr>
              <a:t>UNIT</a:t>
            </a:r>
            <a:r>
              <a:rPr sz="1600" spc="400" dirty="0">
                <a:solidFill>
                  <a:srgbClr val="D9D9D9"/>
                </a:solidFill>
                <a:latin typeface="Ebrima"/>
                <a:cs typeface="Ebrima"/>
              </a:rPr>
              <a:t> </a:t>
            </a:r>
            <a:r>
              <a:rPr sz="1600" spc="-35" dirty="0">
                <a:solidFill>
                  <a:srgbClr val="D9D9D9"/>
                </a:solidFill>
                <a:latin typeface="Ebrima"/>
                <a:cs typeface="Ebrima"/>
              </a:rPr>
              <a:t>01</a:t>
            </a:r>
            <a:endParaRPr sz="1600">
              <a:latin typeface="Ebrima"/>
              <a:cs typeface="Ebrima"/>
            </a:endParaRPr>
          </a:p>
        </p:txBody>
      </p:sp>
      <p:pic>
        <p:nvPicPr>
          <p:cNvPr id="7" name="object 7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473963" y="1455407"/>
            <a:ext cx="1434846" cy="288810"/>
          </a:xfrm>
          <a:prstGeom prst="rect">
            <a:avLst/>
          </a:prstGeom>
        </p:spPr>
      </p:pic>
      <p:sp>
        <p:nvSpPr>
          <p:cNvPr id="8" name="object 8"/>
          <p:cNvSpPr/>
          <p:nvPr/>
        </p:nvSpPr>
        <p:spPr>
          <a:xfrm>
            <a:off x="559308" y="1914144"/>
            <a:ext cx="36830" cy="180340"/>
          </a:xfrm>
          <a:custGeom>
            <a:avLst/>
            <a:gdLst/>
            <a:ahLst/>
            <a:cxnLst/>
            <a:rect l="l" t="t" r="r" b="b"/>
            <a:pathLst>
              <a:path w="36829" h="180339">
                <a:moveTo>
                  <a:pt x="36576" y="0"/>
                </a:moveTo>
                <a:lnTo>
                  <a:pt x="0" y="0"/>
                </a:lnTo>
                <a:lnTo>
                  <a:pt x="0" y="179832"/>
                </a:lnTo>
                <a:lnTo>
                  <a:pt x="36576" y="179832"/>
                </a:lnTo>
                <a:lnTo>
                  <a:pt x="36576" y="0"/>
                </a:lnTo>
                <a:close/>
              </a:path>
            </a:pathLst>
          </a:custGeom>
          <a:solidFill>
            <a:srgbClr val="183DAF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9" name="object 9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711708" y="1937004"/>
            <a:ext cx="1689354" cy="176022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819911" y="5708903"/>
            <a:ext cx="4693158" cy="162306"/>
          </a:xfrm>
          <a:prstGeom prst="rect">
            <a:avLst/>
          </a:prstGeom>
        </p:spPr>
      </p:pic>
      <p:sp>
        <p:nvSpPr>
          <p:cNvPr id="11" name="object 11"/>
          <p:cNvSpPr txBox="1"/>
          <p:nvPr/>
        </p:nvSpPr>
        <p:spPr>
          <a:xfrm>
            <a:off x="4003928" y="2425064"/>
            <a:ext cx="309880" cy="2393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spc="-200" dirty="0">
                <a:latin typeface="Trebuchet MS"/>
                <a:cs typeface="Trebuchet MS"/>
              </a:rPr>
              <a:t>Input</a:t>
            </a:r>
            <a:endParaRPr sz="1400">
              <a:latin typeface="Trebuchet MS"/>
              <a:cs typeface="Trebuchet MS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5560821" y="2423287"/>
            <a:ext cx="398780" cy="2393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spc="-235" dirty="0">
                <a:latin typeface="Trebuchet MS"/>
                <a:cs typeface="Trebuchet MS"/>
              </a:rPr>
              <a:t>Output</a:t>
            </a:r>
            <a:endParaRPr sz="1400">
              <a:latin typeface="Trebuchet MS"/>
              <a:cs typeface="Trebuchet MS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4128515" y="2816351"/>
            <a:ext cx="1937385" cy="2120265"/>
            <a:chOff x="4128515" y="2816351"/>
            <a:chExt cx="1937385" cy="2120265"/>
          </a:xfrm>
        </p:grpSpPr>
        <p:pic>
          <p:nvPicPr>
            <p:cNvPr id="14" name="object 14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4133087" y="2816351"/>
              <a:ext cx="195071" cy="196595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4128515" y="3268979"/>
              <a:ext cx="196595" cy="196595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4128515" y="3721607"/>
              <a:ext cx="196595" cy="196596"/>
            </a:xfrm>
            <a:prstGeom prst="rect">
              <a:avLst/>
            </a:prstGeom>
          </p:spPr>
        </p:pic>
        <p:sp>
          <p:nvSpPr>
            <p:cNvPr id="17" name="object 17"/>
            <p:cNvSpPr/>
            <p:nvPr/>
          </p:nvSpPr>
          <p:spPr>
            <a:xfrm>
              <a:off x="5738621" y="3665981"/>
              <a:ext cx="317500" cy="307975"/>
            </a:xfrm>
            <a:custGeom>
              <a:avLst/>
              <a:gdLst/>
              <a:ahLst/>
              <a:cxnLst/>
              <a:rect l="l" t="t" r="r" b="b"/>
              <a:pathLst>
                <a:path w="317500" h="307975">
                  <a:moveTo>
                    <a:pt x="158495" y="0"/>
                  </a:moveTo>
                  <a:lnTo>
                    <a:pt x="108411" y="7851"/>
                  </a:lnTo>
                  <a:lnTo>
                    <a:pt x="64904" y="29711"/>
                  </a:lnTo>
                  <a:lnTo>
                    <a:pt x="30589" y="63038"/>
                  </a:lnTo>
                  <a:lnTo>
                    <a:pt x="8083" y="105290"/>
                  </a:lnTo>
                  <a:lnTo>
                    <a:pt x="0" y="153924"/>
                  </a:lnTo>
                  <a:lnTo>
                    <a:pt x="8083" y="202557"/>
                  </a:lnTo>
                  <a:lnTo>
                    <a:pt x="30589" y="244809"/>
                  </a:lnTo>
                  <a:lnTo>
                    <a:pt x="64904" y="278136"/>
                  </a:lnTo>
                  <a:lnTo>
                    <a:pt x="108411" y="299996"/>
                  </a:lnTo>
                  <a:lnTo>
                    <a:pt x="158495" y="307848"/>
                  </a:lnTo>
                  <a:lnTo>
                    <a:pt x="208580" y="299996"/>
                  </a:lnTo>
                  <a:lnTo>
                    <a:pt x="252087" y="278136"/>
                  </a:lnTo>
                  <a:lnTo>
                    <a:pt x="286402" y="244809"/>
                  </a:lnTo>
                  <a:lnTo>
                    <a:pt x="308908" y="202557"/>
                  </a:lnTo>
                  <a:lnTo>
                    <a:pt x="316991" y="153924"/>
                  </a:lnTo>
                  <a:lnTo>
                    <a:pt x="308908" y="105290"/>
                  </a:lnTo>
                  <a:lnTo>
                    <a:pt x="286402" y="63038"/>
                  </a:lnTo>
                  <a:lnTo>
                    <a:pt x="252087" y="29711"/>
                  </a:lnTo>
                  <a:lnTo>
                    <a:pt x="208580" y="7851"/>
                  </a:lnTo>
                  <a:lnTo>
                    <a:pt x="158495" y="0"/>
                  </a:lnTo>
                  <a:close/>
                </a:path>
              </a:pathLst>
            </a:custGeom>
            <a:solidFill>
              <a:srgbClr val="13299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5738621" y="3665981"/>
              <a:ext cx="317500" cy="307975"/>
            </a:xfrm>
            <a:custGeom>
              <a:avLst/>
              <a:gdLst/>
              <a:ahLst/>
              <a:cxnLst/>
              <a:rect l="l" t="t" r="r" b="b"/>
              <a:pathLst>
                <a:path w="317500" h="307975">
                  <a:moveTo>
                    <a:pt x="0" y="153924"/>
                  </a:moveTo>
                  <a:lnTo>
                    <a:pt x="8083" y="105290"/>
                  </a:lnTo>
                  <a:lnTo>
                    <a:pt x="30589" y="63038"/>
                  </a:lnTo>
                  <a:lnTo>
                    <a:pt x="64904" y="29711"/>
                  </a:lnTo>
                  <a:lnTo>
                    <a:pt x="108411" y="7851"/>
                  </a:lnTo>
                  <a:lnTo>
                    <a:pt x="158495" y="0"/>
                  </a:lnTo>
                  <a:lnTo>
                    <a:pt x="208580" y="7851"/>
                  </a:lnTo>
                  <a:lnTo>
                    <a:pt x="252087" y="29711"/>
                  </a:lnTo>
                  <a:lnTo>
                    <a:pt x="286402" y="63038"/>
                  </a:lnTo>
                  <a:lnTo>
                    <a:pt x="308908" y="105290"/>
                  </a:lnTo>
                  <a:lnTo>
                    <a:pt x="316991" y="153924"/>
                  </a:lnTo>
                  <a:lnTo>
                    <a:pt x="308908" y="202557"/>
                  </a:lnTo>
                  <a:lnTo>
                    <a:pt x="286402" y="244809"/>
                  </a:lnTo>
                  <a:lnTo>
                    <a:pt x="252087" y="278136"/>
                  </a:lnTo>
                  <a:lnTo>
                    <a:pt x="208580" y="299996"/>
                  </a:lnTo>
                  <a:lnTo>
                    <a:pt x="158495" y="307848"/>
                  </a:lnTo>
                  <a:lnTo>
                    <a:pt x="108411" y="299996"/>
                  </a:lnTo>
                  <a:lnTo>
                    <a:pt x="64904" y="278136"/>
                  </a:lnTo>
                  <a:lnTo>
                    <a:pt x="30589" y="244809"/>
                  </a:lnTo>
                  <a:lnTo>
                    <a:pt x="8083" y="202557"/>
                  </a:lnTo>
                  <a:lnTo>
                    <a:pt x="0" y="153924"/>
                  </a:lnTo>
                  <a:close/>
                </a:path>
              </a:pathLst>
            </a:custGeom>
            <a:ln w="19812">
              <a:solidFill>
                <a:srgbClr val="13299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9" name="object 19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4128515" y="4741163"/>
              <a:ext cx="196595" cy="195072"/>
            </a:xfrm>
            <a:prstGeom prst="rect">
              <a:avLst/>
            </a:prstGeom>
          </p:spPr>
        </p:pic>
      </p:grpSp>
      <p:sp>
        <p:nvSpPr>
          <p:cNvPr id="20" name="object 20"/>
          <p:cNvSpPr txBox="1"/>
          <p:nvPr/>
        </p:nvSpPr>
        <p:spPr>
          <a:xfrm>
            <a:off x="3075177" y="2754630"/>
            <a:ext cx="575945" cy="2393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r>
              <a:rPr sz="1400" dirty="0">
                <a:latin typeface="Cambria Math"/>
                <a:cs typeface="Cambria Math"/>
              </a:rPr>
              <a:t>𝜒</a:t>
            </a:r>
            <a:r>
              <a:rPr sz="1350" baseline="-21604" dirty="0">
                <a:latin typeface="Cambria Math"/>
                <a:cs typeface="Cambria Math"/>
              </a:rPr>
              <a:t>0</a:t>
            </a:r>
            <a:r>
              <a:rPr sz="1350" spc="277" baseline="-21604" dirty="0">
                <a:latin typeface="Cambria Math"/>
                <a:cs typeface="Cambria Math"/>
              </a:rPr>
              <a:t> </a:t>
            </a:r>
            <a:r>
              <a:rPr sz="1400" dirty="0">
                <a:latin typeface="Cambria Math"/>
                <a:cs typeface="Cambria Math"/>
              </a:rPr>
              <a:t>=</a:t>
            </a:r>
            <a:r>
              <a:rPr sz="1400" spc="90" dirty="0">
                <a:latin typeface="Cambria Math"/>
                <a:cs typeface="Cambria Math"/>
              </a:rPr>
              <a:t> </a:t>
            </a:r>
            <a:r>
              <a:rPr sz="1400" spc="-50" dirty="0">
                <a:latin typeface="Cambria Math"/>
                <a:cs typeface="Cambria Math"/>
              </a:rPr>
              <a:t>1</a:t>
            </a:r>
            <a:endParaRPr sz="1400">
              <a:latin typeface="Cambria Math"/>
              <a:cs typeface="Cambria Math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3187445" y="4654118"/>
            <a:ext cx="1509395" cy="67310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05740">
              <a:lnSpc>
                <a:spcPct val="100000"/>
              </a:lnSpc>
              <a:spcBef>
                <a:spcPts val="105"/>
              </a:spcBef>
            </a:pPr>
            <a:r>
              <a:rPr sz="1400" spc="-25" dirty="0">
                <a:latin typeface="Cambria Math"/>
                <a:cs typeface="Cambria Math"/>
              </a:rPr>
              <a:t>𝜒</a:t>
            </a:r>
            <a:r>
              <a:rPr sz="1350" spc="-37" baseline="-21604" dirty="0">
                <a:latin typeface="Cambria Math"/>
                <a:cs typeface="Cambria Math"/>
              </a:rPr>
              <a:t>𝑑</a:t>
            </a:r>
            <a:endParaRPr sz="1350" baseline="-21604">
              <a:latin typeface="Cambria Math"/>
              <a:cs typeface="Cambria Math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1450">
              <a:latin typeface="Cambria Math"/>
              <a:cs typeface="Cambria Math"/>
            </a:endParaRPr>
          </a:p>
          <a:p>
            <a:pPr marL="25400">
              <a:lnSpc>
                <a:spcPct val="100000"/>
              </a:lnSpc>
            </a:pPr>
            <a:r>
              <a:rPr sz="1400" spc="-185" dirty="0">
                <a:latin typeface="Trebuchet MS"/>
                <a:cs typeface="Trebuchet MS"/>
              </a:rPr>
              <a:t>Structure</a:t>
            </a:r>
            <a:r>
              <a:rPr sz="1400" spc="-150" dirty="0">
                <a:latin typeface="Trebuchet MS"/>
                <a:cs typeface="Trebuchet MS"/>
              </a:rPr>
              <a:t> </a:t>
            </a:r>
            <a:r>
              <a:rPr sz="1400" spc="-210" dirty="0">
                <a:latin typeface="Trebuchet MS"/>
                <a:cs typeface="Trebuchet MS"/>
              </a:rPr>
              <a:t>of</a:t>
            </a:r>
            <a:r>
              <a:rPr sz="1400" spc="-125" dirty="0">
                <a:latin typeface="Trebuchet MS"/>
                <a:cs typeface="Trebuchet MS"/>
              </a:rPr>
              <a:t> </a:t>
            </a:r>
            <a:r>
              <a:rPr sz="1400" spc="-220" dirty="0">
                <a:latin typeface="Trebuchet MS"/>
                <a:cs typeface="Trebuchet MS"/>
              </a:rPr>
              <a:t>a</a:t>
            </a:r>
            <a:r>
              <a:rPr sz="1400" spc="-114" dirty="0">
                <a:latin typeface="Trebuchet MS"/>
                <a:cs typeface="Trebuchet MS"/>
              </a:rPr>
              <a:t> </a:t>
            </a:r>
            <a:r>
              <a:rPr sz="1400" spc="-180" dirty="0">
                <a:latin typeface="Trebuchet MS"/>
                <a:cs typeface="Trebuchet MS"/>
              </a:rPr>
              <a:t>perceptron</a:t>
            </a:r>
            <a:endParaRPr sz="1400">
              <a:latin typeface="Trebuchet MS"/>
              <a:cs typeface="Trebuchet MS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3364991" y="3219145"/>
            <a:ext cx="246379" cy="24002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r>
              <a:rPr sz="1400" spc="-25" dirty="0">
                <a:latin typeface="Cambria Math"/>
                <a:cs typeface="Cambria Math"/>
              </a:rPr>
              <a:t>𝜒</a:t>
            </a:r>
            <a:r>
              <a:rPr sz="1350" spc="-37" baseline="-21604" dirty="0">
                <a:latin typeface="Cambria Math"/>
                <a:cs typeface="Cambria Math"/>
              </a:rPr>
              <a:t>1</a:t>
            </a:r>
            <a:endParaRPr sz="1350" baseline="-21604">
              <a:latin typeface="Cambria Math"/>
              <a:cs typeface="Cambria Math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3364991" y="3668014"/>
            <a:ext cx="245745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400" spc="-25" dirty="0">
                <a:latin typeface="Cambria Math"/>
                <a:cs typeface="Cambria Math"/>
              </a:rPr>
              <a:t>𝜒</a:t>
            </a:r>
            <a:r>
              <a:rPr sz="1350" spc="-37" baseline="-21604" dirty="0">
                <a:latin typeface="Cambria Math"/>
                <a:cs typeface="Cambria Math"/>
              </a:rPr>
              <a:t>2</a:t>
            </a:r>
            <a:endParaRPr sz="1350" baseline="-21604">
              <a:latin typeface="Cambria Math"/>
              <a:cs typeface="Cambria Math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4930394" y="3108172"/>
            <a:ext cx="311785" cy="709930"/>
          </a:xfrm>
          <a:prstGeom prst="rect">
            <a:avLst/>
          </a:prstGeom>
        </p:spPr>
        <p:txBody>
          <a:bodyPr vert="horz" wrap="square" lIns="0" tIns="4699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370"/>
              </a:spcBef>
            </a:pPr>
            <a:r>
              <a:rPr sz="1400" spc="-25" dirty="0">
                <a:latin typeface="Cambria Math"/>
                <a:cs typeface="Cambria Math"/>
              </a:rPr>
              <a:t>𝑊</a:t>
            </a:r>
            <a:r>
              <a:rPr sz="1350" spc="-37" baseline="-21604" dirty="0">
                <a:latin typeface="Cambria Math"/>
                <a:cs typeface="Cambria Math"/>
              </a:rPr>
              <a:t>0</a:t>
            </a:r>
            <a:endParaRPr sz="1350" baseline="-21604">
              <a:latin typeface="Cambria Math"/>
              <a:cs typeface="Cambria Math"/>
            </a:endParaRPr>
          </a:p>
          <a:p>
            <a:pPr marL="38100">
              <a:lnSpc>
                <a:spcPts val="1585"/>
              </a:lnSpc>
              <a:spcBef>
                <a:spcPts val="270"/>
              </a:spcBef>
            </a:pPr>
            <a:r>
              <a:rPr sz="1400" spc="-25" dirty="0">
                <a:latin typeface="Cambria Math"/>
                <a:cs typeface="Cambria Math"/>
              </a:rPr>
              <a:t>𝑊</a:t>
            </a:r>
            <a:r>
              <a:rPr sz="1350" spc="-37" baseline="-21604" dirty="0">
                <a:latin typeface="Cambria Math"/>
                <a:cs typeface="Cambria Math"/>
              </a:rPr>
              <a:t>1</a:t>
            </a:r>
            <a:endParaRPr sz="1350" baseline="-21604">
              <a:latin typeface="Cambria Math"/>
              <a:cs typeface="Cambria Math"/>
            </a:endParaRPr>
          </a:p>
          <a:p>
            <a:pPr marL="38100">
              <a:lnSpc>
                <a:spcPts val="1585"/>
              </a:lnSpc>
            </a:pPr>
            <a:r>
              <a:rPr sz="1400" spc="-25" dirty="0">
                <a:latin typeface="Cambria Math"/>
                <a:cs typeface="Cambria Math"/>
              </a:rPr>
              <a:t>𝑊</a:t>
            </a:r>
            <a:r>
              <a:rPr sz="1350" spc="-37" baseline="-21604" dirty="0">
                <a:latin typeface="Cambria Math"/>
                <a:cs typeface="Cambria Math"/>
              </a:rPr>
              <a:t>2</a:t>
            </a:r>
            <a:endParaRPr sz="1350" baseline="-21604">
              <a:latin typeface="Cambria Math"/>
              <a:cs typeface="Cambria Math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4953253" y="3930522"/>
            <a:ext cx="314325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400" spc="-25" dirty="0">
                <a:latin typeface="Cambria Math"/>
                <a:cs typeface="Cambria Math"/>
              </a:rPr>
              <a:t>𝑊</a:t>
            </a:r>
            <a:r>
              <a:rPr sz="1350" spc="-37" baseline="-21604" dirty="0">
                <a:latin typeface="Cambria Math"/>
                <a:cs typeface="Cambria Math"/>
              </a:rPr>
              <a:t>𝑑</a:t>
            </a:r>
            <a:endParaRPr sz="1350" baseline="-21604">
              <a:latin typeface="Cambria Math"/>
              <a:cs typeface="Cambria Math"/>
            </a:endParaRPr>
          </a:p>
        </p:txBody>
      </p:sp>
      <p:grpSp>
        <p:nvGrpSpPr>
          <p:cNvPr id="26" name="object 26"/>
          <p:cNvGrpSpPr/>
          <p:nvPr/>
        </p:nvGrpSpPr>
        <p:grpSpPr>
          <a:xfrm>
            <a:off x="3650741" y="2904744"/>
            <a:ext cx="2098675" cy="1945005"/>
            <a:chOff x="3650741" y="2904744"/>
            <a:chExt cx="2098675" cy="1945005"/>
          </a:xfrm>
        </p:grpSpPr>
        <p:sp>
          <p:nvSpPr>
            <p:cNvPr id="27" name="object 27"/>
            <p:cNvSpPr/>
            <p:nvPr/>
          </p:nvSpPr>
          <p:spPr>
            <a:xfrm>
              <a:off x="3650741" y="2914650"/>
              <a:ext cx="2089150" cy="1925320"/>
            </a:xfrm>
            <a:custGeom>
              <a:avLst/>
              <a:gdLst/>
              <a:ahLst/>
              <a:cxnLst/>
              <a:rect l="l" t="t" r="r" b="b"/>
              <a:pathLst>
                <a:path w="2089150" h="1925320">
                  <a:moveTo>
                    <a:pt x="3048" y="0"/>
                  </a:moveTo>
                  <a:lnTo>
                    <a:pt x="491617" y="0"/>
                  </a:lnTo>
                </a:path>
                <a:path w="2089150" h="1925320">
                  <a:moveTo>
                    <a:pt x="0" y="452627"/>
                  </a:moveTo>
                  <a:lnTo>
                    <a:pt x="488569" y="452627"/>
                  </a:lnTo>
                </a:path>
                <a:path w="2089150" h="1925320">
                  <a:moveTo>
                    <a:pt x="0" y="905256"/>
                  </a:moveTo>
                  <a:lnTo>
                    <a:pt x="488569" y="905256"/>
                  </a:lnTo>
                </a:path>
                <a:path w="2089150" h="1925320">
                  <a:moveTo>
                    <a:pt x="667512" y="0"/>
                  </a:moveTo>
                  <a:lnTo>
                    <a:pt x="2088388" y="905382"/>
                  </a:lnTo>
                </a:path>
                <a:path w="2089150" h="1925320">
                  <a:moveTo>
                    <a:pt x="664463" y="452627"/>
                  </a:moveTo>
                  <a:lnTo>
                    <a:pt x="2088769" y="905256"/>
                  </a:lnTo>
                </a:path>
                <a:path w="2089150" h="1925320">
                  <a:moveTo>
                    <a:pt x="661416" y="905256"/>
                  </a:moveTo>
                  <a:lnTo>
                    <a:pt x="2089023" y="905256"/>
                  </a:lnTo>
                </a:path>
                <a:path w="2089150" h="1925320">
                  <a:moveTo>
                    <a:pt x="0" y="1924812"/>
                  </a:moveTo>
                  <a:lnTo>
                    <a:pt x="488569" y="1924812"/>
                  </a:lnTo>
                </a:path>
                <a:path w="2089150" h="1925320">
                  <a:moveTo>
                    <a:pt x="664463" y="1923669"/>
                  </a:moveTo>
                  <a:lnTo>
                    <a:pt x="2088769" y="905256"/>
                  </a:lnTo>
                </a:path>
              </a:pathLst>
            </a:custGeom>
            <a:ln w="19812">
              <a:solidFill>
                <a:srgbClr val="40404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4228337" y="3976877"/>
              <a:ext cx="0" cy="711200"/>
            </a:xfrm>
            <a:custGeom>
              <a:avLst/>
              <a:gdLst/>
              <a:ahLst/>
              <a:cxnLst/>
              <a:rect l="l" t="t" r="r" b="b"/>
              <a:pathLst>
                <a:path h="711200">
                  <a:moveTo>
                    <a:pt x="0" y="0"/>
                  </a:moveTo>
                  <a:lnTo>
                    <a:pt x="0" y="710819"/>
                  </a:lnTo>
                </a:path>
              </a:pathLst>
            </a:custGeom>
            <a:ln w="19812">
              <a:solidFill>
                <a:srgbClr val="404040"/>
              </a:solidFill>
              <a:prstDash val="sys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9" name="object 29"/>
          <p:cNvSpPr txBox="1"/>
          <p:nvPr/>
        </p:nvSpPr>
        <p:spPr>
          <a:xfrm>
            <a:off x="6017514" y="3571113"/>
            <a:ext cx="79883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  <a:tabLst>
                <a:tab pos="591185" algn="l"/>
              </a:tabLst>
            </a:pPr>
            <a:r>
              <a:rPr sz="900" u="heavy" dirty="0">
                <a:uFill>
                  <a:solidFill>
                    <a:srgbClr val="404040"/>
                  </a:solidFill>
                </a:uFill>
                <a:latin typeface="Times New Roman"/>
                <a:cs typeface="Times New Roman"/>
              </a:rPr>
              <a:t>	</a:t>
            </a:r>
            <a:r>
              <a:rPr sz="900" spc="390" dirty="0">
                <a:latin typeface="Times New Roman"/>
                <a:cs typeface="Times New Roman"/>
              </a:rPr>
              <a:t> </a:t>
            </a:r>
            <a:r>
              <a:rPr sz="2700" baseline="-12345" dirty="0">
                <a:latin typeface="Calibri"/>
                <a:cs typeface="Calibri"/>
              </a:rPr>
              <a:t>y</a:t>
            </a:r>
            <a:endParaRPr sz="2700" baseline="-12345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406212" y="6524434"/>
            <a:ext cx="37253" cy="90487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54151" y="6527292"/>
            <a:ext cx="1794510" cy="142494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862571" y="6521195"/>
            <a:ext cx="2327910" cy="118110"/>
          </a:xfrm>
          <a:prstGeom prst="rect">
            <a:avLst/>
          </a:prstGeom>
        </p:spPr>
      </p:pic>
      <p:sp>
        <p:nvSpPr>
          <p:cNvPr id="5" name="object 5"/>
          <p:cNvSpPr/>
          <p:nvPr/>
        </p:nvSpPr>
        <p:spPr>
          <a:xfrm>
            <a:off x="559308" y="1440180"/>
            <a:ext cx="36830" cy="180340"/>
          </a:xfrm>
          <a:custGeom>
            <a:avLst/>
            <a:gdLst/>
            <a:ahLst/>
            <a:cxnLst/>
            <a:rect l="l" t="t" r="r" b="b"/>
            <a:pathLst>
              <a:path w="36829" h="180340">
                <a:moveTo>
                  <a:pt x="36576" y="0"/>
                </a:moveTo>
                <a:lnTo>
                  <a:pt x="0" y="0"/>
                </a:lnTo>
                <a:lnTo>
                  <a:pt x="0" y="179832"/>
                </a:lnTo>
                <a:lnTo>
                  <a:pt x="36576" y="179832"/>
                </a:lnTo>
                <a:lnTo>
                  <a:pt x="36576" y="0"/>
                </a:lnTo>
                <a:close/>
              </a:path>
            </a:pathLst>
          </a:custGeom>
          <a:solidFill>
            <a:srgbClr val="183DAF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6" name="object 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723928" y="1469156"/>
            <a:ext cx="621001" cy="169905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437489" y="431419"/>
            <a:ext cx="4145279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FFFFFF"/>
                </a:solidFill>
                <a:latin typeface="Ebrima"/>
                <a:cs typeface="Ebrima"/>
              </a:rPr>
              <a:t>1.1.</a:t>
            </a:r>
            <a:r>
              <a:rPr sz="1800" spc="-40" dirty="0">
                <a:solidFill>
                  <a:srgbClr val="FFFFFF"/>
                </a:solidFill>
                <a:latin typeface="Ebrima"/>
                <a:cs typeface="Ebrima"/>
              </a:rPr>
              <a:t> </a:t>
            </a:r>
            <a:r>
              <a:rPr sz="1800" dirty="0">
                <a:solidFill>
                  <a:srgbClr val="FFFFFF"/>
                </a:solidFill>
                <a:latin typeface="Ebrima"/>
                <a:cs typeface="Ebrima"/>
              </a:rPr>
              <a:t>Understanding</a:t>
            </a:r>
            <a:r>
              <a:rPr sz="1800" spc="-20" dirty="0">
                <a:solidFill>
                  <a:srgbClr val="FFFFFF"/>
                </a:solidFill>
                <a:latin typeface="Ebrima"/>
                <a:cs typeface="Ebrima"/>
              </a:rPr>
              <a:t> </a:t>
            </a:r>
            <a:r>
              <a:rPr sz="1800" dirty="0">
                <a:solidFill>
                  <a:srgbClr val="FFFFFF"/>
                </a:solidFill>
                <a:latin typeface="Ebrima"/>
                <a:cs typeface="Ebrima"/>
              </a:rPr>
              <a:t>Perceptron</a:t>
            </a:r>
            <a:r>
              <a:rPr sz="1800" spc="-20" dirty="0">
                <a:solidFill>
                  <a:srgbClr val="FFFFFF"/>
                </a:solidFill>
                <a:latin typeface="Ebrima"/>
                <a:cs typeface="Ebrima"/>
              </a:rPr>
              <a:t> </a:t>
            </a:r>
            <a:r>
              <a:rPr sz="1800" dirty="0">
                <a:solidFill>
                  <a:srgbClr val="FFFFFF"/>
                </a:solidFill>
                <a:latin typeface="Ebrima"/>
                <a:cs typeface="Ebrima"/>
              </a:rPr>
              <a:t>with</a:t>
            </a:r>
            <a:r>
              <a:rPr sz="1800" spc="-20" dirty="0">
                <a:solidFill>
                  <a:srgbClr val="FFFFFF"/>
                </a:solidFill>
                <a:latin typeface="Ebrima"/>
                <a:cs typeface="Ebrima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Ebrima"/>
                <a:cs typeface="Ebrima"/>
              </a:rPr>
              <a:t>Excel</a:t>
            </a:r>
            <a:endParaRPr sz="1800">
              <a:latin typeface="Ebrima"/>
              <a:cs typeface="Ebrim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8671941" y="463677"/>
            <a:ext cx="80962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dirty="0">
                <a:solidFill>
                  <a:srgbClr val="D9D9D9"/>
                </a:solidFill>
                <a:latin typeface="Ebrima"/>
                <a:cs typeface="Ebrima"/>
              </a:rPr>
              <a:t>UNIT</a:t>
            </a:r>
            <a:r>
              <a:rPr sz="1600" spc="400" dirty="0">
                <a:solidFill>
                  <a:srgbClr val="D9D9D9"/>
                </a:solidFill>
                <a:latin typeface="Ebrima"/>
                <a:cs typeface="Ebrima"/>
              </a:rPr>
              <a:t> </a:t>
            </a:r>
            <a:r>
              <a:rPr sz="1600" spc="-35" dirty="0">
                <a:solidFill>
                  <a:srgbClr val="D9D9D9"/>
                </a:solidFill>
                <a:latin typeface="Ebrima"/>
                <a:cs typeface="Ebrima"/>
              </a:rPr>
              <a:t>01</a:t>
            </a:r>
            <a:endParaRPr sz="1600">
              <a:latin typeface="Ebrima"/>
              <a:cs typeface="Ebrima"/>
            </a:endParaRPr>
          </a:p>
        </p:txBody>
      </p:sp>
      <p:pic>
        <p:nvPicPr>
          <p:cNvPr id="9" name="object 9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710183" y="1805939"/>
            <a:ext cx="5891021" cy="162305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611123" y="4255008"/>
            <a:ext cx="3429762" cy="162306"/>
          </a:xfrm>
          <a:prstGeom prst="rect">
            <a:avLst/>
          </a:prstGeom>
        </p:spPr>
      </p:pic>
      <p:graphicFrame>
        <p:nvGraphicFramePr>
          <p:cNvPr id="11" name="object 11"/>
          <p:cNvGraphicFramePr>
            <a:graphicFrameLocks noGrp="1"/>
          </p:cNvGraphicFramePr>
          <p:nvPr/>
        </p:nvGraphicFramePr>
        <p:xfrm>
          <a:off x="696594" y="2121535"/>
          <a:ext cx="6265542" cy="187325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08851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8851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8851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615"/>
                        </a:spcBef>
                      </a:pPr>
                      <a:r>
                        <a:rPr sz="1400" spc="-380" dirty="0">
                          <a:latin typeface="Trebuchet MS"/>
                          <a:cs typeface="Trebuchet MS"/>
                        </a:rPr>
                        <a:t>X1</a:t>
                      </a:r>
                      <a:endParaRPr sz="1400">
                        <a:latin typeface="Trebuchet MS"/>
                        <a:cs typeface="Trebuchet MS"/>
                      </a:endParaRPr>
                    </a:p>
                  </a:txBody>
                  <a:tcPr marL="0" marR="0" marT="78105" marB="0">
                    <a:lnR w="12700">
                      <a:solidFill>
                        <a:srgbClr val="D9D9D9"/>
                      </a:solidFill>
                      <a:prstDash val="solid"/>
                    </a:lnR>
                    <a:lnT w="19050">
                      <a:solidFill>
                        <a:srgbClr val="13299F"/>
                      </a:solidFill>
                      <a:prstDash val="solid"/>
                    </a:lnT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615"/>
                        </a:spcBef>
                      </a:pPr>
                      <a:r>
                        <a:rPr sz="1400" spc="-25" dirty="0">
                          <a:latin typeface="Trebuchet MS"/>
                          <a:cs typeface="Trebuchet MS"/>
                        </a:rPr>
                        <a:t>X2</a:t>
                      </a:r>
                      <a:endParaRPr sz="1400">
                        <a:latin typeface="Trebuchet MS"/>
                        <a:cs typeface="Trebuchet MS"/>
                      </a:endParaRPr>
                    </a:p>
                  </a:txBody>
                  <a:tcPr marL="0" marR="0" marT="78105" marB="0">
                    <a:lnL w="12700">
                      <a:solidFill>
                        <a:srgbClr val="D9D9D9"/>
                      </a:solidFill>
                      <a:prstDash val="solid"/>
                    </a:lnL>
                    <a:lnR w="12700">
                      <a:solidFill>
                        <a:srgbClr val="D9D9D9"/>
                      </a:solidFill>
                      <a:prstDash val="solid"/>
                    </a:lnR>
                    <a:lnT w="19050">
                      <a:solidFill>
                        <a:srgbClr val="13299F"/>
                      </a:solidFill>
                      <a:prstDash val="solid"/>
                    </a:lnT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15"/>
                        </a:spcBef>
                      </a:pPr>
                      <a:r>
                        <a:rPr sz="1400" spc="-275" dirty="0">
                          <a:latin typeface="Trebuchet MS"/>
                          <a:cs typeface="Trebuchet MS"/>
                        </a:rPr>
                        <a:t>OR</a:t>
                      </a:r>
                      <a:r>
                        <a:rPr sz="1400" spc="-15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400" spc="-105" dirty="0">
                          <a:latin typeface="Trebuchet MS"/>
                          <a:cs typeface="Trebuchet MS"/>
                        </a:rPr>
                        <a:t>operation</a:t>
                      </a:r>
                      <a:endParaRPr sz="1400">
                        <a:latin typeface="Trebuchet MS"/>
                        <a:cs typeface="Trebuchet MS"/>
                      </a:endParaRPr>
                    </a:p>
                  </a:txBody>
                  <a:tcPr marL="0" marR="0" marT="78105" marB="0">
                    <a:lnL w="12700">
                      <a:solidFill>
                        <a:srgbClr val="D9D9D9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13299F"/>
                      </a:solidFill>
                      <a:prstDash val="solid"/>
                    </a:lnT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83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70"/>
                        </a:spcBef>
                      </a:pPr>
                      <a:r>
                        <a:rPr sz="1400" spc="-10" dirty="0">
                          <a:latin typeface="Trebuchet MS"/>
                          <a:cs typeface="Trebuchet MS"/>
                        </a:rPr>
                        <a:t>False</a:t>
                      </a:r>
                      <a:endParaRPr sz="1400">
                        <a:latin typeface="Trebuchet MS"/>
                        <a:cs typeface="Trebuchet MS"/>
                      </a:endParaRPr>
                    </a:p>
                  </a:txBody>
                  <a:tcPr marL="0" marR="0" marT="72390" marB="0">
                    <a:lnR w="12700">
                      <a:solidFill>
                        <a:srgbClr val="D9D9D9"/>
                      </a:solidFill>
                      <a:prstDash val="solid"/>
                    </a:lnR>
                    <a:lnB w="12700">
                      <a:solidFill>
                        <a:srgbClr val="D9D9D9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70"/>
                        </a:spcBef>
                      </a:pPr>
                      <a:r>
                        <a:rPr sz="1400" spc="-10" dirty="0">
                          <a:latin typeface="Trebuchet MS"/>
                          <a:cs typeface="Trebuchet MS"/>
                        </a:rPr>
                        <a:t>False</a:t>
                      </a:r>
                      <a:endParaRPr sz="1400">
                        <a:latin typeface="Trebuchet MS"/>
                        <a:cs typeface="Trebuchet MS"/>
                      </a:endParaRPr>
                    </a:p>
                  </a:txBody>
                  <a:tcPr marL="0" marR="0" marT="72390" marB="0">
                    <a:lnL w="12700">
                      <a:solidFill>
                        <a:srgbClr val="D9D9D9"/>
                      </a:solidFill>
                      <a:prstDash val="solid"/>
                    </a:lnL>
                    <a:lnR w="12700">
                      <a:solidFill>
                        <a:srgbClr val="D9D9D9"/>
                      </a:solidFill>
                      <a:prstDash val="solid"/>
                    </a:lnR>
                    <a:lnB w="12700">
                      <a:solidFill>
                        <a:srgbClr val="D9D9D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445" algn="ctr">
                        <a:lnSpc>
                          <a:spcPct val="100000"/>
                        </a:lnSpc>
                        <a:spcBef>
                          <a:spcPts val="570"/>
                        </a:spcBef>
                      </a:pPr>
                      <a:r>
                        <a:rPr sz="1400" dirty="0">
                          <a:latin typeface="Trebuchet MS"/>
                          <a:cs typeface="Trebuchet MS"/>
                        </a:rPr>
                        <a:t>F</a:t>
                      </a:r>
                      <a:endParaRPr sz="1400">
                        <a:latin typeface="Trebuchet MS"/>
                        <a:cs typeface="Trebuchet MS"/>
                      </a:endParaRPr>
                    </a:p>
                  </a:txBody>
                  <a:tcPr marL="0" marR="0" marT="72390" marB="0">
                    <a:lnL w="12700">
                      <a:solidFill>
                        <a:srgbClr val="D9D9D9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B w="12700">
                      <a:solidFill>
                        <a:srgbClr val="D9D9D9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465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1400" spc="-20" dirty="0">
                          <a:latin typeface="Trebuchet MS"/>
                          <a:cs typeface="Trebuchet MS"/>
                        </a:rPr>
                        <a:t>True</a:t>
                      </a:r>
                      <a:endParaRPr sz="1400">
                        <a:latin typeface="Trebuchet MS"/>
                        <a:cs typeface="Trebuchet MS"/>
                      </a:endParaRPr>
                    </a:p>
                  </a:txBody>
                  <a:tcPr marL="0" marR="0" marT="78740" marB="0">
                    <a:lnR w="12700">
                      <a:solidFill>
                        <a:srgbClr val="D9D9D9"/>
                      </a:solidFill>
                      <a:prstDash val="solid"/>
                    </a:lnR>
                    <a:lnT w="12700">
                      <a:solidFill>
                        <a:srgbClr val="D9D9D9"/>
                      </a:solidFill>
                      <a:prstDash val="solid"/>
                    </a:lnT>
                    <a:lnB w="12700">
                      <a:solidFill>
                        <a:srgbClr val="D9D9D9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1400" spc="-10" dirty="0">
                          <a:latin typeface="Trebuchet MS"/>
                          <a:cs typeface="Trebuchet MS"/>
                        </a:rPr>
                        <a:t>False</a:t>
                      </a:r>
                      <a:endParaRPr sz="1400">
                        <a:latin typeface="Trebuchet MS"/>
                        <a:cs typeface="Trebuchet MS"/>
                      </a:endParaRPr>
                    </a:p>
                  </a:txBody>
                  <a:tcPr marL="0" marR="0" marT="78740" marB="0">
                    <a:lnL w="12700">
                      <a:solidFill>
                        <a:srgbClr val="D9D9D9"/>
                      </a:solidFill>
                      <a:prstDash val="solid"/>
                    </a:lnL>
                    <a:lnR w="12700">
                      <a:solidFill>
                        <a:srgbClr val="D9D9D9"/>
                      </a:solidFill>
                      <a:prstDash val="solid"/>
                    </a:lnR>
                    <a:lnT w="12700">
                      <a:solidFill>
                        <a:srgbClr val="D9D9D9"/>
                      </a:solidFill>
                      <a:prstDash val="solid"/>
                    </a:lnT>
                    <a:lnB w="12700">
                      <a:solidFill>
                        <a:srgbClr val="D9D9D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1400" dirty="0">
                          <a:latin typeface="Trebuchet MS"/>
                          <a:cs typeface="Trebuchet MS"/>
                        </a:rPr>
                        <a:t>T</a:t>
                      </a:r>
                      <a:endParaRPr sz="1400">
                        <a:latin typeface="Trebuchet MS"/>
                        <a:cs typeface="Trebuchet MS"/>
                      </a:endParaRPr>
                    </a:p>
                  </a:txBody>
                  <a:tcPr marL="0" marR="0" marT="78740" marB="0">
                    <a:lnL w="12700">
                      <a:solidFill>
                        <a:srgbClr val="D9D9D9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D9D9D9"/>
                      </a:solidFill>
                      <a:prstDash val="solid"/>
                    </a:lnT>
                    <a:lnB w="12700">
                      <a:solidFill>
                        <a:srgbClr val="D9D9D9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465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1400" spc="-10" dirty="0">
                          <a:latin typeface="Trebuchet MS"/>
                          <a:cs typeface="Trebuchet MS"/>
                        </a:rPr>
                        <a:t>False</a:t>
                      </a:r>
                      <a:endParaRPr sz="1400">
                        <a:latin typeface="Trebuchet MS"/>
                        <a:cs typeface="Trebuchet MS"/>
                      </a:endParaRPr>
                    </a:p>
                  </a:txBody>
                  <a:tcPr marL="0" marR="0" marT="78740" marB="0">
                    <a:lnR w="12700">
                      <a:solidFill>
                        <a:srgbClr val="D9D9D9"/>
                      </a:solidFill>
                      <a:prstDash val="solid"/>
                    </a:lnR>
                    <a:lnT w="12700">
                      <a:solidFill>
                        <a:srgbClr val="D9D9D9"/>
                      </a:solidFill>
                      <a:prstDash val="solid"/>
                    </a:lnT>
                    <a:lnB w="12700">
                      <a:solidFill>
                        <a:srgbClr val="D9D9D9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1400" spc="-20" dirty="0">
                          <a:latin typeface="Trebuchet MS"/>
                          <a:cs typeface="Trebuchet MS"/>
                        </a:rPr>
                        <a:t>True</a:t>
                      </a:r>
                      <a:endParaRPr sz="1400">
                        <a:latin typeface="Trebuchet MS"/>
                        <a:cs typeface="Trebuchet MS"/>
                      </a:endParaRPr>
                    </a:p>
                  </a:txBody>
                  <a:tcPr marL="0" marR="0" marT="78740" marB="0">
                    <a:lnL w="12700">
                      <a:solidFill>
                        <a:srgbClr val="D9D9D9"/>
                      </a:solidFill>
                      <a:prstDash val="solid"/>
                    </a:lnL>
                    <a:lnR w="12700">
                      <a:solidFill>
                        <a:srgbClr val="D9D9D9"/>
                      </a:solidFill>
                      <a:prstDash val="solid"/>
                    </a:lnR>
                    <a:lnT w="12700">
                      <a:solidFill>
                        <a:srgbClr val="D9D9D9"/>
                      </a:solidFill>
                      <a:prstDash val="solid"/>
                    </a:lnT>
                    <a:lnB w="12700">
                      <a:solidFill>
                        <a:srgbClr val="D9D9D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1400" dirty="0">
                          <a:latin typeface="Trebuchet MS"/>
                          <a:cs typeface="Trebuchet MS"/>
                        </a:rPr>
                        <a:t>T</a:t>
                      </a:r>
                      <a:endParaRPr sz="1400">
                        <a:latin typeface="Trebuchet MS"/>
                        <a:cs typeface="Trebuchet MS"/>
                      </a:endParaRPr>
                    </a:p>
                  </a:txBody>
                  <a:tcPr marL="0" marR="0" marT="78740" marB="0">
                    <a:lnL w="12700">
                      <a:solidFill>
                        <a:srgbClr val="D9D9D9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D9D9D9"/>
                      </a:solidFill>
                      <a:prstDash val="solid"/>
                    </a:lnT>
                    <a:lnB w="12700">
                      <a:solidFill>
                        <a:srgbClr val="D9D9D9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465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1400" spc="-20" dirty="0">
                          <a:latin typeface="Trebuchet MS"/>
                          <a:cs typeface="Trebuchet MS"/>
                        </a:rPr>
                        <a:t>True</a:t>
                      </a:r>
                      <a:endParaRPr sz="1400">
                        <a:latin typeface="Trebuchet MS"/>
                        <a:cs typeface="Trebuchet MS"/>
                      </a:endParaRPr>
                    </a:p>
                  </a:txBody>
                  <a:tcPr marL="0" marR="0" marT="78740" marB="0">
                    <a:lnR w="12700">
                      <a:solidFill>
                        <a:srgbClr val="D9D9D9"/>
                      </a:solidFill>
                      <a:prstDash val="solid"/>
                    </a:lnR>
                    <a:lnT w="12700">
                      <a:solidFill>
                        <a:srgbClr val="D9D9D9"/>
                      </a:solidFill>
                      <a:prstDash val="solid"/>
                    </a:lnT>
                    <a:lnB w="12700">
                      <a:solidFill>
                        <a:srgbClr val="D9D9D9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1400" spc="-20" dirty="0">
                          <a:latin typeface="Trebuchet MS"/>
                          <a:cs typeface="Trebuchet MS"/>
                        </a:rPr>
                        <a:t>True</a:t>
                      </a:r>
                      <a:endParaRPr sz="1400">
                        <a:latin typeface="Trebuchet MS"/>
                        <a:cs typeface="Trebuchet MS"/>
                      </a:endParaRPr>
                    </a:p>
                  </a:txBody>
                  <a:tcPr marL="0" marR="0" marT="78740" marB="0">
                    <a:lnL w="12700">
                      <a:solidFill>
                        <a:srgbClr val="D9D9D9"/>
                      </a:solidFill>
                      <a:prstDash val="solid"/>
                    </a:lnL>
                    <a:lnR w="12700">
                      <a:solidFill>
                        <a:srgbClr val="D9D9D9"/>
                      </a:solidFill>
                      <a:prstDash val="solid"/>
                    </a:lnR>
                    <a:lnT w="12700">
                      <a:solidFill>
                        <a:srgbClr val="D9D9D9"/>
                      </a:solidFill>
                      <a:prstDash val="solid"/>
                    </a:lnT>
                    <a:lnB w="12700">
                      <a:solidFill>
                        <a:srgbClr val="D9D9D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1400" dirty="0">
                          <a:latin typeface="Trebuchet MS"/>
                          <a:cs typeface="Trebuchet MS"/>
                        </a:rPr>
                        <a:t>T</a:t>
                      </a:r>
                      <a:endParaRPr sz="1400">
                        <a:latin typeface="Trebuchet MS"/>
                        <a:cs typeface="Trebuchet MS"/>
                      </a:endParaRPr>
                    </a:p>
                  </a:txBody>
                  <a:tcPr marL="0" marR="0" marT="78740" marB="0">
                    <a:lnL w="12700">
                      <a:solidFill>
                        <a:srgbClr val="D9D9D9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D9D9D9"/>
                      </a:solidFill>
                      <a:prstDash val="solid"/>
                    </a:lnT>
                    <a:lnB w="12700">
                      <a:solidFill>
                        <a:srgbClr val="D9D9D9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382016" y="6524434"/>
            <a:ext cx="62973" cy="90487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54151" y="6527292"/>
            <a:ext cx="1794510" cy="142494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862571" y="6521195"/>
            <a:ext cx="2327910" cy="118110"/>
          </a:xfrm>
          <a:prstGeom prst="rect">
            <a:avLst/>
          </a:prstGeom>
        </p:spPr>
      </p:pic>
      <p:sp>
        <p:nvSpPr>
          <p:cNvPr id="5" name="object 5"/>
          <p:cNvSpPr/>
          <p:nvPr/>
        </p:nvSpPr>
        <p:spPr>
          <a:xfrm>
            <a:off x="559308" y="1440180"/>
            <a:ext cx="36830" cy="180340"/>
          </a:xfrm>
          <a:custGeom>
            <a:avLst/>
            <a:gdLst/>
            <a:ahLst/>
            <a:cxnLst/>
            <a:rect l="l" t="t" r="r" b="b"/>
            <a:pathLst>
              <a:path w="36829" h="180340">
                <a:moveTo>
                  <a:pt x="36576" y="0"/>
                </a:moveTo>
                <a:lnTo>
                  <a:pt x="0" y="0"/>
                </a:lnTo>
                <a:lnTo>
                  <a:pt x="0" y="179832"/>
                </a:lnTo>
                <a:lnTo>
                  <a:pt x="36576" y="179832"/>
                </a:lnTo>
                <a:lnTo>
                  <a:pt x="36576" y="0"/>
                </a:lnTo>
                <a:close/>
              </a:path>
            </a:pathLst>
          </a:custGeom>
          <a:solidFill>
            <a:srgbClr val="183DAF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6" name="object 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723928" y="1469156"/>
            <a:ext cx="621001" cy="169905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437489" y="431419"/>
            <a:ext cx="4145279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FFFFFF"/>
                </a:solidFill>
                <a:latin typeface="Ebrima"/>
                <a:cs typeface="Ebrima"/>
              </a:rPr>
              <a:t>1.1.</a:t>
            </a:r>
            <a:r>
              <a:rPr sz="1800" spc="-40" dirty="0">
                <a:solidFill>
                  <a:srgbClr val="FFFFFF"/>
                </a:solidFill>
                <a:latin typeface="Ebrima"/>
                <a:cs typeface="Ebrima"/>
              </a:rPr>
              <a:t> </a:t>
            </a:r>
            <a:r>
              <a:rPr sz="1800" dirty="0">
                <a:solidFill>
                  <a:srgbClr val="FFFFFF"/>
                </a:solidFill>
                <a:latin typeface="Ebrima"/>
                <a:cs typeface="Ebrima"/>
              </a:rPr>
              <a:t>Understanding</a:t>
            </a:r>
            <a:r>
              <a:rPr sz="1800" spc="-20" dirty="0">
                <a:solidFill>
                  <a:srgbClr val="FFFFFF"/>
                </a:solidFill>
                <a:latin typeface="Ebrima"/>
                <a:cs typeface="Ebrima"/>
              </a:rPr>
              <a:t> </a:t>
            </a:r>
            <a:r>
              <a:rPr sz="1800" dirty="0">
                <a:solidFill>
                  <a:srgbClr val="FFFFFF"/>
                </a:solidFill>
                <a:latin typeface="Ebrima"/>
                <a:cs typeface="Ebrima"/>
              </a:rPr>
              <a:t>Perceptron</a:t>
            </a:r>
            <a:r>
              <a:rPr sz="1800" spc="-20" dirty="0">
                <a:solidFill>
                  <a:srgbClr val="FFFFFF"/>
                </a:solidFill>
                <a:latin typeface="Ebrima"/>
                <a:cs typeface="Ebrima"/>
              </a:rPr>
              <a:t> </a:t>
            </a:r>
            <a:r>
              <a:rPr sz="1800" dirty="0">
                <a:solidFill>
                  <a:srgbClr val="FFFFFF"/>
                </a:solidFill>
                <a:latin typeface="Ebrima"/>
                <a:cs typeface="Ebrima"/>
              </a:rPr>
              <a:t>with</a:t>
            </a:r>
            <a:r>
              <a:rPr sz="1800" spc="-20" dirty="0">
                <a:solidFill>
                  <a:srgbClr val="FFFFFF"/>
                </a:solidFill>
                <a:latin typeface="Ebrima"/>
                <a:cs typeface="Ebrima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Ebrima"/>
                <a:cs typeface="Ebrima"/>
              </a:rPr>
              <a:t>Excel</a:t>
            </a:r>
            <a:endParaRPr sz="1800">
              <a:latin typeface="Ebrima"/>
              <a:cs typeface="Ebrim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8671941" y="463677"/>
            <a:ext cx="80962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dirty="0">
                <a:solidFill>
                  <a:srgbClr val="D9D9D9"/>
                </a:solidFill>
                <a:latin typeface="Ebrima"/>
                <a:cs typeface="Ebrima"/>
              </a:rPr>
              <a:t>UNIT</a:t>
            </a:r>
            <a:r>
              <a:rPr sz="1600" spc="400" dirty="0">
                <a:solidFill>
                  <a:srgbClr val="D9D9D9"/>
                </a:solidFill>
                <a:latin typeface="Ebrima"/>
                <a:cs typeface="Ebrima"/>
              </a:rPr>
              <a:t> </a:t>
            </a:r>
            <a:r>
              <a:rPr sz="1600" spc="-35" dirty="0">
                <a:solidFill>
                  <a:srgbClr val="D9D9D9"/>
                </a:solidFill>
                <a:latin typeface="Ebrima"/>
                <a:cs typeface="Ebrima"/>
              </a:rPr>
              <a:t>01</a:t>
            </a:r>
            <a:endParaRPr sz="1600">
              <a:latin typeface="Ebrima"/>
              <a:cs typeface="Ebrima"/>
            </a:endParaRPr>
          </a:p>
        </p:txBody>
      </p:sp>
      <p:pic>
        <p:nvPicPr>
          <p:cNvPr id="9" name="object 9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710183" y="1805927"/>
            <a:ext cx="4403598" cy="657618"/>
          </a:xfrm>
          <a:prstGeom prst="rect">
            <a:avLst/>
          </a:prstGeom>
        </p:spPr>
      </p:pic>
      <p:sp>
        <p:nvSpPr>
          <p:cNvPr id="10" name="object 10"/>
          <p:cNvSpPr txBox="1"/>
          <p:nvPr/>
        </p:nvSpPr>
        <p:spPr>
          <a:xfrm>
            <a:off x="1554861" y="3470528"/>
            <a:ext cx="160020" cy="2393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spc="-170" dirty="0">
                <a:latin typeface="Trebuchet MS"/>
                <a:cs typeface="Trebuchet MS"/>
              </a:rPr>
              <a:t>x0</a:t>
            </a:r>
            <a:endParaRPr sz="1400">
              <a:latin typeface="Trebuchet MS"/>
              <a:cs typeface="Trebuchet MS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564639" y="4550790"/>
            <a:ext cx="118745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380" dirty="0">
                <a:latin typeface="Trebuchet MS"/>
                <a:cs typeface="Trebuchet MS"/>
              </a:rPr>
              <a:t>x1</a:t>
            </a:r>
            <a:endParaRPr sz="1400">
              <a:latin typeface="Trebuchet MS"/>
              <a:cs typeface="Trebuchet MS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574419" y="5630367"/>
            <a:ext cx="151765" cy="24002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spc="-204" dirty="0">
                <a:latin typeface="Trebuchet MS"/>
                <a:cs typeface="Trebuchet MS"/>
              </a:rPr>
              <a:t>x2</a:t>
            </a:r>
            <a:endParaRPr sz="1400">
              <a:latin typeface="Trebuchet MS"/>
              <a:cs typeface="Trebuchet MS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1908810" y="3554729"/>
            <a:ext cx="1008380" cy="76200"/>
          </a:xfrm>
          <a:custGeom>
            <a:avLst/>
            <a:gdLst/>
            <a:ahLst/>
            <a:cxnLst/>
            <a:rect l="l" t="t" r="r" b="b"/>
            <a:pathLst>
              <a:path w="1008380" h="76200">
                <a:moveTo>
                  <a:pt x="931926" y="0"/>
                </a:moveTo>
                <a:lnTo>
                  <a:pt x="931926" y="76200"/>
                </a:lnTo>
                <a:lnTo>
                  <a:pt x="988313" y="48006"/>
                </a:lnTo>
                <a:lnTo>
                  <a:pt x="944626" y="48006"/>
                </a:lnTo>
                <a:lnTo>
                  <a:pt x="944626" y="28194"/>
                </a:lnTo>
                <a:lnTo>
                  <a:pt x="988314" y="28194"/>
                </a:lnTo>
                <a:lnTo>
                  <a:pt x="931926" y="0"/>
                </a:lnTo>
                <a:close/>
              </a:path>
              <a:path w="1008380" h="76200">
                <a:moveTo>
                  <a:pt x="931926" y="28194"/>
                </a:moveTo>
                <a:lnTo>
                  <a:pt x="0" y="28194"/>
                </a:lnTo>
                <a:lnTo>
                  <a:pt x="0" y="48006"/>
                </a:lnTo>
                <a:lnTo>
                  <a:pt x="931926" y="48006"/>
                </a:lnTo>
                <a:lnTo>
                  <a:pt x="931926" y="28194"/>
                </a:lnTo>
                <a:close/>
              </a:path>
              <a:path w="1008380" h="76200">
                <a:moveTo>
                  <a:pt x="988314" y="28194"/>
                </a:moveTo>
                <a:lnTo>
                  <a:pt x="944626" y="28194"/>
                </a:lnTo>
                <a:lnTo>
                  <a:pt x="944626" y="48006"/>
                </a:lnTo>
                <a:lnTo>
                  <a:pt x="988313" y="48006"/>
                </a:lnTo>
                <a:lnTo>
                  <a:pt x="1008126" y="38100"/>
                </a:lnTo>
                <a:lnTo>
                  <a:pt x="988314" y="28194"/>
                </a:lnTo>
                <a:close/>
              </a:path>
            </a:pathLst>
          </a:custGeom>
          <a:solidFill>
            <a:srgbClr val="13299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2344039" y="3328796"/>
            <a:ext cx="62230" cy="2393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spc="-450" dirty="0">
                <a:latin typeface="Trebuchet MS"/>
                <a:cs typeface="Trebuchet MS"/>
              </a:rPr>
              <a:t>1</a:t>
            </a:r>
            <a:endParaRPr sz="1400">
              <a:latin typeface="Trebuchet MS"/>
              <a:cs typeface="Trebuchet MS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1908810" y="4648961"/>
            <a:ext cx="1008380" cy="76200"/>
          </a:xfrm>
          <a:custGeom>
            <a:avLst/>
            <a:gdLst/>
            <a:ahLst/>
            <a:cxnLst/>
            <a:rect l="l" t="t" r="r" b="b"/>
            <a:pathLst>
              <a:path w="1008380" h="76200">
                <a:moveTo>
                  <a:pt x="931926" y="0"/>
                </a:moveTo>
                <a:lnTo>
                  <a:pt x="931926" y="76200"/>
                </a:lnTo>
                <a:lnTo>
                  <a:pt x="988313" y="48006"/>
                </a:lnTo>
                <a:lnTo>
                  <a:pt x="944626" y="48006"/>
                </a:lnTo>
                <a:lnTo>
                  <a:pt x="944626" y="28193"/>
                </a:lnTo>
                <a:lnTo>
                  <a:pt x="988313" y="28193"/>
                </a:lnTo>
                <a:lnTo>
                  <a:pt x="931926" y="0"/>
                </a:lnTo>
                <a:close/>
              </a:path>
              <a:path w="1008380" h="76200">
                <a:moveTo>
                  <a:pt x="931926" y="28193"/>
                </a:moveTo>
                <a:lnTo>
                  <a:pt x="0" y="28193"/>
                </a:lnTo>
                <a:lnTo>
                  <a:pt x="0" y="48006"/>
                </a:lnTo>
                <a:lnTo>
                  <a:pt x="931926" y="48006"/>
                </a:lnTo>
                <a:lnTo>
                  <a:pt x="931926" y="28193"/>
                </a:lnTo>
                <a:close/>
              </a:path>
              <a:path w="1008380" h="76200">
                <a:moveTo>
                  <a:pt x="988313" y="28193"/>
                </a:moveTo>
                <a:lnTo>
                  <a:pt x="944626" y="28193"/>
                </a:lnTo>
                <a:lnTo>
                  <a:pt x="944626" y="48006"/>
                </a:lnTo>
                <a:lnTo>
                  <a:pt x="988313" y="48006"/>
                </a:lnTo>
                <a:lnTo>
                  <a:pt x="1008126" y="38100"/>
                </a:lnTo>
                <a:lnTo>
                  <a:pt x="988313" y="28193"/>
                </a:lnTo>
                <a:close/>
              </a:path>
            </a:pathLst>
          </a:custGeom>
          <a:solidFill>
            <a:srgbClr val="13299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/>
          <p:nvPr/>
        </p:nvSpPr>
        <p:spPr>
          <a:xfrm>
            <a:off x="2359914" y="4423409"/>
            <a:ext cx="102870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125" dirty="0">
                <a:latin typeface="Trebuchet MS"/>
                <a:cs typeface="Trebuchet MS"/>
              </a:rPr>
              <a:t>0</a:t>
            </a:r>
            <a:endParaRPr sz="1400">
              <a:latin typeface="Trebuchet MS"/>
              <a:cs typeface="Trebuchet MS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1908810" y="5743194"/>
            <a:ext cx="1008380" cy="76200"/>
          </a:xfrm>
          <a:custGeom>
            <a:avLst/>
            <a:gdLst/>
            <a:ahLst/>
            <a:cxnLst/>
            <a:rect l="l" t="t" r="r" b="b"/>
            <a:pathLst>
              <a:path w="1008380" h="76200">
                <a:moveTo>
                  <a:pt x="931926" y="0"/>
                </a:moveTo>
                <a:lnTo>
                  <a:pt x="931926" y="76199"/>
                </a:lnTo>
                <a:lnTo>
                  <a:pt x="988313" y="48005"/>
                </a:lnTo>
                <a:lnTo>
                  <a:pt x="944626" y="48005"/>
                </a:lnTo>
                <a:lnTo>
                  <a:pt x="944626" y="28193"/>
                </a:lnTo>
                <a:lnTo>
                  <a:pt x="988313" y="28193"/>
                </a:lnTo>
                <a:lnTo>
                  <a:pt x="931926" y="0"/>
                </a:lnTo>
                <a:close/>
              </a:path>
              <a:path w="1008380" h="76200">
                <a:moveTo>
                  <a:pt x="931926" y="28193"/>
                </a:moveTo>
                <a:lnTo>
                  <a:pt x="0" y="28193"/>
                </a:lnTo>
                <a:lnTo>
                  <a:pt x="0" y="48005"/>
                </a:lnTo>
                <a:lnTo>
                  <a:pt x="931926" y="48005"/>
                </a:lnTo>
                <a:lnTo>
                  <a:pt x="931926" y="28193"/>
                </a:lnTo>
                <a:close/>
              </a:path>
              <a:path w="1008380" h="76200">
                <a:moveTo>
                  <a:pt x="988313" y="28193"/>
                </a:moveTo>
                <a:lnTo>
                  <a:pt x="944626" y="28193"/>
                </a:lnTo>
                <a:lnTo>
                  <a:pt x="944626" y="48005"/>
                </a:lnTo>
                <a:lnTo>
                  <a:pt x="988313" y="48005"/>
                </a:lnTo>
                <a:lnTo>
                  <a:pt x="1008126" y="38099"/>
                </a:lnTo>
                <a:lnTo>
                  <a:pt x="988313" y="28193"/>
                </a:lnTo>
                <a:close/>
              </a:path>
            </a:pathLst>
          </a:custGeom>
          <a:solidFill>
            <a:srgbClr val="13299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 txBox="1"/>
          <p:nvPr/>
        </p:nvSpPr>
        <p:spPr>
          <a:xfrm>
            <a:off x="2359914" y="5517591"/>
            <a:ext cx="102870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125" dirty="0">
                <a:latin typeface="Trebuchet MS"/>
                <a:cs typeface="Trebuchet MS"/>
              </a:rPr>
              <a:t>0</a:t>
            </a:r>
            <a:endParaRPr sz="1400">
              <a:latin typeface="Trebuchet MS"/>
              <a:cs typeface="Trebuchet MS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2909061" y="3334258"/>
            <a:ext cx="517525" cy="515620"/>
            <a:chOff x="2909061" y="3334258"/>
            <a:chExt cx="517525" cy="515620"/>
          </a:xfrm>
        </p:grpSpPr>
        <p:sp>
          <p:nvSpPr>
            <p:cNvPr id="20" name="object 20"/>
            <p:cNvSpPr/>
            <p:nvPr/>
          </p:nvSpPr>
          <p:spPr>
            <a:xfrm>
              <a:off x="2915411" y="3340608"/>
              <a:ext cx="504825" cy="502920"/>
            </a:xfrm>
            <a:custGeom>
              <a:avLst/>
              <a:gdLst/>
              <a:ahLst/>
              <a:cxnLst/>
              <a:rect l="l" t="t" r="r" b="b"/>
              <a:pathLst>
                <a:path w="504825" h="502920">
                  <a:moveTo>
                    <a:pt x="252221" y="0"/>
                  </a:moveTo>
                  <a:lnTo>
                    <a:pt x="206879" y="4049"/>
                  </a:lnTo>
                  <a:lnTo>
                    <a:pt x="164205" y="15725"/>
                  </a:lnTo>
                  <a:lnTo>
                    <a:pt x="124911" y="34318"/>
                  </a:lnTo>
                  <a:lnTo>
                    <a:pt x="89710" y="59120"/>
                  </a:lnTo>
                  <a:lnTo>
                    <a:pt x="59312" y="89422"/>
                  </a:lnTo>
                  <a:lnTo>
                    <a:pt x="34431" y="124516"/>
                  </a:lnTo>
                  <a:lnTo>
                    <a:pt x="15777" y="163693"/>
                  </a:lnTo>
                  <a:lnTo>
                    <a:pt x="4062" y="206243"/>
                  </a:lnTo>
                  <a:lnTo>
                    <a:pt x="0" y="251459"/>
                  </a:lnTo>
                  <a:lnTo>
                    <a:pt x="4062" y="296676"/>
                  </a:lnTo>
                  <a:lnTo>
                    <a:pt x="15777" y="339226"/>
                  </a:lnTo>
                  <a:lnTo>
                    <a:pt x="34431" y="378403"/>
                  </a:lnTo>
                  <a:lnTo>
                    <a:pt x="59312" y="413497"/>
                  </a:lnTo>
                  <a:lnTo>
                    <a:pt x="89710" y="443799"/>
                  </a:lnTo>
                  <a:lnTo>
                    <a:pt x="124911" y="468601"/>
                  </a:lnTo>
                  <a:lnTo>
                    <a:pt x="164205" y="487194"/>
                  </a:lnTo>
                  <a:lnTo>
                    <a:pt x="206879" y="498870"/>
                  </a:lnTo>
                  <a:lnTo>
                    <a:pt x="252221" y="502919"/>
                  </a:lnTo>
                  <a:lnTo>
                    <a:pt x="297564" y="498870"/>
                  </a:lnTo>
                  <a:lnTo>
                    <a:pt x="340238" y="487194"/>
                  </a:lnTo>
                  <a:lnTo>
                    <a:pt x="379532" y="468601"/>
                  </a:lnTo>
                  <a:lnTo>
                    <a:pt x="414733" y="443799"/>
                  </a:lnTo>
                  <a:lnTo>
                    <a:pt x="445131" y="413497"/>
                  </a:lnTo>
                  <a:lnTo>
                    <a:pt x="470012" y="378403"/>
                  </a:lnTo>
                  <a:lnTo>
                    <a:pt x="488666" y="339226"/>
                  </a:lnTo>
                  <a:lnTo>
                    <a:pt x="500381" y="296676"/>
                  </a:lnTo>
                  <a:lnTo>
                    <a:pt x="504443" y="251459"/>
                  </a:lnTo>
                  <a:lnTo>
                    <a:pt x="500381" y="206243"/>
                  </a:lnTo>
                  <a:lnTo>
                    <a:pt x="488666" y="163693"/>
                  </a:lnTo>
                  <a:lnTo>
                    <a:pt x="470012" y="124516"/>
                  </a:lnTo>
                  <a:lnTo>
                    <a:pt x="445131" y="89422"/>
                  </a:lnTo>
                  <a:lnTo>
                    <a:pt x="414733" y="59120"/>
                  </a:lnTo>
                  <a:lnTo>
                    <a:pt x="379532" y="34318"/>
                  </a:lnTo>
                  <a:lnTo>
                    <a:pt x="340238" y="15725"/>
                  </a:lnTo>
                  <a:lnTo>
                    <a:pt x="297564" y="4049"/>
                  </a:lnTo>
                  <a:lnTo>
                    <a:pt x="252221" y="0"/>
                  </a:lnTo>
                  <a:close/>
                </a:path>
              </a:pathLst>
            </a:custGeom>
            <a:solidFill>
              <a:srgbClr val="13299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2915411" y="3340608"/>
              <a:ext cx="504825" cy="502920"/>
            </a:xfrm>
            <a:custGeom>
              <a:avLst/>
              <a:gdLst/>
              <a:ahLst/>
              <a:cxnLst/>
              <a:rect l="l" t="t" r="r" b="b"/>
              <a:pathLst>
                <a:path w="504825" h="502920">
                  <a:moveTo>
                    <a:pt x="0" y="251459"/>
                  </a:moveTo>
                  <a:lnTo>
                    <a:pt x="4062" y="206243"/>
                  </a:lnTo>
                  <a:lnTo>
                    <a:pt x="15777" y="163693"/>
                  </a:lnTo>
                  <a:lnTo>
                    <a:pt x="34431" y="124516"/>
                  </a:lnTo>
                  <a:lnTo>
                    <a:pt x="59312" y="89422"/>
                  </a:lnTo>
                  <a:lnTo>
                    <a:pt x="89710" y="59120"/>
                  </a:lnTo>
                  <a:lnTo>
                    <a:pt x="124911" y="34318"/>
                  </a:lnTo>
                  <a:lnTo>
                    <a:pt x="164205" y="15725"/>
                  </a:lnTo>
                  <a:lnTo>
                    <a:pt x="206879" y="4049"/>
                  </a:lnTo>
                  <a:lnTo>
                    <a:pt x="252221" y="0"/>
                  </a:lnTo>
                  <a:lnTo>
                    <a:pt x="297564" y="4049"/>
                  </a:lnTo>
                  <a:lnTo>
                    <a:pt x="340238" y="15725"/>
                  </a:lnTo>
                  <a:lnTo>
                    <a:pt x="379532" y="34318"/>
                  </a:lnTo>
                  <a:lnTo>
                    <a:pt x="414733" y="59120"/>
                  </a:lnTo>
                  <a:lnTo>
                    <a:pt x="445131" y="89422"/>
                  </a:lnTo>
                  <a:lnTo>
                    <a:pt x="470012" y="124516"/>
                  </a:lnTo>
                  <a:lnTo>
                    <a:pt x="488666" y="163693"/>
                  </a:lnTo>
                  <a:lnTo>
                    <a:pt x="500381" y="206243"/>
                  </a:lnTo>
                  <a:lnTo>
                    <a:pt x="504443" y="251459"/>
                  </a:lnTo>
                  <a:lnTo>
                    <a:pt x="500381" y="296676"/>
                  </a:lnTo>
                  <a:lnTo>
                    <a:pt x="488666" y="339226"/>
                  </a:lnTo>
                  <a:lnTo>
                    <a:pt x="470012" y="378403"/>
                  </a:lnTo>
                  <a:lnTo>
                    <a:pt x="445131" y="413497"/>
                  </a:lnTo>
                  <a:lnTo>
                    <a:pt x="414733" y="443799"/>
                  </a:lnTo>
                  <a:lnTo>
                    <a:pt x="379532" y="468601"/>
                  </a:lnTo>
                  <a:lnTo>
                    <a:pt x="340238" y="487194"/>
                  </a:lnTo>
                  <a:lnTo>
                    <a:pt x="297564" y="498870"/>
                  </a:lnTo>
                  <a:lnTo>
                    <a:pt x="252221" y="502919"/>
                  </a:lnTo>
                  <a:lnTo>
                    <a:pt x="206879" y="498870"/>
                  </a:lnTo>
                  <a:lnTo>
                    <a:pt x="164205" y="487194"/>
                  </a:lnTo>
                  <a:lnTo>
                    <a:pt x="124911" y="468601"/>
                  </a:lnTo>
                  <a:lnTo>
                    <a:pt x="89710" y="443799"/>
                  </a:lnTo>
                  <a:lnTo>
                    <a:pt x="59312" y="413497"/>
                  </a:lnTo>
                  <a:lnTo>
                    <a:pt x="34431" y="378403"/>
                  </a:lnTo>
                  <a:lnTo>
                    <a:pt x="15777" y="339226"/>
                  </a:lnTo>
                  <a:lnTo>
                    <a:pt x="4062" y="296676"/>
                  </a:lnTo>
                  <a:lnTo>
                    <a:pt x="0" y="251459"/>
                  </a:lnTo>
                  <a:close/>
                </a:path>
              </a:pathLst>
            </a:custGeom>
            <a:ln w="12192">
              <a:solidFill>
                <a:srgbClr val="13299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2" name="object 22"/>
          <p:cNvSpPr txBox="1"/>
          <p:nvPr/>
        </p:nvSpPr>
        <p:spPr>
          <a:xfrm>
            <a:off x="3134360" y="3455289"/>
            <a:ext cx="6667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515" dirty="0">
                <a:solidFill>
                  <a:srgbClr val="FFFFFF"/>
                </a:solidFill>
                <a:latin typeface="Trebuchet MS"/>
                <a:cs typeface="Trebuchet MS"/>
              </a:rPr>
              <a:t>1</a:t>
            </a:r>
            <a:endParaRPr sz="1600">
              <a:latin typeface="Trebuchet MS"/>
              <a:cs typeface="Trebuchet MS"/>
            </a:endParaRPr>
          </a:p>
        </p:txBody>
      </p:sp>
      <p:grpSp>
        <p:nvGrpSpPr>
          <p:cNvPr id="23" name="object 23"/>
          <p:cNvGrpSpPr/>
          <p:nvPr/>
        </p:nvGrpSpPr>
        <p:grpSpPr>
          <a:xfrm>
            <a:off x="2909061" y="4420870"/>
            <a:ext cx="517525" cy="517525"/>
            <a:chOff x="2909061" y="4420870"/>
            <a:chExt cx="517525" cy="517525"/>
          </a:xfrm>
        </p:grpSpPr>
        <p:sp>
          <p:nvSpPr>
            <p:cNvPr id="24" name="object 24"/>
            <p:cNvSpPr/>
            <p:nvPr/>
          </p:nvSpPr>
          <p:spPr>
            <a:xfrm>
              <a:off x="2915411" y="4427220"/>
              <a:ext cx="504825" cy="504825"/>
            </a:xfrm>
            <a:custGeom>
              <a:avLst/>
              <a:gdLst/>
              <a:ahLst/>
              <a:cxnLst/>
              <a:rect l="l" t="t" r="r" b="b"/>
              <a:pathLst>
                <a:path w="504825" h="504825">
                  <a:moveTo>
                    <a:pt x="252221" y="0"/>
                  </a:moveTo>
                  <a:lnTo>
                    <a:pt x="206879" y="4062"/>
                  </a:lnTo>
                  <a:lnTo>
                    <a:pt x="164205" y="15777"/>
                  </a:lnTo>
                  <a:lnTo>
                    <a:pt x="124911" y="34431"/>
                  </a:lnTo>
                  <a:lnTo>
                    <a:pt x="89710" y="59312"/>
                  </a:lnTo>
                  <a:lnTo>
                    <a:pt x="59312" y="89710"/>
                  </a:lnTo>
                  <a:lnTo>
                    <a:pt x="34431" y="124911"/>
                  </a:lnTo>
                  <a:lnTo>
                    <a:pt x="15777" y="164205"/>
                  </a:lnTo>
                  <a:lnTo>
                    <a:pt x="4062" y="206879"/>
                  </a:lnTo>
                  <a:lnTo>
                    <a:pt x="0" y="252221"/>
                  </a:lnTo>
                  <a:lnTo>
                    <a:pt x="4062" y="297564"/>
                  </a:lnTo>
                  <a:lnTo>
                    <a:pt x="15777" y="340238"/>
                  </a:lnTo>
                  <a:lnTo>
                    <a:pt x="34431" y="379532"/>
                  </a:lnTo>
                  <a:lnTo>
                    <a:pt x="59312" y="414733"/>
                  </a:lnTo>
                  <a:lnTo>
                    <a:pt x="89710" y="445131"/>
                  </a:lnTo>
                  <a:lnTo>
                    <a:pt x="124911" y="470012"/>
                  </a:lnTo>
                  <a:lnTo>
                    <a:pt x="164205" y="488666"/>
                  </a:lnTo>
                  <a:lnTo>
                    <a:pt x="206879" y="500381"/>
                  </a:lnTo>
                  <a:lnTo>
                    <a:pt x="252221" y="504443"/>
                  </a:lnTo>
                  <a:lnTo>
                    <a:pt x="297564" y="500381"/>
                  </a:lnTo>
                  <a:lnTo>
                    <a:pt x="340238" y="488666"/>
                  </a:lnTo>
                  <a:lnTo>
                    <a:pt x="379532" y="470012"/>
                  </a:lnTo>
                  <a:lnTo>
                    <a:pt x="414733" y="445131"/>
                  </a:lnTo>
                  <a:lnTo>
                    <a:pt x="445131" y="414733"/>
                  </a:lnTo>
                  <a:lnTo>
                    <a:pt x="470012" y="379532"/>
                  </a:lnTo>
                  <a:lnTo>
                    <a:pt x="488666" y="340238"/>
                  </a:lnTo>
                  <a:lnTo>
                    <a:pt x="500381" y="297564"/>
                  </a:lnTo>
                  <a:lnTo>
                    <a:pt x="504443" y="252221"/>
                  </a:lnTo>
                  <a:lnTo>
                    <a:pt x="500381" y="206879"/>
                  </a:lnTo>
                  <a:lnTo>
                    <a:pt x="488666" y="164205"/>
                  </a:lnTo>
                  <a:lnTo>
                    <a:pt x="470012" y="124911"/>
                  </a:lnTo>
                  <a:lnTo>
                    <a:pt x="445131" y="89710"/>
                  </a:lnTo>
                  <a:lnTo>
                    <a:pt x="414733" y="59312"/>
                  </a:lnTo>
                  <a:lnTo>
                    <a:pt x="379532" y="34431"/>
                  </a:lnTo>
                  <a:lnTo>
                    <a:pt x="340238" y="15777"/>
                  </a:lnTo>
                  <a:lnTo>
                    <a:pt x="297564" y="4062"/>
                  </a:lnTo>
                  <a:lnTo>
                    <a:pt x="252221" y="0"/>
                  </a:lnTo>
                  <a:close/>
                </a:path>
              </a:pathLst>
            </a:custGeom>
            <a:solidFill>
              <a:srgbClr val="13299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2915411" y="4427220"/>
              <a:ext cx="504825" cy="504825"/>
            </a:xfrm>
            <a:custGeom>
              <a:avLst/>
              <a:gdLst/>
              <a:ahLst/>
              <a:cxnLst/>
              <a:rect l="l" t="t" r="r" b="b"/>
              <a:pathLst>
                <a:path w="504825" h="504825">
                  <a:moveTo>
                    <a:pt x="0" y="252221"/>
                  </a:moveTo>
                  <a:lnTo>
                    <a:pt x="4062" y="206879"/>
                  </a:lnTo>
                  <a:lnTo>
                    <a:pt x="15777" y="164205"/>
                  </a:lnTo>
                  <a:lnTo>
                    <a:pt x="34431" y="124911"/>
                  </a:lnTo>
                  <a:lnTo>
                    <a:pt x="59312" y="89710"/>
                  </a:lnTo>
                  <a:lnTo>
                    <a:pt x="89710" y="59312"/>
                  </a:lnTo>
                  <a:lnTo>
                    <a:pt x="124911" y="34431"/>
                  </a:lnTo>
                  <a:lnTo>
                    <a:pt x="164205" y="15777"/>
                  </a:lnTo>
                  <a:lnTo>
                    <a:pt x="206879" y="4062"/>
                  </a:lnTo>
                  <a:lnTo>
                    <a:pt x="252221" y="0"/>
                  </a:lnTo>
                  <a:lnTo>
                    <a:pt x="297564" y="4062"/>
                  </a:lnTo>
                  <a:lnTo>
                    <a:pt x="340238" y="15777"/>
                  </a:lnTo>
                  <a:lnTo>
                    <a:pt x="379532" y="34431"/>
                  </a:lnTo>
                  <a:lnTo>
                    <a:pt x="414733" y="59312"/>
                  </a:lnTo>
                  <a:lnTo>
                    <a:pt x="445131" y="89710"/>
                  </a:lnTo>
                  <a:lnTo>
                    <a:pt x="470012" y="124911"/>
                  </a:lnTo>
                  <a:lnTo>
                    <a:pt x="488666" y="164205"/>
                  </a:lnTo>
                  <a:lnTo>
                    <a:pt x="500381" y="206879"/>
                  </a:lnTo>
                  <a:lnTo>
                    <a:pt x="504443" y="252221"/>
                  </a:lnTo>
                  <a:lnTo>
                    <a:pt x="500381" y="297564"/>
                  </a:lnTo>
                  <a:lnTo>
                    <a:pt x="488666" y="340238"/>
                  </a:lnTo>
                  <a:lnTo>
                    <a:pt x="470012" y="379532"/>
                  </a:lnTo>
                  <a:lnTo>
                    <a:pt x="445131" y="414733"/>
                  </a:lnTo>
                  <a:lnTo>
                    <a:pt x="414733" y="445131"/>
                  </a:lnTo>
                  <a:lnTo>
                    <a:pt x="379532" y="470012"/>
                  </a:lnTo>
                  <a:lnTo>
                    <a:pt x="340238" y="488666"/>
                  </a:lnTo>
                  <a:lnTo>
                    <a:pt x="297564" y="500381"/>
                  </a:lnTo>
                  <a:lnTo>
                    <a:pt x="252221" y="504443"/>
                  </a:lnTo>
                  <a:lnTo>
                    <a:pt x="206879" y="500381"/>
                  </a:lnTo>
                  <a:lnTo>
                    <a:pt x="164205" y="488666"/>
                  </a:lnTo>
                  <a:lnTo>
                    <a:pt x="124911" y="470012"/>
                  </a:lnTo>
                  <a:lnTo>
                    <a:pt x="89710" y="445131"/>
                  </a:lnTo>
                  <a:lnTo>
                    <a:pt x="59312" y="414733"/>
                  </a:lnTo>
                  <a:lnTo>
                    <a:pt x="34431" y="379532"/>
                  </a:lnTo>
                  <a:lnTo>
                    <a:pt x="15777" y="340238"/>
                  </a:lnTo>
                  <a:lnTo>
                    <a:pt x="4062" y="297564"/>
                  </a:lnTo>
                  <a:lnTo>
                    <a:pt x="0" y="252221"/>
                  </a:lnTo>
                  <a:close/>
                </a:path>
              </a:pathLst>
            </a:custGeom>
            <a:ln w="12192">
              <a:solidFill>
                <a:srgbClr val="13299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6" name="object 26"/>
          <p:cNvSpPr txBox="1"/>
          <p:nvPr/>
        </p:nvSpPr>
        <p:spPr>
          <a:xfrm>
            <a:off x="3111500" y="4542535"/>
            <a:ext cx="113664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150" dirty="0">
                <a:solidFill>
                  <a:srgbClr val="FFFFFF"/>
                </a:solidFill>
                <a:latin typeface="Trebuchet MS"/>
                <a:cs typeface="Trebuchet MS"/>
              </a:rPr>
              <a:t>0</a:t>
            </a:r>
            <a:endParaRPr sz="1600">
              <a:latin typeface="Trebuchet MS"/>
              <a:cs typeface="Trebuchet MS"/>
            </a:endParaRPr>
          </a:p>
        </p:txBody>
      </p:sp>
      <p:grpSp>
        <p:nvGrpSpPr>
          <p:cNvPr id="27" name="object 27"/>
          <p:cNvGrpSpPr/>
          <p:nvPr/>
        </p:nvGrpSpPr>
        <p:grpSpPr>
          <a:xfrm>
            <a:off x="2909061" y="5490717"/>
            <a:ext cx="517525" cy="517525"/>
            <a:chOff x="2909061" y="5490717"/>
            <a:chExt cx="517525" cy="517525"/>
          </a:xfrm>
        </p:grpSpPr>
        <p:sp>
          <p:nvSpPr>
            <p:cNvPr id="28" name="object 28"/>
            <p:cNvSpPr/>
            <p:nvPr/>
          </p:nvSpPr>
          <p:spPr>
            <a:xfrm>
              <a:off x="2915411" y="5497067"/>
              <a:ext cx="504825" cy="504825"/>
            </a:xfrm>
            <a:custGeom>
              <a:avLst/>
              <a:gdLst/>
              <a:ahLst/>
              <a:cxnLst/>
              <a:rect l="l" t="t" r="r" b="b"/>
              <a:pathLst>
                <a:path w="504825" h="504825">
                  <a:moveTo>
                    <a:pt x="252221" y="0"/>
                  </a:moveTo>
                  <a:lnTo>
                    <a:pt x="206879" y="4063"/>
                  </a:lnTo>
                  <a:lnTo>
                    <a:pt x="164205" y="15780"/>
                  </a:lnTo>
                  <a:lnTo>
                    <a:pt x="124911" y="34436"/>
                  </a:lnTo>
                  <a:lnTo>
                    <a:pt x="89710" y="59321"/>
                  </a:lnTo>
                  <a:lnTo>
                    <a:pt x="59312" y="89720"/>
                  </a:lnTo>
                  <a:lnTo>
                    <a:pt x="34431" y="124922"/>
                  </a:lnTo>
                  <a:lnTo>
                    <a:pt x="15777" y="164215"/>
                  </a:lnTo>
                  <a:lnTo>
                    <a:pt x="4062" y="206886"/>
                  </a:lnTo>
                  <a:lnTo>
                    <a:pt x="0" y="252221"/>
                  </a:lnTo>
                  <a:lnTo>
                    <a:pt x="4062" y="297557"/>
                  </a:lnTo>
                  <a:lnTo>
                    <a:pt x="15777" y="340228"/>
                  </a:lnTo>
                  <a:lnTo>
                    <a:pt x="34431" y="379521"/>
                  </a:lnTo>
                  <a:lnTo>
                    <a:pt x="59312" y="414723"/>
                  </a:lnTo>
                  <a:lnTo>
                    <a:pt x="89710" y="445122"/>
                  </a:lnTo>
                  <a:lnTo>
                    <a:pt x="124911" y="470007"/>
                  </a:lnTo>
                  <a:lnTo>
                    <a:pt x="164205" y="488663"/>
                  </a:lnTo>
                  <a:lnTo>
                    <a:pt x="206879" y="500380"/>
                  </a:lnTo>
                  <a:lnTo>
                    <a:pt x="252221" y="504443"/>
                  </a:lnTo>
                  <a:lnTo>
                    <a:pt x="297564" y="500380"/>
                  </a:lnTo>
                  <a:lnTo>
                    <a:pt x="340238" y="488663"/>
                  </a:lnTo>
                  <a:lnTo>
                    <a:pt x="379532" y="470007"/>
                  </a:lnTo>
                  <a:lnTo>
                    <a:pt x="414733" y="445122"/>
                  </a:lnTo>
                  <a:lnTo>
                    <a:pt x="445131" y="414723"/>
                  </a:lnTo>
                  <a:lnTo>
                    <a:pt x="470012" y="379521"/>
                  </a:lnTo>
                  <a:lnTo>
                    <a:pt x="488666" y="340228"/>
                  </a:lnTo>
                  <a:lnTo>
                    <a:pt x="500381" y="297557"/>
                  </a:lnTo>
                  <a:lnTo>
                    <a:pt x="504443" y="252221"/>
                  </a:lnTo>
                  <a:lnTo>
                    <a:pt x="500381" y="206886"/>
                  </a:lnTo>
                  <a:lnTo>
                    <a:pt x="488666" y="164215"/>
                  </a:lnTo>
                  <a:lnTo>
                    <a:pt x="470012" y="124922"/>
                  </a:lnTo>
                  <a:lnTo>
                    <a:pt x="445131" y="89720"/>
                  </a:lnTo>
                  <a:lnTo>
                    <a:pt x="414733" y="59321"/>
                  </a:lnTo>
                  <a:lnTo>
                    <a:pt x="379532" y="34436"/>
                  </a:lnTo>
                  <a:lnTo>
                    <a:pt x="340238" y="15780"/>
                  </a:lnTo>
                  <a:lnTo>
                    <a:pt x="297564" y="4063"/>
                  </a:lnTo>
                  <a:lnTo>
                    <a:pt x="252221" y="0"/>
                  </a:lnTo>
                  <a:close/>
                </a:path>
              </a:pathLst>
            </a:custGeom>
            <a:solidFill>
              <a:srgbClr val="13299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2915411" y="5497067"/>
              <a:ext cx="504825" cy="504825"/>
            </a:xfrm>
            <a:custGeom>
              <a:avLst/>
              <a:gdLst/>
              <a:ahLst/>
              <a:cxnLst/>
              <a:rect l="l" t="t" r="r" b="b"/>
              <a:pathLst>
                <a:path w="504825" h="504825">
                  <a:moveTo>
                    <a:pt x="0" y="252221"/>
                  </a:moveTo>
                  <a:lnTo>
                    <a:pt x="4062" y="206886"/>
                  </a:lnTo>
                  <a:lnTo>
                    <a:pt x="15777" y="164215"/>
                  </a:lnTo>
                  <a:lnTo>
                    <a:pt x="34431" y="124922"/>
                  </a:lnTo>
                  <a:lnTo>
                    <a:pt x="59312" y="89720"/>
                  </a:lnTo>
                  <a:lnTo>
                    <a:pt x="89710" y="59321"/>
                  </a:lnTo>
                  <a:lnTo>
                    <a:pt x="124911" y="34436"/>
                  </a:lnTo>
                  <a:lnTo>
                    <a:pt x="164205" y="15780"/>
                  </a:lnTo>
                  <a:lnTo>
                    <a:pt x="206879" y="4063"/>
                  </a:lnTo>
                  <a:lnTo>
                    <a:pt x="252221" y="0"/>
                  </a:lnTo>
                  <a:lnTo>
                    <a:pt x="297564" y="4063"/>
                  </a:lnTo>
                  <a:lnTo>
                    <a:pt x="340238" y="15780"/>
                  </a:lnTo>
                  <a:lnTo>
                    <a:pt x="379532" y="34436"/>
                  </a:lnTo>
                  <a:lnTo>
                    <a:pt x="414733" y="59321"/>
                  </a:lnTo>
                  <a:lnTo>
                    <a:pt x="445131" y="89720"/>
                  </a:lnTo>
                  <a:lnTo>
                    <a:pt x="470012" y="124922"/>
                  </a:lnTo>
                  <a:lnTo>
                    <a:pt x="488666" y="164215"/>
                  </a:lnTo>
                  <a:lnTo>
                    <a:pt x="500381" y="206886"/>
                  </a:lnTo>
                  <a:lnTo>
                    <a:pt x="504443" y="252221"/>
                  </a:lnTo>
                  <a:lnTo>
                    <a:pt x="500381" y="297557"/>
                  </a:lnTo>
                  <a:lnTo>
                    <a:pt x="488666" y="340228"/>
                  </a:lnTo>
                  <a:lnTo>
                    <a:pt x="470012" y="379521"/>
                  </a:lnTo>
                  <a:lnTo>
                    <a:pt x="445131" y="414723"/>
                  </a:lnTo>
                  <a:lnTo>
                    <a:pt x="414733" y="445122"/>
                  </a:lnTo>
                  <a:lnTo>
                    <a:pt x="379532" y="470007"/>
                  </a:lnTo>
                  <a:lnTo>
                    <a:pt x="340238" y="488663"/>
                  </a:lnTo>
                  <a:lnTo>
                    <a:pt x="297564" y="500380"/>
                  </a:lnTo>
                  <a:lnTo>
                    <a:pt x="252221" y="504443"/>
                  </a:lnTo>
                  <a:lnTo>
                    <a:pt x="206879" y="500380"/>
                  </a:lnTo>
                  <a:lnTo>
                    <a:pt x="164205" y="488663"/>
                  </a:lnTo>
                  <a:lnTo>
                    <a:pt x="124911" y="470007"/>
                  </a:lnTo>
                  <a:lnTo>
                    <a:pt x="89710" y="445122"/>
                  </a:lnTo>
                  <a:lnTo>
                    <a:pt x="59312" y="414723"/>
                  </a:lnTo>
                  <a:lnTo>
                    <a:pt x="34431" y="379521"/>
                  </a:lnTo>
                  <a:lnTo>
                    <a:pt x="15777" y="340228"/>
                  </a:lnTo>
                  <a:lnTo>
                    <a:pt x="4062" y="297557"/>
                  </a:lnTo>
                  <a:lnTo>
                    <a:pt x="0" y="252221"/>
                  </a:lnTo>
                  <a:close/>
                </a:path>
              </a:pathLst>
            </a:custGeom>
            <a:ln w="12192">
              <a:solidFill>
                <a:srgbClr val="13299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0" name="object 30"/>
          <p:cNvSpPr txBox="1"/>
          <p:nvPr/>
        </p:nvSpPr>
        <p:spPr>
          <a:xfrm>
            <a:off x="3111500" y="5612993"/>
            <a:ext cx="113664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150" dirty="0">
                <a:solidFill>
                  <a:srgbClr val="FFFFFF"/>
                </a:solidFill>
                <a:latin typeface="Trebuchet MS"/>
                <a:cs typeface="Trebuchet MS"/>
              </a:rPr>
              <a:t>0</a:t>
            </a:r>
            <a:endParaRPr sz="1600">
              <a:latin typeface="Trebuchet MS"/>
              <a:cs typeface="Trebuchet MS"/>
            </a:endParaRPr>
          </a:p>
        </p:txBody>
      </p:sp>
      <p:grpSp>
        <p:nvGrpSpPr>
          <p:cNvPr id="31" name="object 31"/>
          <p:cNvGrpSpPr/>
          <p:nvPr/>
        </p:nvGrpSpPr>
        <p:grpSpPr>
          <a:xfrm>
            <a:off x="3416172" y="3583940"/>
            <a:ext cx="2841625" cy="1601470"/>
            <a:chOff x="3416172" y="3583940"/>
            <a:chExt cx="2841625" cy="1601470"/>
          </a:xfrm>
        </p:grpSpPr>
        <p:sp>
          <p:nvSpPr>
            <p:cNvPr id="32" name="object 32"/>
            <p:cNvSpPr/>
            <p:nvPr/>
          </p:nvSpPr>
          <p:spPr>
            <a:xfrm>
              <a:off x="3416173" y="3583939"/>
              <a:ext cx="2835275" cy="1595120"/>
            </a:xfrm>
            <a:custGeom>
              <a:avLst/>
              <a:gdLst/>
              <a:ahLst/>
              <a:cxnLst/>
              <a:rect l="l" t="t" r="r" b="b"/>
              <a:pathLst>
                <a:path w="2835275" h="1595120">
                  <a:moveTo>
                    <a:pt x="1861312" y="928878"/>
                  </a:moveTo>
                  <a:lnTo>
                    <a:pt x="1846694" y="909574"/>
                  </a:lnTo>
                  <a:lnTo>
                    <a:pt x="1809877" y="860933"/>
                  </a:lnTo>
                  <a:lnTo>
                    <a:pt x="1797392" y="886180"/>
                  </a:lnTo>
                  <a:lnTo>
                    <a:pt x="8890" y="0"/>
                  </a:lnTo>
                  <a:lnTo>
                    <a:pt x="0" y="17792"/>
                  </a:lnTo>
                  <a:lnTo>
                    <a:pt x="1788604" y="903947"/>
                  </a:lnTo>
                  <a:lnTo>
                    <a:pt x="1776095" y="929259"/>
                  </a:lnTo>
                  <a:lnTo>
                    <a:pt x="1861312" y="928878"/>
                  </a:lnTo>
                  <a:close/>
                </a:path>
                <a:path w="2835275" h="1595120">
                  <a:moveTo>
                    <a:pt x="2835275" y="1096264"/>
                  </a:moveTo>
                  <a:lnTo>
                    <a:pt x="2832989" y="1048283"/>
                  </a:lnTo>
                  <a:lnTo>
                    <a:pt x="2826296" y="1001572"/>
                  </a:lnTo>
                  <a:lnTo>
                    <a:pt x="2815399" y="956373"/>
                  </a:lnTo>
                  <a:lnTo>
                    <a:pt x="2800489" y="912876"/>
                  </a:lnTo>
                  <a:lnTo>
                    <a:pt x="2781808" y="871308"/>
                  </a:lnTo>
                  <a:lnTo>
                    <a:pt x="2759532" y="831850"/>
                  </a:lnTo>
                  <a:lnTo>
                    <a:pt x="2733878" y="794740"/>
                  </a:lnTo>
                  <a:lnTo>
                    <a:pt x="2705062" y="760158"/>
                  </a:lnTo>
                  <a:lnTo>
                    <a:pt x="2673299" y="728345"/>
                  </a:lnTo>
                  <a:lnTo>
                    <a:pt x="2638768" y="699477"/>
                  </a:lnTo>
                  <a:lnTo>
                    <a:pt x="2601709" y="673785"/>
                  </a:lnTo>
                  <a:lnTo>
                    <a:pt x="2562326" y="651471"/>
                  </a:lnTo>
                  <a:lnTo>
                    <a:pt x="2520810" y="632752"/>
                  </a:lnTo>
                  <a:lnTo>
                    <a:pt x="2477376" y="617829"/>
                  </a:lnTo>
                  <a:lnTo>
                    <a:pt x="2432240" y="606907"/>
                  </a:lnTo>
                  <a:lnTo>
                    <a:pt x="2385606" y="600202"/>
                  </a:lnTo>
                  <a:lnTo>
                    <a:pt x="2337689" y="597916"/>
                  </a:lnTo>
                  <a:lnTo>
                    <a:pt x="2289759" y="600202"/>
                  </a:lnTo>
                  <a:lnTo>
                    <a:pt x="2243124" y="606907"/>
                  </a:lnTo>
                  <a:lnTo>
                    <a:pt x="2197989" y="617829"/>
                  </a:lnTo>
                  <a:lnTo>
                    <a:pt x="2154555" y="632752"/>
                  </a:lnTo>
                  <a:lnTo>
                    <a:pt x="2113038" y="651471"/>
                  </a:lnTo>
                  <a:lnTo>
                    <a:pt x="2073656" y="673785"/>
                  </a:lnTo>
                  <a:lnTo>
                    <a:pt x="2036597" y="699477"/>
                  </a:lnTo>
                  <a:lnTo>
                    <a:pt x="2002066" y="728345"/>
                  </a:lnTo>
                  <a:lnTo>
                    <a:pt x="1970303" y="760158"/>
                  </a:lnTo>
                  <a:lnTo>
                    <a:pt x="1941487" y="794740"/>
                  </a:lnTo>
                  <a:lnTo>
                    <a:pt x="1915833" y="831850"/>
                  </a:lnTo>
                  <a:lnTo>
                    <a:pt x="1893557" y="871308"/>
                  </a:lnTo>
                  <a:lnTo>
                    <a:pt x="1874875" y="912876"/>
                  </a:lnTo>
                  <a:lnTo>
                    <a:pt x="1859965" y="956373"/>
                  </a:lnTo>
                  <a:lnTo>
                    <a:pt x="1849069" y="1001572"/>
                  </a:lnTo>
                  <a:lnTo>
                    <a:pt x="1842376" y="1048283"/>
                  </a:lnTo>
                  <a:lnTo>
                    <a:pt x="1840103" y="1096264"/>
                  </a:lnTo>
                  <a:lnTo>
                    <a:pt x="1842376" y="1144257"/>
                  </a:lnTo>
                  <a:lnTo>
                    <a:pt x="1849069" y="1190967"/>
                  </a:lnTo>
                  <a:lnTo>
                    <a:pt x="1859965" y="1236167"/>
                  </a:lnTo>
                  <a:lnTo>
                    <a:pt x="1874875" y="1279664"/>
                  </a:lnTo>
                  <a:lnTo>
                    <a:pt x="1893557" y="1321231"/>
                  </a:lnTo>
                  <a:lnTo>
                    <a:pt x="1915833" y="1360690"/>
                  </a:lnTo>
                  <a:lnTo>
                    <a:pt x="1941487" y="1397800"/>
                  </a:lnTo>
                  <a:lnTo>
                    <a:pt x="1970303" y="1432382"/>
                  </a:lnTo>
                  <a:lnTo>
                    <a:pt x="2002066" y="1464195"/>
                  </a:lnTo>
                  <a:lnTo>
                    <a:pt x="2036597" y="1493062"/>
                  </a:lnTo>
                  <a:lnTo>
                    <a:pt x="2073656" y="1518754"/>
                  </a:lnTo>
                  <a:lnTo>
                    <a:pt x="2113038" y="1541068"/>
                  </a:lnTo>
                  <a:lnTo>
                    <a:pt x="2154555" y="1559788"/>
                  </a:lnTo>
                  <a:lnTo>
                    <a:pt x="2197989" y="1574711"/>
                  </a:lnTo>
                  <a:lnTo>
                    <a:pt x="2243124" y="1585633"/>
                  </a:lnTo>
                  <a:lnTo>
                    <a:pt x="2289759" y="1592338"/>
                  </a:lnTo>
                  <a:lnTo>
                    <a:pt x="2337689" y="1594612"/>
                  </a:lnTo>
                  <a:lnTo>
                    <a:pt x="2385606" y="1592338"/>
                  </a:lnTo>
                  <a:lnTo>
                    <a:pt x="2432240" y="1585633"/>
                  </a:lnTo>
                  <a:lnTo>
                    <a:pt x="2477376" y="1574711"/>
                  </a:lnTo>
                  <a:lnTo>
                    <a:pt x="2520810" y="1559788"/>
                  </a:lnTo>
                  <a:lnTo>
                    <a:pt x="2562326" y="1541068"/>
                  </a:lnTo>
                  <a:lnTo>
                    <a:pt x="2601709" y="1518754"/>
                  </a:lnTo>
                  <a:lnTo>
                    <a:pt x="2638768" y="1493062"/>
                  </a:lnTo>
                  <a:lnTo>
                    <a:pt x="2673299" y="1464195"/>
                  </a:lnTo>
                  <a:lnTo>
                    <a:pt x="2705062" y="1432382"/>
                  </a:lnTo>
                  <a:lnTo>
                    <a:pt x="2733878" y="1397800"/>
                  </a:lnTo>
                  <a:lnTo>
                    <a:pt x="2759532" y="1360690"/>
                  </a:lnTo>
                  <a:lnTo>
                    <a:pt x="2781808" y="1321231"/>
                  </a:lnTo>
                  <a:lnTo>
                    <a:pt x="2800489" y="1279664"/>
                  </a:lnTo>
                  <a:lnTo>
                    <a:pt x="2815399" y="1236167"/>
                  </a:lnTo>
                  <a:lnTo>
                    <a:pt x="2826296" y="1190967"/>
                  </a:lnTo>
                  <a:lnTo>
                    <a:pt x="2832989" y="1144257"/>
                  </a:lnTo>
                  <a:lnTo>
                    <a:pt x="2835275" y="1096264"/>
                  </a:lnTo>
                  <a:close/>
                </a:path>
              </a:pathLst>
            </a:custGeom>
            <a:solidFill>
              <a:srgbClr val="13299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5256275" y="4181856"/>
              <a:ext cx="995680" cy="996950"/>
            </a:xfrm>
            <a:custGeom>
              <a:avLst/>
              <a:gdLst/>
              <a:ahLst/>
              <a:cxnLst/>
              <a:rect l="l" t="t" r="r" b="b"/>
              <a:pathLst>
                <a:path w="995679" h="996950">
                  <a:moveTo>
                    <a:pt x="0" y="498348"/>
                  </a:moveTo>
                  <a:lnTo>
                    <a:pt x="2277" y="450357"/>
                  </a:lnTo>
                  <a:lnTo>
                    <a:pt x="8971" y="403656"/>
                  </a:lnTo>
                  <a:lnTo>
                    <a:pt x="19873" y="358453"/>
                  </a:lnTo>
                  <a:lnTo>
                    <a:pt x="34774" y="314959"/>
                  </a:lnTo>
                  <a:lnTo>
                    <a:pt x="53466" y="273381"/>
                  </a:lnTo>
                  <a:lnTo>
                    <a:pt x="75740" y="233929"/>
                  </a:lnTo>
                  <a:lnTo>
                    <a:pt x="101389" y="196812"/>
                  </a:lnTo>
                  <a:lnTo>
                    <a:pt x="130203" y="162238"/>
                  </a:lnTo>
                  <a:lnTo>
                    <a:pt x="161974" y="130416"/>
                  </a:lnTo>
                  <a:lnTo>
                    <a:pt x="196494" y="101556"/>
                  </a:lnTo>
                  <a:lnTo>
                    <a:pt x="233554" y="75866"/>
                  </a:lnTo>
                  <a:lnTo>
                    <a:pt x="272946" y="53555"/>
                  </a:lnTo>
                  <a:lnTo>
                    <a:pt x="314461" y="34832"/>
                  </a:lnTo>
                  <a:lnTo>
                    <a:pt x="357891" y="19906"/>
                  </a:lnTo>
                  <a:lnTo>
                    <a:pt x="403027" y="8986"/>
                  </a:lnTo>
                  <a:lnTo>
                    <a:pt x="449662" y="2281"/>
                  </a:lnTo>
                  <a:lnTo>
                    <a:pt x="497586" y="0"/>
                  </a:lnTo>
                  <a:lnTo>
                    <a:pt x="545509" y="2281"/>
                  </a:lnTo>
                  <a:lnTo>
                    <a:pt x="592144" y="8986"/>
                  </a:lnTo>
                  <a:lnTo>
                    <a:pt x="637280" y="19906"/>
                  </a:lnTo>
                  <a:lnTo>
                    <a:pt x="680710" y="34832"/>
                  </a:lnTo>
                  <a:lnTo>
                    <a:pt x="722225" y="53555"/>
                  </a:lnTo>
                  <a:lnTo>
                    <a:pt x="761617" y="75866"/>
                  </a:lnTo>
                  <a:lnTo>
                    <a:pt x="798677" y="101556"/>
                  </a:lnTo>
                  <a:lnTo>
                    <a:pt x="833197" y="130416"/>
                  </a:lnTo>
                  <a:lnTo>
                    <a:pt x="864968" y="162238"/>
                  </a:lnTo>
                  <a:lnTo>
                    <a:pt x="893782" y="196812"/>
                  </a:lnTo>
                  <a:lnTo>
                    <a:pt x="919431" y="233929"/>
                  </a:lnTo>
                  <a:lnTo>
                    <a:pt x="941705" y="273381"/>
                  </a:lnTo>
                  <a:lnTo>
                    <a:pt x="960397" y="314959"/>
                  </a:lnTo>
                  <a:lnTo>
                    <a:pt x="975298" y="358453"/>
                  </a:lnTo>
                  <a:lnTo>
                    <a:pt x="986200" y="403656"/>
                  </a:lnTo>
                  <a:lnTo>
                    <a:pt x="992894" y="450357"/>
                  </a:lnTo>
                  <a:lnTo>
                    <a:pt x="995172" y="498348"/>
                  </a:lnTo>
                  <a:lnTo>
                    <a:pt x="992894" y="546338"/>
                  </a:lnTo>
                  <a:lnTo>
                    <a:pt x="986200" y="593039"/>
                  </a:lnTo>
                  <a:lnTo>
                    <a:pt x="975298" y="638242"/>
                  </a:lnTo>
                  <a:lnTo>
                    <a:pt x="960397" y="681736"/>
                  </a:lnTo>
                  <a:lnTo>
                    <a:pt x="941705" y="723314"/>
                  </a:lnTo>
                  <a:lnTo>
                    <a:pt x="919431" y="762766"/>
                  </a:lnTo>
                  <a:lnTo>
                    <a:pt x="893782" y="799883"/>
                  </a:lnTo>
                  <a:lnTo>
                    <a:pt x="864968" y="834457"/>
                  </a:lnTo>
                  <a:lnTo>
                    <a:pt x="833197" y="866279"/>
                  </a:lnTo>
                  <a:lnTo>
                    <a:pt x="798677" y="895139"/>
                  </a:lnTo>
                  <a:lnTo>
                    <a:pt x="761617" y="920829"/>
                  </a:lnTo>
                  <a:lnTo>
                    <a:pt x="722225" y="943140"/>
                  </a:lnTo>
                  <a:lnTo>
                    <a:pt x="680710" y="961863"/>
                  </a:lnTo>
                  <a:lnTo>
                    <a:pt x="637280" y="976789"/>
                  </a:lnTo>
                  <a:lnTo>
                    <a:pt x="592144" y="987709"/>
                  </a:lnTo>
                  <a:lnTo>
                    <a:pt x="545509" y="994414"/>
                  </a:lnTo>
                  <a:lnTo>
                    <a:pt x="497586" y="996696"/>
                  </a:lnTo>
                  <a:lnTo>
                    <a:pt x="449662" y="994414"/>
                  </a:lnTo>
                  <a:lnTo>
                    <a:pt x="403027" y="987709"/>
                  </a:lnTo>
                  <a:lnTo>
                    <a:pt x="357891" y="976789"/>
                  </a:lnTo>
                  <a:lnTo>
                    <a:pt x="314461" y="961863"/>
                  </a:lnTo>
                  <a:lnTo>
                    <a:pt x="272946" y="943140"/>
                  </a:lnTo>
                  <a:lnTo>
                    <a:pt x="233554" y="920829"/>
                  </a:lnTo>
                  <a:lnTo>
                    <a:pt x="196494" y="895139"/>
                  </a:lnTo>
                  <a:lnTo>
                    <a:pt x="161974" y="866279"/>
                  </a:lnTo>
                  <a:lnTo>
                    <a:pt x="130203" y="834457"/>
                  </a:lnTo>
                  <a:lnTo>
                    <a:pt x="101389" y="799883"/>
                  </a:lnTo>
                  <a:lnTo>
                    <a:pt x="75740" y="762766"/>
                  </a:lnTo>
                  <a:lnTo>
                    <a:pt x="53466" y="723314"/>
                  </a:lnTo>
                  <a:lnTo>
                    <a:pt x="34774" y="681736"/>
                  </a:lnTo>
                  <a:lnTo>
                    <a:pt x="19873" y="638242"/>
                  </a:lnTo>
                  <a:lnTo>
                    <a:pt x="8971" y="593039"/>
                  </a:lnTo>
                  <a:lnTo>
                    <a:pt x="2277" y="546338"/>
                  </a:lnTo>
                  <a:lnTo>
                    <a:pt x="0" y="498348"/>
                  </a:lnTo>
                  <a:close/>
                </a:path>
              </a:pathLst>
            </a:custGeom>
            <a:ln w="12191">
              <a:solidFill>
                <a:srgbClr val="13299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4" name="object 34"/>
          <p:cNvSpPr txBox="1"/>
          <p:nvPr/>
        </p:nvSpPr>
        <p:spPr>
          <a:xfrm>
            <a:off x="5609971" y="4543425"/>
            <a:ext cx="29019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130" dirty="0">
                <a:solidFill>
                  <a:srgbClr val="FFFFFF"/>
                </a:solidFill>
                <a:latin typeface="Trebuchet MS"/>
                <a:cs typeface="Trebuchet MS"/>
              </a:rPr>
              <a:t>-</a:t>
            </a:r>
            <a:r>
              <a:rPr sz="1600" spc="-204" dirty="0">
                <a:solidFill>
                  <a:srgbClr val="FFFFFF"/>
                </a:solidFill>
                <a:latin typeface="Trebuchet MS"/>
                <a:cs typeface="Trebuchet MS"/>
              </a:rPr>
              <a:t>0.5</a:t>
            </a:r>
            <a:endParaRPr sz="1600">
              <a:latin typeface="Trebuchet MS"/>
              <a:cs typeface="Trebuchet MS"/>
            </a:endParaRPr>
          </a:p>
        </p:txBody>
      </p:sp>
      <p:sp>
        <p:nvSpPr>
          <p:cNvPr id="35" name="object 35"/>
          <p:cNvSpPr/>
          <p:nvPr/>
        </p:nvSpPr>
        <p:spPr>
          <a:xfrm>
            <a:off x="3416300" y="4642357"/>
            <a:ext cx="1854200" cy="1116965"/>
          </a:xfrm>
          <a:custGeom>
            <a:avLst/>
            <a:gdLst/>
            <a:ahLst/>
            <a:cxnLst/>
            <a:rect l="l" t="t" r="r" b="b"/>
            <a:pathLst>
              <a:path w="1854200" h="1116964">
                <a:moveTo>
                  <a:pt x="1840738" y="38100"/>
                </a:moveTo>
                <a:lnTo>
                  <a:pt x="1764538" y="0"/>
                </a:lnTo>
                <a:lnTo>
                  <a:pt x="1764538" y="28194"/>
                </a:lnTo>
                <a:lnTo>
                  <a:pt x="4318" y="27178"/>
                </a:lnTo>
                <a:lnTo>
                  <a:pt x="4318" y="46990"/>
                </a:lnTo>
                <a:lnTo>
                  <a:pt x="1764538" y="48006"/>
                </a:lnTo>
                <a:lnTo>
                  <a:pt x="1764538" y="76200"/>
                </a:lnTo>
                <a:lnTo>
                  <a:pt x="1820926" y="48006"/>
                </a:lnTo>
                <a:lnTo>
                  <a:pt x="1840738" y="38100"/>
                </a:lnTo>
                <a:close/>
              </a:path>
              <a:path w="1854200" h="1116964">
                <a:moveTo>
                  <a:pt x="1853692" y="207772"/>
                </a:moveTo>
                <a:lnTo>
                  <a:pt x="1768475" y="206883"/>
                </a:lnTo>
                <a:lnTo>
                  <a:pt x="1780794" y="232257"/>
                </a:lnTo>
                <a:lnTo>
                  <a:pt x="0" y="1098842"/>
                </a:lnTo>
                <a:lnTo>
                  <a:pt x="8636" y="1116647"/>
                </a:lnTo>
                <a:lnTo>
                  <a:pt x="1789442" y="250037"/>
                </a:lnTo>
                <a:lnTo>
                  <a:pt x="1801749" y="275336"/>
                </a:lnTo>
                <a:lnTo>
                  <a:pt x="1839137" y="226695"/>
                </a:lnTo>
                <a:lnTo>
                  <a:pt x="1853692" y="207772"/>
                </a:lnTo>
                <a:close/>
              </a:path>
            </a:pathLst>
          </a:custGeom>
          <a:solidFill>
            <a:srgbClr val="13299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/>
          <p:cNvSpPr txBox="1"/>
          <p:nvPr/>
        </p:nvSpPr>
        <p:spPr>
          <a:xfrm>
            <a:off x="4202429" y="3783025"/>
            <a:ext cx="201930" cy="24002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spc="-175" dirty="0">
                <a:latin typeface="Trebuchet MS"/>
                <a:cs typeface="Trebuchet MS"/>
              </a:rPr>
              <a:t>w0</a:t>
            </a:r>
            <a:endParaRPr sz="1400">
              <a:latin typeface="Trebuchet MS"/>
              <a:cs typeface="Trebuchet MS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4260596" y="4451096"/>
            <a:ext cx="160655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395" dirty="0">
                <a:latin typeface="Trebuchet MS"/>
                <a:cs typeface="Trebuchet MS"/>
              </a:rPr>
              <a:t>w1</a:t>
            </a:r>
            <a:endParaRPr sz="1400">
              <a:latin typeface="Trebuchet MS"/>
              <a:cs typeface="Trebuchet MS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4250816" y="5330697"/>
            <a:ext cx="194310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204" dirty="0">
                <a:latin typeface="Trebuchet MS"/>
                <a:cs typeface="Trebuchet MS"/>
              </a:rPr>
              <a:t>w2</a:t>
            </a:r>
            <a:endParaRPr sz="1400">
              <a:latin typeface="Trebuchet MS"/>
              <a:cs typeface="Trebuchet MS"/>
            </a:endParaRPr>
          </a:p>
        </p:txBody>
      </p:sp>
      <p:graphicFrame>
        <p:nvGraphicFramePr>
          <p:cNvPr id="39" name="object 39"/>
          <p:cNvGraphicFramePr>
            <a:graphicFrameLocks noGrp="1"/>
          </p:cNvGraphicFramePr>
          <p:nvPr/>
        </p:nvGraphicFramePr>
        <p:xfrm>
          <a:off x="3455161" y="2791967"/>
          <a:ext cx="1592580" cy="57912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9629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9629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8956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sz="1300" spc="-365" dirty="0">
                          <a:latin typeface="Trebuchet MS"/>
                          <a:cs typeface="Trebuchet MS"/>
                        </a:rPr>
                        <a:t>x1</a:t>
                      </a:r>
                      <a:endParaRPr sz="1300">
                        <a:latin typeface="Trebuchet MS"/>
                        <a:cs typeface="Trebuchet MS"/>
                      </a:endParaRPr>
                    </a:p>
                  </a:txBody>
                  <a:tcPr marL="0" marR="0" marT="438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marL="335280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sz="1300" spc="-25" dirty="0">
                          <a:latin typeface="Trebuchet MS"/>
                          <a:cs typeface="Trebuchet MS"/>
                        </a:rPr>
                        <a:t>X2</a:t>
                      </a:r>
                      <a:endParaRPr sz="1300">
                        <a:latin typeface="Trebuchet MS"/>
                        <a:cs typeface="Trebuchet MS"/>
                      </a:endParaRPr>
                    </a:p>
                  </a:txBody>
                  <a:tcPr marL="0" marR="0" marT="438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956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50"/>
                        </a:spcBef>
                      </a:pPr>
                      <a:r>
                        <a:rPr sz="1300" dirty="0">
                          <a:latin typeface="Trebuchet MS"/>
                          <a:cs typeface="Trebuchet MS"/>
                        </a:rPr>
                        <a:t>0</a:t>
                      </a:r>
                      <a:endParaRPr sz="1300">
                        <a:latin typeface="Trebuchet MS"/>
                        <a:cs typeface="Trebuchet MS"/>
                      </a:endParaRPr>
                    </a:p>
                  </a:txBody>
                  <a:tcPr marL="0" marR="0" marT="4445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62585">
                        <a:lnSpc>
                          <a:spcPct val="100000"/>
                        </a:lnSpc>
                        <a:spcBef>
                          <a:spcPts val="350"/>
                        </a:spcBef>
                      </a:pPr>
                      <a:r>
                        <a:rPr sz="1300" dirty="0">
                          <a:latin typeface="Trebuchet MS"/>
                          <a:cs typeface="Trebuchet MS"/>
                        </a:rPr>
                        <a:t>0</a:t>
                      </a:r>
                      <a:endParaRPr sz="1300">
                        <a:latin typeface="Trebuchet MS"/>
                        <a:cs typeface="Trebuchet MS"/>
                      </a:endParaRPr>
                    </a:p>
                  </a:txBody>
                  <a:tcPr marL="0" marR="0" marT="4445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40" name="object 40"/>
          <p:cNvGraphicFramePr>
            <a:graphicFrameLocks noGrp="1"/>
          </p:cNvGraphicFramePr>
          <p:nvPr/>
        </p:nvGraphicFramePr>
        <p:xfrm>
          <a:off x="6516370" y="2791967"/>
          <a:ext cx="1988820" cy="57912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629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629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629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89560">
                <a:tc>
                  <a:txBody>
                    <a:bodyPr/>
                    <a:lstStyle/>
                    <a:p>
                      <a:pPr marR="240665" algn="r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sz="1300" spc="-25" dirty="0">
                          <a:latin typeface="Trebuchet MS"/>
                          <a:cs typeface="Trebuchet MS"/>
                        </a:rPr>
                        <a:t>w0</a:t>
                      </a:r>
                      <a:endParaRPr sz="1300">
                        <a:latin typeface="Trebuchet MS"/>
                        <a:cs typeface="Trebuchet MS"/>
                      </a:endParaRPr>
                    </a:p>
                  </a:txBody>
                  <a:tcPr marL="0" marR="0" marT="438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marL="5715" algn="ctr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sz="1300" spc="-375" dirty="0">
                          <a:latin typeface="Trebuchet MS"/>
                          <a:cs typeface="Trebuchet MS"/>
                        </a:rPr>
                        <a:t>w1</a:t>
                      </a:r>
                      <a:endParaRPr sz="1300">
                        <a:latin typeface="Trebuchet MS"/>
                        <a:cs typeface="Trebuchet MS"/>
                      </a:endParaRPr>
                    </a:p>
                  </a:txBody>
                  <a:tcPr marL="0" marR="0" marT="438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marL="5715" algn="ctr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sz="1300" spc="-25" dirty="0">
                          <a:latin typeface="Trebuchet MS"/>
                          <a:cs typeface="Trebuchet MS"/>
                        </a:rPr>
                        <a:t>w2</a:t>
                      </a:r>
                      <a:endParaRPr sz="1300">
                        <a:latin typeface="Trebuchet MS"/>
                        <a:cs typeface="Trebuchet MS"/>
                      </a:endParaRPr>
                    </a:p>
                  </a:txBody>
                  <a:tcPr marL="0" marR="0" marT="438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9560">
                <a:tc>
                  <a:txBody>
                    <a:bodyPr/>
                    <a:lstStyle/>
                    <a:p>
                      <a:pPr marR="217804" algn="r">
                        <a:lnSpc>
                          <a:spcPct val="100000"/>
                        </a:lnSpc>
                        <a:spcBef>
                          <a:spcPts val="350"/>
                        </a:spcBef>
                      </a:pPr>
                      <a:r>
                        <a:rPr sz="1300" spc="-105" dirty="0">
                          <a:latin typeface="Trebuchet MS"/>
                          <a:cs typeface="Trebuchet MS"/>
                        </a:rPr>
                        <a:t>-</a:t>
                      </a:r>
                      <a:r>
                        <a:rPr sz="1300" spc="-25" dirty="0">
                          <a:latin typeface="Trebuchet MS"/>
                          <a:cs typeface="Trebuchet MS"/>
                        </a:rPr>
                        <a:t>0.5</a:t>
                      </a:r>
                      <a:endParaRPr sz="1300">
                        <a:latin typeface="Trebuchet MS"/>
                        <a:cs typeface="Trebuchet MS"/>
                      </a:endParaRPr>
                    </a:p>
                  </a:txBody>
                  <a:tcPr marL="0" marR="0" marT="4445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175" algn="ctr">
                        <a:lnSpc>
                          <a:spcPct val="100000"/>
                        </a:lnSpc>
                        <a:spcBef>
                          <a:spcPts val="350"/>
                        </a:spcBef>
                      </a:pPr>
                      <a:r>
                        <a:rPr sz="1300" dirty="0">
                          <a:latin typeface="Trebuchet MS"/>
                          <a:cs typeface="Trebuchet MS"/>
                        </a:rPr>
                        <a:t>1</a:t>
                      </a:r>
                      <a:endParaRPr sz="1300">
                        <a:latin typeface="Trebuchet MS"/>
                        <a:cs typeface="Trebuchet MS"/>
                      </a:endParaRPr>
                    </a:p>
                  </a:txBody>
                  <a:tcPr marL="0" marR="0" marT="4445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175" algn="ctr">
                        <a:lnSpc>
                          <a:spcPct val="100000"/>
                        </a:lnSpc>
                        <a:spcBef>
                          <a:spcPts val="350"/>
                        </a:spcBef>
                      </a:pPr>
                      <a:r>
                        <a:rPr sz="1300" dirty="0">
                          <a:latin typeface="Trebuchet MS"/>
                          <a:cs typeface="Trebuchet MS"/>
                        </a:rPr>
                        <a:t>1</a:t>
                      </a:r>
                      <a:endParaRPr sz="1300">
                        <a:latin typeface="Trebuchet MS"/>
                        <a:cs typeface="Trebuchet MS"/>
                      </a:endParaRPr>
                    </a:p>
                  </a:txBody>
                  <a:tcPr marL="0" marR="0" marT="4445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41" name="object 41"/>
          <p:cNvGraphicFramePr>
            <a:graphicFrameLocks noGrp="1"/>
          </p:cNvGraphicFramePr>
          <p:nvPr/>
        </p:nvGraphicFramePr>
        <p:xfrm>
          <a:off x="6520434" y="3841115"/>
          <a:ext cx="1985010" cy="2895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99250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9250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89560">
                <a:tc>
                  <a:txBody>
                    <a:bodyPr/>
                    <a:lstStyle/>
                    <a:p>
                      <a:pPr marL="290830">
                        <a:lnSpc>
                          <a:spcPct val="100000"/>
                        </a:lnSpc>
                        <a:spcBef>
                          <a:spcPts val="350"/>
                        </a:spcBef>
                      </a:pPr>
                      <a:r>
                        <a:rPr sz="1300" spc="-185" dirty="0">
                          <a:latin typeface="Trebuchet MS"/>
                          <a:cs typeface="Trebuchet MS"/>
                        </a:rPr>
                        <a:t>x0</a:t>
                      </a:r>
                      <a:r>
                        <a:rPr sz="1300" spc="-12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300" dirty="0">
                          <a:latin typeface="Trebuchet MS"/>
                          <a:cs typeface="Trebuchet MS"/>
                        </a:rPr>
                        <a:t>*</a:t>
                      </a:r>
                      <a:r>
                        <a:rPr sz="1300" spc="-114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300" spc="-25" dirty="0">
                          <a:latin typeface="Trebuchet MS"/>
                          <a:cs typeface="Trebuchet MS"/>
                        </a:rPr>
                        <a:t>w0</a:t>
                      </a:r>
                      <a:endParaRPr sz="1300">
                        <a:latin typeface="Trebuchet MS"/>
                        <a:cs typeface="Trebuchet MS"/>
                      </a:endParaRPr>
                    </a:p>
                  </a:txBody>
                  <a:tcPr marL="0" marR="0" marT="4445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50"/>
                        </a:spcBef>
                      </a:pPr>
                      <a:r>
                        <a:rPr sz="1300" spc="-105" dirty="0">
                          <a:latin typeface="Trebuchet MS"/>
                          <a:cs typeface="Trebuchet MS"/>
                        </a:rPr>
                        <a:t>-</a:t>
                      </a:r>
                      <a:r>
                        <a:rPr sz="1300" spc="-25" dirty="0">
                          <a:latin typeface="Trebuchet MS"/>
                          <a:cs typeface="Trebuchet MS"/>
                        </a:rPr>
                        <a:t>0.5</a:t>
                      </a:r>
                      <a:endParaRPr sz="1300">
                        <a:latin typeface="Trebuchet MS"/>
                        <a:cs typeface="Trebuchet MS"/>
                      </a:endParaRPr>
                    </a:p>
                  </a:txBody>
                  <a:tcPr marL="0" marR="0" marT="4445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42" name="object 42"/>
          <p:cNvGraphicFramePr>
            <a:graphicFrameLocks noGrp="1"/>
          </p:cNvGraphicFramePr>
          <p:nvPr/>
        </p:nvGraphicFramePr>
        <p:xfrm>
          <a:off x="6516370" y="4431919"/>
          <a:ext cx="1990088" cy="2895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99504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9504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89560">
                <a:tc>
                  <a:txBody>
                    <a:bodyPr/>
                    <a:lstStyle/>
                    <a:p>
                      <a:pPr marL="311150">
                        <a:lnSpc>
                          <a:spcPct val="100000"/>
                        </a:lnSpc>
                        <a:spcBef>
                          <a:spcPts val="350"/>
                        </a:spcBef>
                      </a:pPr>
                      <a:r>
                        <a:rPr sz="1300" spc="-185" dirty="0">
                          <a:latin typeface="Trebuchet MS"/>
                          <a:cs typeface="Trebuchet MS"/>
                        </a:rPr>
                        <a:t>x0</a:t>
                      </a:r>
                      <a:r>
                        <a:rPr sz="1300" spc="-12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300" dirty="0">
                          <a:latin typeface="Trebuchet MS"/>
                          <a:cs typeface="Trebuchet MS"/>
                        </a:rPr>
                        <a:t>*</a:t>
                      </a:r>
                      <a:r>
                        <a:rPr sz="1300" spc="-114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300" spc="-385" dirty="0">
                          <a:latin typeface="Trebuchet MS"/>
                          <a:cs typeface="Trebuchet MS"/>
                        </a:rPr>
                        <a:t>w1</a:t>
                      </a:r>
                      <a:endParaRPr sz="1300">
                        <a:latin typeface="Trebuchet MS"/>
                        <a:cs typeface="Trebuchet MS"/>
                      </a:endParaRPr>
                    </a:p>
                  </a:txBody>
                  <a:tcPr marL="0" marR="0" marT="4445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350"/>
                        </a:spcBef>
                      </a:pPr>
                      <a:r>
                        <a:rPr sz="1300" dirty="0">
                          <a:latin typeface="Trebuchet MS"/>
                          <a:cs typeface="Trebuchet MS"/>
                        </a:rPr>
                        <a:t>0</a:t>
                      </a:r>
                      <a:endParaRPr sz="1300">
                        <a:latin typeface="Trebuchet MS"/>
                        <a:cs typeface="Trebuchet MS"/>
                      </a:endParaRPr>
                    </a:p>
                  </a:txBody>
                  <a:tcPr marL="0" marR="0" marT="4445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43" name="object 43"/>
          <p:cNvGraphicFramePr>
            <a:graphicFrameLocks noGrp="1"/>
          </p:cNvGraphicFramePr>
          <p:nvPr/>
        </p:nvGraphicFramePr>
        <p:xfrm>
          <a:off x="6516370" y="5022596"/>
          <a:ext cx="1990088" cy="2895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99504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9504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89560">
                <a:tc>
                  <a:txBody>
                    <a:bodyPr/>
                    <a:lstStyle/>
                    <a:p>
                      <a:pPr marL="294640"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r>
                        <a:rPr sz="1300" spc="-185" dirty="0">
                          <a:latin typeface="Trebuchet MS"/>
                          <a:cs typeface="Trebuchet MS"/>
                        </a:rPr>
                        <a:t>x0</a:t>
                      </a:r>
                      <a:r>
                        <a:rPr sz="1300" spc="-12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300" dirty="0">
                          <a:latin typeface="Trebuchet MS"/>
                          <a:cs typeface="Trebuchet MS"/>
                        </a:rPr>
                        <a:t>*</a:t>
                      </a:r>
                      <a:r>
                        <a:rPr sz="1300" spc="-114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300" spc="-25" dirty="0">
                          <a:latin typeface="Trebuchet MS"/>
                          <a:cs typeface="Trebuchet MS"/>
                        </a:rPr>
                        <a:t>w2</a:t>
                      </a:r>
                      <a:endParaRPr sz="1300">
                        <a:latin typeface="Trebuchet MS"/>
                        <a:cs typeface="Trebuchet MS"/>
                      </a:endParaRPr>
                    </a:p>
                  </a:txBody>
                  <a:tcPr marL="0" marR="0" marT="4508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r>
                        <a:rPr sz="1300" dirty="0">
                          <a:latin typeface="Trebuchet MS"/>
                          <a:cs typeface="Trebuchet MS"/>
                        </a:rPr>
                        <a:t>0</a:t>
                      </a:r>
                      <a:endParaRPr sz="1300">
                        <a:latin typeface="Trebuchet MS"/>
                        <a:cs typeface="Trebuchet MS"/>
                      </a:endParaRPr>
                    </a:p>
                  </a:txBody>
                  <a:tcPr marL="0" marR="0" marT="4508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44" name="object 44"/>
          <p:cNvSpPr txBox="1"/>
          <p:nvPr/>
        </p:nvSpPr>
        <p:spPr>
          <a:xfrm>
            <a:off x="7934070" y="4146295"/>
            <a:ext cx="11938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10" dirty="0">
                <a:latin typeface="Trebuchet MS"/>
                <a:cs typeface="Trebuchet MS"/>
              </a:rPr>
              <a:t>+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45" name="object 45"/>
          <p:cNvSpPr txBox="1"/>
          <p:nvPr/>
        </p:nvSpPr>
        <p:spPr>
          <a:xfrm>
            <a:off x="7934070" y="4758944"/>
            <a:ext cx="11938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10" dirty="0">
                <a:latin typeface="Trebuchet MS"/>
                <a:cs typeface="Trebuchet MS"/>
              </a:rPr>
              <a:t>+</a:t>
            </a:r>
            <a:endParaRPr sz="1800">
              <a:latin typeface="Trebuchet MS"/>
              <a:cs typeface="Trebuchet MS"/>
            </a:endParaRPr>
          </a:p>
        </p:txBody>
      </p:sp>
      <p:graphicFrame>
        <p:nvGraphicFramePr>
          <p:cNvPr id="46" name="object 46"/>
          <p:cNvGraphicFramePr>
            <a:graphicFrameLocks noGrp="1"/>
          </p:cNvGraphicFramePr>
          <p:nvPr/>
        </p:nvGraphicFramePr>
        <p:xfrm>
          <a:off x="6516370" y="5381371"/>
          <a:ext cx="1990088" cy="2895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99504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9504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8956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r>
                        <a:rPr sz="1300" spc="-25" dirty="0">
                          <a:latin typeface="Trebuchet MS"/>
                          <a:cs typeface="Trebuchet MS"/>
                        </a:rPr>
                        <a:t>Sum</a:t>
                      </a:r>
                      <a:endParaRPr sz="1300">
                        <a:latin typeface="Trebuchet MS"/>
                        <a:cs typeface="Trebuchet MS"/>
                      </a:endParaRPr>
                    </a:p>
                  </a:txBody>
                  <a:tcPr marL="0" marR="0" marT="4508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r>
                        <a:rPr sz="1300" spc="-105" dirty="0">
                          <a:latin typeface="Trebuchet MS"/>
                          <a:cs typeface="Trebuchet MS"/>
                        </a:rPr>
                        <a:t>-</a:t>
                      </a:r>
                      <a:r>
                        <a:rPr sz="1300" spc="-25" dirty="0">
                          <a:latin typeface="Trebuchet MS"/>
                          <a:cs typeface="Trebuchet MS"/>
                        </a:rPr>
                        <a:t>0.5</a:t>
                      </a:r>
                      <a:endParaRPr sz="1300">
                        <a:latin typeface="Trebuchet MS"/>
                        <a:cs typeface="Trebuchet MS"/>
                      </a:endParaRPr>
                    </a:p>
                  </a:txBody>
                  <a:tcPr marL="0" marR="0" marT="4508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409652" y="6524434"/>
            <a:ext cx="35337" cy="90487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54151" y="6527292"/>
            <a:ext cx="1794510" cy="142494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862571" y="6521195"/>
            <a:ext cx="2327910" cy="118110"/>
          </a:xfrm>
          <a:prstGeom prst="rect">
            <a:avLst/>
          </a:prstGeom>
        </p:spPr>
      </p:pic>
      <p:sp>
        <p:nvSpPr>
          <p:cNvPr id="5" name="object 5"/>
          <p:cNvSpPr/>
          <p:nvPr/>
        </p:nvSpPr>
        <p:spPr>
          <a:xfrm>
            <a:off x="559308" y="1440180"/>
            <a:ext cx="36830" cy="180340"/>
          </a:xfrm>
          <a:custGeom>
            <a:avLst/>
            <a:gdLst/>
            <a:ahLst/>
            <a:cxnLst/>
            <a:rect l="l" t="t" r="r" b="b"/>
            <a:pathLst>
              <a:path w="36829" h="180340">
                <a:moveTo>
                  <a:pt x="36576" y="0"/>
                </a:moveTo>
                <a:lnTo>
                  <a:pt x="0" y="0"/>
                </a:lnTo>
                <a:lnTo>
                  <a:pt x="0" y="179832"/>
                </a:lnTo>
                <a:lnTo>
                  <a:pt x="36576" y="179832"/>
                </a:lnTo>
                <a:lnTo>
                  <a:pt x="36576" y="0"/>
                </a:lnTo>
                <a:close/>
              </a:path>
            </a:pathLst>
          </a:custGeom>
          <a:solidFill>
            <a:srgbClr val="183DAF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6" name="object 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723928" y="1469156"/>
            <a:ext cx="621001" cy="169905"/>
          </a:xfrm>
          <a:prstGeom prst="rect">
            <a:avLst/>
          </a:prstGeom>
        </p:spPr>
      </p:pic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1.1.</a:t>
            </a:r>
            <a:r>
              <a:rPr spc="-40" dirty="0"/>
              <a:t> </a:t>
            </a:r>
            <a:r>
              <a:rPr dirty="0"/>
              <a:t>Understanding</a:t>
            </a:r>
            <a:r>
              <a:rPr spc="-20" dirty="0"/>
              <a:t> </a:t>
            </a:r>
            <a:r>
              <a:rPr dirty="0"/>
              <a:t>Perceptron</a:t>
            </a:r>
            <a:r>
              <a:rPr spc="-20" dirty="0"/>
              <a:t> </a:t>
            </a:r>
            <a:r>
              <a:rPr dirty="0"/>
              <a:t>with</a:t>
            </a:r>
            <a:r>
              <a:rPr spc="-20" dirty="0"/>
              <a:t> </a:t>
            </a:r>
            <a:r>
              <a:rPr spc="-10" dirty="0"/>
              <a:t>Excel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8671941" y="463677"/>
            <a:ext cx="80962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dirty="0">
                <a:solidFill>
                  <a:srgbClr val="D9D9D9"/>
                </a:solidFill>
                <a:latin typeface="Ebrima"/>
                <a:cs typeface="Ebrima"/>
              </a:rPr>
              <a:t>UNIT</a:t>
            </a:r>
            <a:r>
              <a:rPr sz="1600" spc="400" dirty="0">
                <a:solidFill>
                  <a:srgbClr val="D9D9D9"/>
                </a:solidFill>
                <a:latin typeface="Ebrima"/>
                <a:cs typeface="Ebrima"/>
              </a:rPr>
              <a:t> </a:t>
            </a:r>
            <a:r>
              <a:rPr sz="1600" spc="-35" dirty="0">
                <a:solidFill>
                  <a:srgbClr val="D9D9D9"/>
                </a:solidFill>
                <a:latin typeface="Ebrima"/>
                <a:cs typeface="Ebrima"/>
              </a:rPr>
              <a:t>01</a:t>
            </a:r>
            <a:endParaRPr sz="1600">
              <a:latin typeface="Ebrima"/>
              <a:cs typeface="Ebrima"/>
            </a:endParaRPr>
          </a:p>
        </p:txBody>
      </p:sp>
      <p:pic>
        <p:nvPicPr>
          <p:cNvPr id="9" name="object 9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710183" y="1805939"/>
            <a:ext cx="2222754" cy="409193"/>
          </a:xfrm>
          <a:prstGeom prst="rect">
            <a:avLst/>
          </a:prstGeom>
        </p:spPr>
      </p:pic>
      <p:grpSp>
        <p:nvGrpSpPr>
          <p:cNvPr id="10" name="object 10"/>
          <p:cNvGrpSpPr/>
          <p:nvPr/>
        </p:nvGrpSpPr>
        <p:grpSpPr>
          <a:xfrm>
            <a:off x="3836670" y="2961894"/>
            <a:ext cx="2232660" cy="2019300"/>
            <a:chOff x="3836670" y="2961894"/>
            <a:chExt cx="2232660" cy="2019300"/>
          </a:xfrm>
        </p:grpSpPr>
        <p:sp>
          <p:nvSpPr>
            <p:cNvPr id="11" name="object 11"/>
            <p:cNvSpPr/>
            <p:nvPr/>
          </p:nvSpPr>
          <p:spPr>
            <a:xfrm>
              <a:off x="3836670" y="2961893"/>
              <a:ext cx="2232660" cy="2019300"/>
            </a:xfrm>
            <a:custGeom>
              <a:avLst/>
              <a:gdLst/>
              <a:ahLst/>
              <a:cxnLst/>
              <a:rect l="l" t="t" r="r" b="b"/>
              <a:pathLst>
                <a:path w="2232660" h="2019300">
                  <a:moveTo>
                    <a:pt x="2232279" y="1011936"/>
                  </a:moveTo>
                  <a:lnTo>
                    <a:pt x="2212467" y="1002030"/>
                  </a:lnTo>
                  <a:lnTo>
                    <a:pt x="2156079" y="973836"/>
                  </a:lnTo>
                  <a:lnTo>
                    <a:pt x="2156079" y="1002030"/>
                  </a:lnTo>
                  <a:lnTo>
                    <a:pt x="1141018" y="1002030"/>
                  </a:lnTo>
                  <a:lnTo>
                    <a:pt x="1136446" y="76174"/>
                  </a:lnTo>
                  <a:lnTo>
                    <a:pt x="1164717" y="76073"/>
                  </a:lnTo>
                  <a:lnTo>
                    <a:pt x="1158354" y="63500"/>
                  </a:lnTo>
                  <a:lnTo>
                    <a:pt x="1126236" y="0"/>
                  </a:lnTo>
                  <a:lnTo>
                    <a:pt x="1088517" y="76327"/>
                  </a:lnTo>
                  <a:lnTo>
                    <a:pt x="1116634" y="76238"/>
                  </a:lnTo>
                  <a:lnTo>
                    <a:pt x="1121206" y="1002030"/>
                  </a:lnTo>
                  <a:lnTo>
                    <a:pt x="0" y="1002030"/>
                  </a:lnTo>
                  <a:lnTo>
                    <a:pt x="0" y="1021842"/>
                  </a:lnTo>
                  <a:lnTo>
                    <a:pt x="1121308" y="1021842"/>
                  </a:lnTo>
                  <a:lnTo>
                    <a:pt x="1126236" y="2018792"/>
                  </a:lnTo>
                  <a:lnTo>
                    <a:pt x="1146048" y="2018792"/>
                  </a:lnTo>
                  <a:lnTo>
                    <a:pt x="1141120" y="1021842"/>
                  </a:lnTo>
                  <a:lnTo>
                    <a:pt x="2156079" y="1021842"/>
                  </a:lnTo>
                  <a:lnTo>
                    <a:pt x="2156079" y="1050036"/>
                  </a:lnTo>
                  <a:lnTo>
                    <a:pt x="2212467" y="1021842"/>
                  </a:lnTo>
                  <a:lnTo>
                    <a:pt x="2232279" y="1011936"/>
                  </a:lnTo>
                  <a:close/>
                </a:path>
              </a:pathLst>
            </a:custGeom>
            <a:solidFill>
              <a:srgbClr val="13299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4171950" y="3481577"/>
              <a:ext cx="1583690" cy="1039494"/>
            </a:xfrm>
            <a:custGeom>
              <a:avLst/>
              <a:gdLst/>
              <a:ahLst/>
              <a:cxnLst/>
              <a:rect l="l" t="t" r="r" b="b"/>
              <a:pathLst>
                <a:path w="1583689" h="1039495">
                  <a:moveTo>
                    <a:pt x="0" y="1038987"/>
                  </a:moveTo>
                  <a:lnTo>
                    <a:pt x="791717" y="1038987"/>
                  </a:lnTo>
                  <a:lnTo>
                    <a:pt x="791717" y="0"/>
                  </a:lnTo>
                  <a:lnTo>
                    <a:pt x="1583436" y="0"/>
                  </a:lnTo>
                </a:path>
              </a:pathLst>
            </a:custGeom>
            <a:ln w="289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/>
          <p:nvPr/>
        </p:nvSpPr>
        <p:spPr>
          <a:xfrm>
            <a:off x="3454653" y="2643581"/>
            <a:ext cx="3407918" cy="2979662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01420">
              <a:lnSpc>
                <a:spcPct val="100000"/>
              </a:lnSpc>
              <a:spcBef>
                <a:spcPts val="95"/>
              </a:spcBef>
            </a:pPr>
            <a:r>
              <a:rPr sz="1600" spc="-10" dirty="0">
                <a:latin typeface="Cambria Math"/>
                <a:cs typeface="Cambria Math"/>
              </a:rPr>
              <a:t>𝑦</a:t>
            </a:r>
            <a:r>
              <a:rPr sz="1600" spc="-10" dirty="0">
                <a:latin typeface="Calibri"/>
                <a:cs typeface="Calibri"/>
              </a:rPr>
              <a:t>=</a:t>
            </a:r>
            <a:r>
              <a:rPr sz="1600" spc="-10" dirty="0">
                <a:latin typeface="Cambria Math"/>
                <a:cs typeface="Cambria Math"/>
              </a:rPr>
              <a:t>𝜏(𝑠)</a:t>
            </a:r>
            <a:endParaRPr sz="1600" dirty="0">
              <a:latin typeface="Cambria Math"/>
              <a:cs typeface="Cambria Math"/>
            </a:endParaRPr>
          </a:p>
          <a:p>
            <a:pPr>
              <a:lnSpc>
                <a:spcPct val="100000"/>
              </a:lnSpc>
            </a:pPr>
            <a:endParaRPr sz="1600" dirty="0">
              <a:latin typeface="Cambria Math"/>
              <a:cs typeface="Cambria Math"/>
            </a:endParaRPr>
          </a:p>
          <a:p>
            <a:pPr>
              <a:lnSpc>
                <a:spcPct val="100000"/>
              </a:lnSpc>
            </a:pPr>
            <a:endParaRPr sz="1450" dirty="0">
              <a:latin typeface="Cambria Math"/>
              <a:cs typeface="Cambria Math"/>
            </a:endParaRPr>
          </a:p>
          <a:p>
            <a:pPr marL="1288415">
              <a:lnSpc>
                <a:spcPct val="100000"/>
              </a:lnSpc>
            </a:pPr>
            <a:r>
              <a:rPr sz="1600" spc="-5" dirty="0">
                <a:latin typeface="Cambria Math"/>
                <a:cs typeface="Cambria Math"/>
              </a:rPr>
              <a:t>1</a:t>
            </a:r>
            <a:endParaRPr sz="1600" dirty="0">
              <a:latin typeface="Cambria Math"/>
              <a:cs typeface="Cambria Math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1450" dirty="0">
              <a:latin typeface="Cambria Math"/>
              <a:cs typeface="Cambria Math"/>
            </a:endParaRPr>
          </a:p>
          <a:p>
            <a:pPr marR="276225" algn="r">
              <a:lnSpc>
                <a:spcPct val="100000"/>
              </a:lnSpc>
            </a:pPr>
            <a:r>
              <a:rPr sz="1600" spc="-50" dirty="0">
                <a:latin typeface="Cambria Math"/>
                <a:cs typeface="Cambria Math"/>
              </a:rPr>
              <a:t>𝑠</a:t>
            </a:r>
            <a:endParaRPr sz="1600" dirty="0">
              <a:latin typeface="Cambria Math"/>
              <a:cs typeface="Cambria Math"/>
            </a:endParaRPr>
          </a:p>
          <a:p>
            <a:pPr>
              <a:lnSpc>
                <a:spcPct val="100000"/>
              </a:lnSpc>
              <a:spcBef>
                <a:spcPts val="55"/>
              </a:spcBef>
            </a:pPr>
            <a:endParaRPr sz="2150" dirty="0">
              <a:latin typeface="Cambria Math"/>
              <a:cs typeface="Cambria Math"/>
            </a:endParaRPr>
          </a:p>
          <a:p>
            <a:pPr marL="415290" algn="ctr">
              <a:lnSpc>
                <a:spcPct val="100000"/>
              </a:lnSpc>
            </a:pPr>
            <a:r>
              <a:rPr sz="1600" spc="-25" dirty="0">
                <a:latin typeface="Cambria Math"/>
                <a:cs typeface="Cambria Math"/>
              </a:rPr>
              <a:t>−1</a:t>
            </a:r>
            <a:endParaRPr sz="1600" dirty="0">
              <a:latin typeface="Cambria Math"/>
              <a:cs typeface="Cambria Math"/>
            </a:endParaRPr>
          </a:p>
          <a:p>
            <a:pPr>
              <a:lnSpc>
                <a:spcPct val="100000"/>
              </a:lnSpc>
            </a:pPr>
            <a:endParaRPr sz="1600" dirty="0">
              <a:latin typeface="Cambria Math"/>
              <a:cs typeface="Cambria Math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1750" dirty="0">
              <a:latin typeface="Cambria Math"/>
              <a:cs typeface="Cambria Math"/>
            </a:endParaRPr>
          </a:p>
          <a:p>
            <a:pPr marL="12700">
              <a:lnSpc>
                <a:spcPct val="100000"/>
              </a:lnSpc>
            </a:pPr>
            <a:r>
              <a:rPr sz="1400" dirty="0">
                <a:solidFill>
                  <a:srgbClr val="252525"/>
                </a:solidFill>
                <a:latin typeface="Trebuchet MS"/>
                <a:cs typeface="Trebuchet MS"/>
              </a:rPr>
              <a:t>Use a threshold function as an activation function </a:t>
            </a:r>
            <a:r>
              <a:rPr sz="1400" dirty="0">
                <a:solidFill>
                  <a:srgbClr val="252525"/>
                </a:solidFill>
                <a:latin typeface="Cambria Math"/>
                <a:cs typeface="Cambria Math"/>
              </a:rPr>
              <a:t>𝜏</a:t>
            </a:r>
            <a:r>
              <a:rPr sz="1400" dirty="0">
                <a:solidFill>
                  <a:srgbClr val="252525"/>
                </a:solidFill>
                <a:latin typeface="Trebuchet MS"/>
                <a:cs typeface="Trebuchet MS"/>
              </a:rPr>
              <a:t>(s).</a:t>
            </a:r>
            <a:endParaRPr sz="1400" dirty="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381798" y="6524434"/>
            <a:ext cx="60143" cy="90487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54151" y="6527292"/>
            <a:ext cx="1794510" cy="142494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862571" y="6521195"/>
            <a:ext cx="2327910" cy="118110"/>
          </a:xfrm>
          <a:prstGeom prst="rect">
            <a:avLst/>
          </a:prstGeom>
        </p:spPr>
      </p:pic>
      <p:sp>
        <p:nvSpPr>
          <p:cNvPr id="5" name="object 5"/>
          <p:cNvSpPr/>
          <p:nvPr/>
        </p:nvSpPr>
        <p:spPr>
          <a:xfrm>
            <a:off x="559308" y="1440180"/>
            <a:ext cx="36830" cy="180340"/>
          </a:xfrm>
          <a:custGeom>
            <a:avLst/>
            <a:gdLst/>
            <a:ahLst/>
            <a:cxnLst/>
            <a:rect l="l" t="t" r="r" b="b"/>
            <a:pathLst>
              <a:path w="36829" h="180340">
                <a:moveTo>
                  <a:pt x="36576" y="0"/>
                </a:moveTo>
                <a:lnTo>
                  <a:pt x="0" y="0"/>
                </a:lnTo>
                <a:lnTo>
                  <a:pt x="0" y="179832"/>
                </a:lnTo>
                <a:lnTo>
                  <a:pt x="36576" y="179832"/>
                </a:lnTo>
                <a:lnTo>
                  <a:pt x="36576" y="0"/>
                </a:lnTo>
                <a:close/>
              </a:path>
            </a:pathLst>
          </a:custGeom>
          <a:solidFill>
            <a:srgbClr val="183DAF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6" name="object 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723928" y="1469156"/>
            <a:ext cx="621001" cy="169905"/>
          </a:xfrm>
          <a:prstGeom prst="rect">
            <a:avLst/>
          </a:prstGeom>
        </p:spPr>
      </p:pic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1.1.</a:t>
            </a:r>
            <a:r>
              <a:rPr spc="-40" dirty="0"/>
              <a:t> </a:t>
            </a:r>
            <a:r>
              <a:rPr dirty="0"/>
              <a:t>Understanding</a:t>
            </a:r>
            <a:r>
              <a:rPr spc="-20" dirty="0"/>
              <a:t> </a:t>
            </a:r>
            <a:r>
              <a:rPr dirty="0"/>
              <a:t>Perceptron</a:t>
            </a:r>
            <a:r>
              <a:rPr spc="-20" dirty="0"/>
              <a:t> </a:t>
            </a:r>
            <a:r>
              <a:rPr dirty="0"/>
              <a:t>with</a:t>
            </a:r>
            <a:r>
              <a:rPr spc="-20" dirty="0"/>
              <a:t> </a:t>
            </a:r>
            <a:r>
              <a:rPr spc="-10" dirty="0"/>
              <a:t>Excel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8671941" y="463677"/>
            <a:ext cx="80962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dirty="0">
                <a:solidFill>
                  <a:srgbClr val="D9D9D9"/>
                </a:solidFill>
                <a:latin typeface="Ebrima"/>
                <a:cs typeface="Ebrima"/>
              </a:rPr>
              <a:t>UNIT</a:t>
            </a:r>
            <a:r>
              <a:rPr sz="1600" spc="400" dirty="0">
                <a:solidFill>
                  <a:srgbClr val="D9D9D9"/>
                </a:solidFill>
                <a:latin typeface="Ebrima"/>
                <a:cs typeface="Ebrima"/>
              </a:rPr>
              <a:t> </a:t>
            </a:r>
            <a:r>
              <a:rPr sz="1600" spc="-35" dirty="0">
                <a:solidFill>
                  <a:srgbClr val="D9D9D9"/>
                </a:solidFill>
                <a:latin typeface="Ebrima"/>
                <a:cs typeface="Ebrima"/>
              </a:rPr>
              <a:t>01</a:t>
            </a:r>
            <a:endParaRPr sz="1600">
              <a:latin typeface="Ebrima"/>
              <a:cs typeface="Ebrima"/>
            </a:endParaRPr>
          </a:p>
        </p:txBody>
      </p:sp>
      <p:pic>
        <p:nvPicPr>
          <p:cNvPr id="9" name="object 9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710183" y="1805939"/>
            <a:ext cx="6256782" cy="162305"/>
          </a:xfrm>
          <a:prstGeom prst="rect">
            <a:avLst/>
          </a:prstGeom>
        </p:spPr>
      </p:pic>
      <p:sp>
        <p:nvSpPr>
          <p:cNvPr id="10" name="object 10"/>
          <p:cNvSpPr txBox="1"/>
          <p:nvPr/>
        </p:nvSpPr>
        <p:spPr>
          <a:xfrm>
            <a:off x="1733423" y="2988817"/>
            <a:ext cx="311150" cy="1403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050"/>
              </a:lnSpc>
            </a:pPr>
            <a:r>
              <a:rPr sz="1100" spc="-10" dirty="0">
                <a:latin typeface="Calibri"/>
                <a:cs typeface="Calibri"/>
              </a:rPr>
              <a:t>Here,</a:t>
            </a:r>
            <a:endParaRPr sz="1100">
              <a:latin typeface="Calibri"/>
              <a:cs typeface="Calibri"/>
            </a:endParaRPr>
          </a:p>
        </p:txBody>
      </p:sp>
      <p:graphicFrame>
        <p:nvGraphicFramePr>
          <p:cNvPr id="11" name="object 11"/>
          <p:cNvGraphicFramePr>
            <a:graphicFrameLocks noGrp="1"/>
          </p:cNvGraphicFramePr>
          <p:nvPr/>
        </p:nvGraphicFramePr>
        <p:xfrm>
          <a:off x="5016119" y="2277998"/>
          <a:ext cx="948690" cy="398399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7434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7434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51460">
                <a:tc>
                  <a:txBody>
                    <a:bodyPr/>
                    <a:lstStyle/>
                    <a:p>
                      <a:pPr marR="29209" algn="ctr">
                        <a:lnSpc>
                          <a:spcPts val="1655"/>
                        </a:lnSpc>
                      </a:pPr>
                      <a:r>
                        <a:rPr sz="1400" spc="-50" dirty="0">
                          <a:latin typeface="Cambria Math"/>
                          <a:cs typeface="Cambria Math"/>
                        </a:rPr>
                        <a:t>𝑠</a:t>
                      </a:r>
                      <a:endParaRPr sz="1400">
                        <a:latin typeface="Cambria Math"/>
                        <a:cs typeface="Cambria Math"/>
                      </a:endParaRPr>
                    </a:p>
                  </a:txBody>
                  <a:tcPr marL="0" marR="0" marT="0" marB="0">
                    <a:lnL w="3175">
                      <a:solidFill>
                        <a:srgbClr val="7E7E7E"/>
                      </a:solidFill>
                      <a:prstDash val="solid"/>
                    </a:lnL>
                    <a:lnR w="6350">
                      <a:solidFill>
                        <a:srgbClr val="BEBEBE"/>
                      </a:solidFill>
                      <a:prstDash val="solid"/>
                    </a:lnR>
                    <a:lnT w="12700">
                      <a:solidFill>
                        <a:srgbClr val="183DAF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83820">
                        <a:lnSpc>
                          <a:spcPts val="1655"/>
                        </a:lnSpc>
                      </a:pPr>
                      <a:r>
                        <a:rPr sz="1400" spc="-20" dirty="0">
                          <a:latin typeface="Cambria Math"/>
                          <a:cs typeface="Cambria Math"/>
                        </a:rPr>
                        <a:t>𝜏</a:t>
                      </a:r>
                      <a:r>
                        <a:rPr sz="1400" spc="-20" dirty="0">
                          <a:latin typeface="Calibri"/>
                          <a:cs typeface="Calibri"/>
                        </a:rPr>
                        <a:t>(</a:t>
                      </a:r>
                      <a:r>
                        <a:rPr sz="1400" spc="-20" dirty="0">
                          <a:latin typeface="Cambria Math"/>
                          <a:cs typeface="Cambria Math"/>
                        </a:rPr>
                        <a:t>𝑠</a:t>
                      </a:r>
                      <a:r>
                        <a:rPr sz="1400" spc="-20" dirty="0">
                          <a:latin typeface="Calibri"/>
                          <a:cs typeface="Calibri"/>
                        </a:rPr>
                        <a:t>)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6350">
                      <a:solidFill>
                        <a:srgbClr val="BEBEBE"/>
                      </a:solidFill>
                      <a:prstDash val="solid"/>
                    </a:lnL>
                    <a:lnR w="6350">
                      <a:solidFill>
                        <a:srgbClr val="BEBEBE"/>
                      </a:solidFill>
                      <a:prstDash val="solid"/>
                    </a:lnR>
                    <a:lnT w="12700">
                      <a:solidFill>
                        <a:srgbClr val="183DAF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77800">
                <a:tc>
                  <a:txBody>
                    <a:bodyPr/>
                    <a:lstStyle/>
                    <a:p>
                      <a:pPr marR="55880" algn="r"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r>
                        <a:rPr sz="1000" spc="-90" dirty="0">
                          <a:solidFill>
                            <a:srgbClr val="252525"/>
                          </a:solidFill>
                          <a:latin typeface="Trebuchet MS"/>
                          <a:cs typeface="Trebuchet MS"/>
                        </a:rPr>
                        <a:t>-</a:t>
                      </a:r>
                      <a:r>
                        <a:rPr sz="1000" spc="-25" dirty="0">
                          <a:solidFill>
                            <a:srgbClr val="252525"/>
                          </a:solidFill>
                          <a:latin typeface="Trebuchet MS"/>
                          <a:cs typeface="Trebuchet MS"/>
                        </a:rPr>
                        <a:t>100</a:t>
                      </a:r>
                      <a:endParaRPr sz="1000">
                        <a:latin typeface="Trebuchet MS"/>
                        <a:cs typeface="Trebuchet MS"/>
                      </a:endParaRPr>
                    </a:p>
                  </a:txBody>
                  <a:tcPr marL="0" marR="0" marT="3175" marB="0">
                    <a:lnL w="3175">
                      <a:solidFill>
                        <a:srgbClr val="7E7E7E"/>
                      </a:solidFill>
                      <a:prstDash val="solid"/>
                    </a:lnL>
                    <a:lnR w="6350">
                      <a:solidFill>
                        <a:srgbClr val="BEBEBE"/>
                      </a:solidFill>
                      <a:prstDash val="solid"/>
                    </a:lnR>
                    <a:lnT w="6350">
                      <a:solidFill>
                        <a:srgbClr val="BEBEBE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55880" algn="r"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r>
                        <a:rPr sz="1000" spc="-90" dirty="0">
                          <a:solidFill>
                            <a:srgbClr val="252525"/>
                          </a:solidFill>
                          <a:latin typeface="Trebuchet MS"/>
                          <a:cs typeface="Trebuchet MS"/>
                        </a:rPr>
                        <a:t>-</a:t>
                      </a:r>
                      <a:r>
                        <a:rPr sz="1000" spc="-390" dirty="0">
                          <a:solidFill>
                            <a:srgbClr val="252525"/>
                          </a:solidFill>
                          <a:latin typeface="Trebuchet MS"/>
                          <a:cs typeface="Trebuchet MS"/>
                        </a:rPr>
                        <a:t>1</a:t>
                      </a:r>
                      <a:endParaRPr sz="1000">
                        <a:latin typeface="Trebuchet MS"/>
                        <a:cs typeface="Trebuchet MS"/>
                      </a:endParaRPr>
                    </a:p>
                  </a:txBody>
                  <a:tcPr marL="0" marR="0" marT="3175" marB="0">
                    <a:lnL w="6350">
                      <a:solidFill>
                        <a:srgbClr val="BEBEBE"/>
                      </a:solidFill>
                      <a:prstDash val="solid"/>
                    </a:lnL>
                    <a:lnR w="6350">
                      <a:solidFill>
                        <a:srgbClr val="BEBEBE"/>
                      </a:solidFill>
                      <a:prstDash val="solid"/>
                    </a:lnR>
                    <a:lnT w="6350">
                      <a:solidFill>
                        <a:srgbClr val="BEBEBE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77800">
                <a:tc>
                  <a:txBody>
                    <a:bodyPr/>
                    <a:lstStyle/>
                    <a:p>
                      <a:pPr marR="54610" algn="r">
                        <a:lnSpc>
                          <a:spcPct val="100000"/>
                        </a:lnSpc>
                        <a:spcBef>
                          <a:spcPts val="30"/>
                        </a:spcBef>
                      </a:pPr>
                      <a:r>
                        <a:rPr sz="1000" spc="-95" dirty="0">
                          <a:solidFill>
                            <a:srgbClr val="252525"/>
                          </a:solidFill>
                          <a:latin typeface="Trebuchet MS"/>
                          <a:cs typeface="Trebuchet MS"/>
                        </a:rPr>
                        <a:t>-</a:t>
                      </a:r>
                      <a:r>
                        <a:rPr sz="1000" spc="-25" dirty="0">
                          <a:solidFill>
                            <a:srgbClr val="252525"/>
                          </a:solidFill>
                          <a:latin typeface="Trebuchet MS"/>
                          <a:cs typeface="Trebuchet MS"/>
                        </a:rPr>
                        <a:t>90</a:t>
                      </a:r>
                      <a:endParaRPr sz="1000">
                        <a:latin typeface="Trebuchet MS"/>
                        <a:cs typeface="Trebuchet MS"/>
                      </a:endParaRPr>
                    </a:p>
                  </a:txBody>
                  <a:tcPr marL="0" marR="0" marT="3810" marB="0">
                    <a:lnL w="3175">
                      <a:solidFill>
                        <a:srgbClr val="7E7E7E"/>
                      </a:solidFill>
                      <a:prstDash val="solid"/>
                    </a:lnL>
                    <a:lnR w="6350">
                      <a:solidFill>
                        <a:srgbClr val="BEBEBE"/>
                      </a:solidFill>
                      <a:prstDash val="solid"/>
                    </a:lnR>
                    <a:lnT w="6350">
                      <a:solidFill>
                        <a:srgbClr val="BEBEBE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55880" algn="r">
                        <a:lnSpc>
                          <a:spcPct val="100000"/>
                        </a:lnSpc>
                        <a:spcBef>
                          <a:spcPts val="30"/>
                        </a:spcBef>
                      </a:pPr>
                      <a:r>
                        <a:rPr sz="1000" spc="-95" dirty="0">
                          <a:solidFill>
                            <a:srgbClr val="252525"/>
                          </a:solidFill>
                          <a:latin typeface="Trebuchet MS"/>
                          <a:cs typeface="Trebuchet MS"/>
                        </a:rPr>
                        <a:t>-</a:t>
                      </a:r>
                      <a:r>
                        <a:rPr sz="1000" spc="-380" dirty="0">
                          <a:solidFill>
                            <a:srgbClr val="252525"/>
                          </a:solidFill>
                          <a:latin typeface="Trebuchet MS"/>
                          <a:cs typeface="Trebuchet MS"/>
                        </a:rPr>
                        <a:t>1</a:t>
                      </a:r>
                      <a:endParaRPr sz="1000">
                        <a:latin typeface="Trebuchet MS"/>
                        <a:cs typeface="Trebuchet MS"/>
                      </a:endParaRPr>
                    </a:p>
                  </a:txBody>
                  <a:tcPr marL="0" marR="0" marT="3810" marB="0">
                    <a:lnL w="6350">
                      <a:solidFill>
                        <a:srgbClr val="BEBEBE"/>
                      </a:solidFill>
                      <a:prstDash val="solid"/>
                    </a:lnL>
                    <a:lnR w="6350">
                      <a:solidFill>
                        <a:srgbClr val="BEBEBE"/>
                      </a:solidFill>
                      <a:prstDash val="solid"/>
                    </a:lnR>
                    <a:lnT w="6350">
                      <a:solidFill>
                        <a:srgbClr val="BEBEBE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77800">
                <a:tc>
                  <a:txBody>
                    <a:bodyPr/>
                    <a:lstStyle/>
                    <a:p>
                      <a:pPr marR="55880" algn="r"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r>
                        <a:rPr sz="1000" spc="-90" dirty="0">
                          <a:solidFill>
                            <a:srgbClr val="252525"/>
                          </a:solidFill>
                          <a:latin typeface="Trebuchet MS"/>
                          <a:cs typeface="Trebuchet MS"/>
                        </a:rPr>
                        <a:t>-</a:t>
                      </a:r>
                      <a:r>
                        <a:rPr sz="1000" spc="-25" dirty="0">
                          <a:solidFill>
                            <a:srgbClr val="252525"/>
                          </a:solidFill>
                          <a:latin typeface="Trebuchet MS"/>
                          <a:cs typeface="Trebuchet MS"/>
                        </a:rPr>
                        <a:t>80</a:t>
                      </a:r>
                      <a:endParaRPr sz="1000">
                        <a:latin typeface="Trebuchet MS"/>
                        <a:cs typeface="Trebuchet MS"/>
                      </a:endParaRPr>
                    </a:p>
                  </a:txBody>
                  <a:tcPr marL="0" marR="0" marT="3175" marB="0">
                    <a:lnL w="3175">
                      <a:solidFill>
                        <a:srgbClr val="7E7E7E"/>
                      </a:solidFill>
                      <a:prstDash val="solid"/>
                    </a:lnL>
                    <a:lnR w="6350">
                      <a:solidFill>
                        <a:srgbClr val="BEBEBE"/>
                      </a:solidFill>
                      <a:prstDash val="solid"/>
                    </a:lnR>
                    <a:lnT w="6350">
                      <a:solidFill>
                        <a:srgbClr val="BEBEBE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55880" algn="r"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r>
                        <a:rPr sz="1000" spc="-90" dirty="0">
                          <a:solidFill>
                            <a:srgbClr val="252525"/>
                          </a:solidFill>
                          <a:latin typeface="Trebuchet MS"/>
                          <a:cs typeface="Trebuchet MS"/>
                        </a:rPr>
                        <a:t>-</a:t>
                      </a:r>
                      <a:r>
                        <a:rPr sz="1000" spc="-390" dirty="0">
                          <a:solidFill>
                            <a:srgbClr val="252525"/>
                          </a:solidFill>
                          <a:latin typeface="Trebuchet MS"/>
                          <a:cs typeface="Trebuchet MS"/>
                        </a:rPr>
                        <a:t>1</a:t>
                      </a:r>
                      <a:endParaRPr sz="1000">
                        <a:latin typeface="Trebuchet MS"/>
                        <a:cs typeface="Trebuchet MS"/>
                      </a:endParaRPr>
                    </a:p>
                  </a:txBody>
                  <a:tcPr marL="0" marR="0" marT="3175" marB="0">
                    <a:lnL w="6350">
                      <a:solidFill>
                        <a:srgbClr val="BEBEBE"/>
                      </a:solidFill>
                      <a:prstDash val="solid"/>
                    </a:lnL>
                    <a:lnR w="6350">
                      <a:solidFill>
                        <a:srgbClr val="BEBEBE"/>
                      </a:solidFill>
                      <a:prstDash val="solid"/>
                    </a:lnR>
                    <a:lnT w="6350">
                      <a:solidFill>
                        <a:srgbClr val="BEBEBE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77800">
                <a:tc>
                  <a:txBody>
                    <a:bodyPr/>
                    <a:lstStyle/>
                    <a:p>
                      <a:pPr marR="54610" algn="r">
                        <a:lnSpc>
                          <a:spcPct val="100000"/>
                        </a:lnSpc>
                        <a:spcBef>
                          <a:spcPts val="30"/>
                        </a:spcBef>
                      </a:pPr>
                      <a:r>
                        <a:rPr sz="1000" spc="-95" dirty="0">
                          <a:solidFill>
                            <a:srgbClr val="252525"/>
                          </a:solidFill>
                          <a:latin typeface="Trebuchet MS"/>
                          <a:cs typeface="Trebuchet MS"/>
                        </a:rPr>
                        <a:t>-</a:t>
                      </a:r>
                      <a:r>
                        <a:rPr sz="1000" spc="-25" dirty="0">
                          <a:solidFill>
                            <a:srgbClr val="252525"/>
                          </a:solidFill>
                          <a:latin typeface="Trebuchet MS"/>
                          <a:cs typeface="Trebuchet MS"/>
                        </a:rPr>
                        <a:t>70</a:t>
                      </a:r>
                      <a:endParaRPr sz="1000">
                        <a:latin typeface="Trebuchet MS"/>
                        <a:cs typeface="Trebuchet MS"/>
                      </a:endParaRPr>
                    </a:p>
                  </a:txBody>
                  <a:tcPr marL="0" marR="0" marT="3810" marB="0">
                    <a:lnL w="3175">
                      <a:solidFill>
                        <a:srgbClr val="7E7E7E"/>
                      </a:solidFill>
                      <a:prstDash val="solid"/>
                    </a:lnL>
                    <a:lnR w="6350">
                      <a:solidFill>
                        <a:srgbClr val="BEBEBE"/>
                      </a:solidFill>
                      <a:prstDash val="solid"/>
                    </a:lnR>
                    <a:lnT w="6350">
                      <a:solidFill>
                        <a:srgbClr val="BEBEBE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55880" algn="r">
                        <a:lnSpc>
                          <a:spcPct val="100000"/>
                        </a:lnSpc>
                        <a:spcBef>
                          <a:spcPts val="30"/>
                        </a:spcBef>
                      </a:pPr>
                      <a:r>
                        <a:rPr sz="1000" spc="-95" dirty="0">
                          <a:solidFill>
                            <a:srgbClr val="252525"/>
                          </a:solidFill>
                          <a:latin typeface="Trebuchet MS"/>
                          <a:cs typeface="Trebuchet MS"/>
                        </a:rPr>
                        <a:t>-</a:t>
                      </a:r>
                      <a:r>
                        <a:rPr sz="1000" spc="-380" dirty="0">
                          <a:solidFill>
                            <a:srgbClr val="252525"/>
                          </a:solidFill>
                          <a:latin typeface="Trebuchet MS"/>
                          <a:cs typeface="Trebuchet MS"/>
                        </a:rPr>
                        <a:t>1</a:t>
                      </a:r>
                      <a:endParaRPr sz="1000">
                        <a:latin typeface="Trebuchet MS"/>
                        <a:cs typeface="Trebuchet MS"/>
                      </a:endParaRPr>
                    </a:p>
                  </a:txBody>
                  <a:tcPr marL="0" marR="0" marT="3810" marB="0">
                    <a:lnL w="6350">
                      <a:solidFill>
                        <a:srgbClr val="BEBEBE"/>
                      </a:solidFill>
                      <a:prstDash val="solid"/>
                    </a:lnL>
                    <a:lnR w="6350">
                      <a:solidFill>
                        <a:srgbClr val="BEBEBE"/>
                      </a:solidFill>
                      <a:prstDash val="solid"/>
                    </a:lnR>
                    <a:lnT w="6350">
                      <a:solidFill>
                        <a:srgbClr val="BEBEBE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77800">
                <a:tc>
                  <a:txBody>
                    <a:bodyPr/>
                    <a:lstStyle/>
                    <a:p>
                      <a:pPr marR="54610" algn="r">
                        <a:lnSpc>
                          <a:spcPct val="100000"/>
                        </a:lnSpc>
                        <a:spcBef>
                          <a:spcPts val="30"/>
                        </a:spcBef>
                      </a:pPr>
                      <a:r>
                        <a:rPr sz="1000" spc="-90" dirty="0">
                          <a:solidFill>
                            <a:srgbClr val="252525"/>
                          </a:solidFill>
                          <a:latin typeface="Trebuchet MS"/>
                          <a:cs typeface="Trebuchet MS"/>
                        </a:rPr>
                        <a:t>-</a:t>
                      </a:r>
                      <a:r>
                        <a:rPr sz="1000" spc="-25" dirty="0">
                          <a:solidFill>
                            <a:srgbClr val="252525"/>
                          </a:solidFill>
                          <a:latin typeface="Trebuchet MS"/>
                          <a:cs typeface="Trebuchet MS"/>
                        </a:rPr>
                        <a:t>60</a:t>
                      </a:r>
                      <a:endParaRPr sz="1000">
                        <a:latin typeface="Trebuchet MS"/>
                        <a:cs typeface="Trebuchet MS"/>
                      </a:endParaRPr>
                    </a:p>
                  </a:txBody>
                  <a:tcPr marL="0" marR="0" marT="3810" marB="0">
                    <a:lnL w="3175">
                      <a:solidFill>
                        <a:srgbClr val="7E7E7E"/>
                      </a:solidFill>
                      <a:prstDash val="solid"/>
                    </a:lnL>
                    <a:lnR w="6350">
                      <a:solidFill>
                        <a:srgbClr val="BEBEBE"/>
                      </a:solidFill>
                      <a:prstDash val="solid"/>
                    </a:lnR>
                    <a:lnT w="6350">
                      <a:solidFill>
                        <a:srgbClr val="BEBEBE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55880" algn="r">
                        <a:lnSpc>
                          <a:spcPct val="100000"/>
                        </a:lnSpc>
                        <a:spcBef>
                          <a:spcPts val="30"/>
                        </a:spcBef>
                      </a:pPr>
                      <a:r>
                        <a:rPr sz="1000" spc="-90" dirty="0">
                          <a:solidFill>
                            <a:srgbClr val="252525"/>
                          </a:solidFill>
                          <a:latin typeface="Trebuchet MS"/>
                          <a:cs typeface="Trebuchet MS"/>
                        </a:rPr>
                        <a:t>-</a:t>
                      </a:r>
                      <a:r>
                        <a:rPr sz="1000" spc="-390" dirty="0">
                          <a:solidFill>
                            <a:srgbClr val="252525"/>
                          </a:solidFill>
                          <a:latin typeface="Trebuchet MS"/>
                          <a:cs typeface="Trebuchet MS"/>
                        </a:rPr>
                        <a:t>1</a:t>
                      </a:r>
                      <a:endParaRPr sz="1000">
                        <a:latin typeface="Trebuchet MS"/>
                        <a:cs typeface="Trebuchet MS"/>
                      </a:endParaRPr>
                    </a:p>
                  </a:txBody>
                  <a:tcPr marL="0" marR="0" marT="3810" marB="0">
                    <a:lnL w="6350">
                      <a:solidFill>
                        <a:srgbClr val="BEBEBE"/>
                      </a:solidFill>
                      <a:prstDash val="solid"/>
                    </a:lnL>
                    <a:lnR w="6350">
                      <a:solidFill>
                        <a:srgbClr val="BEBEBE"/>
                      </a:solidFill>
                      <a:prstDash val="solid"/>
                    </a:lnR>
                    <a:lnT w="6350">
                      <a:solidFill>
                        <a:srgbClr val="BEBEBE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77800">
                <a:tc>
                  <a:txBody>
                    <a:bodyPr/>
                    <a:lstStyle/>
                    <a:p>
                      <a:pPr marR="53340" algn="r">
                        <a:lnSpc>
                          <a:spcPct val="100000"/>
                        </a:lnSpc>
                        <a:spcBef>
                          <a:spcPts val="30"/>
                        </a:spcBef>
                      </a:pPr>
                      <a:r>
                        <a:rPr sz="1000" spc="-95" dirty="0">
                          <a:solidFill>
                            <a:srgbClr val="252525"/>
                          </a:solidFill>
                          <a:latin typeface="Trebuchet MS"/>
                          <a:cs typeface="Trebuchet MS"/>
                        </a:rPr>
                        <a:t>-</a:t>
                      </a:r>
                      <a:r>
                        <a:rPr sz="1000" spc="-25" dirty="0">
                          <a:solidFill>
                            <a:srgbClr val="252525"/>
                          </a:solidFill>
                          <a:latin typeface="Trebuchet MS"/>
                          <a:cs typeface="Trebuchet MS"/>
                        </a:rPr>
                        <a:t>50</a:t>
                      </a:r>
                      <a:endParaRPr sz="1000">
                        <a:latin typeface="Trebuchet MS"/>
                        <a:cs typeface="Trebuchet MS"/>
                      </a:endParaRPr>
                    </a:p>
                  </a:txBody>
                  <a:tcPr marL="0" marR="0" marT="3810" marB="0">
                    <a:lnL w="3175">
                      <a:solidFill>
                        <a:srgbClr val="7E7E7E"/>
                      </a:solidFill>
                      <a:prstDash val="solid"/>
                    </a:lnL>
                    <a:lnR w="6350">
                      <a:solidFill>
                        <a:srgbClr val="BEBEBE"/>
                      </a:solidFill>
                      <a:prstDash val="solid"/>
                    </a:lnR>
                    <a:lnT w="6350">
                      <a:solidFill>
                        <a:srgbClr val="BEBEBE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55880" algn="r">
                        <a:lnSpc>
                          <a:spcPct val="100000"/>
                        </a:lnSpc>
                        <a:spcBef>
                          <a:spcPts val="30"/>
                        </a:spcBef>
                      </a:pPr>
                      <a:r>
                        <a:rPr sz="1000" spc="-95" dirty="0">
                          <a:solidFill>
                            <a:srgbClr val="252525"/>
                          </a:solidFill>
                          <a:latin typeface="Trebuchet MS"/>
                          <a:cs typeface="Trebuchet MS"/>
                        </a:rPr>
                        <a:t>-</a:t>
                      </a:r>
                      <a:r>
                        <a:rPr sz="1000" spc="-380" dirty="0">
                          <a:solidFill>
                            <a:srgbClr val="252525"/>
                          </a:solidFill>
                          <a:latin typeface="Trebuchet MS"/>
                          <a:cs typeface="Trebuchet MS"/>
                        </a:rPr>
                        <a:t>1</a:t>
                      </a:r>
                      <a:endParaRPr sz="1000">
                        <a:latin typeface="Trebuchet MS"/>
                        <a:cs typeface="Trebuchet MS"/>
                      </a:endParaRPr>
                    </a:p>
                  </a:txBody>
                  <a:tcPr marL="0" marR="0" marT="3810" marB="0">
                    <a:lnL w="6350">
                      <a:solidFill>
                        <a:srgbClr val="BEBEBE"/>
                      </a:solidFill>
                      <a:prstDash val="solid"/>
                    </a:lnL>
                    <a:lnR w="6350">
                      <a:solidFill>
                        <a:srgbClr val="BEBEBE"/>
                      </a:solidFill>
                      <a:prstDash val="solid"/>
                    </a:lnR>
                    <a:lnT w="6350">
                      <a:solidFill>
                        <a:srgbClr val="BEBEBE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77165">
                <a:tc>
                  <a:txBody>
                    <a:bodyPr/>
                    <a:lstStyle/>
                    <a:p>
                      <a:pPr marR="55880" algn="r">
                        <a:lnSpc>
                          <a:spcPct val="100000"/>
                        </a:lnSpc>
                        <a:spcBef>
                          <a:spcPts val="30"/>
                        </a:spcBef>
                      </a:pPr>
                      <a:r>
                        <a:rPr sz="1000" spc="-95" dirty="0">
                          <a:solidFill>
                            <a:srgbClr val="252525"/>
                          </a:solidFill>
                          <a:latin typeface="Trebuchet MS"/>
                          <a:cs typeface="Trebuchet MS"/>
                        </a:rPr>
                        <a:t>-</a:t>
                      </a:r>
                      <a:r>
                        <a:rPr sz="1000" spc="-25" dirty="0">
                          <a:solidFill>
                            <a:srgbClr val="252525"/>
                          </a:solidFill>
                          <a:latin typeface="Trebuchet MS"/>
                          <a:cs typeface="Trebuchet MS"/>
                        </a:rPr>
                        <a:t>40</a:t>
                      </a:r>
                      <a:endParaRPr sz="1000">
                        <a:latin typeface="Trebuchet MS"/>
                        <a:cs typeface="Trebuchet MS"/>
                      </a:endParaRPr>
                    </a:p>
                  </a:txBody>
                  <a:tcPr marL="0" marR="0" marT="3810" marB="0">
                    <a:lnL w="3175">
                      <a:solidFill>
                        <a:srgbClr val="7E7E7E"/>
                      </a:solidFill>
                      <a:prstDash val="solid"/>
                    </a:lnL>
                    <a:lnR w="6350">
                      <a:solidFill>
                        <a:srgbClr val="BEBEBE"/>
                      </a:solidFill>
                      <a:prstDash val="solid"/>
                    </a:lnR>
                    <a:lnT w="6350">
                      <a:solidFill>
                        <a:srgbClr val="BEBEBE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55880" algn="r">
                        <a:lnSpc>
                          <a:spcPct val="100000"/>
                        </a:lnSpc>
                        <a:spcBef>
                          <a:spcPts val="30"/>
                        </a:spcBef>
                      </a:pPr>
                      <a:r>
                        <a:rPr sz="1000" spc="-95" dirty="0">
                          <a:solidFill>
                            <a:srgbClr val="252525"/>
                          </a:solidFill>
                          <a:latin typeface="Trebuchet MS"/>
                          <a:cs typeface="Trebuchet MS"/>
                        </a:rPr>
                        <a:t>-</a:t>
                      </a:r>
                      <a:r>
                        <a:rPr sz="1000" spc="-380" dirty="0">
                          <a:solidFill>
                            <a:srgbClr val="252525"/>
                          </a:solidFill>
                          <a:latin typeface="Trebuchet MS"/>
                          <a:cs typeface="Trebuchet MS"/>
                        </a:rPr>
                        <a:t>1</a:t>
                      </a:r>
                      <a:endParaRPr sz="1000">
                        <a:latin typeface="Trebuchet MS"/>
                        <a:cs typeface="Trebuchet MS"/>
                      </a:endParaRPr>
                    </a:p>
                  </a:txBody>
                  <a:tcPr marL="0" marR="0" marT="3810" marB="0">
                    <a:lnL w="6350">
                      <a:solidFill>
                        <a:srgbClr val="BEBEBE"/>
                      </a:solidFill>
                      <a:prstDash val="solid"/>
                    </a:lnL>
                    <a:lnR w="6350">
                      <a:solidFill>
                        <a:srgbClr val="BEBEBE"/>
                      </a:solidFill>
                      <a:prstDash val="solid"/>
                    </a:lnR>
                    <a:lnT w="6350">
                      <a:solidFill>
                        <a:srgbClr val="BEBEBE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77800">
                <a:tc>
                  <a:txBody>
                    <a:bodyPr/>
                    <a:lstStyle/>
                    <a:p>
                      <a:pPr marR="54610" algn="r">
                        <a:lnSpc>
                          <a:spcPct val="100000"/>
                        </a:lnSpc>
                        <a:spcBef>
                          <a:spcPts val="30"/>
                        </a:spcBef>
                      </a:pPr>
                      <a:r>
                        <a:rPr sz="1000" spc="-95" dirty="0">
                          <a:solidFill>
                            <a:srgbClr val="252525"/>
                          </a:solidFill>
                          <a:latin typeface="Trebuchet MS"/>
                          <a:cs typeface="Trebuchet MS"/>
                        </a:rPr>
                        <a:t>-</a:t>
                      </a:r>
                      <a:r>
                        <a:rPr sz="1000" spc="-25" dirty="0">
                          <a:solidFill>
                            <a:srgbClr val="252525"/>
                          </a:solidFill>
                          <a:latin typeface="Trebuchet MS"/>
                          <a:cs typeface="Trebuchet MS"/>
                        </a:rPr>
                        <a:t>30</a:t>
                      </a:r>
                      <a:endParaRPr sz="1000">
                        <a:latin typeface="Trebuchet MS"/>
                        <a:cs typeface="Trebuchet MS"/>
                      </a:endParaRPr>
                    </a:p>
                  </a:txBody>
                  <a:tcPr marL="0" marR="0" marT="3810" marB="0">
                    <a:lnL w="3175">
                      <a:solidFill>
                        <a:srgbClr val="7E7E7E"/>
                      </a:solidFill>
                      <a:prstDash val="solid"/>
                    </a:lnL>
                    <a:lnR w="6350">
                      <a:solidFill>
                        <a:srgbClr val="BEBEBE"/>
                      </a:solidFill>
                      <a:prstDash val="solid"/>
                    </a:lnR>
                    <a:lnT w="6350">
                      <a:solidFill>
                        <a:srgbClr val="BEBEBE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55880" algn="r">
                        <a:lnSpc>
                          <a:spcPct val="100000"/>
                        </a:lnSpc>
                        <a:spcBef>
                          <a:spcPts val="30"/>
                        </a:spcBef>
                      </a:pPr>
                      <a:r>
                        <a:rPr sz="1000" spc="-95" dirty="0">
                          <a:solidFill>
                            <a:srgbClr val="252525"/>
                          </a:solidFill>
                          <a:latin typeface="Trebuchet MS"/>
                          <a:cs typeface="Trebuchet MS"/>
                        </a:rPr>
                        <a:t>-</a:t>
                      </a:r>
                      <a:r>
                        <a:rPr sz="1000" spc="-380" dirty="0">
                          <a:solidFill>
                            <a:srgbClr val="252525"/>
                          </a:solidFill>
                          <a:latin typeface="Trebuchet MS"/>
                          <a:cs typeface="Trebuchet MS"/>
                        </a:rPr>
                        <a:t>1</a:t>
                      </a:r>
                      <a:endParaRPr sz="1000">
                        <a:latin typeface="Trebuchet MS"/>
                        <a:cs typeface="Trebuchet MS"/>
                      </a:endParaRPr>
                    </a:p>
                  </a:txBody>
                  <a:tcPr marL="0" marR="0" marT="3810" marB="0">
                    <a:lnL w="6350">
                      <a:solidFill>
                        <a:srgbClr val="BEBEBE"/>
                      </a:solidFill>
                      <a:prstDash val="solid"/>
                    </a:lnL>
                    <a:lnR w="6350">
                      <a:solidFill>
                        <a:srgbClr val="BEBEBE"/>
                      </a:solidFill>
                      <a:prstDash val="solid"/>
                    </a:lnR>
                    <a:lnT w="6350">
                      <a:solidFill>
                        <a:srgbClr val="BEBEBE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77800">
                <a:tc>
                  <a:txBody>
                    <a:bodyPr/>
                    <a:lstStyle/>
                    <a:p>
                      <a:pPr marR="52069" algn="r">
                        <a:lnSpc>
                          <a:spcPct val="100000"/>
                        </a:lnSpc>
                        <a:spcBef>
                          <a:spcPts val="30"/>
                        </a:spcBef>
                      </a:pPr>
                      <a:r>
                        <a:rPr sz="1000" spc="-95" dirty="0">
                          <a:solidFill>
                            <a:srgbClr val="252525"/>
                          </a:solidFill>
                          <a:latin typeface="Trebuchet MS"/>
                          <a:cs typeface="Trebuchet MS"/>
                        </a:rPr>
                        <a:t>-</a:t>
                      </a:r>
                      <a:r>
                        <a:rPr sz="1000" spc="-25" dirty="0">
                          <a:solidFill>
                            <a:srgbClr val="252525"/>
                          </a:solidFill>
                          <a:latin typeface="Trebuchet MS"/>
                          <a:cs typeface="Trebuchet MS"/>
                        </a:rPr>
                        <a:t>20</a:t>
                      </a:r>
                      <a:endParaRPr sz="1000">
                        <a:latin typeface="Trebuchet MS"/>
                        <a:cs typeface="Trebuchet MS"/>
                      </a:endParaRPr>
                    </a:p>
                  </a:txBody>
                  <a:tcPr marL="0" marR="0" marT="3810" marB="0">
                    <a:lnL w="3175">
                      <a:solidFill>
                        <a:srgbClr val="7E7E7E"/>
                      </a:solidFill>
                      <a:prstDash val="solid"/>
                    </a:lnL>
                    <a:lnR w="6350">
                      <a:solidFill>
                        <a:srgbClr val="BEBEBE"/>
                      </a:solidFill>
                      <a:prstDash val="solid"/>
                    </a:lnR>
                    <a:lnT w="6350">
                      <a:solidFill>
                        <a:srgbClr val="BEBEBE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55880" algn="r">
                        <a:lnSpc>
                          <a:spcPct val="100000"/>
                        </a:lnSpc>
                        <a:spcBef>
                          <a:spcPts val="30"/>
                        </a:spcBef>
                      </a:pPr>
                      <a:r>
                        <a:rPr sz="1000" spc="-95" dirty="0">
                          <a:solidFill>
                            <a:srgbClr val="252525"/>
                          </a:solidFill>
                          <a:latin typeface="Trebuchet MS"/>
                          <a:cs typeface="Trebuchet MS"/>
                        </a:rPr>
                        <a:t>-</a:t>
                      </a:r>
                      <a:r>
                        <a:rPr sz="1000" spc="-380" dirty="0">
                          <a:solidFill>
                            <a:srgbClr val="252525"/>
                          </a:solidFill>
                          <a:latin typeface="Trebuchet MS"/>
                          <a:cs typeface="Trebuchet MS"/>
                        </a:rPr>
                        <a:t>1</a:t>
                      </a:r>
                      <a:endParaRPr sz="1000">
                        <a:latin typeface="Trebuchet MS"/>
                        <a:cs typeface="Trebuchet MS"/>
                      </a:endParaRPr>
                    </a:p>
                  </a:txBody>
                  <a:tcPr marL="0" marR="0" marT="3810" marB="0">
                    <a:lnL w="6350">
                      <a:solidFill>
                        <a:srgbClr val="BEBEBE"/>
                      </a:solidFill>
                      <a:prstDash val="solid"/>
                    </a:lnL>
                    <a:lnR w="6350">
                      <a:solidFill>
                        <a:srgbClr val="BEBEBE"/>
                      </a:solidFill>
                      <a:prstDash val="solid"/>
                    </a:lnR>
                    <a:lnT w="6350">
                      <a:solidFill>
                        <a:srgbClr val="BEBEBE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77800">
                <a:tc>
                  <a:txBody>
                    <a:bodyPr/>
                    <a:lstStyle/>
                    <a:p>
                      <a:pPr marR="55880" algn="r">
                        <a:lnSpc>
                          <a:spcPct val="100000"/>
                        </a:lnSpc>
                        <a:spcBef>
                          <a:spcPts val="30"/>
                        </a:spcBef>
                      </a:pPr>
                      <a:r>
                        <a:rPr sz="1000" spc="-95" dirty="0">
                          <a:solidFill>
                            <a:srgbClr val="252525"/>
                          </a:solidFill>
                          <a:latin typeface="Trebuchet MS"/>
                          <a:cs typeface="Trebuchet MS"/>
                        </a:rPr>
                        <a:t>-</a:t>
                      </a:r>
                      <a:r>
                        <a:rPr sz="1000" spc="-25" dirty="0">
                          <a:solidFill>
                            <a:srgbClr val="252525"/>
                          </a:solidFill>
                          <a:latin typeface="Trebuchet MS"/>
                          <a:cs typeface="Trebuchet MS"/>
                        </a:rPr>
                        <a:t>10</a:t>
                      </a:r>
                      <a:endParaRPr sz="1000">
                        <a:latin typeface="Trebuchet MS"/>
                        <a:cs typeface="Trebuchet MS"/>
                      </a:endParaRPr>
                    </a:p>
                  </a:txBody>
                  <a:tcPr marL="0" marR="0" marT="3810" marB="0">
                    <a:lnL w="3175">
                      <a:solidFill>
                        <a:srgbClr val="7E7E7E"/>
                      </a:solidFill>
                      <a:prstDash val="solid"/>
                    </a:lnL>
                    <a:lnR w="6350">
                      <a:solidFill>
                        <a:srgbClr val="BEBEBE"/>
                      </a:solidFill>
                      <a:prstDash val="solid"/>
                    </a:lnR>
                    <a:lnT w="6350">
                      <a:solidFill>
                        <a:srgbClr val="BEBEBE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55880" algn="r">
                        <a:lnSpc>
                          <a:spcPct val="100000"/>
                        </a:lnSpc>
                        <a:spcBef>
                          <a:spcPts val="30"/>
                        </a:spcBef>
                      </a:pPr>
                      <a:r>
                        <a:rPr sz="1000" spc="-95" dirty="0">
                          <a:solidFill>
                            <a:srgbClr val="252525"/>
                          </a:solidFill>
                          <a:latin typeface="Trebuchet MS"/>
                          <a:cs typeface="Trebuchet MS"/>
                        </a:rPr>
                        <a:t>-</a:t>
                      </a:r>
                      <a:r>
                        <a:rPr sz="1000" spc="-380" dirty="0">
                          <a:solidFill>
                            <a:srgbClr val="252525"/>
                          </a:solidFill>
                          <a:latin typeface="Trebuchet MS"/>
                          <a:cs typeface="Trebuchet MS"/>
                        </a:rPr>
                        <a:t>1</a:t>
                      </a:r>
                      <a:endParaRPr sz="1000">
                        <a:latin typeface="Trebuchet MS"/>
                        <a:cs typeface="Trebuchet MS"/>
                      </a:endParaRPr>
                    </a:p>
                  </a:txBody>
                  <a:tcPr marL="0" marR="0" marT="3810" marB="0">
                    <a:lnL w="6350">
                      <a:solidFill>
                        <a:srgbClr val="BEBEBE"/>
                      </a:solidFill>
                      <a:prstDash val="solid"/>
                    </a:lnL>
                    <a:lnR w="6350">
                      <a:solidFill>
                        <a:srgbClr val="BEBEBE"/>
                      </a:solidFill>
                      <a:prstDash val="solid"/>
                    </a:lnR>
                    <a:lnT w="6350">
                      <a:solidFill>
                        <a:srgbClr val="BEBEBE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177800">
                <a:tc>
                  <a:txBody>
                    <a:bodyPr/>
                    <a:lstStyle/>
                    <a:p>
                      <a:pPr marR="55880" algn="r">
                        <a:lnSpc>
                          <a:spcPct val="100000"/>
                        </a:lnSpc>
                        <a:spcBef>
                          <a:spcPts val="30"/>
                        </a:spcBef>
                      </a:pPr>
                      <a:r>
                        <a:rPr sz="1000" dirty="0">
                          <a:solidFill>
                            <a:srgbClr val="252525"/>
                          </a:solidFill>
                          <a:latin typeface="Trebuchet MS"/>
                          <a:cs typeface="Trebuchet MS"/>
                        </a:rPr>
                        <a:t>0</a:t>
                      </a:r>
                      <a:endParaRPr sz="1000">
                        <a:latin typeface="Trebuchet MS"/>
                        <a:cs typeface="Trebuchet MS"/>
                      </a:endParaRPr>
                    </a:p>
                  </a:txBody>
                  <a:tcPr marL="0" marR="0" marT="3810" marB="0">
                    <a:lnL w="3175">
                      <a:solidFill>
                        <a:srgbClr val="7E7E7E"/>
                      </a:solidFill>
                      <a:prstDash val="solid"/>
                    </a:lnL>
                    <a:lnR w="6350">
                      <a:solidFill>
                        <a:srgbClr val="BEBEBE"/>
                      </a:solidFill>
                      <a:prstDash val="solid"/>
                    </a:lnR>
                    <a:lnT w="6350">
                      <a:solidFill>
                        <a:srgbClr val="BEBEBE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55880" algn="r">
                        <a:lnSpc>
                          <a:spcPct val="100000"/>
                        </a:lnSpc>
                        <a:spcBef>
                          <a:spcPts val="30"/>
                        </a:spcBef>
                      </a:pPr>
                      <a:r>
                        <a:rPr sz="1000" dirty="0">
                          <a:solidFill>
                            <a:srgbClr val="252525"/>
                          </a:solidFill>
                          <a:latin typeface="Trebuchet MS"/>
                          <a:cs typeface="Trebuchet MS"/>
                        </a:rPr>
                        <a:t>1</a:t>
                      </a:r>
                      <a:endParaRPr sz="1000">
                        <a:latin typeface="Trebuchet MS"/>
                        <a:cs typeface="Trebuchet MS"/>
                      </a:endParaRPr>
                    </a:p>
                  </a:txBody>
                  <a:tcPr marL="0" marR="0" marT="3810" marB="0">
                    <a:lnL w="6350">
                      <a:solidFill>
                        <a:srgbClr val="BEBEBE"/>
                      </a:solidFill>
                      <a:prstDash val="solid"/>
                    </a:lnL>
                    <a:lnR w="6350">
                      <a:solidFill>
                        <a:srgbClr val="BEBEBE"/>
                      </a:solidFill>
                      <a:prstDash val="solid"/>
                    </a:lnR>
                    <a:lnT w="6350">
                      <a:solidFill>
                        <a:srgbClr val="BEBEBE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177800">
                <a:tc>
                  <a:txBody>
                    <a:bodyPr/>
                    <a:lstStyle/>
                    <a:p>
                      <a:pPr marR="55880" algn="r">
                        <a:lnSpc>
                          <a:spcPct val="100000"/>
                        </a:lnSpc>
                        <a:spcBef>
                          <a:spcPts val="30"/>
                        </a:spcBef>
                      </a:pPr>
                      <a:r>
                        <a:rPr sz="1000" spc="-25" dirty="0">
                          <a:solidFill>
                            <a:srgbClr val="252525"/>
                          </a:solidFill>
                          <a:latin typeface="Trebuchet MS"/>
                          <a:cs typeface="Trebuchet MS"/>
                        </a:rPr>
                        <a:t>10</a:t>
                      </a:r>
                      <a:endParaRPr sz="1000">
                        <a:latin typeface="Trebuchet MS"/>
                        <a:cs typeface="Trebuchet MS"/>
                      </a:endParaRPr>
                    </a:p>
                  </a:txBody>
                  <a:tcPr marL="0" marR="0" marT="3810" marB="0">
                    <a:lnL w="3175">
                      <a:solidFill>
                        <a:srgbClr val="7E7E7E"/>
                      </a:solidFill>
                      <a:prstDash val="solid"/>
                    </a:lnL>
                    <a:lnR w="6350">
                      <a:solidFill>
                        <a:srgbClr val="BEBEBE"/>
                      </a:solidFill>
                      <a:prstDash val="solid"/>
                    </a:lnR>
                    <a:lnT w="6350">
                      <a:solidFill>
                        <a:srgbClr val="BEBEBE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55880" algn="r">
                        <a:lnSpc>
                          <a:spcPct val="100000"/>
                        </a:lnSpc>
                        <a:spcBef>
                          <a:spcPts val="30"/>
                        </a:spcBef>
                      </a:pPr>
                      <a:r>
                        <a:rPr sz="1000" dirty="0">
                          <a:solidFill>
                            <a:srgbClr val="252525"/>
                          </a:solidFill>
                          <a:latin typeface="Trebuchet MS"/>
                          <a:cs typeface="Trebuchet MS"/>
                        </a:rPr>
                        <a:t>1</a:t>
                      </a:r>
                      <a:endParaRPr sz="1000">
                        <a:latin typeface="Trebuchet MS"/>
                        <a:cs typeface="Trebuchet MS"/>
                      </a:endParaRPr>
                    </a:p>
                  </a:txBody>
                  <a:tcPr marL="0" marR="0" marT="3810" marB="0">
                    <a:lnL w="6350">
                      <a:solidFill>
                        <a:srgbClr val="BEBEBE"/>
                      </a:solidFill>
                      <a:prstDash val="solid"/>
                    </a:lnL>
                    <a:lnR w="6350">
                      <a:solidFill>
                        <a:srgbClr val="BEBEBE"/>
                      </a:solidFill>
                      <a:prstDash val="solid"/>
                    </a:lnR>
                    <a:lnT w="6350">
                      <a:solidFill>
                        <a:srgbClr val="BEBEBE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177800">
                <a:tc>
                  <a:txBody>
                    <a:bodyPr/>
                    <a:lstStyle/>
                    <a:p>
                      <a:pPr marR="52069" algn="r">
                        <a:lnSpc>
                          <a:spcPct val="100000"/>
                        </a:lnSpc>
                        <a:spcBef>
                          <a:spcPts val="30"/>
                        </a:spcBef>
                      </a:pPr>
                      <a:r>
                        <a:rPr sz="1000" spc="-25" dirty="0">
                          <a:solidFill>
                            <a:srgbClr val="252525"/>
                          </a:solidFill>
                          <a:latin typeface="Trebuchet MS"/>
                          <a:cs typeface="Trebuchet MS"/>
                        </a:rPr>
                        <a:t>20</a:t>
                      </a:r>
                      <a:endParaRPr sz="1000">
                        <a:latin typeface="Trebuchet MS"/>
                        <a:cs typeface="Trebuchet MS"/>
                      </a:endParaRPr>
                    </a:p>
                  </a:txBody>
                  <a:tcPr marL="0" marR="0" marT="3810" marB="0">
                    <a:lnL w="3175">
                      <a:solidFill>
                        <a:srgbClr val="7E7E7E"/>
                      </a:solidFill>
                      <a:prstDash val="solid"/>
                    </a:lnL>
                    <a:lnR w="6350">
                      <a:solidFill>
                        <a:srgbClr val="BEBEBE"/>
                      </a:solidFill>
                      <a:prstDash val="solid"/>
                    </a:lnR>
                    <a:lnT w="6350">
                      <a:solidFill>
                        <a:srgbClr val="BEBEBE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55880" algn="r">
                        <a:lnSpc>
                          <a:spcPct val="100000"/>
                        </a:lnSpc>
                        <a:spcBef>
                          <a:spcPts val="30"/>
                        </a:spcBef>
                      </a:pPr>
                      <a:r>
                        <a:rPr sz="1000" dirty="0">
                          <a:solidFill>
                            <a:srgbClr val="252525"/>
                          </a:solidFill>
                          <a:latin typeface="Trebuchet MS"/>
                          <a:cs typeface="Trebuchet MS"/>
                        </a:rPr>
                        <a:t>1</a:t>
                      </a:r>
                      <a:endParaRPr sz="1000">
                        <a:latin typeface="Trebuchet MS"/>
                        <a:cs typeface="Trebuchet MS"/>
                      </a:endParaRPr>
                    </a:p>
                  </a:txBody>
                  <a:tcPr marL="0" marR="0" marT="3810" marB="0">
                    <a:lnL w="6350">
                      <a:solidFill>
                        <a:srgbClr val="BEBEBE"/>
                      </a:solidFill>
                      <a:prstDash val="solid"/>
                    </a:lnL>
                    <a:lnR w="6350">
                      <a:solidFill>
                        <a:srgbClr val="BEBEBE"/>
                      </a:solidFill>
                      <a:prstDash val="solid"/>
                    </a:lnR>
                    <a:lnT w="6350">
                      <a:solidFill>
                        <a:srgbClr val="BEBEBE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177800">
                <a:tc>
                  <a:txBody>
                    <a:bodyPr/>
                    <a:lstStyle/>
                    <a:p>
                      <a:pPr marR="54610" algn="r">
                        <a:lnSpc>
                          <a:spcPct val="100000"/>
                        </a:lnSpc>
                        <a:spcBef>
                          <a:spcPts val="35"/>
                        </a:spcBef>
                      </a:pPr>
                      <a:r>
                        <a:rPr sz="1000" spc="-25" dirty="0">
                          <a:solidFill>
                            <a:srgbClr val="252525"/>
                          </a:solidFill>
                          <a:latin typeface="Trebuchet MS"/>
                          <a:cs typeface="Trebuchet MS"/>
                        </a:rPr>
                        <a:t>30</a:t>
                      </a:r>
                      <a:endParaRPr sz="1000">
                        <a:latin typeface="Trebuchet MS"/>
                        <a:cs typeface="Trebuchet MS"/>
                      </a:endParaRPr>
                    </a:p>
                  </a:txBody>
                  <a:tcPr marL="0" marR="0" marT="4445" marB="0">
                    <a:lnL w="3175">
                      <a:solidFill>
                        <a:srgbClr val="7E7E7E"/>
                      </a:solidFill>
                      <a:prstDash val="solid"/>
                    </a:lnL>
                    <a:lnR w="6350">
                      <a:solidFill>
                        <a:srgbClr val="BEBEBE"/>
                      </a:solidFill>
                      <a:prstDash val="solid"/>
                    </a:lnR>
                    <a:lnT w="6350">
                      <a:solidFill>
                        <a:srgbClr val="BEBEBE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55880" algn="r">
                        <a:lnSpc>
                          <a:spcPct val="100000"/>
                        </a:lnSpc>
                        <a:spcBef>
                          <a:spcPts val="35"/>
                        </a:spcBef>
                      </a:pPr>
                      <a:r>
                        <a:rPr sz="1000" dirty="0">
                          <a:solidFill>
                            <a:srgbClr val="252525"/>
                          </a:solidFill>
                          <a:latin typeface="Trebuchet MS"/>
                          <a:cs typeface="Trebuchet MS"/>
                        </a:rPr>
                        <a:t>1</a:t>
                      </a:r>
                      <a:endParaRPr sz="1000">
                        <a:latin typeface="Trebuchet MS"/>
                        <a:cs typeface="Trebuchet MS"/>
                      </a:endParaRPr>
                    </a:p>
                  </a:txBody>
                  <a:tcPr marL="0" marR="0" marT="4445" marB="0">
                    <a:lnL w="6350">
                      <a:solidFill>
                        <a:srgbClr val="BEBEBE"/>
                      </a:solidFill>
                      <a:prstDash val="solid"/>
                    </a:lnL>
                    <a:lnR w="6350">
                      <a:solidFill>
                        <a:srgbClr val="BEBEBE"/>
                      </a:solidFill>
                      <a:prstDash val="solid"/>
                    </a:lnR>
                    <a:lnT w="6350">
                      <a:solidFill>
                        <a:srgbClr val="BEBEBE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177800">
                <a:tc>
                  <a:txBody>
                    <a:bodyPr/>
                    <a:lstStyle/>
                    <a:p>
                      <a:pPr marR="55880" algn="r">
                        <a:lnSpc>
                          <a:spcPct val="100000"/>
                        </a:lnSpc>
                        <a:spcBef>
                          <a:spcPts val="30"/>
                        </a:spcBef>
                      </a:pPr>
                      <a:r>
                        <a:rPr sz="1000" spc="-25" dirty="0">
                          <a:solidFill>
                            <a:srgbClr val="252525"/>
                          </a:solidFill>
                          <a:latin typeface="Trebuchet MS"/>
                          <a:cs typeface="Trebuchet MS"/>
                        </a:rPr>
                        <a:t>40</a:t>
                      </a:r>
                      <a:endParaRPr sz="1000">
                        <a:latin typeface="Trebuchet MS"/>
                        <a:cs typeface="Trebuchet MS"/>
                      </a:endParaRPr>
                    </a:p>
                  </a:txBody>
                  <a:tcPr marL="0" marR="0" marT="3810" marB="0">
                    <a:lnL w="3175">
                      <a:solidFill>
                        <a:srgbClr val="7E7E7E"/>
                      </a:solidFill>
                      <a:prstDash val="solid"/>
                    </a:lnL>
                    <a:lnR w="6350">
                      <a:solidFill>
                        <a:srgbClr val="BEBEBE"/>
                      </a:solidFill>
                      <a:prstDash val="solid"/>
                    </a:lnR>
                    <a:lnT w="6350">
                      <a:solidFill>
                        <a:srgbClr val="BEBEBE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55880" algn="r">
                        <a:lnSpc>
                          <a:spcPct val="100000"/>
                        </a:lnSpc>
                        <a:spcBef>
                          <a:spcPts val="30"/>
                        </a:spcBef>
                      </a:pPr>
                      <a:r>
                        <a:rPr sz="1000" dirty="0">
                          <a:solidFill>
                            <a:srgbClr val="252525"/>
                          </a:solidFill>
                          <a:latin typeface="Trebuchet MS"/>
                          <a:cs typeface="Trebuchet MS"/>
                        </a:rPr>
                        <a:t>1</a:t>
                      </a:r>
                      <a:endParaRPr sz="1000">
                        <a:latin typeface="Trebuchet MS"/>
                        <a:cs typeface="Trebuchet MS"/>
                      </a:endParaRPr>
                    </a:p>
                  </a:txBody>
                  <a:tcPr marL="0" marR="0" marT="3810" marB="0">
                    <a:lnL w="6350">
                      <a:solidFill>
                        <a:srgbClr val="BEBEBE"/>
                      </a:solidFill>
                      <a:prstDash val="solid"/>
                    </a:lnL>
                    <a:lnR w="6350">
                      <a:solidFill>
                        <a:srgbClr val="BEBEBE"/>
                      </a:solidFill>
                      <a:prstDash val="solid"/>
                    </a:lnR>
                    <a:lnT w="6350">
                      <a:solidFill>
                        <a:srgbClr val="BEBEBE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177800">
                <a:tc>
                  <a:txBody>
                    <a:bodyPr/>
                    <a:lstStyle/>
                    <a:p>
                      <a:pPr marR="53340" algn="r">
                        <a:lnSpc>
                          <a:spcPct val="100000"/>
                        </a:lnSpc>
                        <a:spcBef>
                          <a:spcPts val="35"/>
                        </a:spcBef>
                      </a:pPr>
                      <a:r>
                        <a:rPr sz="1000" spc="-25" dirty="0">
                          <a:solidFill>
                            <a:srgbClr val="252525"/>
                          </a:solidFill>
                          <a:latin typeface="Trebuchet MS"/>
                          <a:cs typeface="Trebuchet MS"/>
                        </a:rPr>
                        <a:t>50</a:t>
                      </a:r>
                      <a:endParaRPr sz="1000">
                        <a:latin typeface="Trebuchet MS"/>
                        <a:cs typeface="Trebuchet MS"/>
                      </a:endParaRPr>
                    </a:p>
                  </a:txBody>
                  <a:tcPr marL="0" marR="0" marT="4445" marB="0">
                    <a:lnL w="3175">
                      <a:solidFill>
                        <a:srgbClr val="7E7E7E"/>
                      </a:solidFill>
                      <a:prstDash val="solid"/>
                    </a:lnL>
                    <a:lnR w="6350">
                      <a:solidFill>
                        <a:srgbClr val="BEBEBE"/>
                      </a:solidFill>
                      <a:prstDash val="solid"/>
                    </a:lnR>
                    <a:lnT w="6350">
                      <a:solidFill>
                        <a:srgbClr val="BEBEBE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55880" algn="r">
                        <a:lnSpc>
                          <a:spcPct val="100000"/>
                        </a:lnSpc>
                        <a:spcBef>
                          <a:spcPts val="35"/>
                        </a:spcBef>
                      </a:pPr>
                      <a:r>
                        <a:rPr sz="1000" dirty="0">
                          <a:solidFill>
                            <a:srgbClr val="252525"/>
                          </a:solidFill>
                          <a:latin typeface="Trebuchet MS"/>
                          <a:cs typeface="Trebuchet MS"/>
                        </a:rPr>
                        <a:t>1</a:t>
                      </a:r>
                      <a:endParaRPr sz="1000">
                        <a:latin typeface="Trebuchet MS"/>
                        <a:cs typeface="Trebuchet MS"/>
                      </a:endParaRPr>
                    </a:p>
                  </a:txBody>
                  <a:tcPr marL="0" marR="0" marT="4445" marB="0">
                    <a:lnL w="6350">
                      <a:solidFill>
                        <a:srgbClr val="BEBEBE"/>
                      </a:solidFill>
                      <a:prstDash val="solid"/>
                    </a:lnL>
                    <a:lnR w="6350">
                      <a:solidFill>
                        <a:srgbClr val="BEBEBE"/>
                      </a:solidFill>
                      <a:prstDash val="solid"/>
                    </a:lnR>
                    <a:lnT w="6350">
                      <a:solidFill>
                        <a:srgbClr val="BEBEBE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177800">
                <a:tc>
                  <a:txBody>
                    <a:bodyPr/>
                    <a:lstStyle/>
                    <a:p>
                      <a:pPr marR="54610" algn="r">
                        <a:lnSpc>
                          <a:spcPct val="100000"/>
                        </a:lnSpc>
                        <a:spcBef>
                          <a:spcPts val="35"/>
                        </a:spcBef>
                      </a:pPr>
                      <a:r>
                        <a:rPr sz="1000" spc="-25" dirty="0">
                          <a:solidFill>
                            <a:srgbClr val="252525"/>
                          </a:solidFill>
                          <a:latin typeface="Trebuchet MS"/>
                          <a:cs typeface="Trebuchet MS"/>
                        </a:rPr>
                        <a:t>60</a:t>
                      </a:r>
                      <a:endParaRPr sz="1000">
                        <a:latin typeface="Trebuchet MS"/>
                        <a:cs typeface="Trebuchet MS"/>
                      </a:endParaRPr>
                    </a:p>
                  </a:txBody>
                  <a:tcPr marL="0" marR="0" marT="4445" marB="0">
                    <a:lnL w="3175">
                      <a:solidFill>
                        <a:srgbClr val="7E7E7E"/>
                      </a:solidFill>
                      <a:prstDash val="solid"/>
                    </a:lnL>
                    <a:lnR w="6350">
                      <a:solidFill>
                        <a:srgbClr val="BEBEBE"/>
                      </a:solidFill>
                      <a:prstDash val="solid"/>
                    </a:lnR>
                    <a:lnT w="6350">
                      <a:solidFill>
                        <a:srgbClr val="BEBEBE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55880" algn="r">
                        <a:lnSpc>
                          <a:spcPct val="100000"/>
                        </a:lnSpc>
                        <a:spcBef>
                          <a:spcPts val="35"/>
                        </a:spcBef>
                      </a:pPr>
                      <a:r>
                        <a:rPr sz="1000" dirty="0">
                          <a:solidFill>
                            <a:srgbClr val="252525"/>
                          </a:solidFill>
                          <a:latin typeface="Trebuchet MS"/>
                          <a:cs typeface="Trebuchet MS"/>
                        </a:rPr>
                        <a:t>1</a:t>
                      </a:r>
                      <a:endParaRPr sz="1000">
                        <a:latin typeface="Trebuchet MS"/>
                        <a:cs typeface="Trebuchet MS"/>
                      </a:endParaRPr>
                    </a:p>
                  </a:txBody>
                  <a:tcPr marL="0" marR="0" marT="4445" marB="0">
                    <a:lnL w="6350">
                      <a:solidFill>
                        <a:srgbClr val="BEBEBE"/>
                      </a:solidFill>
                      <a:prstDash val="solid"/>
                    </a:lnL>
                    <a:lnR w="6350">
                      <a:solidFill>
                        <a:srgbClr val="BEBEBE"/>
                      </a:solidFill>
                      <a:prstDash val="solid"/>
                    </a:lnR>
                    <a:lnT w="6350">
                      <a:solidFill>
                        <a:srgbClr val="BEBEBE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177800">
                <a:tc>
                  <a:txBody>
                    <a:bodyPr/>
                    <a:lstStyle/>
                    <a:p>
                      <a:pPr marR="54610" algn="r">
                        <a:lnSpc>
                          <a:spcPct val="100000"/>
                        </a:lnSpc>
                        <a:spcBef>
                          <a:spcPts val="35"/>
                        </a:spcBef>
                      </a:pPr>
                      <a:r>
                        <a:rPr sz="1000" spc="-25" dirty="0">
                          <a:solidFill>
                            <a:srgbClr val="252525"/>
                          </a:solidFill>
                          <a:latin typeface="Trebuchet MS"/>
                          <a:cs typeface="Trebuchet MS"/>
                        </a:rPr>
                        <a:t>70</a:t>
                      </a:r>
                      <a:endParaRPr sz="1000">
                        <a:latin typeface="Trebuchet MS"/>
                        <a:cs typeface="Trebuchet MS"/>
                      </a:endParaRPr>
                    </a:p>
                  </a:txBody>
                  <a:tcPr marL="0" marR="0" marT="4445" marB="0">
                    <a:lnL w="3175">
                      <a:solidFill>
                        <a:srgbClr val="7E7E7E"/>
                      </a:solidFill>
                      <a:prstDash val="solid"/>
                    </a:lnL>
                    <a:lnR w="6350">
                      <a:solidFill>
                        <a:srgbClr val="BEBEBE"/>
                      </a:solidFill>
                      <a:prstDash val="solid"/>
                    </a:lnR>
                    <a:lnT w="6350">
                      <a:solidFill>
                        <a:srgbClr val="BEBEBE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55880" algn="r">
                        <a:lnSpc>
                          <a:spcPct val="100000"/>
                        </a:lnSpc>
                        <a:spcBef>
                          <a:spcPts val="35"/>
                        </a:spcBef>
                      </a:pPr>
                      <a:r>
                        <a:rPr sz="1000" dirty="0">
                          <a:solidFill>
                            <a:srgbClr val="252525"/>
                          </a:solidFill>
                          <a:latin typeface="Trebuchet MS"/>
                          <a:cs typeface="Trebuchet MS"/>
                        </a:rPr>
                        <a:t>1</a:t>
                      </a:r>
                      <a:endParaRPr sz="1000">
                        <a:latin typeface="Trebuchet MS"/>
                        <a:cs typeface="Trebuchet MS"/>
                      </a:endParaRPr>
                    </a:p>
                  </a:txBody>
                  <a:tcPr marL="0" marR="0" marT="4445" marB="0">
                    <a:lnL w="6350">
                      <a:solidFill>
                        <a:srgbClr val="BEBEBE"/>
                      </a:solidFill>
                      <a:prstDash val="solid"/>
                    </a:lnL>
                    <a:lnR w="6350">
                      <a:solidFill>
                        <a:srgbClr val="BEBEBE"/>
                      </a:solidFill>
                      <a:prstDash val="solid"/>
                    </a:lnR>
                    <a:lnT w="6350">
                      <a:solidFill>
                        <a:srgbClr val="BEBEBE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  <a:tr h="177800">
                <a:tc>
                  <a:txBody>
                    <a:bodyPr/>
                    <a:lstStyle/>
                    <a:p>
                      <a:pPr marR="55880" algn="r">
                        <a:lnSpc>
                          <a:spcPct val="100000"/>
                        </a:lnSpc>
                        <a:spcBef>
                          <a:spcPts val="35"/>
                        </a:spcBef>
                      </a:pPr>
                      <a:r>
                        <a:rPr sz="1000" spc="-25" dirty="0">
                          <a:solidFill>
                            <a:srgbClr val="252525"/>
                          </a:solidFill>
                          <a:latin typeface="Trebuchet MS"/>
                          <a:cs typeface="Trebuchet MS"/>
                        </a:rPr>
                        <a:t>80</a:t>
                      </a:r>
                      <a:endParaRPr sz="1000">
                        <a:latin typeface="Trebuchet MS"/>
                        <a:cs typeface="Trebuchet MS"/>
                      </a:endParaRPr>
                    </a:p>
                  </a:txBody>
                  <a:tcPr marL="0" marR="0" marT="4445" marB="0">
                    <a:lnL w="3175">
                      <a:solidFill>
                        <a:srgbClr val="7E7E7E"/>
                      </a:solidFill>
                      <a:prstDash val="solid"/>
                    </a:lnL>
                    <a:lnR w="6350">
                      <a:solidFill>
                        <a:srgbClr val="BEBEBE"/>
                      </a:solidFill>
                      <a:prstDash val="solid"/>
                    </a:lnR>
                    <a:lnT w="6350">
                      <a:solidFill>
                        <a:srgbClr val="BEBEBE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55880" algn="r">
                        <a:lnSpc>
                          <a:spcPct val="100000"/>
                        </a:lnSpc>
                        <a:spcBef>
                          <a:spcPts val="35"/>
                        </a:spcBef>
                      </a:pPr>
                      <a:r>
                        <a:rPr sz="1000" dirty="0">
                          <a:solidFill>
                            <a:srgbClr val="252525"/>
                          </a:solidFill>
                          <a:latin typeface="Trebuchet MS"/>
                          <a:cs typeface="Trebuchet MS"/>
                        </a:rPr>
                        <a:t>1</a:t>
                      </a:r>
                      <a:endParaRPr sz="1000">
                        <a:latin typeface="Trebuchet MS"/>
                        <a:cs typeface="Trebuchet MS"/>
                      </a:endParaRPr>
                    </a:p>
                  </a:txBody>
                  <a:tcPr marL="0" marR="0" marT="4445" marB="0">
                    <a:lnL w="6350">
                      <a:solidFill>
                        <a:srgbClr val="BEBEBE"/>
                      </a:solidFill>
                      <a:prstDash val="solid"/>
                    </a:lnL>
                    <a:lnR w="6350">
                      <a:solidFill>
                        <a:srgbClr val="BEBEBE"/>
                      </a:solidFill>
                      <a:prstDash val="solid"/>
                    </a:lnR>
                    <a:lnT w="6350">
                      <a:solidFill>
                        <a:srgbClr val="BEBEBE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9"/>
                  </a:ext>
                </a:extLst>
              </a:tr>
              <a:tr h="177165">
                <a:tc>
                  <a:txBody>
                    <a:bodyPr/>
                    <a:lstStyle/>
                    <a:p>
                      <a:pPr marR="54610" algn="r">
                        <a:lnSpc>
                          <a:spcPct val="100000"/>
                        </a:lnSpc>
                        <a:spcBef>
                          <a:spcPts val="35"/>
                        </a:spcBef>
                      </a:pPr>
                      <a:r>
                        <a:rPr sz="1000" spc="-25" dirty="0">
                          <a:solidFill>
                            <a:srgbClr val="252525"/>
                          </a:solidFill>
                          <a:latin typeface="Trebuchet MS"/>
                          <a:cs typeface="Trebuchet MS"/>
                        </a:rPr>
                        <a:t>90</a:t>
                      </a:r>
                      <a:endParaRPr sz="1000">
                        <a:latin typeface="Trebuchet MS"/>
                        <a:cs typeface="Trebuchet MS"/>
                      </a:endParaRPr>
                    </a:p>
                  </a:txBody>
                  <a:tcPr marL="0" marR="0" marT="4445" marB="0">
                    <a:lnL w="3175">
                      <a:solidFill>
                        <a:srgbClr val="7E7E7E"/>
                      </a:solidFill>
                      <a:prstDash val="solid"/>
                    </a:lnL>
                    <a:lnR w="6350">
                      <a:solidFill>
                        <a:srgbClr val="BEBEBE"/>
                      </a:solidFill>
                      <a:prstDash val="solid"/>
                    </a:lnR>
                    <a:lnT w="6350">
                      <a:solidFill>
                        <a:srgbClr val="BEBEBE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55880" algn="r">
                        <a:lnSpc>
                          <a:spcPct val="100000"/>
                        </a:lnSpc>
                        <a:spcBef>
                          <a:spcPts val="35"/>
                        </a:spcBef>
                      </a:pPr>
                      <a:r>
                        <a:rPr sz="1000" dirty="0">
                          <a:solidFill>
                            <a:srgbClr val="252525"/>
                          </a:solidFill>
                          <a:latin typeface="Trebuchet MS"/>
                          <a:cs typeface="Trebuchet MS"/>
                        </a:rPr>
                        <a:t>1</a:t>
                      </a:r>
                      <a:endParaRPr sz="1000">
                        <a:latin typeface="Trebuchet MS"/>
                        <a:cs typeface="Trebuchet MS"/>
                      </a:endParaRPr>
                    </a:p>
                  </a:txBody>
                  <a:tcPr marL="0" marR="0" marT="4445" marB="0">
                    <a:lnL w="6350">
                      <a:solidFill>
                        <a:srgbClr val="BEBEBE"/>
                      </a:solidFill>
                      <a:prstDash val="solid"/>
                    </a:lnL>
                    <a:lnR w="6350">
                      <a:solidFill>
                        <a:srgbClr val="BEBEBE"/>
                      </a:solidFill>
                      <a:prstDash val="solid"/>
                    </a:lnR>
                    <a:lnT w="6350">
                      <a:solidFill>
                        <a:srgbClr val="BEBEBE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20"/>
                  </a:ext>
                </a:extLst>
              </a:tr>
              <a:tr h="177800">
                <a:tc>
                  <a:txBody>
                    <a:bodyPr/>
                    <a:lstStyle/>
                    <a:p>
                      <a:pPr marR="56515" algn="r">
                        <a:lnSpc>
                          <a:spcPct val="100000"/>
                        </a:lnSpc>
                        <a:spcBef>
                          <a:spcPts val="35"/>
                        </a:spcBef>
                      </a:pPr>
                      <a:r>
                        <a:rPr sz="1000" spc="-25" dirty="0">
                          <a:solidFill>
                            <a:srgbClr val="252525"/>
                          </a:solidFill>
                          <a:latin typeface="Trebuchet MS"/>
                          <a:cs typeface="Trebuchet MS"/>
                        </a:rPr>
                        <a:t>100</a:t>
                      </a:r>
                      <a:endParaRPr sz="1000">
                        <a:latin typeface="Trebuchet MS"/>
                        <a:cs typeface="Trebuchet MS"/>
                      </a:endParaRPr>
                    </a:p>
                  </a:txBody>
                  <a:tcPr marL="0" marR="0" marT="4445" marB="0">
                    <a:lnL w="3175">
                      <a:solidFill>
                        <a:srgbClr val="7E7E7E"/>
                      </a:solidFill>
                      <a:prstDash val="solid"/>
                    </a:lnL>
                    <a:lnR w="6350">
                      <a:solidFill>
                        <a:srgbClr val="BEBEBE"/>
                      </a:solidFill>
                      <a:prstDash val="solid"/>
                    </a:lnR>
                    <a:lnT w="6350">
                      <a:solidFill>
                        <a:srgbClr val="BEBEBE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55880" algn="r">
                        <a:lnSpc>
                          <a:spcPct val="100000"/>
                        </a:lnSpc>
                        <a:spcBef>
                          <a:spcPts val="35"/>
                        </a:spcBef>
                      </a:pPr>
                      <a:r>
                        <a:rPr sz="1000" dirty="0">
                          <a:solidFill>
                            <a:srgbClr val="252525"/>
                          </a:solidFill>
                          <a:latin typeface="Trebuchet MS"/>
                          <a:cs typeface="Trebuchet MS"/>
                        </a:rPr>
                        <a:t>1</a:t>
                      </a:r>
                      <a:endParaRPr sz="1000">
                        <a:latin typeface="Trebuchet MS"/>
                        <a:cs typeface="Trebuchet MS"/>
                      </a:endParaRPr>
                    </a:p>
                  </a:txBody>
                  <a:tcPr marL="0" marR="0" marT="4445" marB="0">
                    <a:lnL w="6350">
                      <a:solidFill>
                        <a:srgbClr val="BEBEBE"/>
                      </a:solidFill>
                      <a:prstDash val="solid"/>
                    </a:lnL>
                    <a:lnR w="6350">
                      <a:solidFill>
                        <a:srgbClr val="BEBEBE"/>
                      </a:solidFill>
                      <a:prstDash val="solid"/>
                    </a:lnR>
                    <a:lnT w="6350">
                      <a:solidFill>
                        <a:srgbClr val="BEBEBE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21"/>
                  </a:ext>
                </a:extLst>
              </a:tr>
            </a:tbl>
          </a:graphicData>
        </a:graphic>
      </p:graphicFrame>
      <p:grpSp>
        <p:nvGrpSpPr>
          <p:cNvPr id="12" name="object 12"/>
          <p:cNvGrpSpPr/>
          <p:nvPr/>
        </p:nvGrpSpPr>
        <p:grpSpPr>
          <a:xfrm>
            <a:off x="685800" y="2284476"/>
            <a:ext cx="4191000" cy="1472565"/>
            <a:chOff x="685800" y="2284476"/>
            <a:chExt cx="4191000" cy="1472565"/>
          </a:xfrm>
        </p:grpSpPr>
        <p:sp>
          <p:nvSpPr>
            <p:cNvPr id="13" name="object 13"/>
            <p:cNvSpPr/>
            <p:nvPr/>
          </p:nvSpPr>
          <p:spPr>
            <a:xfrm>
              <a:off x="685800" y="2284476"/>
              <a:ext cx="4191000" cy="1472565"/>
            </a:xfrm>
            <a:custGeom>
              <a:avLst/>
              <a:gdLst/>
              <a:ahLst/>
              <a:cxnLst/>
              <a:rect l="l" t="t" r="r" b="b"/>
              <a:pathLst>
                <a:path w="4191000" h="1472564">
                  <a:moveTo>
                    <a:pt x="4191000" y="0"/>
                  </a:moveTo>
                  <a:lnTo>
                    <a:pt x="0" y="0"/>
                  </a:lnTo>
                  <a:lnTo>
                    <a:pt x="0" y="1472184"/>
                  </a:lnTo>
                  <a:lnTo>
                    <a:pt x="4191000" y="1472184"/>
                  </a:lnTo>
                  <a:lnTo>
                    <a:pt x="4191000" y="0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4" name="object 14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276604" y="2683383"/>
              <a:ext cx="229870" cy="187705"/>
            </a:xfrm>
            <a:prstGeom prst="rect">
              <a:avLst/>
            </a:prstGeom>
          </p:spPr>
        </p:pic>
      </p:grpSp>
      <p:sp>
        <p:nvSpPr>
          <p:cNvPr id="15" name="object 15"/>
          <p:cNvSpPr txBox="1"/>
          <p:nvPr/>
        </p:nvSpPr>
        <p:spPr>
          <a:xfrm>
            <a:off x="2057654" y="3440937"/>
            <a:ext cx="266065" cy="20320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10"/>
              </a:spcBef>
            </a:pPr>
            <a:r>
              <a:rPr sz="1150" spc="-25" dirty="0">
                <a:latin typeface="Cambria Math"/>
                <a:cs typeface="Cambria Math"/>
              </a:rPr>
              <a:t>𝑖=1</a:t>
            </a:r>
            <a:endParaRPr sz="1150">
              <a:latin typeface="Cambria Math"/>
              <a:cs typeface="Cambria Math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777240" y="2246383"/>
            <a:ext cx="2122170" cy="836930"/>
          </a:xfrm>
          <a:prstGeom prst="rect">
            <a:avLst/>
          </a:prstGeom>
        </p:spPr>
        <p:txBody>
          <a:bodyPr vert="horz" wrap="square" lIns="0" tIns="8699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685"/>
              </a:spcBef>
            </a:pPr>
            <a:r>
              <a:rPr sz="1400" spc="-275" dirty="0">
                <a:latin typeface="Trebuchet MS"/>
                <a:cs typeface="Trebuchet MS"/>
              </a:rPr>
              <a:t>A</a:t>
            </a:r>
            <a:r>
              <a:rPr sz="1400" spc="-125" dirty="0">
                <a:latin typeface="Trebuchet MS"/>
                <a:cs typeface="Trebuchet MS"/>
              </a:rPr>
              <a:t> </a:t>
            </a:r>
            <a:r>
              <a:rPr sz="1400" spc="-200" dirty="0">
                <a:latin typeface="Trebuchet MS"/>
                <a:cs typeface="Trebuchet MS"/>
              </a:rPr>
              <a:t>threshold</a:t>
            </a:r>
            <a:r>
              <a:rPr sz="1400" spc="-150" dirty="0">
                <a:latin typeface="Trebuchet MS"/>
                <a:cs typeface="Trebuchet MS"/>
              </a:rPr>
              <a:t> </a:t>
            </a:r>
            <a:r>
              <a:rPr sz="1400" spc="-210" dirty="0">
                <a:latin typeface="Trebuchet MS"/>
                <a:cs typeface="Trebuchet MS"/>
              </a:rPr>
              <a:t>can</a:t>
            </a:r>
            <a:r>
              <a:rPr sz="1400" spc="-160" dirty="0">
                <a:latin typeface="Trebuchet MS"/>
                <a:cs typeface="Trebuchet MS"/>
              </a:rPr>
              <a:t> </a:t>
            </a:r>
            <a:r>
              <a:rPr sz="1400" spc="-250" dirty="0">
                <a:latin typeface="Trebuchet MS"/>
                <a:cs typeface="Trebuchet MS"/>
              </a:rPr>
              <a:t>be</a:t>
            </a:r>
            <a:r>
              <a:rPr sz="1400" spc="-145" dirty="0">
                <a:latin typeface="Trebuchet MS"/>
                <a:cs typeface="Trebuchet MS"/>
              </a:rPr>
              <a:t> </a:t>
            </a:r>
            <a:r>
              <a:rPr sz="1400" spc="-229" dirty="0">
                <a:latin typeface="Trebuchet MS"/>
                <a:cs typeface="Trebuchet MS"/>
              </a:rPr>
              <a:t>defined</a:t>
            </a:r>
            <a:r>
              <a:rPr sz="1400" spc="-160" dirty="0">
                <a:latin typeface="Trebuchet MS"/>
                <a:cs typeface="Trebuchet MS"/>
              </a:rPr>
              <a:t> </a:t>
            </a:r>
            <a:r>
              <a:rPr sz="1400" spc="-145" dirty="0">
                <a:latin typeface="Trebuchet MS"/>
                <a:cs typeface="Trebuchet MS"/>
              </a:rPr>
              <a:t>as</a:t>
            </a:r>
            <a:r>
              <a:rPr sz="1400" spc="-130" dirty="0">
                <a:latin typeface="Trebuchet MS"/>
                <a:cs typeface="Trebuchet MS"/>
              </a:rPr>
              <a:t> </a:t>
            </a:r>
            <a:r>
              <a:rPr sz="1400" spc="-185" dirty="0">
                <a:latin typeface="Trebuchet MS"/>
                <a:cs typeface="Trebuchet MS"/>
              </a:rPr>
              <a:t>follows,</a:t>
            </a:r>
            <a:endParaRPr sz="14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665"/>
              </a:spcBef>
            </a:pPr>
            <a:r>
              <a:rPr sz="1600" dirty="0">
                <a:latin typeface="Cambria Math"/>
                <a:cs typeface="Cambria Math"/>
              </a:rPr>
              <a:t>𝑦</a:t>
            </a:r>
            <a:r>
              <a:rPr sz="1600" spc="110" dirty="0">
                <a:latin typeface="Cambria Math"/>
                <a:cs typeface="Cambria Math"/>
              </a:rPr>
              <a:t> </a:t>
            </a:r>
            <a:r>
              <a:rPr sz="1600" dirty="0">
                <a:latin typeface="Cambria Math"/>
                <a:cs typeface="Cambria Math"/>
              </a:rPr>
              <a:t>=</a:t>
            </a:r>
            <a:r>
              <a:rPr sz="1600" spc="85" dirty="0">
                <a:latin typeface="Cambria Math"/>
                <a:cs typeface="Cambria Math"/>
              </a:rPr>
              <a:t> </a:t>
            </a:r>
            <a:r>
              <a:rPr sz="1600" dirty="0">
                <a:latin typeface="Cambria Math"/>
                <a:cs typeface="Cambria Math"/>
              </a:rPr>
              <a:t>𝜏</a:t>
            </a:r>
            <a:r>
              <a:rPr sz="1600" spc="340" dirty="0">
                <a:latin typeface="Cambria Math"/>
                <a:cs typeface="Cambria Math"/>
              </a:rPr>
              <a:t> </a:t>
            </a:r>
            <a:r>
              <a:rPr sz="1600" spc="-50" dirty="0">
                <a:latin typeface="Cambria Math"/>
                <a:cs typeface="Cambria Math"/>
              </a:rPr>
              <a:t>𝑠</a:t>
            </a:r>
            <a:endParaRPr sz="1600">
              <a:latin typeface="Cambria Math"/>
              <a:cs typeface="Cambria Math"/>
            </a:endParaRPr>
          </a:p>
          <a:p>
            <a:pPr marL="1356360">
              <a:lnSpc>
                <a:spcPct val="100000"/>
              </a:lnSpc>
              <a:spcBef>
                <a:spcPts val="150"/>
              </a:spcBef>
            </a:pPr>
            <a:r>
              <a:rPr sz="1150" spc="20" dirty="0">
                <a:latin typeface="Cambria Math"/>
                <a:cs typeface="Cambria Math"/>
              </a:rPr>
              <a:t>𝑑</a:t>
            </a:r>
            <a:endParaRPr sz="1150">
              <a:latin typeface="Cambria Math"/>
              <a:cs typeface="Cambria Math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753363" y="3126993"/>
            <a:ext cx="2105025" cy="25840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95"/>
              </a:spcBef>
            </a:pPr>
            <a:r>
              <a:rPr sz="1600" dirty="0">
                <a:latin typeface="Calibri"/>
                <a:cs typeface="Calibri"/>
              </a:rPr>
              <a:t>here </a:t>
            </a:r>
            <a:r>
              <a:rPr sz="1600" dirty="0">
                <a:latin typeface="Cambria Math"/>
                <a:cs typeface="Cambria Math"/>
              </a:rPr>
              <a:t>𝑠 = 𝑤</a:t>
            </a:r>
            <a:r>
              <a:rPr sz="1725" baseline="-14492" dirty="0">
                <a:latin typeface="Cambria Math"/>
                <a:cs typeface="Cambria Math"/>
              </a:rPr>
              <a:t>0 </a:t>
            </a:r>
            <a:r>
              <a:rPr sz="1600" dirty="0">
                <a:latin typeface="Cambria Math"/>
                <a:cs typeface="Cambria Math"/>
              </a:rPr>
              <a:t>+ ෍ 𝑤</a:t>
            </a:r>
            <a:r>
              <a:rPr sz="1725" baseline="-14492" dirty="0">
                <a:latin typeface="Cambria Math"/>
                <a:cs typeface="Cambria Math"/>
              </a:rPr>
              <a:t>𝑖</a:t>
            </a:r>
            <a:r>
              <a:rPr sz="1600" dirty="0">
                <a:latin typeface="Cambria Math"/>
                <a:cs typeface="Cambria Math"/>
              </a:rPr>
              <a:t>𝑥</a:t>
            </a:r>
            <a:r>
              <a:rPr sz="1725" baseline="-14492" dirty="0">
                <a:latin typeface="Cambria Math"/>
                <a:cs typeface="Cambria Math"/>
              </a:rPr>
              <a:t>𝑖 </a:t>
            </a:r>
            <a:r>
              <a:rPr sz="1600" dirty="0">
                <a:latin typeface="Calibri"/>
                <a:cs typeface="Calibri"/>
              </a:rPr>
              <a:t>,</a:t>
            </a:r>
          </a:p>
        </p:txBody>
      </p:sp>
      <p:pic>
        <p:nvPicPr>
          <p:cNvPr id="18" name="object 18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3119120" y="3190875"/>
            <a:ext cx="229869" cy="187705"/>
          </a:xfrm>
          <a:prstGeom prst="rect">
            <a:avLst/>
          </a:prstGeom>
        </p:spPr>
      </p:pic>
      <p:sp>
        <p:nvSpPr>
          <p:cNvPr id="19" name="object 19"/>
          <p:cNvSpPr txBox="1"/>
          <p:nvPr/>
        </p:nvSpPr>
        <p:spPr>
          <a:xfrm>
            <a:off x="2978657" y="3126993"/>
            <a:ext cx="98425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95"/>
              </a:spcBef>
              <a:tabLst>
                <a:tab pos="445770" algn="l"/>
              </a:tabLst>
            </a:pPr>
            <a:r>
              <a:rPr sz="1600" dirty="0">
                <a:latin typeface="Cambria Math"/>
                <a:cs typeface="Cambria Math"/>
              </a:rPr>
              <a:t>𝜏</a:t>
            </a:r>
            <a:r>
              <a:rPr sz="1600" spc="330" dirty="0">
                <a:latin typeface="Cambria Math"/>
                <a:cs typeface="Cambria Math"/>
              </a:rPr>
              <a:t> </a:t>
            </a:r>
            <a:r>
              <a:rPr sz="1600" spc="-50" dirty="0">
                <a:latin typeface="Cambria Math"/>
                <a:cs typeface="Cambria Math"/>
              </a:rPr>
              <a:t>𝑠</a:t>
            </a:r>
            <a:r>
              <a:rPr sz="1600" dirty="0">
                <a:latin typeface="Cambria Math"/>
                <a:cs typeface="Cambria Math"/>
              </a:rPr>
              <a:t>	=</a:t>
            </a:r>
            <a:r>
              <a:rPr sz="1600" spc="80" dirty="0">
                <a:latin typeface="Cambria Math"/>
                <a:cs typeface="Cambria Math"/>
              </a:rPr>
              <a:t> </a:t>
            </a:r>
            <a:r>
              <a:rPr sz="1600" spc="-400" dirty="0">
                <a:latin typeface="Cambria Math"/>
                <a:cs typeface="Cambria Math"/>
              </a:rPr>
              <a:t>ቊ</a:t>
            </a:r>
            <a:r>
              <a:rPr sz="1600" spc="250" dirty="0">
                <a:latin typeface="Cambria Math"/>
                <a:cs typeface="Cambria Math"/>
              </a:rPr>
              <a:t> </a:t>
            </a:r>
            <a:r>
              <a:rPr sz="2400" spc="-202" baseline="29513" dirty="0">
                <a:latin typeface="Cambria Math"/>
                <a:cs typeface="Cambria Math"/>
              </a:rPr>
              <a:t>1</a:t>
            </a:r>
            <a:endParaRPr sz="2400" baseline="29513">
              <a:latin typeface="Cambria Math"/>
              <a:cs typeface="Cambria Math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3710559" y="3017266"/>
            <a:ext cx="1139825" cy="50673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492759">
              <a:lnSpc>
                <a:spcPts val="1895"/>
              </a:lnSpc>
              <a:spcBef>
                <a:spcPts val="95"/>
              </a:spcBef>
            </a:pPr>
            <a:r>
              <a:rPr sz="1600" dirty="0">
                <a:latin typeface="Cambria Math"/>
                <a:cs typeface="Cambria Math"/>
              </a:rPr>
              <a:t>𝑠</a:t>
            </a:r>
            <a:r>
              <a:rPr sz="1600" spc="300" dirty="0">
                <a:latin typeface="Cambria Math"/>
                <a:cs typeface="Cambria Math"/>
              </a:rPr>
              <a:t> </a:t>
            </a:r>
            <a:r>
              <a:rPr sz="1600" dirty="0">
                <a:latin typeface="Cambria Math"/>
                <a:cs typeface="Cambria Math"/>
              </a:rPr>
              <a:t>≥</a:t>
            </a:r>
            <a:r>
              <a:rPr sz="1600" spc="265" dirty="0">
                <a:latin typeface="Cambria Math"/>
                <a:cs typeface="Cambria Math"/>
              </a:rPr>
              <a:t> </a:t>
            </a:r>
            <a:r>
              <a:rPr sz="1600" spc="-55" dirty="0">
                <a:latin typeface="Cambria Math"/>
                <a:cs typeface="Cambria Math"/>
              </a:rPr>
              <a:t>0</a:t>
            </a:r>
            <a:r>
              <a:rPr sz="2400" spc="-82" baseline="8680" dirty="0">
                <a:latin typeface="Cambria Math"/>
                <a:cs typeface="Cambria Math"/>
              </a:rPr>
              <a:t>ൢ</a:t>
            </a:r>
            <a:endParaRPr sz="2400" baseline="8680">
              <a:latin typeface="Cambria Math"/>
              <a:cs typeface="Cambria Math"/>
            </a:endParaRPr>
          </a:p>
          <a:p>
            <a:pPr marL="25400">
              <a:lnSpc>
                <a:spcPts val="1895"/>
              </a:lnSpc>
              <a:tabLst>
                <a:tab pos="492759" algn="l"/>
              </a:tabLst>
            </a:pPr>
            <a:r>
              <a:rPr sz="1600" spc="-25" dirty="0">
                <a:latin typeface="Cambria Math"/>
                <a:cs typeface="Cambria Math"/>
              </a:rPr>
              <a:t>−1</a:t>
            </a:r>
            <a:r>
              <a:rPr sz="1600" dirty="0">
                <a:latin typeface="Cambria Math"/>
                <a:cs typeface="Cambria Math"/>
              </a:rPr>
              <a:t>	𝑠</a:t>
            </a:r>
            <a:r>
              <a:rPr sz="1600" spc="110" dirty="0">
                <a:latin typeface="Cambria Math"/>
                <a:cs typeface="Cambria Math"/>
              </a:rPr>
              <a:t> </a:t>
            </a:r>
            <a:r>
              <a:rPr sz="1600" dirty="0">
                <a:latin typeface="Cambria Math"/>
                <a:cs typeface="Cambria Math"/>
              </a:rPr>
              <a:t>&lt;</a:t>
            </a:r>
            <a:r>
              <a:rPr sz="1600" spc="85" dirty="0">
                <a:latin typeface="Cambria Math"/>
                <a:cs typeface="Cambria Math"/>
              </a:rPr>
              <a:t> </a:t>
            </a:r>
            <a:r>
              <a:rPr sz="1600" spc="-50" dirty="0">
                <a:latin typeface="Cambria Math"/>
                <a:cs typeface="Cambria Math"/>
              </a:rPr>
              <a:t>0</a:t>
            </a:r>
            <a:endParaRPr sz="1600">
              <a:latin typeface="Cambria Math"/>
              <a:cs typeface="Cambria Math"/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6073140" y="2284476"/>
            <a:ext cx="3235960" cy="2095500"/>
          </a:xfrm>
          <a:custGeom>
            <a:avLst/>
            <a:gdLst/>
            <a:ahLst/>
            <a:cxnLst/>
            <a:rect l="l" t="t" r="r" b="b"/>
            <a:pathLst>
              <a:path w="3235959" h="2095500">
                <a:moveTo>
                  <a:pt x="3235452" y="0"/>
                </a:moveTo>
                <a:lnTo>
                  <a:pt x="0" y="0"/>
                </a:lnTo>
                <a:lnTo>
                  <a:pt x="0" y="2095500"/>
                </a:lnTo>
                <a:lnTo>
                  <a:pt x="3235452" y="2095500"/>
                </a:lnTo>
                <a:lnTo>
                  <a:pt x="3235452" y="0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 txBox="1"/>
          <p:nvPr/>
        </p:nvSpPr>
        <p:spPr>
          <a:xfrm>
            <a:off x="7186421" y="2450083"/>
            <a:ext cx="1067435" cy="2235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300" b="1" spc="-250" dirty="0">
                <a:latin typeface="Tahoma"/>
                <a:cs typeface="Tahoma"/>
              </a:rPr>
              <a:t>Threshold</a:t>
            </a:r>
            <a:r>
              <a:rPr sz="1300" b="1" spc="-20" dirty="0">
                <a:latin typeface="Tahoma"/>
                <a:cs typeface="Tahoma"/>
              </a:rPr>
              <a:t> </a:t>
            </a:r>
            <a:r>
              <a:rPr sz="1300" b="1" spc="-225" dirty="0">
                <a:latin typeface="Tahoma"/>
                <a:cs typeface="Tahoma"/>
              </a:rPr>
              <a:t>function</a:t>
            </a:r>
            <a:endParaRPr sz="1300">
              <a:latin typeface="Tahoma"/>
              <a:cs typeface="Tahoma"/>
            </a:endParaRPr>
          </a:p>
        </p:txBody>
      </p:sp>
      <p:graphicFrame>
        <p:nvGraphicFramePr>
          <p:cNvPr id="23" name="object 23"/>
          <p:cNvGraphicFramePr>
            <a:graphicFrameLocks noGrp="1"/>
          </p:cNvGraphicFramePr>
          <p:nvPr/>
        </p:nvGraphicFramePr>
        <p:xfrm>
          <a:off x="6377940" y="2822448"/>
          <a:ext cx="2666363" cy="132016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3878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4195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5275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4640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4640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4005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1272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D9D9D9"/>
                      </a:solidFill>
                      <a:prstDash val="solid"/>
                    </a:lnL>
                    <a:lnR w="6350">
                      <a:solidFill>
                        <a:srgbClr val="D9D9D9"/>
                      </a:solidFill>
                      <a:prstDash val="solid"/>
                    </a:lnR>
                    <a:lnT w="6350">
                      <a:solidFill>
                        <a:srgbClr val="D9D9D9"/>
                      </a:solidFill>
                      <a:prstDash val="solid"/>
                    </a:lnT>
                    <a:lnB w="6350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D9D9D9"/>
                      </a:solidFill>
                      <a:prstDash val="solid"/>
                    </a:lnL>
                    <a:lnR w="6350">
                      <a:solidFill>
                        <a:srgbClr val="D9D9D9"/>
                      </a:solidFill>
                      <a:prstDash val="solid"/>
                    </a:lnR>
                    <a:lnT w="6350">
                      <a:solidFill>
                        <a:srgbClr val="D9D9D9"/>
                      </a:solidFill>
                      <a:prstDash val="solid"/>
                    </a:lnT>
                    <a:lnB w="6350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D9D9D9"/>
                      </a:solidFill>
                      <a:prstDash val="solid"/>
                    </a:lnL>
                    <a:lnR w="6350">
                      <a:solidFill>
                        <a:srgbClr val="D9D9D9"/>
                      </a:solidFill>
                      <a:prstDash val="solid"/>
                    </a:lnR>
                    <a:lnT w="6350">
                      <a:solidFill>
                        <a:srgbClr val="D9D9D9"/>
                      </a:solidFill>
                      <a:prstDash val="solid"/>
                    </a:lnT>
                    <a:lnB w="6350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D9D9D9"/>
                      </a:solidFill>
                      <a:prstDash val="solid"/>
                    </a:lnL>
                    <a:lnR w="6350">
                      <a:solidFill>
                        <a:srgbClr val="D9D9D9"/>
                      </a:solidFill>
                      <a:prstDash val="solid"/>
                    </a:lnR>
                    <a:lnT w="6350">
                      <a:solidFill>
                        <a:srgbClr val="D9D9D9"/>
                      </a:solidFill>
                      <a:prstDash val="solid"/>
                    </a:lnT>
                    <a:lnB w="6350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D9D9D9"/>
                      </a:solidFill>
                      <a:prstDash val="solid"/>
                    </a:lnL>
                    <a:lnR w="6350">
                      <a:solidFill>
                        <a:srgbClr val="D9D9D9"/>
                      </a:solidFill>
                      <a:prstDash val="solid"/>
                    </a:lnR>
                    <a:lnT w="6350">
                      <a:solidFill>
                        <a:srgbClr val="D9D9D9"/>
                      </a:solidFill>
                      <a:prstDash val="solid"/>
                    </a:lnT>
                    <a:lnB w="6350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D9D9D9"/>
                      </a:solidFill>
                      <a:prstDash val="solid"/>
                    </a:lnL>
                    <a:lnR w="6350">
                      <a:solidFill>
                        <a:srgbClr val="D9D9D9"/>
                      </a:solidFill>
                      <a:prstDash val="solid"/>
                    </a:lnR>
                    <a:lnT w="6350">
                      <a:solidFill>
                        <a:srgbClr val="D9D9D9"/>
                      </a:solidFill>
                      <a:prstDash val="solid"/>
                    </a:lnT>
                    <a:lnB w="6350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7804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D9D9D9"/>
                      </a:solidFill>
                      <a:prstDash val="solid"/>
                    </a:lnL>
                    <a:lnR w="6350">
                      <a:solidFill>
                        <a:srgbClr val="D9D9D9"/>
                      </a:solidFill>
                      <a:prstDash val="solid"/>
                    </a:lnR>
                    <a:lnT w="6350">
                      <a:solidFill>
                        <a:srgbClr val="D9D9D9"/>
                      </a:solidFill>
                      <a:prstDash val="solid"/>
                    </a:lnT>
                    <a:lnB w="6350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D9D9D9"/>
                      </a:solidFill>
                      <a:prstDash val="solid"/>
                    </a:lnL>
                    <a:lnR w="6350">
                      <a:solidFill>
                        <a:srgbClr val="D9D9D9"/>
                      </a:solidFill>
                      <a:prstDash val="solid"/>
                    </a:lnR>
                    <a:lnT w="6350">
                      <a:solidFill>
                        <a:srgbClr val="D9D9D9"/>
                      </a:solidFill>
                      <a:prstDash val="solid"/>
                    </a:lnT>
                    <a:lnB w="6350">
                      <a:solidFill>
                        <a:srgbClr val="D9D9D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D9D9D9"/>
                      </a:solidFill>
                      <a:prstDash val="solid"/>
                    </a:lnL>
                    <a:lnR w="6350">
                      <a:solidFill>
                        <a:srgbClr val="D9D9D9"/>
                      </a:solidFill>
                      <a:prstDash val="solid"/>
                    </a:lnR>
                    <a:lnT w="6350">
                      <a:solidFill>
                        <a:srgbClr val="D9D9D9"/>
                      </a:solidFill>
                      <a:prstDash val="solid"/>
                    </a:lnT>
                    <a:lnB w="6350">
                      <a:solidFill>
                        <a:srgbClr val="D9D9D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D9D9D9"/>
                      </a:solidFill>
                      <a:prstDash val="solid"/>
                    </a:lnL>
                    <a:lnR w="6350">
                      <a:solidFill>
                        <a:srgbClr val="D9D9D9"/>
                      </a:solidFill>
                      <a:prstDash val="solid"/>
                    </a:lnR>
                    <a:lnT w="6350">
                      <a:solidFill>
                        <a:srgbClr val="D9D9D9"/>
                      </a:solidFill>
                      <a:prstDash val="solid"/>
                    </a:lnT>
                    <a:lnB w="6350">
                      <a:solidFill>
                        <a:srgbClr val="D9D9D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D9D9D9"/>
                      </a:solidFill>
                      <a:prstDash val="solid"/>
                    </a:lnL>
                    <a:lnR w="6350">
                      <a:solidFill>
                        <a:srgbClr val="D9D9D9"/>
                      </a:solidFill>
                      <a:prstDash val="solid"/>
                    </a:lnR>
                    <a:lnT w="6350">
                      <a:solidFill>
                        <a:srgbClr val="D9D9D9"/>
                      </a:solidFill>
                      <a:prstDash val="solid"/>
                    </a:lnT>
                    <a:lnB w="6350">
                      <a:solidFill>
                        <a:srgbClr val="D9D9D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D9D9D9"/>
                      </a:solidFill>
                      <a:prstDash val="solid"/>
                    </a:lnL>
                    <a:lnR w="6350">
                      <a:solidFill>
                        <a:srgbClr val="D9D9D9"/>
                      </a:solidFill>
                      <a:prstDash val="solid"/>
                    </a:lnR>
                    <a:lnT w="6350">
                      <a:solidFill>
                        <a:srgbClr val="D9D9D9"/>
                      </a:solidFill>
                      <a:prstDash val="solid"/>
                    </a:lnT>
                    <a:lnB w="6350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D9D9D9"/>
                      </a:solidFill>
                      <a:prstDash val="solid"/>
                    </a:lnL>
                    <a:lnR w="6350">
                      <a:solidFill>
                        <a:srgbClr val="D9D9D9"/>
                      </a:solidFill>
                      <a:prstDash val="solid"/>
                    </a:lnR>
                    <a:lnT w="6350">
                      <a:solidFill>
                        <a:srgbClr val="D9D9D9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D9D9D9"/>
                      </a:solidFill>
                      <a:prstDash val="solid"/>
                    </a:lnL>
                    <a:lnR w="6350">
                      <a:solidFill>
                        <a:srgbClr val="D9D9D9"/>
                      </a:solidFill>
                      <a:prstDash val="solid"/>
                    </a:lnR>
                    <a:lnT w="6350">
                      <a:solidFill>
                        <a:srgbClr val="D9D9D9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D9D9D9"/>
                      </a:solidFill>
                      <a:prstDash val="solid"/>
                    </a:lnL>
                    <a:lnR w="6350">
                      <a:solidFill>
                        <a:srgbClr val="D9D9D9"/>
                      </a:solidFill>
                      <a:prstDash val="solid"/>
                    </a:lnR>
                    <a:lnT w="6350">
                      <a:solidFill>
                        <a:srgbClr val="D9D9D9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D9D9D9"/>
                      </a:solidFill>
                      <a:prstDash val="solid"/>
                    </a:lnL>
                    <a:lnR w="6350">
                      <a:solidFill>
                        <a:srgbClr val="D9D9D9"/>
                      </a:solidFill>
                      <a:prstDash val="solid"/>
                    </a:lnR>
                    <a:lnT w="6350">
                      <a:solidFill>
                        <a:srgbClr val="D9D9D9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D9D9D9"/>
                      </a:solidFill>
                      <a:prstDash val="solid"/>
                    </a:lnL>
                    <a:lnR w="6350">
                      <a:solidFill>
                        <a:srgbClr val="D9D9D9"/>
                      </a:solidFill>
                      <a:prstDash val="solid"/>
                    </a:lnR>
                    <a:lnT w="6350">
                      <a:solidFill>
                        <a:srgbClr val="D9D9D9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D9D9D9"/>
                      </a:solidFill>
                      <a:prstDash val="solid"/>
                    </a:lnL>
                    <a:lnR w="6350">
                      <a:solidFill>
                        <a:srgbClr val="D9D9D9"/>
                      </a:solidFill>
                      <a:prstDash val="solid"/>
                    </a:lnR>
                    <a:lnT w="6350">
                      <a:solidFill>
                        <a:srgbClr val="D9D9D9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336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D9D9D9"/>
                      </a:solidFill>
                      <a:prstDash val="solid"/>
                    </a:lnL>
                    <a:lnR w="6350">
                      <a:solidFill>
                        <a:srgbClr val="D9D9D9"/>
                      </a:solidFill>
                      <a:prstDash val="solid"/>
                    </a:lnR>
                    <a:lnT w="6350">
                      <a:solidFill>
                        <a:srgbClr val="BEBEBE"/>
                      </a:solidFill>
                      <a:prstDash val="solid"/>
                    </a:lnT>
                    <a:lnB w="6350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D9D9D9"/>
                      </a:solidFill>
                      <a:prstDash val="solid"/>
                    </a:lnL>
                    <a:lnR w="6350">
                      <a:solidFill>
                        <a:srgbClr val="D9D9D9"/>
                      </a:solidFill>
                      <a:prstDash val="solid"/>
                    </a:lnR>
                    <a:lnT w="6350">
                      <a:solidFill>
                        <a:srgbClr val="BEBEBE"/>
                      </a:solidFill>
                      <a:prstDash val="solid"/>
                    </a:lnT>
                    <a:lnB w="6350">
                      <a:solidFill>
                        <a:srgbClr val="D9D9D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D9D9D9"/>
                      </a:solidFill>
                      <a:prstDash val="solid"/>
                    </a:lnL>
                    <a:lnR w="6350">
                      <a:solidFill>
                        <a:srgbClr val="D9D9D9"/>
                      </a:solidFill>
                      <a:prstDash val="solid"/>
                    </a:lnR>
                    <a:lnT w="6350">
                      <a:solidFill>
                        <a:srgbClr val="BEBEBE"/>
                      </a:solidFill>
                      <a:prstDash val="solid"/>
                    </a:lnT>
                    <a:lnB w="6350">
                      <a:solidFill>
                        <a:srgbClr val="D9D9D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D9D9D9"/>
                      </a:solidFill>
                      <a:prstDash val="solid"/>
                    </a:lnL>
                    <a:lnR w="6350">
                      <a:solidFill>
                        <a:srgbClr val="D9D9D9"/>
                      </a:solidFill>
                      <a:prstDash val="solid"/>
                    </a:lnR>
                    <a:lnT w="6350">
                      <a:solidFill>
                        <a:srgbClr val="BEBEBE"/>
                      </a:solidFill>
                      <a:prstDash val="solid"/>
                    </a:lnT>
                    <a:lnB w="6350">
                      <a:solidFill>
                        <a:srgbClr val="D9D9D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D9D9D9"/>
                      </a:solidFill>
                      <a:prstDash val="solid"/>
                    </a:lnL>
                    <a:lnR w="6350">
                      <a:solidFill>
                        <a:srgbClr val="D9D9D9"/>
                      </a:solidFill>
                      <a:prstDash val="solid"/>
                    </a:lnR>
                    <a:lnT w="6350">
                      <a:solidFill>
                        <a:srgbClr val="BEBEBE"/>
                      </a:solidFill>
                      <a:prstDash val="solid"/>
                    </a:lnT>
                    <a:lnB w="6350">
                      <a:solidFill>
                        <a:srgbClr val="D9D9D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D9D9D9"/>
                      </a:solidFill>
                      <a:prstDash val="solid"/>
                    </a:lnL>
                    <a:lnR w="6350">
                      <a:solidFill>
                        <a:srgbClr val="D9D9D9"/>
                      </a:solidFill>
                      <a:prstDash val="solid"/>
                    </a:lnR>
                    <a:lnT w="6350">
                      <a:solidFill>
                        <a:srgbClr val="BEBEBE"/>
                      </a:solidFill>
                      <a:prstDash val="solid"/>
                    </a:lnT>
                    <a:lnB w="6350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907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D9D9D9"/>
                      </a:solidFill>
                      <a:prstDash val="solid"/>
                    </a:lnL>
                    <a:lnR w="6350">
                      <a:solidFill>
                        <a:srgbClr val="D9D9D9"/>
                      </a:solidFill>
                      <a:prstDash val="solid"/>
                    </a:lnR>
                    <a:lnT w="6350">
                      <a:solidFill>
                        <a:srgbClr val="D9D9D9"/>
                      </a:solidFill>
                      <a:prstDash val="solid"/>
                    </a:lnT>
                    <a:lnB w="6350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D9D9D9"/>
                      </a:solidFill>
                      <a:prstDash val="solid"/>
                    </a:lnL>
                    <a:lnR w="6350">
                      <a:solidFill>
                        <a:srgbClr val="D9D9D9"/>
                      </a:solidFill>
                      <a:prstDash val="solid"/>
                    </a:lnR>
                    <a:lnT w="6350">
                      <a:solidFill>
                        <a:srgbClr val="D9D9D9"/>
                      </a:solidFill>
                      <a:prstDash val="solid"/>
                    </a:lnT>
                    <a:lnB w="6350">
                      <a:solidFill>
                        <a:srgbClr val="D9D9D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D9D9D9"/>
                      </a:solidFill>
                      <a:prstDash val="solid"/>
                    </a:lnL>
                    <a:lnR w="6350">
                      <a:solidFill>
                        <a:srgbClr val="D9D9D9"/>
                      </a:solidFill>
                      <a:prstDash val="solid"/>
                    </a:lnR>
                    <a:lnT w="6350">
                      <a:solidFill>
                        <a:srgbClr val="D9D9D9"/>
                      </a:solidFill>
                      <a:prstDash val="solid"/>
                    </a:lnT>
                    <a:lnB w="6350">
                      <a:solidFill>
                        <a:srgbClr val="D9D9D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D9D9D9"/>
                      </a:solidFill>
                      <a:prstDash val="solid"/>
                    </a:lnL>
                    <a:lnR w="6350">
                      <a:solidFill>
                        <a:srgbClr val="D9D9D9"/>
                      </a:solidFill>
                      <a:prstDash val="solid"/>
                    </a:lnR>
                    <a:lnT w="6350">
                      <a:solidFill>
                        <a:srgbClr val="D9D9D9"/>
                      </a:solidFill>
                      <a:prstDash val="solid"/>
                    </a:lnT>
                    <a:lnB w="6350">
                      <a:solidFill>
                        <a:srgbClr val="D9D9D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D9D9D9"/>
                      </a:solidFill>
                      <a:prstDash val="solid"/>
                    </a:lnL>
                    <a:lnR w="6350">
                      <a:solidFill>
                        <a:srgbClr val="D9D9D9"/>
                      </a:solidFill>
                      <a:prstDash val="solid"/>
                    </a:lnR>
                    <a:lnT w="6350">
                      <a:solidFill>
                        <a:srgbClr val="D9D9D9"/>
                      </a:solidFill>
                      <a:prstDash val="solid"/>
                    </a:lnT>
                    <a:lnB w="6350">
                      <a:solidFill>
                        <a:srgbClr val="D9D9D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D9D9D9"/>
                      </a:solidFill>
                      <a:prstDash val="solid"/>
                    </a:lnL>
                    <a:lnR w="6350">
                      <a:solidFill>
                        <a:srgbClr val="D9D9D9"/>
                      </a:solidFill>
                      <a:prstDash val="solid"/>
                    </a:lnR>
                    <a:lnT w="6350">
                      <a:solidFill>
                        <a:srgbClr val="D9D9D9"/>
                      </a:solidFill>
                      <a:prstDash val="solid"/>
                    </a:lnT>
                    <a:lnB w="6350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D9D9D9"/>
                      </a:solidFill>
                      <a:prstDash val="solid"/>
                    </a:lnL>
                    <a:lnR w="6350">
                      <a:solidFill>
                        <a:srgbClr val="D9D9D9"/>
                      </a:solidFill>
                      <a:prstDash val="solid"/>
                    </a:lnR>
                    <a:lnT w="6350">
                      <a:solidFill>
                        <a:srgbClr val="D9D9D9"/>
                      </a:solidFill>
                      <a:prstDash val="solid"/>
                    </a:lnT>
                    <a:lnB w="6350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D9D9D9"/>
                      </a:solidFill>
                      <a:prstDash val="solid"/>
                    </a:lnL>
                    <a:lnR w="6350">
                      <a:solidFill>
                        <a:srgbClr val="D9D9D9"/>
                      </a:solidFill>
                      <a:prstDash val="solid"/>
                    </a:lnR>
                    <a:lnT w="6350">
                      <a:solidFill>
                        <a:srgbClr val="D9D9D9"/>
                      </a:solidFill>
                      <a:prstDash val="solid"/>
                    </a:lnT>
                    <a:lnB w="6350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D9D9D9"/>
                      </a:solidFill>
                      <a:prstDash val="solid"/>
                    </a:lnL>
                    <a:lnR w="6350">
                      <a:solidFill>
                        <a:srgbClr val="D9D9D9"/>
                      </a:solidFill>
                      <a:prstDash val="solid"/>
                    </a:lnR>
                    <a:lnT w="6350">
                      <a:solidFill>
                        <a:srgbClr val="D9D9D9"/>
                      </a:solidFill>
                      <a:prstDash val="solid"/>
                    </a:lnT>
                    <a:lnB w="6350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D9D9D9"/>
                      </a:solidFill>
                      <a:prstDash val="solid"/>
                    </a:lnL>
                    <a:lnR w="6350">
                      <a:solidFill>
                        <a:srgbClr val="D9D9D9"/>
                      </a:solidFill>
                      <a:prstDash val="solid"/>
                    </a:lnR>
                    <a:lnT w="6350">
                      <a:solidFill>
                        <a:srgbClr val="D9D9D9"/>
                      </a:solidFill>
                      <a:prstDash val="solid"/>
                    </a:lnT>
                    <a:lnB w="6350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D9D9D9"/>
                      </a:solidFill>
                      <a:prstDash val="solid"/>
                    </a:lnL>
                    <a:lnR w="6350">
                      <a:solidFill>
                        <a:srgbClr val="D9D9D9"/>
                      </a:solidFill>
                      <a:prstDash val="solid"/>
                    </a:lnR>
                    <a:lnT w="6350">
                      <a:solidFill>
                        <a:srgbClr val="D9D9D9"/>
                      </a:solidFill>
                      <a:prstDash val="solid"/>
                    </a:lnT>
                    <a:lnB w="6350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D9D9D9"/>
                      </a:solidFill>
                      <a:prstDash val="solid"/>
                    </a:lnL>
                    <a:lnR w="6350">
                      <a:solidFill>
                        <a:srgbClr val="D9D9D9"/>
                      </a:solidFill>
                      <a:prstDash val="solid"/>
                    </a:lnR>
                    <a:lnT w="6350">
                      <a:solidFill>
                        <a:srgbClr val="D9D9D9"/>
                      </a:solidFill>
                      <a:prstDash val="solid"/>
                    </a:lnT>
                    <a:lnB w="6350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pSp>
        <p:nvGrpSpPr>
          <p:cNvPr id="24" name="object 24"/>
          <p:cNvGrpSpPr/>
          <p:nvPr/>
        </p:nvGrpSpPr>
        <p:grpSpPr>
          <a:xfrm>
            <a:off x="6380988" y="2763011"/>
            <a:ext cx="2667000" cy="1384300"/>
            <a:chOff x="6380988" y="2763011"/>
            <a:chExt cx="2667000" cy="1384300"/>
          </a:xfrm>
        </p:grpSpPr>
        <p:sp>
          <p:nvSpPr>
            <p:cNvPr id="25" name="object 25"/>
            <p:cNvSpPr/>
            <p:nvPr/>
          </p:nvSpPr>
          <p:spPr>
            <a:xfrm>
              <a:off x="6380988" y="2825495"/>
              <a:ext cx="2667000" cy="1321435"/>
            </a:xfrm>
            <a:custGeom>
              <a:avLst/>
              <a:gdLst/>
              <a:ahLst/>
              <a:cxnLst/>
              <a:rect l="l" t="t" r="r" b="b"/>
              <a:pathLst>
                <a:path w="2667000" h="1321435">
                  <a:moveTo>
                    <a:pt x="2667000" y="0"/>
                  </a:moveTo>
                  <a:lnTo>
                    <a:pt x="0" y="0"/>
                  </a:lnTo>
                  <a:lnTo>
                    <a:pt x="0" y="1321308"/>
                  </a:lnTo>
                  <a:lnTo>
                    <a:pt x="2667000" y="1321308"/>
                  </a:lnTo>
                  <a:lnTo>
                    <a:pt x="266700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6" name="object 26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7554468" y="2763011"/>
              <a:ext cx="105918" cy="113537"/>
            </a:xfrm>
            <a:prstGeom prst="rect">
              <a:avLst/>
            </a:prstGeom>
          </p:spPr>
        </p:pic>
      </p:grpSp>
      <p:pic>
        <p:nvPicPr>
          <p:cNvPr id="27" name="object 27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6281928" y="3521964"/>
            <a:ext cx="182117" cy="113537"/>
          </a:xfrm>
          <a:prstGeom prst="rect">
            <a:avLst/>
          </a:prstGeom>
        </p:spPr>
      </p:pic>
      <p:pic>
        <p:nvPicPr>
          <p:cNvPr id="28" name="object 28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7514843" y="4082796"/>
            <a:ext cx="145542" cy="113537"/>
          </a:xfrm>
          <a:prstGeom prst="rect">
            <a:avLst/>
          </a:prstGeom>
        </p:spPr>
      </p:pic>
      <p:pic>
        <p:nvPicPr>
          <p:cNvPr id="29" name="object 29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7610856" y="3424428"/>
            <a:ext cx="125729" cy="211074"/>
          </a:xfrm>
          <a:prstGeom prst="rect">
            <a:avLst/>
          </a:prstGeom>
        </p:spPr>
      </p:pic>
      <p:pic>
        <p:nvPicPr>
          <p:cNvPr id="30" name="object 30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8974835" y="3521964"/>
            <a:ext cx="142494" cy="113537"/>
          </a:xfrm>
          <a:prstGeom prst="rect">
            <a:avLst/>
          </a:prstGeom>
        </p:spPr>
      </p:pic>
      <p:sp>
        <p:nvSpPr>
          <p:cNvPr id="31" name="object 31"/>
          <p:cNvSpPr/>
          <p:nvPr/>
        </p:nvSpPr>
        <p:spPr>
          <a:xfrm>
            <a:off x="6795516" y="3896867"/>
            <a:ext cx="135890" cy="45720"/>
          </a:xfrm>
          <a:custGeom>
            <a:avLst/>
            <a:gdLst/>
            <a:ahLst/>
            <a:cxnLst/>
            <a:rect l="l" t="t" r="r" b="b"/>
            <a:pathLst>
              <a:path w="135890" h="45720">
                <a:moveTo>
                  <a:pt x="45720" y="22860"/>
                </a:moveTo>
                <a:lnTo>
                  <a:pt x="43903" y="13995"/>
                </a:lnTo>
                <a:lnTo>
                  <a:pt x="39001" y="6718"/>
                </a:lnTo>
                <a:lnTo>
                  <a:pt x="31724" y="1816"/>
                </a:lnTo>
                <a:lnTo>
                  <a:pt x="22860" y="0"/>
                </a:lnTo>
                <a:lnTo>
                  <a:pt x="13982" y="1816"/>
                </a:lnTo>
                <a:lnTo>
                  <a:pt x="6705" y="6718"/>
                </a:lnTo>
                <a:lnTo>
                  <a:pt x="1803" y="13995"/>
                </a:lnTo>
                <a:lnTo>
                  <a:pt x="0" y="22860"/>
                </a:lnTo>
                <a:lnTo>
                  <a:pt x="1803" y="31737"/>
                </a:lnTo>
                <a:lnTo>
                  <a:pt x="6705" y="39014"/>
                </a:lnTo>
                <a:lnTo>
                  <a:pt x="13982" y="43916"/>
                </a:lnTo>
                <a:lnTo>
                  <a:pt x="22860" y="45720"/>
                </a:lnTo>
                <a:lnTo>
                  <a:pt x="31724" y="43916"/>
                </a:lnTo>
                <a:lnTo>
                  <a:pt x="39001" y="39014"/>
                </a:lnTo>
                <a:lnTo>
                  <a:pt x="43903" y="31737"/>
                </a:lnTo>
                <a:lnTo>
                  <a:pt x="45720" y="22860"/>
                </a:lnTo>
                <a:close/>
              </a:path>
              <a:path w="135890" h="45720">
                <a:moveTo>
                  <a:pt x="135636" y="22860"/>
                </a:moveTo>
                <a:lnTo>
                  <a:pt x="133819" y="13995"/>
                </a:lnTo>
                <a:lnTo>
                  <a:pt x="128917" y="6718"/>
                </a:lnTo>
                <a:lnTo>
                  <a:pt x="121640" y="1816"/>
                </a:lnTo>
                <a:lnTo>
                  <a:pt x="112776" y="0"/>
                </a:lnTo>
                <a:lnTo>
                  <a:pt x="103898" y="1816"/>
                </a:lnTo>
                <a:lnTo>
                  <a:pt x="96621" y="6718"/>
                </a:lnTo>
                <a:lnTo>
                  <a:pt x="91719" y="13995"/>
                </a:lnTo>
                <a:lnTo>
                  <a:pt x="89916" y="22860"/>
                </a:lnTo>
                <a:lnTo>
                  <a:pt x="91719" y="31737"/>
                </a:lnTo>
                <a:lnTo>
                  <a:pt x="96621" y="39014"/>
                </a:lnTo>
                <a:lnTo>
                  <a:pt x="103898" y="43916"/>
                </a:lnTo>
                <a:lnTo>
                  <a:pt x="112776" y="45720"/>
                </a:lnTo>
                <a:lnTo>
                  <a:pt x="121640" y="43916"/>
                </a:lnTo>
                <a:lnTo>
                  <a:pt x="128917" y="39014"/>
                </a:lnTo>
                <a:lnTo>
                  <a:pt x="133819" y="31737"/>
                </a:lnTo>
                <a:lnTo>
                  <a:pt x="135636" y="22860"/>
                </a:lnTo>
                <a:close/>
              </a:path>
            </a:pathLst>
          </a:custGeom>
          <a:solidFill>
            <a:srgbClr val="13299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/>
          <p:nvPr/>
        </p:nvSpPr>
        <p:spPr>
          <a:xfrm>
            <a:off x="6979920" y="3896867"/>
            <a:ext cx="485140" cy="45720"/>
          </a:xfrm>
          <a:custGeom>
            <a:avLst/>
            <a:gdLst/>
            <a:ahLst/>
            <a:cxnLst/>
            <a:rect l="l" t="t" r="r" b="b"/>
            <a:pathLst>
              <a:path w="485140" h="45720">
                <a:moveTo>
                  <a:pt x="45720" y="22860"/>
                </a:moveTo>
                <a:lnTo>
                  <a:pt x="43903" y="13995"/>
                </a:lnTo>
                <a:lnTo>
                  <a:pt x="39001" y="6718"/>
                </a:lnTo>
                <a:lnTo>
                  <a:pt x="31724" y="1816"/>
                </a:lnTo>
                <a:lnTo>
                  <a:pt x="22860" y="0"/>
                </a:lnTo>
                <a:lnTo>
                  <a:pt x="13982" y="1816"/>
                </a:lnTo>
                <a:lnTo>
                  <a:pt x="6705" y="6718"/>
                </a:lnTo>
                <a:lnTo>
                  <a:pt x="1803" y="13995"/>
                </a:lnTo>
                <a:lnTo>
                  <a:pt x="0" y="22860"/>
                </a:lnTo>
                <a:lnTo>
                  <a:pt x="1803" y="31737"/>
                </a:lnTo>
                <a:lnTo>
                  <a:pt x="6705" y="39014"/>
                </a:lnTo>
                <a:lnTo>
                  <a:pt x="13982" y="43916"/>
                </a:lnTo>
                <a:lnTo>
                  <a:pt x="22860" y="45720"/>
                </a:lnTo>
                <a:lnTo>
                  <a:pt x="31724" y="43916"/>
                </a:lnTo>
                <a:lnTo>
                  <a:pt x="39001" y="39014"/>
                </a:lnTo>
                <a:lnTo>
                  <a:pt x="43903" y="31737"/>
                </a:lnTo>
                <a:lnTo>
                  <a:pt x="45720" y="22860"/>
                </a:lnTo>
                <a:close/>
              </a:path>
              <a:path w="485140" h="45720">
                <a:moveTo>
                  <a:pt x="129540" y="22860"/>
                </a:moveTo>
                <a:lnTo>
                  <a:pt x="127723" y="13995"/>
                </a:lnTo>
                <a:lnTo>
                  <a:pt x="122821" y="6718"/>
                </a:lnTo>
                <a:lnTo>
                  <a:pt x="115544" y="1816"/>
                </a:lnTo>
                <a:lnTo>
                  <a:pt x="106680" y="0"/>
                </a:lnTo>
                <a:lnTo>
                  <a:pt x="97802" y="1816"/>
                </a:lnTo>
                <a:lnTo>
                  <a:pt x="90525" y="6718"/>
                </a:lnTo>
                <a:lnTo>
                  <a:pt x="85623" y="13995"/>
                </a:lnTo>
                <a:lnTo>
                  <a:pt x="83820" y="22860"/>
                </a:lnTo>
                <a:lnTo>
                  <a:pt x="85623" y="31737"/>
                </a:lnTo>
                <a:lnTo>
                  <a:pt x="90525" y="39014"/>
                </a:lnTo>
                <a:lnTo>
                  <a:pt x="97802" y="43916"/>
                </a:lnTo>
                <a:lnTo>
                  <a:pt x="106680" y="45720"/>
                </a:lnTo>
                <a:lnTo>
                  <a:pt x="115544" y="43916"/>
                </a:lnTo>
                <a:lnTo>
                  <a:pt x="122821" y="39014"/>
                </a:lnTo>
                <a:lnTo>
                  <a:pt x="127723" y="31737"/>
                </a:lnTo>
                <a:lnTo>
                  <a:pt x="129540" y="22860"/>
                </a:lnTo>
                <a:close/>
              </a:path>
              <a:path w="485140" h="45720">
                <a:moveTo>
                  <a:pt x="219456" y="22860"/>
                </a:moveTo>
                <a:lnTo>
                  <a:pt x="217639" y="13995"/>
                </a:lnTo>
                <a:lnTo>
                  <a:pt x="212737" y="6718"/>
                </a:lnTo>
                <a:lnTo>
                  <a:pt x="205460" y="1816"/>
                </a:lnTo>
                <a:lnTo>
                  <a:pt x="196596" y="0"/>
                </a:lnTo>
                <a:lnTo>
                  <a:pt x="187718" y="1816"/>
                </a:lnTo>
                <a:lnTo>
                  <a:pt x="180441" y="6718"/>
                </a:lnTo>
                <a:lnTo>
                  <a:pt x="175539" y="13995"/>
                </a:lnTo>
                <a:lnTo>
                  <a:pt x="173736" y="22860"/>
                </a:lnTo>
                <a:lnTo>
                  <a:pt x="175539" y="31737"/>
                </a:lnTo>
                <a:lnTo>
                  <a:pt x="180441" y="39014"/>
                </a:lnTo>
                <a:lnTo>
                  <a:pt x="187718" y="43916"/>
                </a:lnTo>
                <a:lnTo>
                  <a:pt x="196596" y="45720"/>
                </a:lnTo>
                <a:lnTo>
                  <a:pt x="205460" y="43916"/>
                </a:lnTo>
                <a:lnTo>
                  <a:pt x="212737" y="39014"/>
                </a:lnTo>
                <a:lnTo>
                  <a:pt x="217639" y="31737"/>
                </a:lnTo>
                <a:lnTo>
                  <a:pt x="219456" y="22860"/>
                </a:lnTo>
                <a:close/>
              </a:path>
              <a:path w="485140" h="45720">
                <a:moveTo>
                  <a:pt x="309372" y="22860"/>
                </a:moveTo>
                <a:lnTo>
                  <a:pt x="307555" y="13995"/>
                </a:lnTo>
                <a:lnTo>
                  <a:pt x="302653" y="6718"/>
                </a:lnTo>
                <a:lnTo>
                  <a:pt x="295376" y="1816"/>
                </a:lnTo>
                <a:lnTo>
                  <a:pt x="286512" y="0"/>
                </a:lnTo>
                <a:lnTo>
                  <a:pt x="277634" y="1816"/>
                </a:lnTo>
                <a:lnTo>
                  <a:pt x="270357" y="6718"/>
                </a:lnTo>
                <a:lnTo>
                  <a:pt x="265455" y="13995"/>
                </a:lnTo>
                <a:lnTo>
                  <a:pt x="263652" y="22860"/>
                </a:lnTo>
                <a:lnTo>
                  <a:pt x="265455" y="31737"/>
                </a:lnTo>
                <a:lnTo>
                  <a:pt x="270357" y="39014"/>
                </a:lnTo>
                <a:lnTo>
                  <a:pt x="277634" y="43916"/>
                </a:lnTo>
                <a:lnTo>
                  <a:pt x="286512" y="45720"/>
                </a:lnTo>
                <a:lnTo>
                  <a:pt x="295376" y="43916"/>
                </a:lnTo>
                <a:lnTo>
                  <a:pt x="302653" y="39014"/>
                </a:lnTo>
                <a:lnTo>
                  <a:pt x="307555" y="31737"/>
                </a:lnTo>
                <a:lnTo>
                  <a:pt x="309372" y="22860"/>
                </a:lnTo>
                <a:close/>
              </a:path>
              <a:path w="485140" h="45720">
                <a:moveTo>
                  <a:pt x="397764" y="22860"/>
                </a:moveTo>
                <a:lnTo>
                  <a:pt x="395947" y="13995"/>
                </a:lnTo>
                <a:lnTo>
                  <a:pt x="391045" y="6718"/>
                </a:lnTo>
                <a:lnTo>
                  <a:pt x="383768" y="1816"/>
                </a:lnTo>
                <a:lnTo>
                  <a:pt x="374904" y="0"/>
                </a:lnTo>
                <a:lnTo>
                  <a:pt x="366026" y="1816"/>
                </a:lnTo>
                <a:lnTo>
                  <a:pt x="358749" y="6718"/>
                </a:lnTo>
                <a:lnTo>
                  <a:pt x="353847" y="13995"/>
                </a:lnTo>
                <a:lnTo>
                  <a:pt x="352044" y="22860"/>
                </a:lnTo>
                <a:lnTo>
                  <a:pt x="353847" y="31737"/>
                </a:lnTo>
                <a:lnTo>
                  <a:pt x="358749" y="39014"/>
                </a:lnTo>
                <a:lnTo>
                  <a:pt x="366026" y="43916"/>
                </a:lnTo>
                <a:lnTo>
                  <a:pt x="374904" y="45720"/>
                </a:lnTo>
                <a:lnTo>
                  <a:pt x="383768" y="43916"/>
                </a:lnTo>
                <a:lnTo>
                  <a:pt x="391045" y="39014"/>
                </a:lnTo>
                <a:lnTo>
                  <a:pt x="395947" y="31737"/>
                </a:lnTo>
                <a:lnTo>
                  <a:pt x="397764" y="22860"/>
                </a:lnTo>
                <a:close/>
              </a:path>
              <a:path w="485140" h="45720">
                <a:moveTo>
                  <a:pt x="484632" y="22860"/>
                </a:moveTo>
                <a:lnTo>
                  <a:pt x="482815" y="13995"/>
                </a:lnTo>
                <a:lnTo>
                  <a:pt x="477913" y="6718"/>
                </a:lnTo>
                <a:lnTo>
                  <a:pt x="470636" y="1816"/>
                </a:lnTo>
                <a:lnTo>
                  <a:pt x="461772" y="0"/>
                </a:lnTo>
                <a:lnTo>
                  <a:pt x="452894" y="1816"/>
                </a:lnTo>
                <a:lnTo>
                  <a:pt x="445617" y="6718"/>
                </a:lnTo>
                <a:lnTo>
                  <a:pt x="440715" y="13995"/>
                </a:lnTo>
                <a:lnTo>
                  <a:pt x="438912" y="22860"/>
                </a:lnTo>
                <a:lnTo>
                  <a:pt x="440715" y="31737"/>
                </a:lnTo>
                <a:lnTo>
                  <a:pt x="445617" y="39014"/>
                </a:lnTo>
                <a:lnTo>
                  <a:pt x="452894" y="43916"/>
                </a:lnTo>
                <a:lnTo>
                  <a:pt x="461772" y="45720"/>
                </a:lnTo>
                <a:lnTo>
                  <a:pt x="470636" y="43916"/>
                </a:lnTo>
                <a:lnTo>
                  <a:pt x="477913" y="39014"/>
                </a:lnTo>
                <a:lnTo>
                  <a:pt x="482815" y="31737"/>
                </a:lnTo>
                <a:lnTo>
                  <a:pt x="484632" y="22860"/>
                </a:lnTo>
                <a:close/>
              </a:path>
            </a:pathLst>
          </a:custGeom>
          <a:solidFill>
            <a:srgbClr val="13299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/>
          <p:nvPr/>
        </p:nvSpPr>
        <p:spPr>
          <a:xfrm>
            <a:off x="7511795" y="3896867"/>
            <a:ext cx="45720" cy="45720"/>
          </a:xfrm>
          <a:custGeom>
            <a:avLst/>
            <a:gdLst/>
            <a:ahLst/>
            <a:cxnLst/>
            <a:rect l="l" t="t" r="r" b="b"/>
            <a:pathLst>
              <a:path w="45720" h="45720">
                <a:moveTo>
                  <a:pt x="22859" y="0"/>
                </a:moveTo>
                <a:lnTo>
                  <a:pt x="13983" y="1803"/>
                </a:lnTo>
                <a:lnTo>
                  <a:pt x="6715" y="6715"/>
                </a:lnTo>
                <a:lnTo>
                  <a:pt x="1803" y="13983"/>
                </a:lnTo>
                <a:lnTo>
                  <a:pt x="0" y="22859"/>
                </a:lnTo>
                <a:lnTo>
                  <a:pt x="1803" y="31736"/>
                </a:lnTo>
                <a:lnTo>
                  <a:pt x="6715" y="39004"/>
                </a:lnTo>
                <a:lnTo>
                  <a:pt x="13983" y="43916"/>
                </a:lnTo>
                <a:lnTo>
                  <a:pt x="22859" y="45719"/>
                </a:lnTo>
                <a:lnTo>
                  <a:pt x="31736" y="43916"/>
                </a:lnTo>
                <a:lnTo>
                  <a:pt x="39004" y="39004"/>
                </a:lnTo>
                <a:lnTo>
                  <a:pt x="43916" y="31736"/>
                </a:lnTo>
                <a:lnTo>
                  <a:pt x="45720" y="22859"/>
                </a:lnTo>
                <a:lnTo>
                  <a:pt x="43916" y="13983"/>
                </a:lnTo>
                <a:lnTo>
                  <a:pt x="39004" y="6715"/>
                </a:lnTo>
                <a:lnTo>
                  <a:pt x="31736" y="1803"/>
                </a:lnTo>
                <a:lnTo>
                  <a:pt x="22859" y="0"/>
                </a:lnTo>
                <a:close/>
              </a:path>
            </a:pathLst>
          </a:custGeom>
          <a:solidFill>
            <a:srgbClr val="13299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/>
          <p:nvPr/>
        </p:nvSpPr>
        <p:spPr>
          <a:xfrm>
            <a:off x="7604759" y="3896867"/>
            <a:ext cx="45720" cy="45720"/>
          </a:xfrm>
          <a:custGeom>
            <a:avLst/>
            <a:gdLst/>
            <a:ahLst/>
            <a:cxnLst/>
            <a:rect l="l" t="t" r="r" b="b"/>
            <a:pathLst>
              <a:path w="45720" h="45720">
                <a:moveTo>
                  <a:pt x="22860" y="0"/>
                </a:moveTo>
                <a:lnTo>
                  <a:pt x="13983" y="1803"/>
                </a:lnTo>
                <a:lnTo>
                  <a:pt x="6715" y="6715"/>
                </a:lnTo>
                <a:lnTo>
                  <a:pt x="1803" y="13983"/>
                </a:lnTo>
                <a:lnTo>
                  <a:pt x="0" y="22859"/>
                </a:lnTo>
                <a:lnTo>
                  <a:pt x="1803" y="31736"/>
                </a:lnTo>
                <a:lnTo>
                  <a:pt x="6715" y="39004"/>
                </a:lnTo>
                <a:lnTo>
                  <a:pt x="13983" y="43916"/>
                </a:lnTo>
                <a:lnTo>
                  <a:pt x="22860" y="45719"/>
                </a:lnTo>
                <a:lnTo>
                  <a:pt x="31736" y="43916"/>
                </a:lnTo>
                <a:lnTo>
                  <a:pt x="39004" y="39004"/>
                </a:lnTo>
                <a:lnTo>
                  <a:pt x="43916" y="31736"/>
                </a:lnTo>
                <a:lnTo>
                  <a:pt x="45720" y="22859"/>
                </a:lnTo>
                <a:lnTo>
                  <a:pt x="43916" y="13983"/>
                </a:lnTo>
                <a:lnTo>
                  <a:pt x="39004" y="6715"/>
                </a:lnTo>
                <a:lnTo>
                  <a:pt x="31736" y="1803"/>
                </a:lnTo>
                <a:lnTo>
                  <a:pt x="22860" y="0"/>
                </a:lnTo>
                <a:close/>
              </a:path>
            </a:pathLst>
          </a:custGeom>
          <a:solidFill>
            <a:srgbClr val="13299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/>
          <p:cNvSpPr/>
          <p:nvPr/>
        </p:nvSpPr>
        <p:spPr>
          <a:xfrm>
            <a:off x="7691628" y="3017519"/>
            <a:ext cx="220979" cy="45720"/>
          </a:xfrm>
          <a:custGeom>
            <a:avLst/>
            <a:gdLst/>
            <a:ahLst/>
            <a:cxnLst/>
            <a:rect l="l" t="t" r="r" b="b"/>
            <a:pathLst>
              <a:path w="220979" h="45719">
                <a:moveTo>
                  <a:pt x="45720" y="22860"/>
                </a:moveTo>
                <a:lnTo>
                  <a:pt x="43903" y="13995"/>
                </a:lnTo>
                <a:lnTo>
                  <a:pt x="39001" y="6718"/>
                </a:lnTo>
                <a:lnTo>
                  <a:pt x="31724" y="1816"/>
                </a:lnTo>
                <a:lnTo>
                  <a:pt x="22860" y="0"/>
                </a:lnTo>
                <a:lnTo>
                  <a:pt x="13982" y="1816"/>
                </a:lnTo>
                <a:lnTo>
                  <a:pt x="6705" y="6718"/>
                </a:lnTo>
                <a:lnTo>
                  <a:pt x="1803" y="13995"/>
                </a:lnTo>
                <a:lnTo>
                  <a:pt x="0" y="22860"/>
                </a:lnTo>
                <a:lnTo>
                  <a:pt x="1803" y="31737"/>
                </a:lnTo>
                <a:lnTo>
                  <a:pt x="6705" y="39014"/>
                </a:lnTo>
                <a:lnTo>
                  <a:pt x="13982" y="43916"/>
                </a:lnTo>
                <a:lnTo>
                  <a:pt x="22860" y="45720"/>
                </a:lnTo>
                <a:lnTo>
                  <a:pt x="31724" y="43916"/>
                </a:lnTo>
                <a:lnTo>
                  <a:pt x="39001" y="39014"/>
                </a:lnTo>
                <a:lnTo>
                  <a:pt x="43903" y="31737"/>
                </a:lnTo>
                <a:lnTo>
                  <a:pt x="45720" y="22860"/>
                </a:lnTo>
                <a:close/>
              </a:path>
              <a:path w="220979" h="45719">
                <a:moveTo>
                  <a:pt x="134112" y="22860"/>
                </a:moveTo>
                <a:lnTo>
                  <a:pt x="132295" y="13995"/>
                </a:lnTo>
                <a:lnTo>
                  <a:pt x="127393" y="6718"/>
                </a:lnTo>
                <a:lnTo>
                  <a:pt x="120116" y="1816"/>
                </a:lnTo>
                <a:lnTo>
                  <a:pt x="111252" y="0"/>
                </a:lnTo>
                <a:lnTo>
                  <a:pt x="102374" y="1816"/>
                </a:lnTo>
                <a:lnTo>
                  <a:pt x="95097" y="6718"/>
                </a:lnTo>
                <a:lnTo>
                  <a:pt x="90195" y="13995"/>
                </a:lnTo>
                <a:lnTo>
                  <a:pt x="88392" y="22860"/>
                </a:lnTo>
                <a:lnTo>
                  <a:pt x="90195" y="31737"/>
                </a:lnTo>
                <a:lnTo>
                  <a:pt x="95097" y="39014"/>
                </a:lnTo>
                <a:lnTo>
                  <a:pt x="102374" y="43916"/>
                </a:lnTo>
                <a:lnTo>
                  <a:pt x="111252" y="45720"/>
                </a:lnTo>
                <a:lnTo>
                  <a:pt x="120116" y="43916"/>
                </a:lnTo>
                <a:lnTo>
                  <a:pt x="127393" y="39014"/>
                </a:lnTo>
                <a:lnTo>
                  <a:pt x="132295" y="31737"/>
                </a:lnTo>
                <a:lnTo>
                  <a:pt x="134112" y="22860"/>
                </a:lnTo>
                <a:close/>
              </a:path>
              <a:path w="220979" h="45719">
                <a:moveTo>
                  <a:pt x="220980" y="22860"/>
                </a:moveTo>
                <a:lnTo>
                  <a:pt x="219163" y="13995"/>
                </a:lnTo>
                <a:lnTo>
                  <a:pt x="214261" y="6718"/>
                </a:lnTo>
                <a:lnTo>
                  <a:pt x="206984" y="1816"/>
                </a:lnTo>
                <a:lnTo>
                  <a:pt x="198120" y="0"/>
                </a:lnTo>
                <a:lnTo>
                  <a:pt x="189242" y="1816"/>
                </a:lnTo>
                <a:lnTo>
                  <a:pt x="181965" y="6718"/>
                </a:lnTo>
                <a:lnTo>
                  <a:pt x="177063" y="13995"/>
                </a:lnTo>
                <a:lnTo>
                  <a:pt x="175260" y="22860"/>
                </a:lnTo>
                <a:lnTo>
                  <a:pt x="177063" y="31737"/>
                </a:lnTo>
                <a:lnTo>
                  <a:pt x="181965" y="39014"/>
                </a:lnTo>
                <a:lnTo>
                  <a:pt x="189242" y="43916"/>
                </a:lnTo>
                <a:lnTo>
                  <a:pt x="198120" y="45720"/>
                </a:lnTo>
                <a:lnTo>
                  <a:pt x="206984" y="43916"/>
                </a:lnTo>
                <a:lnTo>
                  <a:pt x="214261" y="39014"/>
                </a:lnTo>
                <a:lnTo>
                  <a:pt x="219163" y="31737"/>
                </a:lnTo>
                <a:lnTo>
                  <a:pt x="220980" y="22860"/>
                </a:lnTo>
                <a:close/>
              </a:path>
            </a:pathLst>
          </a:custGeom>
          <a:solidFill>
            <a:srgbClr val="13299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/>
          <p:cNvSpPr/>
          <p:nvPr/>
        </p:nvSpPr>
        <p:spPr>
          <a:xfrm>
            <a:off x="7959852" y="3017519"/>
            <a:ext cx="222885" cy="45720"/>
          </a:xfrm>
          <a:custGeom>
            <a:avLst/>
            <a:gdLst/>
            <a:ahLst/>
            <a:cxnLst/>
            <a:rect l="l" t="t" r="r" b="b"/>
            <a:pathLst>
              <a:path w="222884" h="45719">
                <a:moveTo>
                  <a:pt x="45720" y="22860"/>
                </a:moveTo>
                <a:lnTo>
                  <a:pt x="43903" y="13995"/>
                </a:lnTo>
                <a:lnTo>
                  <a:pt x="39001" y="6718"/>
                </a:lnTo>
                <a:lnTo>
                  <a:pt x="31724" y="1816"/>
                </a:lnTo>
                <a:lnTo>
                  <a:pt x="22860" y="0"/>
                </a:lnTo>
                <a:lnTo>
                  <a:pt x="13982" y="1816"/>
                </a:lnTo>
                <a:lnTo>
                  <a:pt x="6705" y="6718"/>
                </a:lnTo>
                <a:lnTo>
                  <a:pt x="1803" y="13995"/>
                </a:lnTo>
                <a:lnTo>
                  <a:pt x="0" y="22860"/>
                </a:lnTo>
                <a:lnTo>
                  <a:pt x="1803" y="31737"/>
                </a:lnTo>
                <a:lnTo>
                  <a:pt x="6705" y="39014"/>
                </a:lnTo>
                <a:lnTo>
                  <a:pt x="13982" y="43916"/>
                </a:lnTo>
                <a:lnTo>
                  <a:pt x="22860" y="45720"/>
                </a:lnTo>
                <a:lnTo>
                  <a:pt x="31724" y="43916"/>
                </a:lnTo>
                <a:lnTo>
                  <a:pt x="39001" y="39014"/>
                </a:lnTo>
                <a:lnTo>
                  <a:pt x="43903" y="31737"/>
                </a:lnTo>
                <a:lnTo>
                  <a:pt x="45720" y="22860"/>
                </a:lnTo>
                <a:close/>
              </a:path>
              <a:path w="222884" h="45719">
                <a:moveTo>
                  <a:pt x="135636" y="22860"/>
                </a:moveTo>
                <a:lnTo>
                  <a:pt x="133819" y="13995"/>
                </a:lnTo>
                <a:lnTo>
                  <a:pt x="128917" y="6718"/>
                </a:lnTo>
                <a:lnTo>
                  <a:pt x="121640" y="1816"/>
                </a:lnTo>
                <a:lnTo>
                  <a:pt x="112776" y="0"/>
                </a:lnTo>
                <a:lnTo>
                  <a:pt x="103898" y="1816"/>
                </a:lnTo>
                <a:lnTo>
                  <a:pt x="96621" y="6718"/>
                </a:lnTo>
                <a:lnTo>
                  <a:pt x="91719" y="13995"/>
                </a:lnTo>
                <a:lnTo>
                  <a:pt x="89916" y="22860"/>
                </a:lnTo>
                <a:lnTo>
                  <a:pt x="91719" y="31737"/>
                </a:lnTo>
                <a:lnTo>
                  <a:pt x="96621" y="39014"/>
                </a:lnTo>
                <a:lnTo>
                  <a:pt x="103898" y="43916"/>
                </a:lnTo>
                <a:lnTo>
                  <a:pt x="112776" y="45720"/>
                </a:lnTo>
                <a:lnTo>
                  <a:pt x="121640" y="43916"/>
                </a:lnTo>
                <a:lnTo>
                  <a:pt x="128917" y="39014"/>
                </a:lnTo>
                <a:lnTo>
                  <a:pt x="133819" y="31737"/>
                </a:lnTo>
                <a:lnTo>
                  <a:pt x="135636" y="22860"/>
                </a:lnTo>
                <a:close/>
              </a:path>
              <a:path w="222884" h="45719">
                <a:moveTo>
                  <a:pt x="222504" y="22860"/>
                </a:moveTo>
                <a:lnTo>
                  <a:pt x="220687" y="13995"/>
                </a:lnTo>
                <a:lnTo>
                  <a:pt x="215785" y="6718"/>
                </a:lnTo>
                <a:lnTo>
                  <a:pt x="208508" y="1816"/>
                </a:lnTo>
                <a:lnTo>
                  <a:pt x="199644" y="0"/>
                </a:lnTo>
                <a:lnTo>
                  <a:pt x="190766" y="1816"/>
                </a:lnTo>
                <a:lnTo>
                  <a:pt x="183489" y="6718"/>
                </a:lnTo>
                <a:lnTo>
                  <a:pt x="178587" y="13995"/>
                </a:lnTo>
                <a:lnTo>
                  <a:pt x="176784" y="22860"/>
                </a:lnTo>
                <a:lnTo>
                  <a:pt x="178587" y="31737"/>
                </a:lnTo>
                <a:lnTo>
                  <a:pt x="183489" y="39014"/>
                </a:lnTo>
                <a:lnTo>
                  <a:pt x="190766" y="43916"/>
                </a:lnTo>
                <a:lnTo>
                  <a:pt x="199644" y="45720"/>
                </a:lnTo>
                <a:lnTo>
                  <a:pt x="208508" y="43916"/>
                </a:lnTo>
                <a:lnTo>
                  <a:pt x="215785" y="39014"/>
                </a:lnTo>
                <a:lnTo>
                  <a:pt x="220687" y="31737"/>
                </a:lnTo>
                <a:lnTo>
                  <a:pt x="222504" y="22860"/>
                </a:lnTo>
                <a:close/>
              </a:path>
            </a:pathLst>
          </a:custGeom>
          <a:solidFill>
            <a:srgbClr val="13299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37"/>
          <p:cNvSpPr/>
          <p:nvPr/>
        </p:nvSpPr>
        <p:spPr>
          <a:xfrm>
            <a:off x="8228076" y="3017519"/>
            <a:ext cx="131445" cy="45720"/>
          </a:xfrm>
          <a:custGeom>
            <a:avLst/>
            <a:gdLst/>
            <a:ahLst/>
            <a:cxnLst/>
            <a:rect l="l" t="t" r="r" b="b"/>
            <a:pathLst>
              <a:path w="131445" h="45719">
                <a:moveTo>
                  <a:pt x="45720" y="22860"/>
                </a:moveTo>
                <a:lnTo>
                  <a:pt x="43903" y="13995"/>
                </a:lnTo>
                <a:lnTo>
                  <a:pt x="39001" y="6718"/>
                </a:lnTo>
                <a:lnTo>
                  <a:pt x="31724" y="1816"/>
                </a:lnTo>
                <a:lnTo>
                  <a:pt x="22860" y="0"/>
                </a:lnTo>
                <a:lnTo>
                  <a:pt x="13982" y="1816"/>
                </a:lnTo>
                <a:lnTo>
                  <a:pt x="6705" y="6718"/>
                </a:lnTo>
                <a:lnTo>
                  <a:pt x="1803" y="13995"/>
                </a:lnTo>
                <a:lnTo>
                  <a:pt x="0" y="22860"/>
                </a:lnTo>
                <a:lnTo>
                  <a:pt x="1803" y="31737"/>
                </a:lnTo>
                <a:lnTo>
                  <a:pt x="6705" y="39014"/>
                </a:lnTo>
                <a:lnTo>
                  <a:pt x="13982" y="43916"/>
                </a:lnTo>
                <a:lnTo>
                  <a:pt x="22860" y="45720"/>
                </a:lnTo>
                <a:lnTo>
                  <a:pt x="31724" y="43916"/>
                </a:lnTo>
                <a:lnTo>
                  <a:pt x="39001" y="39014"/>
                </a:lnTo>
                <a:lnTo>
                  <a:pt x="43903" y="31737"/>
                </a:lnTo>
                <a:lnTo>
                  <a:pt x="45720" y="22860"/>
                </a:lnTo>
                <a:close/>
              </a:path>
              <a:path w="131445" h="45719">
                <a:moveTo>
                  <a:pt x="131064" y="22860"/>
                </a:moveTo>
                <a:lnTo>
                  <a:pt x="129247" y="13995"/>
                </a:lnTo>
                <a:lnTo>
                  <a:pt x="124345" y="6718"/>
                </a:lnTo>
                <a:lnTo>
                  <a:pt x="117068" y="1816"/>
                </a:lnTo>
                <a:lnTo>
                  <a:pt x="108204" y="0"/>
                </a:lnTo>
                <a:lnTo>
                  <a:pt x="99326" y="1816"/>
                </a:lnTo>
                <a:lnTo>
                  <a:pt x="92049" y="6718"/>
                </a:lnTo>
                <a:lnTo>
                  <a:pt x="87147" y="13995"/>
                </a:lnTo>
                <a:lnTo>
                  <a:pt x="85344" y="22860"/>
                </a:lnTo>
                <a:lnTo>
                  <a:pt x="87147" y="31737"/>
                </a:lnTo>
                <a:lnTo>
                  <a:pt x="92049" y="39014"/>
                </a:lnTo>
                <a:lnTo>
                  <a:pt x="99326" y="43916"/>
                </a:lnTo>
                <a:lnTo>
                  <a:pt x="108204" y="45720"/>
                </a:lnTo>
                <a:lnTo>
                  <a:pt x="117068" y="43916"/>
                </a:lnTo>
                <a:lnTo>
                  <a:pt x="124345" y="39014"/>
                </a:lnTo>
                <a:lnTo>
                  <a:pt x="129247" y="31737"/>
                </a:lnTo>
                <a:lnTo>
                  <a:pt x="131064" y="22860"/>
                </a:lnTo>
                <a:close/>
              </a:path>
            </a:pathLst>
          </a:custGeom>
          <a:solidFill>
            <a:srgbClr val="13299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38"/>
          <p:cNvSpPr/>
          <p:nvPr/>
        </p:nvSpPr>
        <p:spPr>
          <a:xfrm>
            <a:off x="8407908" y="3017519"/>
            <a:ext cx="129539" cy="45720"/>
          </a:xfrm>
          <a:custGeom>
            <a:avLst/>
            <a:gdLst/>
            <a:ahLst/>
            <a:cxnLst/>
            <a:rect l="l" t="t" r="r" b="b"/>
            <a:pathLst>
              <a:path w="129540" h="45719">
                <a:moveTo>
                  <a:pt x="45720" y="22860"/>
                </a:moveTo>
                <a:lnTo>
                  <a:pt x="43903" y="13995"/>
                </a:lnTo>
                <a:lnTo>
                  <a:pt x="39001" y="6718"/>
                </a:lnTo>
                <a:lnTo>
                  <a:pt x="31724" y="1816"/>
                </a:lnTo>
                <a:lnTo>
                  <a:pt x="22860" y="0"/>
                </a:lnTo>
                <a:lnTo>
                  <a:pt x="13982" y="1816"/>
                </a:lnTo>
                <a:lnTo>
                  <a:pt x="6705" y="6718"/>
                </a:lnTo>
                <a:lnTo>
                  <a:pt x="1803" y="13995"/>
                </a:lnTo>
                <a:lnTo>
                  <a:pt x="0" y="22860"/>
                </a:lnTo>
                <a:lnTo>
                  <a:pt x="1803" y="31737"/>
                </a:lnTo>
                <a:lnTo>
                  <a:pt x="6705" y="39014"/>
                </a:lnTo>
                <a:lnTo>
                  <a:pt x="13982" y="43916"/>
                </a:lnTo>
                <a:lnTo>
                  <a:pt x="22860" y="45720"/>
                </a:lnTo>
                <a:lnTo>
                  <a:pt x="31724" y="43916"/>
                </a:lnTo>
                <a:lnTo>
                  <a:pt x="39001" y="39014"/>
                </a:lnTo>
                <a:lnTo>
                  <a:pt x="43903" y="31737"/>
                </a:lnTo>
                <a:lnTo>
                  <a:pt x="45720" y="22860"/>
                </a:lnTo>
                <a:close/>
              </a:path>
              <a:path w="129540" h="45719">
                <a:moveTo>
                  <a:pt x="129540" y="22860"/>
                </a:moveTo>
                <a:lnTo>
                  <a:pt x="127723" y="13995"/>
                </a:lnTo>
                <a:lnTo>
                  <a:pt x="122821" y="6718"/>
                </a:lnTo>
                <a:lnTo>
                  <a:pt x="115544" y="1816"/>
                </a:lnTo>
                <a:lnTo>
                  <a:pt x="106680" y="0"/>
                </a:lnTo>
                <a:lnTo>
                  <a:pt x="97802" y="1816"/>
                </a:lnTo>
                <a:lnTo>
                  <a:pt x="90525" y="6718"/>
                </a:lnTo>
                <a:lnTo>
                  <a:pt x="85623" y="13995"/>
                </a:lnTo>
                <a:lnTo>
                  <a:pt x="83820" y="22860"/>
                </a:lnTo>
                <a:lnTo>
                  <a:pt x="85623" y="31737"/>
                </a:lnTo>
                <a:lnTo>
                  <a:pt x="90525" y="39014"/>
                </a:lnTo>
                <a:lnTo>
                  <a:pt x="97802" y="43916"/>
                </a:lnTo>
                <a:lnTo>
                  <a:pt x="106680" y="45720"/>
                </a:lnTo>
                <a:lnTo>
                  <a:pt x="115544" y="43916"/>
                </a:lnTo>
                <a:lnTo>
                  <a:pt x="122821" y="39014"/>
                </a:lnTo>
                <a:lnTo>
                  <a:pt x="127723" y="31737"/>
                </a:lnTo>
                <a:lnTo>
                  <a:pt x="129540" y="22860"/>
                </a:lnTo>
                <a:close/>
              </a:path>
            </a:pathLst>
          </a:custGeom>
          <a:solidFill>
            <a:srgbClr val="13299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object 39"/>
          <p:cNvSpPr/>
          <p:nvPr/>
        </p:nvSpPr>
        <p:spPr>
          <a:xfrm>
            <a:off x="8584692" y="3017520"/>
            <a:ext cx="45720" cy="45720"/>
          </a:xfrm>
          <a:custGeom>
            <a:avLst/>
            <a:gdLst/>
            <a:ahLst/>
            <a:cxnLst/>
            <a:rect l="l" t="t" r="r" b="b"/>
            <a:pathLst>
              <a:path w="45720" h="45719">
                <a:moveTo>
                  <a:pt x="22859" y="0"/>
                </a:moveTo>
                <a:lnTo>
                  <a:pt x="13983" y="1803"/>
                </a:lnTo>
                <a:lnTo>
                  <a:pt x="6715" y="6715"/>
                </a:lnTo>
                <a:lnTo>
                  <a:pt x="1803" y="13983"/>
                </a:lnTo>
                <a:lnTo>
                  <a:pt x="0" y="22859"/>
                </a:lnTo>
                <a:lnTo>
                  <a:pt x="1803" y="31736"/>
                </a:lnTo>
                <a:lnTo>
                  <a:pt x="6715" y="39004"/>
                </a:lnTo>
                <a:lnTo>
                  <a:pt x="13983" y="43916"/>
                </a:lnTo>
                <a:lnTo>
                  <a:pt x="22859" y="45719"/>
                </a:lnTo>
                <a:lnTo>
                  <a:pt x="31736" y="43916"/>
                </a:lnTo>
                <a:lnTo>
                  <a:pt x="39004" y="39004"/>
                </a:lnTo>
                <a:lnTo>
                  <a:pt x="43916" y="31736"/>
                </a:lnTo>
                <a:lnTo>
                  <a:pt x="45719" y="22859"/>
                </a:lnTo>
                <a:lnTo>
                  <a:pt x="43916" y="13983"/>
                </a:lnTo>
                <a:lnTo>
                  <a:pt x="39004" y="6715"/>
                </a:lnTo>
                <a:lnTo>
                  <a:pt x="31736" y="1803"/>
                </a:lnTo>
                <a:lnTo>
                  <a:pt x="22859" y="0"/>
                </a:lnTo>
                <a:close/>
              </a:path>
            </a:pathLst>
          </a:custGeom>
          <a:solidFill>
            <a:srgbClr val="13299F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40" name="object 40"/>
          <p:cNvGrpSpPr/>
          <p:nvPr/>
        </p:nvGrpSpPr>
        <p:grpSpPr>
          <a:xfrm>
            <a:off x="6729983" y="2983992"/>
            <a:ext cx="1939289" cy="994410"/>
            <a:chOff x="6729983" y="2983992"/>
            <a:chExt cx="1939289" cy="994410"/>
          </a:xfrm>
        </p:grpSpPr>
        <p:pic>
          <p:nvPicPr>
            <p:cNvPr id="41" name="object 41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7552943" y="2983992"/>
              <a:ext cx="108966" cy="113537"/>
            </a:xfrm>
            <a:prstGeom prst="rect">
              <a:avLst/>
            </a:prstGeom>
          </p:spPr>
        </p:pic>
        <p:pic>
          <p:nvPicPr>
            <p:cNvPr id="42" name="object 42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7525511" y="3206496"/>
              <a:ext cx="134874" cy="113537"/>
            </a:xfrm>
            <a:prstGeom prst="rect">
              <a:avLst/>
            </a:prstGeom>
          </p:spPr>
        </p:pic>
        <p:pic>
          <p:nvPicPr>
            <p:cNvPr id="43" name="object 43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7601711" y="3864864"/>
              <a:ext cx="60198" cy="113537"/>
            </a:xfrm>
            <a:prstGeom prst="rect">
              <a:avLst/>
            </a:prstGeom>
          </p:spPr>
        </p:pic>
        <p:pic>
          <p:nvPicPr>
            <p:cNvPr id="44" name="object 44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6729983" y="3521964"/>
              <a:ext cx="182118" cy="113537"/>
            </a:xfrm>
            <a:prstGeom prst="rect">
              <a:avLst/>
            </a:prstGeom>
          </p:spPr>
        </p:pic>
        <p:pic>
          <p:nvPicPr>
            <p:cNvPr id="45" name="object 45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7185659" y="3521964"/>
              <a:ext cx="154685" cy="113537"/>
            </a:xfrm>
            <a:prstGeom prst="rect">
              <a:avLst/>
            </a:prstGeom>
          </p:spPr>
        </p:pic>
        <p:pic>
          <p:nvPicPr>
            <p:cNvPr id="46" name="object 46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8101583" y="3521964"/>
              <a:ext cx="112012" cy="113537"/>
            </a:xfrm>
            <a:prstGeom prst="rect">
              <a:avLst/>
            </a:prstGeom>
          </p:spPr>
        </p:pic>
        <p:pic>
          <p:nvPicPr>
            <p:cNvPr id="47" name="object 47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8528303" y="3521964"/>
              <a:ext cx="140970" cy="113537"/>
            </a:xfrm>
            <a:prstGeom prst="rect">
              <a:avLst/>
            </a:prstGeom>
          </p:spPr>
        </p:pic>
        <p:pic>
          <p:nvPicPr>
            <p:cNvPr id="48" name="object 48"/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7482839" y="3657600"/>
              <a:ext cx="177546" cy="113537"/>
            </a:xfrm>
            <a:prstGeom prst="rect">
              <a:avLst/>
            </a:prstGeom>
          </p:spPr>
        </p:pic>
        <p:sp>
          <p:nvSpPr>
            <p:cNvPr id="49" name="object 49"/>
            <p:cNvSpPr/>
            <p:nvPr/>
          </p:nvSpPr>
          <p:spPr>
            <a:xfrm>
              <a:off x="6836663" y="3017928"/>
              <a:ext cx="1755775" cy="926465"/>
            </a:xfrm>
            <a:custGeom>
              <a:avLst/>
              <a:gdLst/>
              <a:ahLst/>
              <a:cxnLst/>
              <a:rect l="l" t="t" r="r" b="b"/>
              <a:pathLst>
                <a:path w="1755775" h="926464">
                  <a:moveTo>
                    <a:pt x="0" y="908022"/>
                  </a:moveTo>
                  <a:lnTo>
                    <a:pt x="622680" y="908022"/>
                  </a:lnTo>
                  <a:lnTo>
                    <a:pt x="680057" y="908302"/>
                  </a:lnTo>
                  <a:lnTo>
                    <a:pt x="694689" y="908641"/>
                  </a:lnTo>
                  <a:lnTo>
                    <a:pt x="692368" y="909147"/>
                  </a:lnTo>
                  <a:lnTo>
                    <a:pt x="698880" y="909927"/>
                  </a:lnTo>
                  <a:lnTo>
                    <a:pt x="719756" y="915035"/>
                  </a:lnTo>
                  <a:lnTo>
                    <a:pt x="741679" y="923071"/>
                  </a:lnTo>
                  <a:lnTo>
                    <a:pt x="762174" y="925964"/>
                  </a:lnTo>
                  <a:lnTo>
                    <a:pt x="789687" y="894947"/>
                  </a:lnTo>
                  <a:lnTo>
                    <a:pt x="802249" y="822076"/>
                  </a:lnTo>
                  <a:lnTo>
                    <a:pt x="809243" y="753590"/>
                  </a:lnTo>
                  <a:lnTo>
                    <a:pt x="812841" y="715645"/>
                  </a:lnTo>
                  <a:lnTo>
                    <a:pt x="816717" y="669657"/>
                  </a:lnTo>
                  <a:lnTo>
                    <a:pt x="820786" y="617609"/>
                  </a:lnTo>
                  <a:lnTo>
                    <a:pt x="824959" y="561486"/>
                  </a:lnTo>
                  <a:lnTo>
                    <a:pt x="829151" y="503273"/>
                  </a:lnTo>
                  <a:lnTo>
                    <a:pt x="833274" y="444952"/>
                  </a:lnTo>
                  <a:lnTo>
                    <a:pt x="837242" y="388509"/>
                  </a:lnTo>
                  <a:lnTo>
                    <a:pt x="840967" y="335928"/>
                  </a:lnTo>
                  <a:lnTo>
                    <a:pt x="844363" y="289193"/>
                  </a:lnTo>
                  <a:lnTo>
                    <a:pt x="847343" y="250289"/>
                  </a:lnTo>
                  <a:lnTo>
                    <a:pt x="852961" y="185832"/>
                  </a:lnTo>
                  <a:lnTo>
                    <a:pt x="858664" y="129836"/>
                  </a:lnTo>
                  <a:lnTo>
                    <a:pt x="864415" y="82624"/>
                  </a:lnTo>
                  <a:lnTo>
                    <a:pt x="870179" y="44520"/>
                  </a:lnTo>
                  <a:lnTo>
                    <a:pt x="890152" y="0"/>
                  </a:lnTo>
                  <a:lnTo>
                    <a:pt x="915781" y="4036"/>
                  </a:lnTo>
                  <a:lnTo>
                    <a:pt x="948624" y="15882"/>
                  </a:lnTo>
                  <a:lnTo>
                    <a:pt x="984503" y="23467"/>
                  </a:lnTo>
                  <a:lnTo>
                    <a:pt x="1024268" y="24687"/>
                  </a:lnTo>
                  <a:lnTo>
                    <a:pt x="1069546" y="25610"/>
                  </a:lnTo>
                  <a:lnTo>
                    <a:pt x="1117038" y="26414"/>
                  </a:lnTo>
                  <a:lnTo>
                    <a:pt x="1163446" y="27277"/>
                  </a:lnTo>
                  <a:lnTo>
                    <a:pt x="1755647" y="25372"/>
                  </a:lnTo>
                </a:path>
              </a:pathLst>
            </a:custGeom>
            <a:ln w="9144">
              <a:solidFill>
                <a:srgbClr val="13299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381907" y="6524434"/>
            <a:ext cx="61558" cy="90487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54151" y="6527292"/>
            <a:ext cx="1794510" cy="142494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862571" y="6521195"/>
            <a:ext cx="2327910" cy="118110"/>
          </a:xfrm>
          <a:prstGeom prst="rect">
            <a:avLst/>
          </a:prstGeom>
        </p:spPr>
      </p:pic>
      <p:sp>
        <p:nvSpPr>
          <p:cNvPr id="5" name="object 5"/>
          <p:cNvSpPr/>
          <p:nvPr/>
        </p:nvSpPr>
        <p:spPr>
          <a:xfrm>
            <a:off x="559308" y="1440180"/>
            <a:ext cx="36830" cy="180340"/>
          </a:xfrm>
          <a:custGeom>
            <a:avLst/>
            <a:gdLst/>
            <a:ahLst/>
            <a:cxnLst/>
            <a:rect l="l" t="t" r="r" b="b"/>
            <a:pathLst>
              <a:path w="36829" h="180340">
                <a:moveTo>
                  <a:pt x="36576" y="0"/>
                </a:moveTo>
                <a:lnTo>
                  <a:pt x="0" y="0"/>
                </a:lnTo>
                <a:lnTo>
                  <a:pt x="0" y="179832"/>
                </a:lnTo>
                <a:lnTo>
                  <a:pt x="36576" y="179832"/>
                </a:lnTo>
                <a:lnTo>
                  <a:pt x="36576" y="0"/>
                </a:lnTo>
                <a:close/>
              </a:path>
            </a:pathLst>
          </a:custGeom>
          <a:solidFill>
            <a:srgbClr val="183DAF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6" name="object 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723928" y="1469156"/>
            <a:ext cx="621001" cy="169905"/>
          </a:xfrm>
          <a:prstGeom prst="rect">
            <a:avLst/>
          </a:prstGeom>
        </p:spPr>
      </p:pic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1.1.</a:t>
            </a:r>
            <a:r>
              <a:rPr spc="-40" dirty="0"/>
              <a:t> </a:t>
            </a:r>
            <a:r>
              <a:rPr dirty="0"/>
              <a:t>Understanding</a:t>
            </a:r>
            <a:r>
              <a:rPr spc="-20" dirty="0"/>
              <a:t> </a:t>
            </a:r>
            <a:r>
              <a:rPr dirty="0"/>
              <a:t>Perceptron</a:t>
            </a:r>
            <a:r>
              <a:rPr spc="-20" dirty="0"/>
              <a:t> </a:t>
            </a:r>
            <a:r>
              <a:rPr dirty="0"/>
              <a:t>with</a:t>
            </a:r>
            <a:r>
              <a:rPr spc="-20" dirty="0"/>
              <a:t> </a:t>
            </a:r>
            <a:r>
              <a:rPr spc="-10" dirty="0"/>
              <a:t>Excel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8671941" y="463677"/>
            <a:ext cx="80962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dirty="0">
                <a:solidFill>
                  <a:srgbClr val="D9D9D9"/>
                </a:solidFill>
                <a:latin typeface="Ebrima"/>
                <a:cs typeface="Ebrima"/>
              </a:rPr>
              <a:t>UNIT</a:t>
            </a:r>
            <a:r>
              <a:rPr sz="1600" spc="400" dirty="0">
                <a:solidFill>
                  <a:srgbClr val="D9D9D9"/>
                </a:solidFill>
                <a:latin typeface="Ebrima"/>
                <a:cs typeface="Ebrima"/>
              </a:rPr>
              <a:t> </a:t>
            </a:r>
            <a:r>
              <a:rPr sz="1600" spc="-35" dirty="0">
                <a:solidFill>
                  <a:srgbClr val="D9D9D9"/>
                </a:solidFill>
                <a:latin typeface="Ebrima"/>
                <a:cs typeface="Ebrima"/>
              </a:rPr>
              <a:t>01</a:t>
            </a:r>
            <a:endParaRPr sz="1600">
              <a:latin typeface="Ebrima"/>
              <a:cs typeface="Ebrima"/>
            </a:endParaRPr>
          </a:p>
        </p:txBody>
      </p:sp>
      <p:pic>
        <p:nvPicPr>
          <p:cNvPr id="9" name="object 9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710183" y="1805927"/>
            <a:ext cx="5663946" cy="380250"/>
          </a:xfrm>
          <a:prstGeom prst="rect">
            <a:avLst/>
          </a:prstGeom>
        </p:spPr>
      </p:pic>
      <p:sp>
        <p:nvSpPr>
          <p:cNvPr id="10" name="object 10"/>
          <p:cNvSpPr/>
          <p:nvPr/>
        </p:nvSpPr>
        <p:spPr>
          <a:xfrm>
            <a:off x="583691" y="2421635"/>
            <a:ext cx="8884920" cy="2879090"/>
          </a:xfrm>
          <a:custGeom>
            <a:avLst/>
            <a:gdLst/>
            <a:ahLst/>
            <a:cxnLst/>
            <a:rect l="l" t="t" r="r" b="b"/>
            <a:pathLst>
              <a:path w="8884920" h="2879090">
                <a:moveTo>
                  <a:pt x="8884920" y="0"/>
                </a:moveTo>
                <a:lnTo>
                  <a:pt x="0" y="0"/>
                </a:lnTo>
                <a:lnTo>
                  <a:pt x="0" y="2878836"/>
                </a:lnTo>
                <a:lnTo>
                  <a:pt x="8884920" y="2878836"/>
                </a:lnTo>
                <a:lnTo>
                  <a:pt x="8884920" y="0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751738" y="2551302"/>
            <a:ext cx="6000115" cy="1268937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300" dirty="0">
                <a:solidFill>
                  <a:srgbClr val="252525"/>
                </a:solidFill>
                <a:latin typeface="Trebuchet MS"/>
                <a:cs typeface="Trebuchet MS"/>
              </a:rPr>
              <a:t>A truth table displays truth or false for all results of the propositions or the combination of their </a:t>
            </a:r>
            <a:r>
              <a:rPr sz="1300" dirty="0">
                <a:solidFill>
                  <a:srgbClr val="006FC0"/>
                </a:solidFill>
                <a:latin typeface="Trebuchet MS"/>
                <a:cs typeface="Trebuchet MS"/>
              </a:rPr>
              <a:t>Boolean functions</a:t>
            </a:r>
            <a:r>
              <a:rPr sz="1300" dirty="0">
                <a:solidFill>
                  <a:srgbClr val="252525"/>
                </a:solidFill>
                <a:latin typeface="Trebuchet MS"/>
                <a:cs typeface="Trebuchet MS"/>
              </a:rPr>
              <a:t>.</a:t>
            </a:r>
            <a:endParaRPr sz="1300" dirty="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985"/>
              </a:spcBef>
            </a:pPr>
            <a:r>
              <a:rPr sz="1300" dirty="0">
                <a:solidFill>
                  <a:srgbClr val="252525"/>
                </a:solidFill>
                <a:latin typeface="Trebuchet MS"/>
                <a:cs typeface="Trebuchet MS"/>
              </a:rPr>
              <a:t>For example, in </a:t>
            </a:r>
            <a:r>
              <a:rPr sz="1300" dirty="0">
                <a:solidFill>
                  <a:srgbClr val="006FC0"/>
                </a:solidFill>
                <a:latin typeface="Trebuchet MS"/>
                <a:cs typeface="Trebuchet MS"/>
              </a:rPr>
              <a:t>conjunction </a:t>
            </a:r>
            <a:r>
              <a:rPr sz="1300" dirty="0">
                <a:solidFill>
                  <a:srgbClr val="252525"/>
                </a:solidFill>
                <a:latin typeface="Trebuchet MS"/>
                <a:cs typeface="Trebuchet MS"/>
              </a:rPr>
              <a:t>with statements P and Q </a:t>
            </a:r>
            <a:r>
              <a:rPr sz="1300" dirty="0">
                <a:solidFill>
                  <a:srgbClr val="252525"/>
                </a:solidFill>
                <a:latin typeface="Cambria Math"/>
                <a:cs typeface="Cambria Math"/>
              </a:rPr>
              <a:t>𝑃⋀𝑄</a:t>
            </a:r>
            <a:r>
              <a:rPr sz="1300" dirty="0">
                <a:solidFill>
                  <a:srgbClr val="252525"/>
                </a:solidFill>
                <a:latin typeface="Trebuchet MS"/>
                <a:cs typeface="Trebuchet MS"/>
              </a:rPr>
              <a:t>, the truth table can be constructed as below.</a:t>
            </a:r>
            <a:endParaRPr sz="1300" dirty="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960"/>
              </a:spcBef>
            </a:pPr>
            <a:r>
              <a:rPr sz="1300" dirty="0">
                <a:solidFill>
                  <a:srgbClr val="252525"/>
                </a:solidFill>
                <a:latin typeface="Trebuchet MS"/>
                <a:cs typeface="Trebuchet MS"/>
              </a:rPr>
              <a:t>In addition, true∙false is also notated as T∙F or 1∙0.</a:t>
            </a:r>
            <a:endParaRPr sz="1300" dirty="0">
              <a:latin typeface="Trebuchet MS"/>
              <a:cs typeface="Trebuchet MS"/>
            </a:endParaRPr>
          </a:p>
        </p:txBody>
      </p:sp>
      <p:graphicFrame>
        <p:nvGraphicFramePr>
          <p:cNvPr id="12" name="object 12"/>
          <p:cNvGraphicFramePr>
            <a:graphicFrameLocks noGrp="1"/>
          </p:cNvGraphicFramePr>
          <p:nvPr/>
        </p:nvGraphicFramePr>
        <p:xfrm>
          <a:off x="768604" y="3635502"/>
          <a:ext cx="5905500" cy="144653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968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68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685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95910"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50"/>
                        </a:spcBef>
                      </a:pPr>
                      <a:r>
                        <a:rPr sz="1300" spc="-180" dirty="0">
                          <a:latin typeface="Trebuchet MS"/>
                          <a:cs typeface="Trebuchet MS"/>
                        </a:rPr>
                        <a:t>Proposition</a:t>
                      </a:r>
                      <a:r>
                        <a:rPr sz="1300" spc="-8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300" spc="-50" dirty="0">
                          <a:latin typeface="Trebuchet MS"/>
                          <a:cs typeface="Trebuchet MS"/>
                        </a:rPr>
                        <a:t>P</a:t>
                      </a:r>
                      <a:endParaRPr sz="1300">
                        <a:latin typeface="Trebuchet MS"/>
                        <a:cs typeface="Trebuchet MS"/>
                      </a:endParaRPr>
                    </a:p>
                  </a:txBody>
                  <a:tcPr marL="0" marR="0" marT="44450" marB="0">
                    <a:lnL w="12700">
                      <a:solidFill>
                        <a:srgbClr val="F1F1F1"/>
                      </a:solidFill>
                      <a:prstDash val="solid"/>
                    </a:lnL>
                    <a:lnR w="12700">
                      <a:solidFill>
                        <a:srgbClr val="D9D9D9"/>
                      </a:solidFill>
                      <a:prstDash val="solid"/>
                    </a:lnR>
                    <a:lnT w="19050">
                      <a:solidFill>
                        <a:srgbClr val="13299F"/>
                      </a:solidFill>
                      <a:prstDash val="solid"/>
                    </a:lnT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350"/>
                        </a:spcBef>
                      </a:pPr>
                      <a:r>
                        <a:rPr sz="1300" spc="-180" dirty="0">
                          <a:latin typeface="Trebuchet MS"/>
                          <a:cs typeface="Trebuchet MS"/>
                        </a:rPr>
                        <a:t>Proposition</a:t>
                      </a:r>
                      <a:r>
                        <a:rPr sz="1300" spc="-8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300" spc="-350" dirty="0">
                          <a:latin typeface="Trebuchet MS"/>
                          <a:cs typeface="Trebuchet MS"/>
                        </a:rPr>
                        <a:t>Q</a:t>
                      </a:r>
                      <a:endParaRPr sz="1300">
                        <a:latin typeface="Trebuchet MS"/>
                        <a:cs typeface="Trebuchet MS"/>
                      </a:endParaRPr>
                    </a:p>
                  </a:txBody>
                  <a:tcPr marL="0" marR="0" marT="44450" marB="0">
                    <a:lnL w="12700">
                      <a:solidFill>
                        <a:srgbClr val="D9D9D9"/>
                      </a:solidFill>
                      <a:prstDash val="solid"/>
                    </a:lnL>
                    <a:lnR w="12700">
                      <a:solidFill>
                        <a:srgbClr val="D9D9D9"/>
                      </a:solidFill>
                      <a:prstDash val="solid"/>
                    </a:lnR>
                    <a:lnT w="19050">
                      <a:solidFill>
                        <a:srgbClr val="13299F"/>
                      </a:solidFill>
                      <a:prstDash val="solid"/>
                    </a:lnT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R="22225" algn="ctr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sz="1300" dirty="0">
                          <a:latin typeface="Cambria Math"/>
                          <a:cs typeface="Cambria Math"/>
                        </a:rPr>
                        <a:t>𝑷</a:t>
                      </a:r>
                      <a:r>
                        <a:rPr sz="1300" spc="-15" dirty="0">
                          <a:latin typeface="Cambria Math"/>
                          <a:cs typeface="Cambria Math"/>
                        </a:rPr>
                        <a:t> </a:t>
                      </a:r>
                      <a:r>
                        <a:rPr sz="1300" dirty="0">
                          <a:latin typeface="Cambria Math"/>
                          <a:cs typeface="Cambria Math"/>
                        </a:rPr>
                        <a:t>∧</a:t>
                      </a:r>
                      <a:r>
                        <a:rPr sz="1300" spc="-5" dirty="0">
                          <a:latin typeface="Cambria Math"/>
                          <a:cs typeface="Cambria Math"/>
                        </a:rPr>
                        <a:t> </a:t>
                      </a:r>
                      <a:r>
                        <a:rPr sz="1300" spc="-50" dirty="0">
                          <a:latin typeface="Cambria Math"/>
                          <a:cs typeface="Cambria Math"/>
                        </a:rPr>
                        <a:t>𝑸</a:t>
                      </a:r>
                      <a:endParaRPr sz="1300">
                        <a:latin typeface="Cambria Math"/>
                        <a:cs typeface="Cambria Math"/>
                      </a:endParaRPr>
                    </a:p>
                  </a:txBody>
                  <a:tcPr marL="0" marR="0" marT="43180" marB="0">
                    <a:lnL w="12700">
                      <a:solidFill>
                        <a:srgbClr val="D9D9D9"/>
                      </a:solidFill>
                      <a:prstDash val="solid"/>
                    </a:lnL>
                    <a:lnR w="12700">
                      <a:solidFill>
                        <a:srgbClr val="F1F1F1"/>
                      </a:solidFill>
                      <a:prstDash val="solid"/>
                    </a:lnR>
                    <a:lnT w="19050">
                      <a:solidFill>
                        <a:srgbClr val="13299F"/>
                      </a:solidFill>
                      <a:prstDash val="solid"/>
                    </a:lnT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321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300" spc="-20" dirty="0">
                          <a:latin typeface="Trebuchet MS"/>
                          <a:cs typeface="Trebuchet MS"/>
                        </a:rPr>
                        <a:t>True</a:t>
                      </a:r>
                      <a:endParaRPr sz="1300">
                        <a:latin typeface="Trebuchet MS"/>
                        <a:cs typeface="Trebuchet MS"/>
                      </a:endParaRPr>
                    </a:p>
                  </a:txBody>
                  <a:tcPr marL="0" marR="0" marT="38100" marB="0">
                    <a:lnL w="12700">
                      <a:solidFill>
                        <a:srgbClr val="F1F1F1"/>
                      </a:solidFill>
                      <a:prstDash val="solid"/>
                    </a:lnL>
                    <a:lnR w="12700">
                      <a:solidFill>
                        <a:srgbClr val="D9D9D9"/>
                      </a:solidFill>
                      <a:prstDash val="solid"/>
                    </a:lnR>
                    <a:lnB w="12700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300" spc="-20" dirty="0">
                          <a:latin typeface="Trebuchet MS"/>
                          <a:cs typeface="Trebuchet MS"/>
                        </a:rPr>
                        <a:t>True</a:t>
                      </a:r>
                      <a:endParaRPr sz="1300">
                        <a:latin typeface="Trebuchet MS"/>
                        <a:cs typeface="Trebuchet MS"/>
                      </a:endParaRPr>
                    </a:p>
                  </a:txBody>
                  <a:tcPr marL="0" marR="0" marT="38100" marB="0">
                    <a:lnL w="12700">
                      <a:solidFill>
                        <a:srgbClr val="D9D9D9"/>
                      </a:solidFill>
                      <a:prstDash val="solid"/>
                    </a:lnL>
                    <a:lnR w="12700">
                      <a:solidFill>
                        <a:srgbClr val="D9D9D9"/>
                      </a:solidFill>
                      <a:prstDash val="solid"/>
                    </a:lnR>
                    <a:lnB w="12700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300" spc="-20" dirty="0">
                          <a:latin typeface="Trebuchet MS"/>
                          <a:cs typeface="Trebuchet MS"/>
                        </a:rPr>
                        <a:t>True</a:t>
                      </a:r>
                      <a:endParaRPr sz="1300">
                        <a:latin typeface="Trebuchet MS"/>
                        <a:cs typeface="Trebuchet MS"/>
                      </a:endParaRPr>
                    </a:p>
                  </a:txBody>
                  <a:tcPr marL="0" marR="0" marT="38100" marB="0">
                    <a:lnL w="12700">
                      <a:solidFill>
                        <a:srgbClr val="D9D9D9"/>
                      </a:solidFill>
                      <a:prstDash val="solid"/>
                    </a:lnL>
                    <a:lnR w="12700">
                      <a:solidFill>
                        <a:srgbClr val="F1F1F1"/>
                      </a:solidFill>
                      <a:prstDash val="solid"/>
                    </a:lnR>
                    <a:lnB w="12700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892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50"/>
                        </a:spcBef>
                      </a:pPr>
                      <a:r>
                        <a:rPr sz="1300" spc="-20" dirty="0">
                          <a:latin typeface="Trebuchet MS"/>
                          <a:cs typeface="Trebuchet MS"/>
                        </a:rPr>
                        <a:t>True</a:t>
                      </a:r>
                      <a:endParaRPr sz="1300">
                        <a:latin typeface="Trebuchet MS"/>
                        <a:cs typeface="Trebuchet MS"/>
                      </a:endParaRPr>
                    </a:p>
                  </a:txBody>
                  <a:tcPr marL="0" marR="0" marT="44450" marB="0">
                    <a:lnL w="12700">
                      <a:solidFill>
                        <a:srgbClr val="F1F1F1"/>
                      </a:solidFill>
                      <a:prstDash val="solid"/>
                    </a:lnL>
                    <a:lnR w="12700">
                      <a:solidFill>
                        <a:srgbClr val="D9D9D9"/>
                      </a:solidFill>
                      <a:prstDash val="solid"/>
                    </a:lnR>
                    <a:lnT w="12700">
                      <a:solidFill>
                        <a:srgbClr val="D9D9D9"/>
                      </a:solidFill>
                      <a:prstDash val="solid"/>
                    </a:lnT>
                    <a:lnB w="12700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50"/>
                        </a:spcBef>
                      </a:pPr>
                      <a:r>
                        <a:rPr sz="1300" spc="-10" dirty="0">
                          <a:latin typeface="Trebuchet MS"/>
                          <a:cs typeface="Trebuchet MS"/>
                        </a:rPr>
                        <a:t>False</a:t>
                      </a:r>
                      <a:endParaRPr sz="1300">
                        <a:latin typeface="Trebuchet MS"/>
                        <a:cs typeface="Trebuchet MS"/>
                      </a:endParaRPr>
                    </a:p>
                  </a:txBody>
                  <a:tcPr marL="0" marR="0" marT="44450" marB="0">
                    <a:lnL w="12700">
                      <a:solidFill>
                        <a:srgbClr val="D9D9D9"/>
                      </a:solidFill>
                      <a:prstDash val="solid"/>
                    </a:lnL>
                    <a:lnR w="12700">
                      <a:solidFill>
                        <a:srgbClr val="D9D9D9"/>
                      </a:solidFill>
                      <a:prstDash val="solid"/>
                    </a:lnR>
                    <a:lnT w="12700">
                      <a:solidFill>
                        <a:srgbClr val="D9D9D9"/>
                      </a:solidFill>
                      <a:prstDash val="solid"/>
                    </a:lnT>
                    <a:lnB w="12700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50"/>
                        </a:spcBef>
                      </a:pPr>
                      <a:r>
                        <a:rPr sz="1300" spc="-10" dirty="0">
                          <a:latin typeface="Trebuchet MS"/>
                          <a:cs typeface="Trebuchet MS"/>
                        </a:rPr>
                        <a:t>False</a:t>
                      </a:r>
                      <a:endParaRPr sz="1300">
                        <a:latin typeface="Trebuchet MS"/>
                        <a:cs typeface="Trebuchet MS"/>
                      </a:endParaRPr>
                    </a:p>
                  </a:txBody>
                  <a:tcPr marL="0" marR="0" marT="44450" marB="0">
                    <a:lnL w="12700">
                      <a:solidFill>
                        <a:srgbClr val="D9D9D9"/>
                      </a:solidFill>
                      <a:prstDash val="solid"/>
                    </a:lnL>
                    <a:lnR w="12700">
                      <a:solidFill>
                        <a:srgbClr val="F1F1F1"/>
                      </a:solidFill>
                      <a:prstDash val="solid"/>
                    </a:lnR>
                    <a:lnT w="12700">
                      <a:solidFill>
                        <a:srgbClr val="D9D9D9"/>
                      </a:solidFill>
                      <a:prstDash val="solid"/>
                    </a:lnT>
                    <a:lnB w="12700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956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50"/>
                        </a:spcBef>
                      </a:pPr>
                      <a:r>
                        <a:rPr sz="1300" spc="-10" dirty="0">
                          <a:latin typeface="Trebuchet MS"/>
                          <a:cs typeface="Trebuchet MS"/>
                        </a:rPr>
                        <a:t>False</a:t>
                      </a:r>
                      <a:endParaRPr sz="1300">
                        <a:latin typeface="Trebuchet MS"/>
                        <a:cs typeface="Trebuchet MS"/>
                      </a:endParaRPr>
                    </a:p>
                  </a:txBody>
                  <a:tcPr marL="0" marR="0" marT="44450" marB="0">
                    <a:lnL w="12700">
                      <a:solidFill>
                        <a:srgbClr val="F1F1F1"/>
                      </a:solidFill>
                      <a:prstDash val="solid"/>
                    </a:lnL>
                    <a:lnR w="12700">
                      <a:solidFill>
                        <a:srgbClr val="D9D9D9"/>
                      </a:solidFill>
                      <a:prstDash val="solid"/>
                    </a:lnR>
                    <a:lnT w="12700">
                      <a:solidFill>
                        <a:srgbClr val="D9D9D9"/>
                      </a:solidFill>
                      <a:prstDash val="solid"/>
                    </a:lnT>
                    <a:lnB w="12700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50"/>
                        </a:spcBef>
                      </a:pPr>
                      <a:r>
                        <a:rPr sz="1300" spc="-20" dirty="0">
                          <a:latin typeface="Trebuchet MS"/>
                          <a:cs typeface="Trebuchet MS"/>
                        </a:rPr>
                        <a:t>True</a:t>
                      </a:r>
                      <a:endParaRPr sz="1300">
                        <a:latin typeface="Trebuchet MS"/>
                        <a:cs typeface="Trebuchet MS"/>
                      </a:endParaRPr>
                    </a:p>
                  </a:txBody>
                  <a:tcPr marL="0" marR="0" marT="44450" marB="0">
                    <a:lnL w="12700">
                      <a:solidFill>
                        <a:srgbClr val="D9D9D9"/>
                      </a:solidFill>
                      <a:prstDash val="solid"/>
                    </a:lnL>
                    <a:lnR w="12700">
                      <a:solidFill>
                        <a:srgbClr val="D9D9D9"/>
                      </a:solidFill>
                      <a:prstDash val="solid"/>
                    </a:lnR>
                    <a:lnT w="12700">
                      <a:solidFill>
                        <a:srgbClr val="D9D9D9"/>
                      </a:solidFill>
                      <a:prstDash val="solid"/>
                    </a:lnT>
                    <a:lnB w="12700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50"/>
                        </a:spcBef>
                      </a:pPr>
                      <a:r>
                        <a:rPr sz="1300" spc="-10" dirty="0">
                          <a:latin typeface="Trebuchet MS"/>
                          <a:cs typeface="Trebuchet MS"/>
                        </a:rPr>
                        <a:t>False</a:t>
                      </a:r>
                      <a:endParaRPr sz="1300">
                        <a:latin typeface="Trebuchet MS"/>
                        <a:cs typeface="Trebuchet MS"/>
                      </a:endParaRPr>
                    </a:p>
                  </a:txBody>
                  <a:tcPr marL="0" marR="0" marT="44450" marB="0">
                    <a:lnL w="12700">
                      <a:solidFill>
                        <a:srgbClr val="D9D9D9"/>
                      </a:solidFill>
                      <a:prstDash val="solid"/>
                    </a:lnL>
                    <a:lnR w="12700">
                      <a:solidFill>
                        <a:srgbClr val="F1F1F1"/>
                      </a:solidFill>
                      <a:prstDash val="solid"/>
                    </a:lnR>
                    <a:lnT w="12700">
                      <a:solidFill>
                        <a:srgbClr val="D9D9D9"/>
                      </a:solidFill>
                      <a:prstDash val="solid"/>
                    </a:lnT>
                    <a:lnB w="12700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892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50"/>
                        </a:spcBef>
                      </a:pPr>
                      <a:r>
                        <a:rPr sz="1300" spc="-10" dirty="0">
                          <a:latin typeface="Trebuchet MS"/>
                          <a:cs typeface="Trebuchet MS"/>
                        </a:rPr>
                        <a:t>False</a:t>
                      </a:r>
                      <a:endParaRPr sz="1300">
                        <a:latin typeface="Trebuchet MS"/>
                        <a:cs typeface="Trebuchet MS"/>
                      </a:endParaRPr>
                    </a:p>
                  </a:txBody>
                  <a:tcPr marL="0" marR="0" marT="44450" marB="0">
                    <a:lnL w="12700">
                      <a:solidFill>
                        <a:srgbClr val="F1F1F1"/>
                      </a:solidFill>
                      <a:prstDash val="solid"/>
                    </a:lnL>
                    <a:lnR w="12700">
                      <a:solidFill>
                        <a:srgbClr val="D9D9D9"/>
                      </a:solidFill>
                      <a:prstDash val="solid"/>
                    </a:lnR>
                    <a:lnT w="12700">
                      <a:solidFill>
                        <a:srgbClr val="D9D9D9"/>
                      </a:solidFill>
                      <a:prstDash val="solid"/>
                    </a:lnT>
                    <a:lnB w="12700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50"/>
                        </a:spcBef>
                      </a:pPr>
                      <a:r>
                        <a:rPr sz="1300" spc="-10" dirty="0">
                          <a:latin typeface="Trebuchet MS"/>
                          <a:cs typeface="Trebuchet MS"/>
                        </a:rPr>
                        <a:t>False</a:t>
                      </a:r>
                      <a:endParaRPr sz="1300">
                        <a:latin typeface="Trebuchet MS"/>
                        <a:cs typeface="Trebuchet MS"/>
                      </a:endParaRPr>
                    </a:p>
                  </a:txBody>
                  <a:tcPr marL="0" marR="0" marT="44450" marB="0">
                    <a:lnL w="12700">
                      <a:solidFill>
                        <a:srgbClr val="D9D9D9"/>
                      </a:solidFill>
                      <a:prstDash val="solid"/>
                    </a:lnL>
                    <a:lnR w="12700">
                      <a:solidFill>
                        <a:srgbClr val="D9D9D9"/>
                      </a:solidFill>
                      <a:prstDash val="solid"/>
                    </a:lnR>
                    <a:lnT w="12700">
                      <a:solidFill>
                        <a:srgbClr val="D9D9D9"/>
                      </a:solidFill>
                      <a:prstDash val="solid"/>
                    </a:lnT>
                    <a:lnB w="12700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50"/>
                        </a:spcBef>
                      </a:pPr>
                      <a:r>
                        <a:rPr sz="1300" spc="-10" dirty="0">
                          <a:latin typeface="Trebuchet MS"/>
                          <a:cs typeface="Trebuchet MS"/>
                        </a:rPr>
                        <a:t>False</a:t>
                      </a:r>
                      <a:endParaRPr sz="1300">
                        <a:latin typeface="Trebuchet MS"/>
                        <a:cs typeface="Trebuchet MS"/>
                      </a:endParaRPr>
                    </a:p>
                  </a:txBody>
                  <a:tcPr marL="0" marR="0" marT="44450" marB="0">
                    <a:lnL w="12700">
                      <a:solidFill>
                        <a:srgbClr val="D9D9D9"/>
                      </a:solidFill>
                      <a:prstDash val="solid"/>
                    </a:lnL>
                    <a:lnR w="12700">
                      <a:solidFill>
                        <a:srgbClr val="F1F1F1"/>
                      </a:solidFill>
                      <a:prstDash val="solid"/>
                    </a:lnR>
                    <a:lnT w="12700">
                      <a:solidFill>
                        <a:srgbClr val="D9D9D9"/>
                      </a:solidFill>
                      <a:prstDash val="solid"/>
                    </a:lnT>
                    <a:lnB w="12700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388002" y="6524434"/>
            <a:ext cx="61558" cy="90487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54151" y="6527292"/>
            <a:ext cx="1794510" cy="142494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862571" y="6521195"/>
            <a:ext cx="2327910" cy="118110"/>
          </a:xfrm>
          <a:prstGeom prst="rect">
            <a:avLst/>
          </a:prstGeom>
        </p:spPr>
      </p:pic>
      <p:sp>
        <p:nvSpPr>
          <p:cNvPr id="5" name="object 5"/>
          <p:cNvSpPr/>
          <p:nvPr/>
        </p:nvSpPr>
        <p:spPr>
          <a:xfrm>
            <a:off x="559308" y="1440180"/>
            <a:ext cx="36830" cy="180340"/>
          </a:xfrm>
          <a:custGeom>
            <a:avLst/>
            <a:gdLst/>
            <a:ahLst/>
            <a:cxnLst/>
            <a:rect l="l" t="t" r="r" b="b"/>
            <a:pathLst>
              <a:path w="36829" h="180340">
                <a:moveTo>
                  <a:pt x="36576" y="0"/>
                </a:moveTo>
                <a:lnTo>
                  <a:pt x="0" y="0"/>
                </a:lnTo>
                <a:lnTo>
                  <a:pt x="0" y="179832"/>
                </a:lnTo>
                <a:lnTo>
                  <a:pt x="36576" y="179832"/>
                </a:lnTo>
                <a:lnTo>
                  <a:pt x="36576" y="0"/>
                </a:lnTo>
                <a:close/>
              </a:path>
            </a:pathLst>
          </a:custGeom>
          <a:solidFill>
            <a:srgbClr val="183DAF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6" name="object 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723928" y="1469156"/>
            <a:ext cx="621001" cy="169905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437489" y="431419"/>
            <a:ext cx="4145279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FFFFFF"/>
                </a:solidFill>
                <a:latin typeface="Ebrima"/>
                <a:cs typeface="Ebrima"/>
              </a:rPr>
              <a:t>1.1.</a:t>
            </a:r>
            <a:r>
              <a:rPr sz="1800" spc="-40" dirty="0">
                <a:solidFill>
                  <a:srgbClr val="FFFFFF"/>
                </a:solidFill>
                <a:latin typeface="Ebrima"/>
                <a:cs typeface="Ebrima"/>
              </a:rPr>
              <a:t> </a:t>
            </a:r>
            <a:r>
              <a:rPr sz="1800" dirty="0">
                <a:solidFill>
                  <a:srgbClr val="FFFFFF"/>
                </a:solidFill>
                <a:latin typeface="Ebrima"/>
                <a:cs typeface="Ebrima"/>
              </a:rPr>
              <a:t>Understanding</a:t>
            </a:r>
            <a:r>
              <a:rPr sz="1800" spc="-20" dirty="0">
                <a:solidFill>
                  <a:srgbClr val="FFFFFF"/>
                </a:solidFill>
                <a:latin typeface="Ebrima"/>
                <a:cs typeface="Ebrima"/>
              </a:rPr>
              <a:t> </a:t>
            </a:r>
            <a:r>
              <a:rPr sz="1800" dirty="0">
                <a:solidFill>
                  <a:srgbClr val="FFFFFF"/>
                </a:solidFill>
                <a:latin typeface="Ebrima"/>
                <a:cs typeface="Ebrima"/>
              </a:rPr>
              <a:t>Perceptron</a:t>
            </a:r>
            <a:r>
              <a:rPr sz="1800" spc="-20" dirty="0">
                <a:solidFill>
                  <a:srgbClr val="FFFFFF"/>
                </a:solidFill>
                <a:latin typeface="Ebrima"/>
                <a:cs typeface="Ebrima"/>
              </a:rPr>
              <a:t> </a:t>
            </a:r>
            <a:r>
              <a:rPr sz="1800" dirty="0">
                <a:solidFill>
                  <a:srgbClr val="FFFFFF"/>
                </a:solidFill>
                <a:latin typeface="Ebrima"/>
                <a:cs typeface="Ebrima"/>
              </a:rPr>
              <a:t>with</a:t>
            </a:r>
            <a:r>
              <a:rPr sz="1800" spc="-20" dirty="0">
                <a:solidFill>
                  <a:srgbClr val="FFFFFF"/>
                </a:solidFill>
                <a:latin typeface="Ebrima"/>
                <a:cs typeface="Ebrima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Ebrima"/>
                <a:cs typeface="Ebrima"/>
              </a:rPr>
              <a:t>Excel</a:t>
            </a:r>
            <a:endParaRPr sz="1800">
              <a:latin typeface="Ebrima"/>
              <a:cs typeface="Ebrim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8671941" y="463677"/>
            <a:ext cx="80962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dirty="0">
                <a:solidFill>
                  <a:srgbClr val="D9D9D9"/>
                </a:solidFill>
                <a:latin typeface="Ebrima"/>
                <a:cs typeface="Ebrima"/>
              </a:rPr>
              <a:t>UNIT</a:t>
            </a:r>
            <a:r>
              <a:rPr sz="1600" spc="400" dirty="0">
                <a:solidFill>
                  <a:srgbClr val="D9D9D9"/>
                </a:solidFill>
                <a:latin typeface="Ebrima"/>
                <a:cs typeface="Ebrima"/>
              </a:rPr>
              <a:t> </a:t>
            </a:r>
            <a:r>
              <a:rPr sz="1600" spc="-35" dirty="0">
                <a:solidFill>
                  <a:srgbClr val="D9D9D9"/>
                </a:solidFill>
                <a:latin typeface="Ebrima"/>
                <a:cs typeface="Ebrima"/>
              </a:rPr>
              <a:t>01</a:t>
            </a:r>
            <a:endParaRPr sz="1600">
              <a:latin typeface="Ebrima"/>
              <a:cs typeface="Ebrima"/>
            </a:endParaRPr>
          </a:p>
        </p:txBody>
      </p:sp>
      <p:pic>
        <p:nvPicPr>
          <p:cNvPr id="9" name="object 9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710183" y="1805939"/>
            <a:ext cx="4008882" cy="2381250"/>
          </a:xfrm>
          <a:prstGeom prst="rect">
            <a:avLst/>
          </a:prstGeom>
        </p:spPr>
      </p:pic>
      <p:graphicFrame>
        <p:nvGraphicFramePr>
          <p:cNvPr id="10" name="object 10"/>
          <p:cNvGraphicFramePr>
            <a:graphicFrameLocks noGrp="1"/>
          </p:cNvGraphicFramePr>
          <p:nvPr/>
        </p:nvGraphicFramePr>
        <p:xfrm>
          <a:off x="899820" y="2123313"/>
          <a:ext cx="3937000" cy="144716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968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68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95910">
                <a:tc>
                  <a:txBody>
                    <a:bodyPr/>
                    <a:lstStyle/>
                    <a:p>
                      <a:pPr marL="941069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sz="1300" spc="-355" dirty="0">
                          <a:latin typeface="Trebuchet MS"/>
                          <a:cs typeface="Trebuchet MS"/>
                        </a:rPr>
                        <a:t>x1</a:t>
                      </a:r>
                      <a:endParaRPr sz="1300">
                        <a:latin typeface="Trebuchet MS"/>
                        <a:cs typeface="Trebuchet MS"/>
                      </a:endParaRPr>
                    </a:p>
                  </a:txBody>
                  <a:tcPr marL="0" marR="0" marT="43815" marB="0">
                    <a:lnL w="12700">
                      <a:solidFill>
                        <a:srgbClr val="F1F1F1"/>
                      </a:solidFill>
                      <a:prstDash val="solid"/>
                    </a:lnL>
                    <a:lnR w="12700">
                      <a:solidFill>
                        <a:srgbClr val="D9D9D9"/>
                      </a:solidFill>
                      <a:prstDash val="solid"/>
                    </a:lnR>
                    <a:lnT w="19050">
                      <a:solidFill>
                        <a:srgbClr val="13299F"/>
                      </a:solidFill>
                      <a:prstDash val="solid"/>
                    </a:lnT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sz="1300" spc="-25" dirty="0">
                          <a:latin typeface="Trebuchet MS"/>
                          <a:cs typeface="Trebuchet MS"/>
                        </a:rPr>
                        <a:t>x2</a:t>
                      </a:r>
                      <a:endParaRPr sz="1300">
                        <a:latin typeface="Trebuchet MS"/>
                        <a:cs typeface="Trebuchet MS"/>
                      </a:endParaRPr>
                    </a:p>
                  </a:txBody>
                  <a:tcPr marL="0" marR="0" marT="43815" marB="0">
                    <a:lnL w="12700">
                      <a:solidFill>
                        <a:srgbClr val="D9D9D9"/>
                      </a:solidFill>
                      <a:prstDash val="solid"/>
                    </a:lnL>
                    <a:lnR w="12700">
                      <a:solidFill>
                        <a:srgbClr val="D9D9D9"/>
                      </a:solidFill>
                      <a:prstDash val="solid"/>
                    </a:lnR>
                    <a:lnT w="19050">
                      <a:solidFill>
                        <a:srgbClr val="13299F"/>
                      </a:solidFill>
                      <a:prstDash val="solid"/>
                    </a:lnT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3210">
                <a:tc>
                  <a:txBody>
                    <a:bodyPr/>
                    <a:lstStyle/>
                    <a:p>
                      <a:pPr marL="94869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300" dirty="0">
                          <a:latin typeface="Trebuchet MS"/>
                          <a:cs typeface="Trebuchet MS"/>
                        </a:rPr>
                        <a:t>0</a:t>
                      </a:r>
                      <a:endParaRPr sz="1300">
                        <a:latin typeface="Trebuchet MS"/>
                        <a:cs typeface="Trebuchet MS"/>
                      </a:endParaRPr>
                    </a:p>
                  </a:txBody>
                  <a:tcPr marL="0" marR="0" marT="38100" marB="0">
                    <a:lnL w="12700">
                      <a:solidFill>
                        <a:srgbClr val="F1F1F1"/>
                      </a:solidFill>
                      <a:prstDash val="solid"/>
                    </a:lnL>
                    <a:lnR w="12700">
                      <a:solidFill>
                        <a:srgbClr val="D9D9D9"/>
                      </a:solidFill>
                      <a:prstDash val="solid"/>
                    </a:lnR>
                    <a:lnB w="12700">
                      <a:solidFill>
                        <a:srgbClr val="D9D9D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300" dirty="0">
                          <a:latin typeface="Trebuchet MS"/>
                          <a:cs typeface="Trebuchet MS"/>
                        </a:rPr>
                        <a:t>0</a:t>
                      </a:r>
                      <a:endParaRPr sz="1300">
                        <a:latin typeface="Trebuchet MS"/>
                        <a:cs typeface="Trebuchet MS"/>
                      </a:endParaRPr>
                    </a:p>
                  </a:txBody>
                  <a:tcPr marL="0" marR="0" marT="38100" marB="0">
                    <a:lnL w="12700">
                      <a:solidFill>
                        <a:srgbClr val="D9D9D9"/>
                      </a:solidFill>
                      <a:prstDash val="solid"/>
                    </a:lnL>
                    <a:lnR w="12700">
                      <a:solidFill>
                        <a:srgbClr val="D9D9D9"/>
                      </a:solidFill>
                      <a:prstDash val="solid"/>
                    </a:lnR>
                    <a:lnB w="12700">
                      <a:solidFill>
                        <a:srgbClr val="D9D9D9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8925">
                <a:tc>
                  <a:txBody>
                    <a:bodyPr/>
                    <a:lstStyle/>
                    <a:p>
                      <a:pPr marL="968375">
                        <a:lnSpc>
                          <a:spcPct val="100000"/>
                        </a:lnSpc>
                        <a:spcBef>
                          <a:spcPts val="350"/>
                        </a:spcBef>
                      </a:pPr>
                      <a:r>
                        <a:rPr sz="1300" dirty="0">
                          <a:latin typeface="Trebuchet MS"/>
                          <a:cs typeface="Trebuchet MS"/>
                        </a:rPr>
                        <a:t>1</a:t>
                      </a:r>
                      <a:endParaRPr sz="1300">
                        <a:latin typeface="Trebuchet MS"/>
                        <a:cs typeface="Trebuchet MS"/>
                      </a:endParaRPr>
                    </a:p>
                  </a:txBody>
                  <a:tcPr marL="0" marR="0" marT="44450" marB="0">
                    <a:lnL w="12700">
                      <a:solidFill>
                        <a:srgbClr val="F1F1F1"/>
                      </a:solidFill>
                      <a:prstDash val="solid"/>
                    </a:lnL>
                    <a:lnR w="12700">
                      <a:solidFill>
                        <a:srgbClr val="D9D9D9"/>
                      </a:solidFill>
                      <a:prstDash val="solid"/>
                    </a:lnR>
                    <a:lnT w="12700">
                      <a:solidFill>
                        <a:srgbClr val="D9D9D9"/>
                      </a:solidFill>
                      <a:prstDash val="solid"/>
                    </a:lnT>
                    <a:lnB w="12700">
                      <a:solidFill>
                        <a:srgbClr val="D9D9D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350"/>
                        </a:spcBef>
                      </a:pPr>
                      <a:r>
                        <a:rPr sz="1300" dirty="0">
                          <a:latin typeface="Trebuchet MS"/>
                          <a:cs typeface="Trebuchet MS"/>
                        </a:rPr>
                        <a:t>0</a:t>
                      </a:r>
                      <a:endParaRPr sz="1300">
                        <a:latin typeface="Trebuchet MS"/>
                        <a:cs typeface="Trebuchet MS"/>
                      </a:endParaRPr>
                    </a:p>
                  </a:txBody>
                  <a:tcPr marL="0" marR="0" marT="44450" marB="0">
                    <a:lnL w="12700">
                      <a:solidFill>
                        <a:srgbClr val="D9D9D9"/>
                      </a:solidFill>
                      <a:prstDash val="solid"/>
                    </a:lnL>
                    <a:lnR w="12700">
                      <a:solidFill>
                        <a:srgbClr val="D9D9D9"/>
                      </a:solidFill>
                      <a:prstDash val="solid"/>
                    </a:lnR>
                    <a:lnT w="12700">
                      <a:solidFill>
                        <a:srgbClr val="D9D9D9"/>
                      </a:solidFill>
                      <a:prstDash val="solid"/>
                    </a:lnT>
                    <a:lnB w="12700">
                      <a:solidFill>
                        <a:srgbClr val="D9D9D9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9560">
                <a:tc>
                  <a:txBody>
                    <a:bodyPr/>
                    <a:lstStyle/>
                    <a:p>
                      <a:pPr marL="948690">
                        <a:lnSpc>
                          <a:spcPct val="100000"/>
                        </a:lnSpc>
                        <a:spcBef>
                          <a:spcPts val="350"/>
                        </a:spcBef>
                      </a:pPr>
                      <a:r>
                        <a:rPr sz="1300" dirty="0">
                          <a:latin typeface="Trebuchet MS"/>
                          <a:cs typeface="Trebuchet MS"/>
                        </a:rPr>
                        <a:t>0</a:t>
                      </a:r>
                      <a:endParaRPr sz="1300">
                        <a:latin typeface="Trebuchet MS"/>
                        <a:cs typeface="Trebuchet MS"/>
                      </a:endParaRPr>
                    </a:p>
                  </a:txBody>
                  <a:tcPr marL="0" marR="0" marT="44450" marB="0">
                    <a:lnL w="12700">
                      <a:solidFill>
                        <a:srgbClr val="F1F1F1"/>
                      </a:solidFill>
                      <a:prstDash val="solid"/>
                    </a:lnL>
                    <a:lnR w="12700">
                      <a:solidFill>
                        <a:srgbClr val="D9D9D9"/>
                      </a:solidFill>
                      <a:prstDash val="solid"/>
                    </a:lnR>
                    <a:lnT w="12700">
                      <a:solidFill>
                        <a:srgbClr val="D9D9D9"/>
                      </a:solidFill>
                      <a:prstDash val="solid"/>
                    </a:lnT>
                    <a:lnB w="12700">
                      <a:solidFill>
                        <a:srgbClr val="D9D9D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350"/>
                        </a:spcBef>
                      </a:pPr>
                      <a:r>
                        <a:rPr sz="1300" dirty="0">
                          <a:latin typeface="Trebuchet MS"/>
                          <a:cs typeface="Trebuchet MS"/>
                        </a:rPr>
                        <a:t>1</a:t>
                      </a:r>
                      <a:endParaRPr sz="1300">
                        <a:latin typeface="Trebuchet MS"/>
                        <a:cs typeface="Trebuchet MS"/>
                      </a:endParaRPr>
                    </a:p>
                  </a:txBody>
                  <a:tcPr marL="0" marR="0" marT="44450" marB="0">
                    <a:lnL w="12700">
                      <a:solidFill>
                        <a:srgbClr val="D9D9D9"/>
                      </a:solidFill>
                      <a:prstDash val="solid"/>
                    </a:lnL>
                    <a:lnR w="12700">
                      <a:solidFill>
                        <a:srgbClr val="D9D9D9"/>
                      </a:solidFill>
                      <a:prstDash val="solid"/>
                    </a:lnR>
                    <a:lnT w="12700">
                      <a:solidFill>
                        <a:srgbClr val="D9D9D9"/>
                      </a:solidFill>
                      <a:prstDash val="solid"/>
                    </a:lnT>
                    <a:lnB w="12700">
                      <a:solidFill>
                        <a:srgbClr val="D9D9D9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9560">
                <a:tc>
                  <a:txBody>
                    <a:bodyPr/>
                    <a:lstStyle/>
                    <a:p>
                      <a:pPr marL="968375">
                        <a:lnSpc>
                          <a:spcPct val="100000"/>
                        </a:lnSpc>
                        <a:spcBef>
                          <a:spcPts val="350"/>
                        </a:spcBef>
                      </a:pPr>
                      <a:r>
                        <a:rPr sz="1300" dirty="0">
                          <a:latin typeface="Trebuchet MS"/>
                          <a:cs typeface="Trebuchet MS"/>
                        </a:rPr>
                        <a:t>1</a:t>
                      </a:r>
                      <a:endParaRPr sz="1300">
                        <a:latin typeface="Trebuchet MS"/>
                        <a:cs typeface="Trebuchet MS"/>
                      </a:endParaRPr>
                    </a:p>
                  </a:txBody>
                  <a:tcPr marL="0" marR="0" marT="44450" marB="0">
                    <a:lnL w="12700">
                      <a:solidFill>
                        <a:srgbClr val="F1F1F1"/>
                      </a:solidFill>
                      <a:prstDash val="solid"/>
                    </a:lnL>
                    <a:lnR w="12700">
                      <a:solidFill>
                        <a:srgbClr val="D9D9D9"/>
                      </a:solidFill>
                      <a:prstDash val="solid"/>
                    </a:lnR>
                    <a:lnT w="12700">
                      <a:solidFill>
                        <a:srgbClr val="D9D9D9"/>
                      </a:solidFill>
                      <a:prstDash val="solid"/>
                    </a:lnT>
                    <a:lnB w="12700">
                      <a:solidFill>
                        <a:srgbClr val="D9D9D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350"/>
                        </a:spcBef>
                      </a:pPr>
                      <a:r>
                        <a:rPr sz="1300" dirty="0">
                          <a:latin typeface="Trebuchet MS"/>
                          <a:cs typeface="Trebuchet MS"/>
                        </a:rPr>
                        <a:t>1</a:t>
                      </a:r>
                      <a:endParaRPr sz="1300">
                        <a:latin typeface="Trebuchet MS"/>
                        <a:cs typeface="Trebuchet MS"/>
                      </a:endParaRPr>
                    </a:p>
                  </a:txBody>
                  <a:tcPr marL="0" marR="0" marT="44450" marB="0">
                    <a:lnL w="12700">
                      <a:solidFill>
                        <a:srgbClr val="D9D9D9"/>
                      </a:solidFill>
                      <a:prstDash val="solid"/>
                    </a:lnL>
                    <a:lnR w="12700">
                      <a:solidFill>
                        <a:srgbClr val="D9D9D9"/>
                      </a:solidFill>
                      <a:prstDash val="solid"/>
                    </a:lnR>
                    <a:lnT w="12700">
                      <a:solidFill>
                        <a:srgbClr val="D9D9D9"/>
                      </a:solidFill>
                      <a:prstDash val="solid"/>
                    </a:lnT>
                    <a:lnB w="12700">
                      <a:solidFill>
                        <a:srgbClr val="D9D9D9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381798" y="6524434"/>
            <a:ext cx="60143" cy="90487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54151" y="6527292"/>
            <a:ext cx="1794510" cy="142494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862571" y="6521195"/>
            <a:ext cx="2327910" cy="118110"/>
          </a:xfrm>
          <a:prstGeom prst="rect">
            <a:avLst/>
          </a:prstGeom>
        </p:spPr>
      </p:pic>
      <p:sp>
        <p:nvSpPr>
          <p:cNvPr id="5" name="object 5"/>
          <p:cNvSpPr/>
          <p:nvPr/>
        </p:nvSpPr>
        <p:spPr>
          <a:xfrm>
            <a:off x="559308" y="1440180"/>
            <a:ext cx="36830" cy="180340"/>
          </a:xfrm>
          <a:custGeom>
            <a:avLst/>
            <a:gdLst/>
            <a:ahLst/>
            <a:cxnLst/>
            <a:rect l="l" t="t" r="r" b="b"/>
            <a:pathLst>
              <a:path w="36829" h="180340">
                <a:moveTo>
                  <a:pt x="36576" y="0"/>
                </a:moveTo>
                <a:lnTo>
                  <a:pt x="0" y="0"/>
                </a:lnTo>
                <a:lnTo>
                  <a:pt x="0" y="179832"/>
                </a:lnTo>
                <a:lnTo>
                  <a:pt x="36576" y="179832"/>
                </a:lnTo>
                <a:lnTo>
                  <a:pt x="36576" y="0"/>
                </a:lnTo>
                <a:close/>
              </a:path>
            </a:pathLst>
          </a:custGeom>
          <a:solidFill>
            <a:srgbClr val="183DAF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6" name="object 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723928" y="1469156"/>
            <a:ext cx="621001" cy="169905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437489" y="431419"/>
            <a:ext cx="4145279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FFFFFF"/>
                </a:solidFill>
                <a:latin typeface="Ebrima"/>
                <a:cs typeface="Ebrima"/>
              </a:rPr>
              <a:t>1.1.</a:t>
            </a:r>
            <a:r>
              <a:rPr sz="1800" spc="-40" dirty="0">
                <a:solidFill>
                  <a:srgbClr val="FFFFFF"/>
                </a:solidFill>
                <a:latin typeface="Ebrima"/>
                <a:cs typeface="Ebrima"/>
              </a:rPr>
              <a:t> </a:t>
            </a:r>
            <a:r>
              <a:rPr sz="1800" dirty="0">
                <a:solidFill>
                  <a:srgbClr val="FFFFFF"/>
                </a:solidFill>
                <a:latin typeface="Ebrima"/>
                <a:cs typeface="Ebrima"/>
              </a:rPr>
              <a:t>Understanding</a:t>
            </a:r>
            <a:r>
              <a:rPr sz="1800" spc="-20" dirty="0">
                <a:solidFill>
                  <a:srgbClr val="FFFFFF"/>
                </a:solidFill>
                <a:latin typeface="Ebrima"/>
                <a:cs typeface="Ebrima"/>
              </a:rPr>
              <a:t> </a:t>
            </a:r>
            <a:r>
              <a:rPr sz="1800" dirty="0">
                <a:solidFill>
                  <a:srgbClr val="FFFFFF"/>
                </a:solidFill>
                <a:latin typeface="Ebrima"/>
                <a:cs typeface="Ebrima"/>
              </a:rPr>
              <a:t>Perceptron</a:t>
            </a:r>
            <a:r>
              <a:rPr sz="1800" spc="-20" dirty="0">
                <a:solidFill>
                  <a:srgbClr val="FFFFFF"/>
                </a:solidFill>
                <a:latin typeface="Ebrima"/>
                <a:cs typeface="Ebrima"/>
              </a:rPr>
              <a:t> </a:t>
            </a:r>
            <a:r>
              <a:rPr sz="1800" dirty="0">
                <a:solidFill>
                  <a:srgbClr val="FFFFFF"/>
                </a:solidFill>
                <a:latin typeface="Ebrima"/>
                <a:cs typeface="Ebrima"/>
              </a:rPr>
              <a:t>with</a:t>
            </a:r>
            <a:r>
              <a:rPr sz="1800" spc="-20" dirty="0">
                <a:solidFill>
                  <a:srgbClr val="FFFFFF"/>
                </a:solidFill>
                <a:latin typeface="Ebrima"/>
                <a:cs typeface="Ebrima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Ebrima"/>
                <a:cs typeface="Ebrima"/>
              </a:rPr>
              <a:t>Excel</a:t>
            </a:r>
            <a:endParaRPr sz="1800">
              <a:latin typeface="Ebrima"/>
              <a:cs typeface="Ebrim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8671941" y="463677"/>
            <a:ext cx="80962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dirty="0">
                <a:solidFill>
                  <a:srgbClr val="D9D9D9"/>
                </a:solidFill>
                <a:latin typeface="Ebrima"/>
                <a:cs typeface="Ebrima"/>
              </a:rPr>
              <a:t>UNIT</a:t>
            </a:r>
            <a:r>
              <a:rPr sz="1600" spc="400" dirty="0">
                <a:solidFill>
                  <a:srgbClr val="D9D9D9"/>
                </a:solidFill>
                <a:latin typeface="Ebrima"/>
                <a:cs typeface="Ebrima"/>
              </a:rPr>
              <a:t> </a:t>
            </a:r>
            <a:r>
              <a:rPr sz="1600" spc="-35" dirty="0">
                <a:solidFill>
                  <a:srgbClr val="D9D9D9"/>
                </a:solidFill>
                <a:latin typeface="Ebrima"/>
                <a:cs typeface="Ebrima"/>
              </a:rPr>
              <a:t>01</a:t>
            </a:r>
            <a:endParaRPr sz="1600">
              <a:latin typeface="Ebrima"/>
              <a:cs typeface="Ebrima"/>
            </a:endParaRPr>
          </a:p>
        </p:txBody>
      </p:sp>
      <p:pic>
        <p:nvPicPr>
          <p:cNvPr id="9" name="object 9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710183" y="1805939"/>
            <a:ext cx="1881377" cy="133350"/>
          </a:xfrm>
          <a:prstGeom prst="rect">
            <a:avLst/>
          </a:prstGeom>
        </p:spPr>
      </p:pic>
      <p:grpSp>
        <p:nvGrpSpPr>
          <p:cNvPr id="10" name="object 10"/>
          <p:cNvGrpSpPr/>
          <p:nvPr/>
        </p:nvGrpSpPr>
        <p:grpSpPr>
          <a:xfrm>
            <a:off x="1854707" y="2273807"/>
            <a:ext cx="6337300" cy="3531235"/>
            <a:chOff x="1854707" y="2273807"/>
            <a:chExt cx="6337300" cy="3531235"/>
          </a:xfrm>
        </p:grpSpPr>
        <p:sp>
          <p:nvSpPr>
            <p:cNvPr id="11" name="object 11"/>
            <p:cNvSpPr/>
            <p:nvPr/>
          </p:nvSpPr>
          <p:spPr>
            <a:xfrm>
              <a:off x="1854707" y="2273807"/>
              <a:ext cx="6337300" cy="3531235"/>
            </a:xfrm>
            <a:custGeom>
              <a:avLst/>
              <a:gdLst/>
              <a:ahLst/>
              <a:cxnLst/>
              <a:rect l="l" t="t" r="r" b="b"/>
              <a:pathLst>
                <a:path w="6337300" h="3531235">
                  <a:moveTo>
                    <a:pt x="6336792" y="0"/>
                  </a:moveTo>
                  <a:lnTo>
                    <a:pt x="0" y="0"/>
                  </a:lnTo>
                  <a:lnTo>
                    <a:pt x="0" y="3531108"/>
                  </a:lnTo>
                  <a:lnTo>
                    <a:pt x="6336792" y="3531108"/>
                  </a:lnTo>
                  <a:lnTo>
                    <a:pt x="6336792" y="0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5430773" y="3819905"/>
              <a:ext cx="666115" cy="666115"/>
            </a:xfrm>
            <a:custGeom>
              <a:avLst/>
              <a:gdLst/>
              <a:ahLst/>
              <a:cxnLst/>
              <a:rect l="l" t="t" r="r" b="b"/>
              <a:pathLst>
                <a:path w="666114" h="666114">
                  <a:moveTo>
                    <a:pt x="332993" y="0"/>
                  </a:moveTo>
                  <a:lnTo>
                    <a:pt x="283789" y="3610"/>
                  </a:lnTo>
                  <a:lnTo>
                    <a:pt x="236825" y="14099"/>
                  </a:lnTo>
                  <a:lnTo>
                    <a:pt x="192617" y="30951"/>
                  </a:lnTo>
                  <a:lnTo>
                    <a:pt x="151680" y="53650"/>
                  </a:lnTo>
                  <a:lnTo>
                    <a:pt x="114530" y="81681"/>
                  </a:lnTo>
                  <a:lnTo>
                    <a:pt x="81681" y="114530"/>
                  </a:lnTo>
                  <a:lnTo>
                    <a:pt x="53650" y="151680"/>
                  </a:lnTo>
                  <a:lnTo>
                    <a:pt x="30951" y="192617"/>
                  </a:lnTo>
                  <a:lnTo>
                    <a:pt x="14099" y="236825"/>
                  </a:lnTo>
                  <a:lnTo>
                    <a:pt x="3610" y="283789"/>
                  </a:lnTo>
                  <a:lnTo>
                    <a:pt x="0" y="332994"/>
                  </a:lnTo>
                  <a:lnTo>
                    <a:pt x="3610" y="382198"/>
                  </a:lnTo>
                  <a:lnTo>
                    <a:pt x="14099" y="429162"/>
                  </a:lnTo>
                  <a:lnTo>
                    <a:pt x="30951" y="473370"/>
                  </a:lnTo>
                  <a:lnTo>
                    <a:pt x="53650" y="514307"/>
                  </a:lnTo>
                  <a:lnTo>
                    <a:pt x="81681" y="551457"/>
                  </a:lnTo>
                  <a:lnTo>
                    <a:pt x="114530" y="584306"/>
                  </a:lnTo>
                  <a:lnTo>
                    <a:pt x="151680" y="612337"/>
                  </a:lnTo>
                  <a:lnTo>
                    <a:pt x="192617" y="635036"/>
                  </a:lnTo>
                  <a:lnTo>
                    <a:pt x="236825" y="651888"/>
                  </a:lnTo>
                  <a:lnTo>
                    <a:pt x="283789" y="662377"/>
                  </a:lnTo>
                  <a:lnTo>
                    <a:pt x="332993" y="665988"/>
                  </a:lnTo>
                  <a:lnTo>
                    <a:pt x="382198" y="662377"/>
                  </a:lnTo>
                  <a:lnTo>
                    <a:pt x="429162" y="651888"/>
                  </a:lnTo>
                  <a:lnTo>
                    <a:pt x="473370" y="635036"/>
                  </a:lnTo>
                  <a:lnTo>
                    <a:pt x="514307" y="612337"/>
                  </a:lnTo>
                  <a:lnTo>
                    <a:pt x="551457" y="584306"/>
                  </a:lnTo>
                  <a:lnTo>
                    <a:pt x="584306" y="551457"/>
                  </a:lnTo>
                  <a:lnTo>
                    <a:pt x="612337" y="514307"/>
                  </a:lnTo>
                  <a:lnTo>
                    <a:pt x="635036" y="473370"/>
                  </a:lnTo>
                  <a:lnTo>
                    <a:pt x="651888" y="429162"/>
                  </a:lnTo>
                  <a:lnTo>
                    <a:pt x="662377" y="382198"/>
                  </a:lnTo>
                  <a:lnTo>
                    <a:pt x="665988" y="332994"/>
                  </a:lnTo>
                  <a:lnTo>
                    <a:pt x="662377" y="283789"/>
                  </a:lnTo>
                  <a:lnTo>
                    <a:pt x="651888" y="236825"/>
                  </a:lnTo>
                  <a:lnTo>
                    <a:pt x="635036" y="192617"/>
                  </a:lnTo>
                  <a:lnTo>
                    <a:pt x="612337" y="151680"/>
                  </a:lnTo>
                  <a:lnTo>
                    <a:pt x="584306" y="114530"/>
                  </a:lnTo>
                  <a:lnTo>
                    <a:pt x="551457" y="81681"/>
                  </a:lnTo>
                  <a:lnTo>
                    <a:pt x="514307" y="53650"/>
                  </a:lnTo>
                  <a:lnTo>
                    <a:pt x="473370" y="30951"/>
                  </a:lnTo>
                  <a:lnTo>
                    <a:pt x="429162" y="14099"/>
                  </a:lnTo>
                  <a:lnTo>
                    <a:pt x="382198" y="3610"/>
                  </a:lnTo>
                  <a:lnTo>
                    <a:pt x="332993" y="0"/>
                  </a:lnTo>
                  <a:close/>
                </a:path>
              </a:pathLst>
            </a:custGeom>
            <a:solidFill>
              <a:srgbClr val="13299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5430773" y="3819905"/>
              <a:ext cx="666115" cy="666115"/>
            </a:xfrm>
            <a:custGeom>
              <a:avLst/>
              <a:gdLst/>
              <a:ahLst/>
              <a:cxnLst/>
              <a:rect l="l" t="t" r="r" b="b"/>
              <a:pathLst>
                <a:path w="666114" h="666114">
                  <a:moveTo>
                    <a:pt x="0" y="332994"/>
                  </a:moveTo>
                  <a:lnTo>
                    <a:pt x="3610" y="283789"/>
                  </a:lnTo>
                  <a:lnTo>
                    <a:pt x="14099" y="236825"/>
                  </a:lnTo>
                  <a:lnTo>
                    <a:pt x="30951" y="192617"/>
                  </a:lnTo>
                  <a:lnTo>
                    <a:pt x="53650" y="151680"/>
                  </a:lnTo>
                  <a:lnTo>
                    <a:pt x="81681" y="114530"/>
                  </a:lnTo>
                  <a:lnTo>
                    <a:pt x="114530" y="81681"/>
                  </a:lnTo>
                  <a:lnTo>
                    <a:pt x="151680" y="53650"/>
                  </a:lnTo>
                  <a:lnTo>
                    <a:pt x="192617" y="30951"/>
                  </a:lnTo>
                  <a:lnTo>
                    <a:pt x="236825" y="14099"/>
                  </a:lnTo>
                  <a:lnTo>
                    <a:pt x="283789" y="3610"/>
                  </a:lnTo>
                  <a:lnTo>
                    <a:pt x="332993" y="0"/>
                  </a:lnTo>
                  <a:lnTo>
                    <a:pt x="382198" y="3610"/>
                  </a:lnTo>
                  <a:lnTo>
                    <a:pt x="429162" y="14099"/>
                  </a:lnTo>
                  <a:lnTo>
                    <a:pt x="473370" y="30951"/>
                  </a:lnTo>
                  <a:lnTo>
                    <a:pt x="514307" y="53650"/>
                  </a:lnTo>
                  <a:lnTo>
                    <a:pt x="551457" y="81681"/>
                  </a:lnTo>
                  <a:lnTo>
                    <a:pt x="584306" y="114530"/>
                  </a:lnTo>
                  <a:lnTo>
                    <a:pt x="612337" y="151680"/>
                  </a:lnTo>
                  <a:lnTo>
                    <a:pt x="635036" y="192617"/>
                  </a:lnTo>
                  <a:lnTo>
                    <a:pt x="651888" y="236825"/>
                  </a:lnTo>
                  <a:lnTo>
                    <a:pt x="662377" y="283789"/>
                  </a:lnTo>
                  <a:lnTo>
                    <a:pt x="665988" y="332994"/>
                  </a:lnTo>
                  <a:lnTo>
                    <a:pt x="662377" y="382198"/>
                  </a:lnTo>
                  <a:lnTo>
                    <a:pt x="651888" y="429162"/>
                  </a:lnTo>
                  <a:lnTo>
                    <a:pt x="635036" y="473370"/>
                  </a:lnTo>
                  <a:lnTo>
                    <a:pt x="612337" y="514307"/>
                  </a:lnTo>
                  <a:lnTo>
                    <a:pt x="584306" y="551457"/>
                  </a:lnTo>
                  <a:lnTo>
                    <a:pt x="551457" y="584306"/>
                  </a:lnTo>
                  <a:lnTo>
                    <a:pt x="514307" y="612337"/>
                  </a:lnTo>
                  <a:lnTo>
                    <a:pt x="473370" y="635036"/>
                  </a:lnTo>
                  <a:lnTo>
                    <a:pt x="429162" y="651888"/>
                  </a:lnTo>
                  <a:lnTo>
                    <a:pt x="382198" y="662377"/>
                  </a:lnTo>
                  <a:lnTo>
                    <a:pt x="332993" y="665988"/>
                  </a:lnTo>
                  <a:lnTo>
                    <a:pt x="283789" y="662377"/>
                  </a:lnTo>
                  <a:lnTo>
                    <a:pt x="236825" y="651888"/>
                  </a:lnTo>
                  <a:lnTo>
                    <a:pt x="192617" y="635036"/>
                  </a:lnTo>
                  <a:lnTo>
                    <a:pt x="151680" y="612337"/>
                  </a:lnTo>
                  <a:lnTo>
                    <a:pt x="114530" y="584306"/>
                  </a:lnTo>
                  <a:lnTo>
                    <a:pt x="81681" y="551457"/>
                  </a:lnTo>
                  <a:lnTo>
                    <a:pt x="53650" y="514307"/>
                  </a:lnTo>
                  <a:lnTo>
                    <a:pt x="30951" y="473370"/>
                  </a:lnTo>
                  <a:lnTo>
                    <a:pt x="14099" y="429162"/>
                  </a:lnTo>
                  <a:lnTo>
                    <a:pt x="3610" y="382198"/>
                  </a:lnTo>
                  <a:lnTo>
                    <a:pt x="0" y="332994"/>
                  </a:lnTo>
                  <a:close/>
                </a:path>
              </a:pathLst>
            </a:custGeom>
            <a:ln w="19812">
              <a:solidFill>
                <a:srgbClr val="13299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/>
          <p:nvPr/>
        </p:nvSpPr>
        <p:spPr>
          <a:xfrm>
            <a:off x="5654928" y="4039615"/>
            <a:ext cx="227329" cy="2235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sz="1300" spc="-105" dirty="0">
                <a:solidFill>
                  <a:srgbClr val="FFFFFF"/>
                </a:solidFill>
                <a:latin typeface="Trebuchet MS"/>
                <a:cs typeface="Trebuchet MS"/>
              </a:rPr>
              <a:t>-</a:t>
            </a:r>
            <a:r>
              <a:rPr sz="1300" spc="-170" dirty="0">
                <a:solidFill>
                  <a:srgbClr val="FFFFFF"/>
                </a:solidFill>
                <a:latin typeface="Trebuchet MS"/>
                <a:cs typeface="Trebuchet MS"/>
              </a:rPr>
              <a:t>0.5</a:t>
            </a:r>
            <a:endParaRPr sz="1300">
              <a:latin typeface="Trebuchet MS"/>
              <a:cs typeface="Trebuchet MS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3789934" y="2843529"/>
            <a:ext cx="434975" cy="434975"/>
            <a:chOff x="3789934" y="2843529"/>
            <a:chExt cx="434975" cy="434975"/>
          </a:xfrm>
        </p:grpSpPr>
        <p:sp>
          <p:nvSpPr>
            <p:cNvPr id="16" name="object 16"/>
            <p:cNvSpPr/>
            <p:nvPr/>
          </p:nvSpPr>
          <p:spPr>
            <a:xfrm>
              <a:off x="3800094" y="2853689"/>
              <a:ext cx="414655" cy="414655"/>
            </a:xfrm>
            <a:custGeom>
              <a:avLst/>
              <a:gdLst/>
              <a:ahLst/>
              <a:cxnLst/>
              <a:rect l="l" t="t" r="r" b="b"/>
              <a:pathLst>
                <a:path w="414654" h="414654">
                  <a:moveTo>
                    <a:pt x="207263" y="0"/>
                  </a:moveTo>
                  <a:lnTo>
                    <a:pt x="159753" y="5476"/>
                  </a:lnTo>
                  <a:lnTo>
                    <a:pt x="116132" y="21073"/>
                  </a:lnTo>
                  <a:lnTo>
                    <a:pt x="77648" y="45546"/>
                  </a:lnTo>
                  <a:lnTo>
                    <a:pt x="45546" y="77648"/>
                  </a:lnTo>
                  <a:lnTo>
                    <a:pt x="21073" y="116132"/>
                  </a:lnTo>
                  <a:lnTo>
                    <a:pt x="5476" y="159753"/>
                  </a:lnTo>
                  <a:lnTo>
                    <a:pt x="0" y="207263"/>
                  </a:lnTo>
                  <a:lnTo>
                    <a:pt x="5476" y="254774"/>
                  </a:lnTo>
                  <a:lnTo>
                    <a:pt x="21073" y="298395"/>
                  </a:lnTo>
                  <a:lnTo>
                    <a:pt x="45546" y="336879"/>
                  </a:lnTo>
                  <a:lnTo>
                    <a:pt x="77648" y="368981"/>
                  </a:lnTo>
                  <a:lnTo>
                    <a:pt x="116132" y="393454"/>
                  </a:lnTo>
                  <a:lnTo>
                    <a:pt x="159753" y="409051"/>
                  </a:lnTo>
                  <a:lnTo>
                    <a:pt x="207263" y="414527"/>
                  </a:lnTo>
                  <a:lnTo>
                    <a:pt x="254774" y="409051"/>
                  </a:lnTo>
                  <a:lnTo>
                    <a:pt x="298395" y="393454"/>
                  </a:lnTo>
                  <a:lnTo>
                    <a:pt x="336879" y="368981"/>
                  </a:lnTo>
                  <a:lnTo>
                    <a:pt x="368981" y="336879"/>
                  </a:lnTo>
                  <a:lnTo>
                    <a:pt x="393454" y="298395"/>
                  </a:lnTo>
                  <a:lnTo>
                    <a:pt x="409051" y="254774"/>
                  </a:lnTo>
                  <a:lnTo>
                    <a:pt x="414527" y="207263"/>
                  </a:lnTo>
                  <a:lnTo>
                    <a:pt x="409051" y="159753"/>
                  </a:lnTo>
                  <a:lnTo>
                    <a:pt x="393454" y="116132"/>
                  </a:lnTo>
                  <a:lnTo>
                    <a:pt x="368981" y="77648"/>
                  </a:lnTo>
                  <a:lnTo>
                    <a:pt x="336879" y="45546"/>
                  </a:lnTo>
                  <a:lnTo>
                    <a:pt x="298395" y="21073"/>
                  </a:lnTo>
                  <a:lnTo>
                    <a:pt x="254774" y="5476"/>
                  </a:lnTo>
                  <a:lnTo>
                    <a:pt x="207263" y="0"/>
                  </a:lnTo>
                  <a:close/>
                </a:path>
              </a:pathLst>
            </a:custGeom>
            <a:solidFill>
              <a:srgbClr val="13299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3800094" y="2853689"/>
              <a:ext cx="414655" cy="414655"/>
            </a:xfrm>
            <a:custGeom>
              <a:avLst/>
              <a:gdLst/>
              <a:ahLst/>
              <a:cxnLst/>
              <a:rect l="l" t="t" r="r" b="b"/>
              <a:pathLst>
                <a:path w="414654" h="414654">
                  <a:moveTo>
                    <a:pt x="0" y="207263"/>
                  </a:moveTo>
                  <a:lnTo>
                    <a:pt x="5476" y="159753"/>
                  </a:lnTo>
                  <a:lnTo>
                    <a:pt x="21073" y="116132"/>
                  </a:lnTo>
                  <a:lnTo>
                    <a:pt x="45546" y="77648"/>
                  </a:lnTo>
                  <a:lnTo>
                    <a:pt x="77648" y="45546"/>
                  </a:lnTo>
                  <a:lnTo>
                    <a:pt x="116132" y="21073"/>
                  </a:lnTo>
                  <a:lnTo>
                    <a:pt x="159753" y="5476"/>
                  </a:lnTo>
                  <a:lnTo>
                    <a:pt x="207263" y="0"/>
                  </a:lnTo>
                  <a:lnTo>
                    <a:pt x="254774" y="5476"/>
                  </a:lnTo>
                  <a:lnTo>
                    <a:pt x="298395" y="21073"/>
                  </a:lnTo>
                  <a:lnTo>
                    <a:pt x="336879" y="45546"/>
                  </a:lnTo>
                  <a:lnTo>
                    <a:pt x="368981" y="77648"/>
                  </a:lnTo>
                  <a:lnTo>
                    <a:pt x="393454" y="116132"/>
                  </a:lnTo>
                  <a:lnTo>
                    <a:pt x="409051" y="159753"/>
                  </a:lnTo>
                  <a:lnTo>
                    <a:pt x="414527" y="207263"/>
                  </a:lnTo>
                  <a:lnTo>
                    <a:pt x="409051" y="254774"/>
                  </a:lnTo>
                  <a:lnTo>
                    <a:pt x="393454" y="298395"/>
                  </a:lnTo>
                  <a:lnTo>
                    <a:pt x="368981" y="336879"/>
                  </a:lnTo>
                  <a:lnTo>
                    <a:pt x="336879" y="368981"/>
                  </a:lnTo>
                  <a:lnTo>
                    <a:pt x="298395" y="393454"/>
                  </a:lnTo>
                  <a:lnTo>
                    <a:pt x="254774" y="409051"/>
                  </a:lnTo>
                  <a:lnTo>
                    <a:pt x="207263" y="414527"/>
                  </a:lnTo>
                  <a:lnTo>
                    <a:pt x="159753" y="409051"/>
                  </a:lnTo>
                  <a:lnTo>
                    <a:pt x="116132" y="393454"/>
                  </a:lnTo>
                  <a:lnTo>
                    <a:pt x="77648" y="368981"/>
                  </a:lnTo>
                  <a:lnTo>
                    <a:pt x="45546" y="336879"/>
                  </a:lnTo>
                  <a:lnTo>
                    <a:pt x="21073" y="298395"/>
                  </a:lnTo>
                  <a:lnTo>
                    <a:pt x="5476" y="254774"/>
                  </a:lnTo>
                  <a:lnTo>
                    <a:pt x="0" y="207263"/>
                  </a:lnTo>
                  <a:close/>
                </a:path>
              </a:pathLst>
            </a:custGeom>
            <a:ln w="19812">
              <a:solidFill>
                <a:srgbClr val="13299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" name="object 18"/>
          <p:cNvSpPr txBox="1"/>
          <p:nvPr/>
        </p:nvSpPr>
        <p:spPr>
          <a:xfrm>
            <a:off x="2443607" y="2561081"/>
            <a:ext cx="1593850" cy="61023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R="5715" algn="r">
              <a:lnSpc>
                <a:spcPct val="100000"/>
              </a:lnSpc>
              <a:spcBef>
                <a:spcPts val="95"/>
              </a:spcBef>
            </a:pPr>
            <a:r>
              <a:rPr sz="1300" spc="-265" dirty="0">
                <a:latin typeface="Trebuchet MS"/>
                <a:cs typeface="Trebuchet MS"/>
              </a:rPr>
              <a:t>The</a:t>
            </a:r>
            <a:r>
              <a:rPr sz="1300" spc="-90" dirty="0">
                <a:latin typeface="Trebuchet MS"/>
                <a:cs typeface="Trebuchet MS"/>
              </a:rPr>
              <a:t> </a:t>
            </a:r>
            <a:r>
              <a:rPr sz="1300" spc="-170" dirty="0">
                <a:latin typeface="Trebuchet MS"/>
                <a:cs typeface="Trebuchet MS"/>
              </a:rPr>
              <a:t>bias</a:t>
            </a:r>
            <a:r>
              <a:rPr sz="1300" spc="-120" dirty="0">
                <a:latin typeface="Trebuchet MS"/>
                <a:cs typeface="Trebuchet MS"/>
              </a:rPr>
              <a:t> </a:t>
            </a:r>
            <a:r>
              <a:rPr sz="1300" spc="-110" dirty="0">
                <a:latin typeface="Trebuchet MS"/>
                <a:cs typeface="Trebuchet MS"/>
              </a:rPr>
              <a:t>is</a:t>
            </a:r>
            <a:r>
              <a:rPr sz="1300" spc="-114" dirty="0">
                <a:latin typeface="Trebuchet MS"/>
                <a:cs typeface="Trebuchet MS"/>
              </a:rPr>
              <a:t> </a:t>
            </a:r>
            <a:r>
              <a:rPr sz="1300" spc="-190" dirty="0">
                <a:latin typeface="Trebuchet MS"/>
                <a:cs typeface="Trebuchet MS"/>
              </a:rPr>
              <a:t>generally</a:t>
            </a:r>
            <a:r>
              <a:rPr sz="1300" spc="-114" dirty="0">
                <a:latin typeface="Trebuchet MS"/>
                <a:cs typeface="Trebuchet MS"/>
              </a:rPr>
              <a:t> </a:t>
            </a:r>
            <a:r>
              <a:rPr sz="1300" spc="-215" dirty="0">
                <a:latin typeface="Trebuchet MS"/>
                <a:cs typeface="Trebuchet MS"/>
              </a:rPr>
              <a:t>fixed</a:t>
            </a:r>
            <a:r>
              <a:rPr sz="1300" spc="-100" dirty="0">
                <a:latin typeface="Trebuchet MS"/>
                <a:cs typeface="Trebuchet MS"/>
              </a:rPr>
              <a:t> </a:t>
            </a:r>
            <a:r>
              <a:rPr sz="1300" spc="-135" dirty="0">
                <a:latin typeface="Trebuchet MS"/>
                <a:cs typeface="Trebuchet MS"/>
              </a:rPr>
              <a:t>as</a:t>
            </a:r>
            <a:r>
              <a:rPr sz="1300" spc="-120" dirty="0">
                <a:latin typeface="Trebuchet MS"/>
                <a:cs typeface="Trebuchet MS"/>
              </a:rPr>
              <a:t> </a:t>
            </a:r>
            <a:r>
              <a:rPr sz="1300" spc="-380" dirty="0">
                <a:latin typeface="Trebuchet MS"/>
                <a:cs typeface="Trebuchet MS"/>
              </a:rPr>
              <a:t>1.</a:t>
            </a:r>
            <a:endParaRPr sz="13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1250">
              <a:latin typeface="Trebuchet MS"/>
              <a:cs typeface="Trebuchet MS"/>
            </a:endParaRPr>
          </a:p>
          <a:p>
            <a:pPr marR="5080" algn="r">
              <a:lnSpc>
                <a:spcPct val="100000"/>
              </a:lnSpc>
            </a:pPr>
            <a:r>
              <a:rPr sz="1300" spc="-420" dirty="0">
                <a:solidFill>
                  <a:srgbClr val="FFFFFF"/>
                </a:solidFill>
                <a:latin typeface="Trebuchet MS"/>
                <a:cs typeface="Trebuchet MS"/>
              </a:rPr>
              <a:t>1</a:t>
            </a:r>
            <a:endParaRPr sz="1300">
              <a:latin typeface="Trebuchet MS"/>
              <a:cs typeface="Trebuchet MS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3789934" y="3934714"/>
            <a:ext cx="434975" cy="434975"/>
            <a:chOff x="3789934" y="3934714"/>
            <a:chExt cx="434975" cy="434975"/>
          </a:xfrm>
        </p:grpSpPr>
        <p:sp>
          <p:nvSpPr>
            <p:cNvPr id="20" name="object 20"/>
            <p:cNvSpPr/>
            <p:nvPr/>
          </p:nvSpPr>
          <p:spPr>
            <a:xfrm>
              <a:off x="3800094" y="3944874"/>
              <a:ext cx="414655" cy="414655"/>
            </a:xfrm>
            <a:custGeom>
              <a:avLst/>
              <a:gdLst/>
              <a:ahLst/>
              <a:cxnLst/>
              <a:rect l="l" t="t" r="r" b="b"/>
              <a:pathLst>
                <a:path w="414654" h="414654">
                  <a:moveTo>
                    <a:pt x="207263" y="0"/>
                  </a:moveTo>
                  <a:lnTo>
                    <a:pt x="159753" y="5476"/>
                  </a:lnTo>
                  <a:lnTo>
                    <a:pt x="116132" y="21073"/>
                  </a:lnTo>
                  <a:lnTo>
                    <a:pt x="77648" y="45546"/>
                  </a:lnTo>
                  <a:lnTo>
                    <a:pt x="45546" y="77648"/>
                  </a:lnTo>
                  <a:lnTo>
                    <a:pt x="21073" y="116132"/>
                  </a:lnTo>
                  <a:lnTo>
                    <a:pt x="5476" y="159753"/>
                  </a:lnTo>
                  <a:lnTo>
                    <a:pt x="0" y="207263"/>
                  </a:lnTo>
                  <a:lnTo>
                    <a:pt x="5476" y="254774"/>
                  </a:lnTo>
                  <a:lnTo>
                    <a:pt x="21073" y="298395"/>
                  </a:lnTo>
                  <a:lnTo>
                    <a:pt x="45546" y="336879"/>
                  </a:lnTo>
                  <a:lnTo>
                    <a:pt x="77648" y="368981"/>
                  </a:lnTo>
                  <a:lnTo>
                    <a:pt x="116132" y="393454"/>
                  </a:lnTo>
                  <a:lnTo>
                    <a:pt x="159753" y="409051"/>
                  </a:lnTo>
                  <a:lnTo>
                    <a:pt x="207263" y="414527"/>
                  </a:lnTo>
                  <a:lnTo>
                    <a:pt x="254774" y="409051"/>
                  </a:lnTo>
                  <a:lnTo>
                    <a:pt x="298395" y="393454"/>
                  </a:lnTo>
                  <a:lnTo>
                    <a:pt x="336879" y="368981"/>
                  </a:lnTo>
                  <a:lnTo>
                    <a:pt x="368981" y="336879"/>
                  </a:lnTo>
                  <a:lnTo>
                    <a:pt x="393454" y="298395"/>
                  </a:lnTo>
                  <a:lnTo>
                    <a:pt x="409051" y="254774"/>
                  </a:lnTo>
                  <a:lnTo>
                    <a:pt x="414527" y="207263"/>
                  </a:lnTo>
                  <a:lnTo>
                    <a:pt x="409051" y="159753"/>
                  </a:lnTo>
                  <a:lnTo>
                    <a:pt x="393454" y="116132"/>
                  </a:lnTo>
                  <a:lnTo>
                    <a:pt x="368981" y="77648"/>
                  </a:lnTo>
                  <a:lnTo>
                    <a:pt x="336879" y="45546"/>
                  </a:lnTo>
                  <a:lnTo>
                    <a:pt x="298395" y="21073"/>
                  </a:lnTo>
                  <a:lnTo>
                    <a:pt x="254774" y="5476"/>
                  </a:lnTo>
                  <a:lnTo>
                    <a:pt x="207263" y="0"/>
                  </a:lnTo>
                  <a:close/>
                </a:path>
              </a:pathLst>
            </a:custGeom>
            <a:solidFill>
              <a:srgbClr val="13299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3800094" y="3944874"/>
              <a:ext cx="414655" cy="414655"/>
            </a:xfrm>
            <a:custGeom>
              <a:avLst/>
              <a:gdLst/>
              <a:ahLst/>
              <a:cxnLst/>
              <a:rect l="l" t="t" r="r" b="b"/>
              <a:pathLst>
                <a:path w="414654" h="414654">
                  <a:moveTo>
                    <a:pt x="0" y="207263"/>
                  </a:moveTo>
                  <a:lnTo>
                    <a:pt x="5476" y="159753"/>
                  </a:lnTo>
                  <a:lnTo>
                    <a:pt x="21073" y="116132"/>
                  </a:lnTo>
                  <a:lnTo>
                    <a:pt x="45546" y="77648"/>
                  </a:lnTo>
                  <a:lnTo>
                    <a:pt x="77648" y="45546"/>
                  </a:lnTo>
                  <a:lnTo>
                    <a:pt x="116132" y="21073"/>
                  </a:lnTo>
                  <a:lnTo>
                    <a:pt x="159753" y="5476"/>
                  </a:lnTo>
                  <a:lnTo>
                    <a:pt x="207263" y="0"/>
                  </a:lnTo>
                  <a:lnTo>
                    <a:pt x="254774" y="5476"/>
                  </a:lnTo>
                  <a:lnTo>
                    <a:pt x="298395" y="21073"/>
                  </a:lnTo>
                  <a:lnTo>
                    <a:pt x="336879" y="45546"/>
                  </a:lnTo>
                  <a:lnTo>
                    <a:pt x="368981" y="77648"/>
                  </a:lnTo>
                  <a:lnTo>
                    <a:pt x="393454" y="116132"/>
                  </a:lnTo>
                  <a:lnTo>
                    <a:pt x="409051" y="159753"/>
                  </a:lnTo>
                  <a:lnTo>
                    <a:pt x="414527" y="207263"/>
                  </a:lnTo>
                  <a:lnTo>
                    <a:pt x="409051" y="254774"/>
                  </a:lnTo>
                  <a:lnTo>
                    <a:pt x="393454" y="298395"/>
                  </a:lnTo>
                  <a:lnTo>
                    <a:pt x="368981" y="336879"/>
                  </a:lnTo>
                  <a:lnTo>
                    <a:pt x="336879" y="368981"/>
                  </a:lnTo>
                  <a:lnTo>
                    <a:pt x="298395" y="393454"/>
                  </a:lnTo>
                  <a:lnTo>
                    <a:pt x="254774" y="409051"/>
                  </a:lnTo>
                  <a:lnTo>
                    <a:pt x="207263" y="414527"/>
                  </a:lnTo>
                  <a:lnTo>
                    <a:pt x="159753" y="409051"/>
                  </a:lnTo>
                  <a:lnTo>
                    <a:pt x="116132" y="393454"/>
                  </a:lnTo>
                  <a:lnTo>
                    <a:pt x="77648" y="368981"/>
                  </a:lnTo>
                  <a:lnTo>
                    <a:pt x="45546" y="336879"/>
                  </a:lnTo>
                  <a:lnTo>
                    <a:pt x="21073" y="298395"/>
                  </a:lnTo>
                  <a:lnTo>
                    <a:pt x="5476" y="254774"/>
                  </a:lnTo>
                  <a:lnTo>
                    <a:pt x="0" y="207263"/>
                  </a:lnTo>
                  <a:close/>
                </a:path>
              </a:pathLst>
            </a:custGeom>
            <a:ln w="19812">
              <a:solidFill>
                <a:srgbClr val="13299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2" name="object 22"/>
          <p:cNvSpPr txBox="1"/>
          <p:nvPr/>
        </p:nvSpPr>
        <p:spPr>
          <a:xfrm>
            <a:off x="3971290" y="4039615"/>
            <a:ext cx="84455" cy="2235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sz="1300" spc="-120" dirty="0">
                <a:solidFill>
                  <a:srgbClr val="FFFFFF"/>
                </a:solidFill>
                <a:latin typeface="Trebuchet MS"/>
                <a:cs typeface="Trebuchet MS"/>
              </a:rPr>
              <a:t>0</a:t>
            </a:r>
            <a:endParaRPr sz="1300">
              <a:latin typeface="Trebuchet MS"/>
              <a:cs typeface="Trebuchet MS"/>
            </a:endParaRPr>
          </a:p>
        </p:txBody>
      </p:sp>
      <p:grpSp>
        <p:nvGrpSpPr>
          <p:cNvPr id="23" name="object 23"/>
          <p:cNvGrpSpPr/>
          <p:nvPr/>
        </p:nvGrpSpPr>
        <p:grpSpPr>
          <a:xfrm>
            <a:off x="3789934" y="5025897"/>
            <a:ext cx="434975" cy="434975"/>
            <a:chOff x="3789934" y="5025897"/>
            <a:chExt cx="434975" cy="434975"/>
          </a:xfrm>
        </p:grpSpPr>
        <p:sp>
          <p:nvSpPr>
            <p:cNvPr id="24" name="object 24"/>
            <p:cNvSpPr/>
            <p:nvPr/>
          </p:nvSpPr>
          <p:spPr>
            <a:xfrm>
              <a:off x="3800094" y="5036057"/>
              <a:ext cx="414655" cy="414655"/>
            </a:xfrm>
            <a:custGeom>
              <a:avLst/>
              <a:gdLst/>
              <a:ahLst/>
              <a:cxnLst/>
              <a:rect l="l" t="t" r="r" b="b"/>
              <a:pathLst>
                <a:path w="414654" h="414654">
                  <a:moveTo>
                    <a:pt x="207263" y="0"/>
                  </a:moveTo>
                  <a:lnTo>
                    <a:pt x="159753" y="5476"/>
                  </a:lnTo>
                  <a:lnTo>
                    <a:pt x="116132" y="21073"/>
                  </a:lnTo>
                  <a:lnTo>
                    <a:pt x="77648" y="45546"/>
                  </a:lnTo>
                  <a:lnTo>
                    <a:pt x="45546" y="77648"/>
                  </a:lnTo>
                  <a:lnTo>
                    <a:pt x="21073" y="116132"/>
                  </a:lnTo>
                  <a:lnTo>
                    <a:pt x="5476" y="159753"/>
                  </a:lnTo>
                  <a:lnTo>
                    <a:pt x="0" y="207264"/>
                  </a:lnTo>
                  <a:lnTo>
                    <a:pt x="5476" y="254774"/>
                  </a:lnTo>
                  <a:lnTo>
                    <a:pt x="21073" y="298395"/>
                  </a:lnTo>
                  <a:lnTo>
                    <a:pt x="45546" y="336879"/>
                  </a:lnTo>
                  <a:lnTo>
                    <a:pt x="77648" y="368981"/>
                  </a:lnTo>
                  <a:lnTo>
                    <a:pt x="116132" y="393454"/>
                  </a:lnTo>
                  <a:lnTo>
                    <a:pt x="159753" y="409051"/>
                  </a:lnTo>
                  <a:lnTo>
                    <a:pt x="207263" y="414528"/>
                  </a:lnTo>
                  <a:lnTo>
                    <a:pt x="254774" y="409051"/>
                  </a:lnTo>
                  <a:lnTo>
                    <a:pt x="298395" y="393454"/>
                  </a:lnTo>
                  <a:lnTo>
                    <a:pt x="336879" y="368981"/>
                  </a:lnTo>
                  <a:lnTo>
                    <a:pt x="368981" y="336879"/>
                  </a:lnTo>
                  <a:lnTo>
                    <a:pt x="393454" y="298395"/>
                  </a:lnTo>
                  <a:lnTo>
                    <a:pt x="409051" y="254774"/>
                  </a:lnTo>
                  <a:lnTo>
                    <a:pt x="414527" y="207264"/>
                  </a:lnTo>
                  <a:lnTo>
                    <a:pt x="409051" y="159753"/>
                  </a:lnTo>
                  <a:lnTo>
                    <a:pt x="393454" y="116132"/>
                  </a:lnTo>
                  <a:lnTo>
                    <a:pt x="368981" y="77648"/>
                  </a:lnTo>
                  <a:lnTo>
                    <a:pt x="336879" y="45546"/>
                  </a:lnTo>
                  <a:lnTo>
                    <a:pt x="298395" y="21073"/>
                  </a:lnTo>
                  <a:lnTo>
                    <a:pt x="254774" y="5476"/>
                  </a:lnTo>
                  <a:lnTo>
                    <a:pt x="207263" y="0"/>
                  </a:lnTo>
                  <a:close/>
                </a:path>
              </a:pathLst>
            </a:custGeom>
            <a:solidFill>
              <a:srgbClr val="13299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3800094" y="5036057"/>
              <a:ext cx="414655" cy="414655"/>
            </a:xfrm>
            <a:custGeom>
              <a:avLst/>
              <a:gdLst/>
              <a:ahLst/>
              <a:cxnLst/>
              <a:rect l="l" t="t" r="r" b="b"/>
              <a:pathLst>
                <a:path w="414654" h="414654">
                  <a:moveTo>
                    <a:pt x="0" y="207264"/>
                  </a:moveTo>
                  <a:lnTo>
                    <a:pt x="5476" y="159753"/>
                  </a:lnTo>
                  <a:lnTo>
                    <a:pt x="21073" y="116132"/>
                  </a:lnTo>
                  <a:lnTo>
                    <a:pt x="45546" y="77648"/>
                  </a:lnTo>
                  <a:lnTo>
                    <a:pt x="77648" y="45546"/>
                  </a:lnTo>
                  <a:lnTo>
                    <a:pt x="116132" y="21073"/>
                  </a:lnTo>
                  <a:lnTo>
                    <a:pt x="159753" y="5476"/>
                  </a:lnTo>
                  <a:lnTo>
                    <a:pt x="207263" y="0"/>
                  </a:lnTo>
                  <a:lnTo>
                    <a:pt x="254774" y="5476"/>
                  </a:lnTo>
                  <a:lnTo>
                    <a:pt x="298395" y="21073"/>
                  </a:lnTo>
                  <a:lnTo>
                    <a:pt x="336879" y="45546"/>
                  </a:lnTo>
                  <a:lnTo>
                    <a:pt x="368981" y="77648"/>
                  </a:lnTo>
                  <a:lnTo>
                    <a:pt x="393454" y="116132"/>
                  </a:lnTo>
                  <a:lnTo>
                    <a:pt x="409051" y="159753"/>
                  </a:lnTo>
                  <a:lnTo>
                    <a:pt x="414527" y="207264"/>
                  </a:lnTo>
                  <a:lnTo>
                    <a:pt x="409051" y="254774"/>
                  </a:lnTo>
                  <a:lnTo>
                    <a:pt x="393454" y="298395"/>
                  </a:lnTo>
                  <a:lnTo>
                    <a:pt x="368981" y="336879"/>
                  </a:lnTo>
                  <a:lnTo>
                    <a:pt x="336879" y="368981"/>
                  </a:lnTo>
                  <a:lnTo>
                    <a:pt x="298395" y="393454"/>
                  </a:lnTo>
                  <a:lnTo>
                    <a:pt x="254774" y="409051"/>
                  </a:lnTo>
                  <a:lnTo>
                    <a:pt x="207263" y="414528"/>
                  </a:lnTo>
                  <a:lnTo>
                    <a:pt x="159753" y="409051"/>
                  </a:lnTo>
                  <a:lnTo>
                    <a:pt x="116132" y="393454"/>
                  </a:lnTo>
                  <a:lnTo>
                    <a:pt x="77648" y="368981"/>
                  </a:lnTo>
                  <a:lnTo>
                    <a:pt x="45546" y="336879"/>
                  </a:lnTo>
                  <a:lnTo>
                    <a:pt x="21073" y="298395"/>
                  </a:lnTo>
                  <a:lnTo>
                    <a:pt x="5476" y="254774"/>
                  </a:lnTo>
                  <a:lnTo>
                    <a:pt x="0" y="207264"/>
                  </a:lnTo>
                  <a:close/>
                </a:path>
              </a:pathLst>
            </a:custGeom>
            <a:ln w="19812">
              <a:solidFill>
                <a:srgbClr val="13299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6" name="object 26"/>
          <p:cNvSpPr txBox="1"/>
          <p:nvPr/>
        </p:nvSpPr>
        <p:spPr>
          <a:xfrm>
            <a:off x="3971290" y="5130800"/>
            <a:ext cx="84455" cy="2235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sz="1300" spc="-120" dirty="0">
                <a:solidFill>
                  <a:srgbClr val="FFFFFF"/>
                </a:solidFill>
                <a:latin typeface="Trebuchet MS"/>
                <a:cs typeface="Trebuchet MS"/>
              </a:rPr>
              <a:t>0</a:t>
            </a:r>
            <a:endParaRPr sz="1300">
              <a:latin typeface="Trebuchet MS"/>
              <a:cs typeface="Trebuchet MS"/>
            </a:endParaRPr>
          </a:p>
        </p:txBody>
      </p:sp>
      <p:grpSp>
        <p:nvGrpSpPr>
          <p:cNvPr id="27" name="object 27"/>
          <p:cNvGrpSpPr/>
          <p:nvPr/>
        </p:nvGrpSpPr>
        <p:grpSpPr>
          <a:xfrm>
            <a:off x="2513076" y="2994660"/>
            <a:ext cx="4598035" cy="2555875"/>
            <a:chOff x="2513076" y="2994660"/>
            <a:chExt cx="4598035" cy="2555875"/>
          </a:xfrm>
        </p:grpSpPr>
        <p:sp>
          <p:nvSpPr>
            <p:cNvPr id="28" name="object 28"/>
            <p:cNvSpPr/>
            <p:nvPr/>
          </p:nvSpPr>
          <p:spPr>
            <a:xfrm>
              <a:off x="3206496" y="3022091"/>
              <a:ext cx="2232025" cy="2258695"/>
            </a:xfrm>
            <a:custGeom>
              <a:avLst/>
              <a:gdLst/>
              <a:ahLst/>
              <a:cxnLst/>
              <a:rect l="l" t="t" r="r" b="b"/>
              <a:pathLst>
                <a:path w="2232025" h="2258695">
                  <a:moveTo>
                    <a:pt x="594106" y="2220468"/>
                  </a:moveTo>
                  <a:lnTo>
                    <a:pt x="581406" y="2214118"/>
                  </a:lnTo>
                  <a:lnTo>
                    <a:pt x="517906" y="2182380"/>
                  </a:lnTo>
                  <a:lnTo>
                    <a:pt x="517906" y="2214118"/>
                  </a:lnTo>
                  <a:lnTo>
                    <a:pt x="0" y="2214118"/>
                  </a:lnTo>
                  <a:lnTo>
                    <a:pt x="0" y="2226818"/>
                  </a:lnTo>
                  <a:lnTo>
                    <a:pt x="517906" y="2226818"/>
                  </a:lnTo>
                  <a:lnTo>
                    <a:pt x="517906" y="2258568"/>
                  </a:lnTo>
                  <a:lnTo>
                    <a:pt x="581406" y="2226818"/>
                  </a:lnTo>
                  <a:lnTo>
                    <a:pt x="594106" y="2220468"/>
                  </a:lnTo>
                  <a:close/>
                </a:path>
                <a:path w="2232025" h="2258695">
                  <a:moveTo>
                    <a:pt x="594106" y="1129284"/>
                  </a:moveTo>
                  <a:lnTo>
                    <a:pt x="581406" y="1122934"/>
                  </a:lnTo>
                  <a:lnTo>
                    <a:pt x="517906" y="1091184"/>
                  </a:lnTo>
                  <a:lnTo>
                    <a:pt x="517906" y="1122934"/>
                  </a:lnTo>
                  <a:lnTo>
                    <a:pt x="0" y="1122934"/>
                  </a:lnTo>
                  <a:lnTo>
                    <a:pt x="0" y="1135634"/>
                  </a:lnTo>
                  <a:lnTo>
                    <a:pt x="517906" y="1135634"/>
                  </a:lnTo>
                  <a:lnTo>
                    <a:pt x="517906" y="1167384"/>
                  </a:lnTo>
                  <a:lnTo>
                    <a:pt x="581406" y="1135634"/>
                  </a:lnTo>
                  <a:lnTo>
                    <a:pt x="594106" y="1129284"/>
                  </a:lnTo>
                  <a:close/>
                </a:path>
                <a:path w="2232025" h="2258695">
                  <a:moveTo>
                    <a:pt x="594106" y="38100"/>
                  </a:moveTo>
                  <a:lnTo>
                    <a:pt x="581406" y="31750"/>
                  </a:lnTo>
                  <a:lnTo>
                    <a:pt x="517906" y="0"/>
                  </a:lnTo>
                  <a:lnTo>
                    <a:pt x="517906" y="31750"/>
                  </a:lnTo>
                  <a:lnTo>
                    <a:pt x="0" y="31750"/>
                  </a:lnTo>
                  <a:lnTo>
                    <a:pt x="0" y="44450"/>
                  </a:lnTo>
                  <a:lnTo>
                    <a:pt x="517906" y="44450"/>
                  </a:lnTo>
                  <a:lnTo>
                    <a:pt x="517906" y="76200"/>
                  </a:lnTo>
                  <a:lnTo>
                    <a:pt x="581406" y="44450"/>
                  </a:lnTo>
                  <a:lnTo>
                    <a:pt x="594106" y="38100"/>
                  </a:lnTo>
                  <a:close/>
                </a:path>
                <a:path w="2232025" h="2258695">
                  <a:moveTo>
                    <a:pt x="2222881" y="1129284"/>
                  </a:moveTo>
                  <a:lnTo>
                    <a:pt x="2210181" y="1122934"/>
                  </a:lnTo>
                  <a:lnTo>
                    <a:pt x="2146681" y="1091184"/>
                  </a:lnTo>
                  <a:lnTo>
                    <a:pt x="2146681" y="1122934"/>
                  </a:lnTo>
                  <a:lnTo>
                    <a:pt x="1007364" y="1122934"/>
                  </a:lnTo>
                  <a:lnTo>
                    <a:pt x="1007364" y="1135634"/>
                  </a:lnTo>
                  <a:lnTo>
                    <a:pt x="2146681" y="1135634"/>
                  </a:lnTo>
                  <a:lnTo>
                    <a:pt x="2146681" y="1167384"/>
                  </a:lnTo>
                  <a:lnTo>
                    <a:pt x="2210181" y="1135634"/>
                  </a:lnTo>
                  <a:lnTo>
                    <a:pt x="2222881" y="1129284"/>
                  </a:lnTo>
                  <a:close/>
                </a:path>
                <a:path w="2232025" h="2258695">
                  <a:moveTo>
                    <a:pt x="2222881" y="1032256"/>
                  </a:moveTo>
                  <a:lnTo>
                    <a:pt x="2207006" y="996950"/>
                  </a:lnTo>
                  <a:lnTo>
                    <a:pt x="2187956" y="954532"/>
                  </a:lnTo>
                  <a:lnTo>
                    <a:pt x="2167902" y="979081"/>
                  </a:lnTo>
                  <a:lnTo>
                    <a:pt x="1011428" y="33147"/>
                  </a:lnTo>
                  <a:lnTo>
                    <a:pt x="1003300" y="43053"/>
                  </a:lnTo>
                  <a:lnTo>
                    <a:pt x="2159851" y="988936"/>
                  </a:lnTo>
                  <a:lnTo>
                    <a:pt x="2139823" y="1013460"/>
                  </a:lnTo>
                  <a:lnTo>
                    <a:pt x="2222881" y="1032256"/>
                  </a:lnTo>
                  <a:close/>
                </a:path>
                <a:path w="2232025" h="2258695">
                  <a:moveTo>
                    <a:pt x="2231898" y="1237488"/>
                  </a:moveTo>
                  <a:lnTo>
                    <a:pt x="2148713" y="1255522"/>
                  </a:lnTo>
                  <a:lnTo>
                    <a:pt x="2168512" y="1280248"/>
                  </a:lnTo>
                  <a:lnTo>
                    <a:pt x="1003427" y="2215642"/>
                  </a:lnTo>
                  <a:lnTo>
                    <a:pt x="1011301" y="2225548"/>
                  </a:lnTo>
                  <a:lnTo>
                    <a:pt x="2176475" y="1290180"/>
                  </a:lnTo>
                  <a:lnTo>
                    <a:pt x="2196338" y="1314958"/>
                  </a:lnTo>
                  <a:lnTo>
                    <a:pt x="2215921" y="1272286"/>
                  </a:lnTo>
                  <a:lnTo>
                    <a:pt x="2231898" y="1237488"/>
                  </a:lnTo>
                  <a:close/>
                </a:path>
              </a:pathLst>
            </a:custGeom>
            <a:solidFill>
              <a:srgbClr val="13299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9" name="object 29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3468624" y="2994660"/>
              <a:ext cx="23622" cy="133350"/>
            </a:xfrm>
            <a:prstGeom prst="rect">
              <a:avLst/>
            </a:prstGeom>
          </p:spPr>
        </p:pic>
        <p:pic>
          <p:nvPicPr>
            <p:cNvPr id="30" name="object 30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3468624" y="4093463"/>
              <a:ext cx="23622" cy="131825"/>
            </a:xfrm>
            <a:prstGeom prst="rect">
              <a:avLst/>
            </a:prstGeom>
          </p:spPr>
        </p:pic>
        <p:pic>
          <p:nvPicPr>
            <p:cNvPr id="31" name="object 31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3453384" y="5184648"/>
              <a:ext cx="57150" cy="131825"/>
            </a:xfrm>
            <a:prstGeom prst="rect">
              <a:avLst/>
            </a:prstGeom>
          </p:spPr>
        </p:pic>
        <p:pic>
          <p:nvPicPr>
            <p:cNvPr id="32" name="object 32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4742688" y="3261360"/>
              <a:ext cx="150113" cy="131825"/>
            </a:xfrm>
            <a:prstGeom prst="rect">
              <a:avLst/>
            </a:prstGeom>
          </p:spPr>
        </p:pic>
        <p:pic>
          <p:nvPicPr>
            <p:cNvPr id="33" name="object 33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4762500" y="3980688"/>
              <a:ext cx="112013" cy="133350"/>
            </a:xfrm>
            <a:prstGeom prst="rect">
              <a:avLst/>
            </a:prstGeom>
          </p:spPr>
        </p:pic>
        <p:pic>
          <p:nvPicPr>
            <p:cNvPr id="34" name="object 34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4747260" y="4844795"/>
              <a:ext cx="145541" cy="133350"/>
            </a:xfrm>
            <a:prstGeom prst="rect">
              <a:avLst/>
            </a:prstGeom>
          </p:spPr>
        </p:pic>
        <p:pic>
          <p:nvPicPr>
            <p:cNvPr id="35" name="object 35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6211823" y="3261360"/>
              <a:ext cx="342138" cy="131825"/>
            </a:xfrm>
            <a:prstGeom prst="rect">
              <a:avLst/>
            </a:prstGeom>
          </p:spPr>
        </p:pic>
        <p:pic>
          <p:nvPicPr>
            <p:cNvPr id="36" name="object 36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6251447" y="4014216"/>
              <a:ext cx="264414" cy="133350"/>
            </a:xfrm>
            <a:prstGeom prst="rect">
              <a:avLst/>
            </a:prstGeom>
          </p:spPr>
        </p:pic>
        <p:pic>
          <p:nvPicPr>
            <p:cNvPr id="37" name="object 37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6219444" y="4844795"/>
              <a:ext cx="329946" cy="133350"/>
            </a:xfrm>
            <a:prstGeom prst="rect">
              <a:avLst/>
            </a:prstGeom>
          </p:spPr>
        </p:pic>
        <p:pic>
          <p:nvPicPr>
            <p:cNvPr id="38" name="object 38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6897623" y="3261360"/>
              <a:ext cx="204977" cy="131825"/>
            </a:xfrm>
            <a:prstGeom prst="rect">
              <a:avLst/>
            </a:prstGeom>
          </p:spPr>
        </p:pic>
        <p:pic>
          <p:nvPicPr>
            <p:cNvPr id="39" name="object 39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7082028" y="4009644"/>
              <a:ext cx="22098" cy="131825"/>
            </a:xfrm>
            <a:prstGeom prst="rect">
              <a:avLst/>
            </a:prstGeom>
          </p:spPr>
        </p:pic>
        <p:pic>
          <p:nvPicPr>
            <p:cNvPr id="40" name="object 40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7045452" y="4844795"/>
              <a:ext cx="58674" cy="133350"/>
            </a:xfrm>
            <a:prstGeom prst="rect">
              <a:avLst/>
            </a:prstGeom>
          </p:spPr>
        </p:pic>
        <p:pic>
          <p:nvPicPr>
            <p:cNvPr id="41" name="object 41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6748272" y="3688080"/>
              <a:ext cx="63246" cy="61722"/>
            </a:xfrm>
            <a:prstGeom prst="rect">
              <a:avLst/>
            </a:prstGeom>
          </p:spPr>
        </p:pic>
        <p:pic>
          <p:nvPicPr>
            <p:cNvPr id="42" name="object 42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6748272" y="4459224"/>
              <a:ext cx="63246" cy="61722"/>
            </a:xfrm>
            <a:prstGeom prst="rect">
              <a:avLst/>
            </a:prstGeom>
          </p:spPr>
        </p:pic>
        <p:sp>
          <p:nvSpPr>
            <p:cNvPr id="43" name="object 43"/>
            <p:cNvSpPr/>
            <p:nvPr/>
          </p:nvSpPr>
          <p:spPr>
            <a:xfrm>
              <a:off x="6085332" y="5349239"/>
              <a:ext cx="601980" cy="201295"/>
            </a:xfrm>
            <a:custGeom>
              <a:avLst/>
              <a:gdLst/>
              <a:ahLst/>
              <a:cxnLst/>
              <a:rect l="l" t="t" r="r" b="b"/>
              <a:pathLst>
                <a:path w="601979" h="201295">
                  <a:moveTo>
                    <a:pt x="601980" y="0"/>
                  </a:moveTo>
                  <a:lnTo>
                    <a:pt x="0" y="0"/>
                  </a:lnTo>
                  <a:lnTo>
                    <a:pt x="0" y="201168"/>
                  </a:lnTo>
                  <a:lnTo>
                    <a:pt x="601980" y="201168"/>
                  </a:lnTo>
                  <a:lnTo>
                    <a:pt x="601980" y="0"/>
                  </a:lnTo>
                  <a:close/>
                </a:path>
              </a:pathLst>
            </a:custGeom>
            <a:solidFill>
              <a:srgbClr val="FFC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4" name="object 44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6277355" y="5384292"/>
              <a:ext cx="217170" cy="133350"/>
            </a:xfrm>
            <a:prstGeom prst="rect">
              <a:avLst/>
            </a:prstGeom>
          </p:spPr>
        </p:pic>
        <p:sp>
          <p:nvSpPr>
            <p:cNvPr id="45" name="object 45"/>
            <p:cNvSpPr/>
            <p:nvPr/>
          </p:nvSpPr>
          <p:spPr>
            <a:xfrm>
              <a:off x="6687311" y="5349239"/>
              <a:ext cx="424180" cy="201295"/>
            </a:xfrm>
            <a:custGeom>
              <a:avLst/>
              <a:gdLst/>
              <a:ahLst/>
              <a:cxnLst/>
              <a:rect l="l" t="t" r="r" b="b"/>
              <a:pathLst>
                <a:path w="424179" h="201295">
                  <a:moveTo>
                    <a:pt x="423672" y="0"/>
                  </a:moveTo>
                  <a:lnTo>
                    <a:pt x="0" y="0"/>
                  </a:lnTo>
                  <a:lnTo>
                    <a:pt x="0" y="201168"/>
                  </a:lnTo>
                  <a:lnTo>
                    <a:pt x="423672" y="201168"/>
                  </a:lnTo>
                  <a:lnTo>
                    <a:pt x="423672" y="0"/>
                  </a:lnTo>
                  <a:close/>
                </a:path>
              </a:pathLst>
            </a:custGeom>
            <a:solidFill>
              <a:srgbClr val="FFC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6" name="object 46"/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6947916" y="5384292"/>
              <a:ext cx="153161" cy="133350"/>
            </a:xfrm>
            <a:prstGeom prst="rect">
              <a:avLst/>
            </a:prstGeom>
          </p:spPr>
        </p:pic>
        <p:pic>
          <p:nvPicPr>
            <p:cNvPr id="47" name="object 47"/>
            <p:cNvPicPr/>
            <p:nvPr/>
          </p:nvPicPr>
          <p:blipFill>
            <a:blip r:embed="rId22" cstate="print"/>
            <a:stretch>
              <a:fillRect/>
            </a:stretch>
          </p:blipFill>
          <p:spPr>
            <a:xfrm>
              <a:off x="2513076" y="2994660"/>
              <a:ext cx="422910" cy="148589"/>
            </a:xfrm>
            <a:prstGeom prst="rect">
              <a:avLst/>
            </a:prstGeom>
          </p:spPr>
        </p:pic>
        <p:pic>
          <p:nvPicPr>
            <p:cNvPr id="48" name="object 48"/>
            <p:cNvPicPr/>
            <p:nvPr/>
          </p:nvPicPr>
          <p:blipFill>
            <a:blip r:embed="rId23" cstate="print"/>
            <a:stretch>
              <a:fillRect/>
            </a:stretch>
          </p:blipFill>
          <p:spPr>
            <a:xfrm>
              <a:off x="2900172" y="4093463"/>
              <a:ext cx="80010" cy="131825"/>
            </a:xfrm>
            <a:prstGeom prst="rect">
              <a:avLst/>
            </a:prstGeom>
          </p:spPr>
        </p:pic>
        <p:pic>
          <p:nvPicPr>
            <p:cNvPr id="49" name="object 49"/>
            <p:cNvPicPr/>
            <p:nvPr/>
          </p:nvPicPr>
          <p:blipFill>
            <a:blip r:embed="rId24" cstate="print"/>
            <a:stretch>
              <a:fillRect/>
            </a:stretch>
          </p:blipFill>
          <p:spPr>
            <a:xfrm>
              <a:off x="2883408" y="5184648"/>
              <a:ext cx="113537" cy="131825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381907" y="6524434"/>
            <a:ext cx="61558" cy="90487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54151" y="6527292"/>
            <a:ext cx="1794510" cy="142494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862571" y="6521195"/>
            <a:ext cx="2327910" cy="118110"/>
          </a:xfrm>
          <a:prstGeom prst="rect">
            <a:avLst/>
          </a:prstGeom>
        </p:spPr>
      </p:pic>
      <p:sp>
        <p:nvSpPr>
          <p:cNvPr id="5" name="object 5"/>
          <p:cNvSpPr/>
          <p:nvPr/>
        </p:nvSpPr>
        <p:spPr>
          <a:xfrm>
            <a:off x="559308" y="1440180"/>
            <a:ext cx="36830" cy="180340"/>
          </a:xfrm>
          <a:custGeom>
            <a:avLst/>
            <a:gdLst/>
            <a:ahLst/>
            <a:cxnLst/>
            <a:rect l="l" t="t" r="r" b="b"/>
            <a:pathLst>
              <a:path w="36829" h="180340">
                <a:moveTo>
                  <a:pt x="36576" y="0"/>
                </a:moveTo>
                <a:lnTo>
                  <a:pt x="0" y="0"/>
                </a:lnTo>
                <a:lnTo>
                  <a:pt x="0" y="179832"/>
                </a:lnTo>
                <a:lnTo>
                  <a:pt x="36576" y="179832"/>
                </a:lnTo>
                <a:lnTo>
                  <a:pt x="36576" y="0"/>
                </a:lnTo>
                <a:close/>
              </a:path>
            </a:pathLst>
          </a:custGeom>
          <a:solidFill>
            <a:srgbClr val="183DAF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6" name="object 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723928" y="1469156"/>
            <a:ext cx="621001" cy="169905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437489" y="431419"/>
            <a:ext cx="4145279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FFFFFF"/>
                </a:solidFill>
                <a:latin typeface="Ebrima"/>
                <a:cs typeface="Ebrima"/>
              </a:rPr>
              <a:t>1.1.</a:t>
            </a:r>
            <a:r>
              <a:rPr sz="1800" spc="-40" dirty="0">
                <a:solidFill>
                  <a:srgbClr val="FFFFFF"/>
                </a:solidFill>
                <a:latin typeface="Ebrima"/>
                <a:cs typeface="Ebrima"/>
              </a:rPr>
              <a:t> </a:t>
            </a:r>
            <a:r>
              <a:rPr sz="1800" dirty="0">
                <a:solidFill>
                  <a:srgbClr val="FFFFFF"/>
                </a:solidFill>
                <a:latin typeface="Ebrima"/>
                <a:cs typeface="Ebrima"/>
              </a:rPr>
              <a:t>Understanding</a:t>
            </a:r>
            <a:r>
              <a:rPr sz="1800" spc="-20" dirty="0">
                <a:solidFill>
                  <a:srgbClr val="FFFFFF"/>
                </a:solidFill>
                <a:latin typeface="Ebrima"/>
                <a:cs typeface="Ebrima"/>
              </a:rPr>
              <a:t> </a:t>
            </a:r>
            <a:r>
              <a:rPr sz="1800" dirty="0">
                <a:solidFill>
                  <a:srgbClr val="FFFFFF"/>
                </a:solidFill>
                <a:latin typeface="Ebrima"/>
                <a:cs typeface="Ebrima"/>
              </a:rPr>
              <a:t>Perceptron</a:t>
            </a:r>
            <a:r>
              <a:rPr sz="1800" spc="-20" dirty="0">
                <a:solidFill>
                  <a:srgbClr val="FFFFFF"/>
                </a:solidFill>
                <a:latin typeface="Ebrima"/>
                <a:cs typeface="Ebrima"/>
              </a:rPr>
              <a:t> </a:t>
            </a:r>
            <a:r>
              <a:rPr sz="1800" dirty="0">
                <a:solidFill>
                  <a:srgbClr val="FFFFFF"/>
                </a:solidFill>
                <a:latin typeface="Ebrima"/>
                <a:cs typeface="Ebrima"/>
              </a:rPr>
              <a:t>with</a:t>
            </a:r>
            <a:r>
              <a:rPr sz="1800" spc="-20" dirty="0">
                <a:solidFill>
                  <a:srgbClr val="FFFFFF"/>
                </a:solidFill>
                <a:latin typeface="Ebrima"/>
                <a:cs typeface="Ebrima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Ebrima"/>
                <a:cs typeface="Ebrima"/>
              </a:rPr>
              <a:t>Excel</a:t>
            </a:r>
            <a:endParaRPr sz="1800">
              <a:latin typeface="Ebrima"/>
              <a:cs typeface="Ebrim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8671941" y="463677"/>
            <a:ext cx="80962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dirty="0">
                <a:solidFill>
                  <a:srgbClr val="D9D9D9"/>
                </a:solidFill>
                <a:latin typeface="Ebrima"/>
                <a:cs typeface="Ebrima"/>
              </a:rPr>
              <a:t>UNIT</a:t>
            </a:r>
            <a:r>
              <a:rPr sz="1600" spc="400" dirty="0">
                <a:solidFill>
                  <a:srgbClr val="D9D9D9"/>
                </a:solidFill>
                <a:latin typeface="Ebrima"/>
                <a:cs typeface="Ebrima"/>
              </a:rPr>
              <a:t> </a:t>
            </a:r>
            <a:r>
              <a:rPr sz="1600" spc="-35" dirty="0">
                <a:solidFill>
                  <a:srgbClr val="D9D9D9"/>
                </a:solidFill>
                <a:latin typeface="Ebrima"/>
                <a:cs typeface="Ebrima"/>
              </a:rPr>
              <a:t>01</a:t>
            </a:r>
            <a:endParaRPr sz="1600">
              <a:latin typeface="Ebrima"/>
              <a:cs typeface="Ebrima"/>
            </a:endParaRPr>
          </a:p>
        </p:txBody>
      </p:sp>
      <p:pic>
        <p:nvPicPr>
          <p:cNvPr id="9" name="object 9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710183" y="1805939"/>
            <a:ext cx="5442966" cy="409193"/>
          </a:xfrm>
          <a:prstGeom prst="rect">
            <a:avLst/>
          </a:prstGeom>
        </p:spPr>
      </p:pic>
      <p:grpSp>
        <p:nvGrpSpPr>
          <p:cNvPr id="10" name="object 10"/>
          <p:cNvGrpSpPr/>
          <p:nvPr/>
        </p:nvGrpSpPr>
        <p:grpSpPr>
          <a:xfrm>
            <a:off x="685800" y="2612135"/>
            <a:ext cx="5238115" cy="3270885"/>
            <a:chOff x="685800" y="2612135"/>
            <a:chExt cx="5238115" cy="3270885"/>
          </a:xfrm>
        </p:grpSpPr>
        <p:sp>
          <p:nvSpPr>
            <p:cNvPr id="11" name="object 11"/>
            <p:cNvSpPr/>
            <p:nvPr/>
          </p:nvSpPr>
          <p:spPr>
            <a:xfrm>
              <a:off x="685800" y="2612135"/>
              <a:ext cx="5238115" cy="3270885"/>
            </a:xfrm>
            <a:custGeom>
              <a:avLst/>
              <a:gdLst/>
              <a:ahLst/>
              <a:cxnLst/>
              <a:rect l="l" t="t" r="r" b="b"/>
              <a:pathLst>
                <a:path w="5238115" h="3270885">
                  <a:moveTo>
                    <a:pt x="5237988" y="0"/>
                  </a:moveTo>
                  <a:lnTo>
                    <a:pt x="0" y="0"/>
                  </a:lnTo>
                  <a:lnTo>
                    <a:pt x="0" y="3270504"/>
                  </a:lnTo>
                  <a:lnTo>
                    <a:pt x="5237988" y="3270504"/>
                  </a:lnTo>
                  <a:lnTo>
                    <a:pt x="5237988" y="0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3876294" y="3946397"/>
              <a:ext cx="666115" cy="666115"/>
            </a:xfrm>
            <a:custGeom>
              <a:avLst/>
              <a:gdLst/>
              <a:ahLst/>
              <a:cxnLst/>
              <a:rect l="l" t="t" r="r" b="b"/>
              <a:pathLst>
                <a:path w="666114" h="666114">
                  <a:moveTo>
                    <a:pt x="332993" y="0"/>
                  </a:moveTo>
                  <a:lnTo>
                    <a:pt x="283789" y="3610"/>
                  </a:lnTo>
                  <a:lnTo>
                    <a:pt x="236825" y="14099"/>
                  </a:lnTo>
                  <a:lnTo>
                    <a:pt x="192617" y="30951"/>
                  </a:lnTo>
                  <a:lnTo>
                    <a:pt x="151680" y="53650"/>
                  </a:lnTo>
                  <a:lnTo>
                    <a:pt x="114530" y="81681"/>
                  </a:lnTo>
                  <a:lnTo>
                    <a:pt x="81681" y="114530"/>
                  </a:lnTo>
                  <a:lnTo>
                    <a:pt x="53650" y="151680"/>
                  </a:lnTo>
                  <a:lnTo>
                    <a:pt x="30951" y="192617"/>
                  </a:lnTo>
                  <a:lnTo>
                    <a:pt x="14099" y="236825"/>
                  </a:lnTo>
                  <a:lnTo>
                    <a:pt x="3610" y="283789"/>
                  </a:lnTo>
                  <a:lnTo>
                    <a:pt x="0" y="332994"/>
                  </a:lnTo>
                  <a:lnTo>
                    <a:pt x="3610" y="382198"/>
                  </a:lnTo>
                  <a:lnTo>
                    <a:pt x="14099" y="429162"/>
                  </a:lnTo>
                  <a:lnTo>
                    <a:pt x="30951" y="473370"/>
                  </a:lnTo>
                  <a:lnTo>
                    <a:pt x="53650" y="514307"/>
                  </a:lnTo>
                  <a:lnTo>
                    <a:pt x="81681" y="551457"/>
                  </a:lnTo>
                  <a:lnTo>
                    <a:pt x="114530" y="584306"/>
                  </a:lnTo>
                  <a:lnTo>
                    <a:pt x="151680" y="612337"/>
                  </a:lnTo>
                  <a:lnTo>
                    <a:pt x="192617" y="635036"/>
                  </a:lnTo>
                  <a:lnTo>
                    <a:pt x="236825" y="651888"/>
                  </a:lnTo>
                  <a:lnTo>
                    <a:pt x="283789" y="662377"/>
                  </a:lnTo>
                  <a:lnTo>
                    <a:pt x="332993" y="665988"/>
                  </a:lnTo>
                  <a:lnTo>
                    <a:pt x="382198" y="662377"/>
                  </a:lnTo>
                  <a:lnTo>
                    <a:pt x="429162" y="651888"/>
                  </a:lnTo>
                  <a:lnTo>
                    <a:pt x="473370" y="635036"/>
                  </a:lnTo>
                  <a:lnTo>
                    <a:pt x="514307" y="612337"/>
                  </a:lnTo>
                  <a:lnTo>
                    <a:pt x="551457" y="584306"/>
                  </a:lnTo>
                  <a:lnTo>
                    <a:pt x="584306" y="551457"/>
                  </a:lnTo>
                  <a:lnTo>
                    <a:pt x="612337" y="514307"/>
                  </a:lnTo>
                  <a:lnTo>
                    <a:pt x="635036" y="473370"/>
                  </a:lnTo>
                  <a:lnTo>
                    <a:pt x="651888" y="429162"/>
                  </a:lnTo>
                  <a:lnTo>
                    <a:pt x="662377" y="382198"/>
                  </a:lnTo>
                  <a:lnTo>
                    <a:pt x="665988" y="332994"/>
                  </a:lnTo>
                  <a:lnTo>
                    <a:pt x="662377" y="283789"/>
                  </a:lnTo>
                  <a:lnTo>
                    <a:pt x="651888" y="236825"/>
                  </a:lnTo>
                  <a:lnTo>
                    <a:pt x="635036" y="192617"/>
                  </a:lnTo>
                  <a:lnTo>
                    <a:pt x="612337" y="151680"/>
                  </a:lnTo>
                  <a:lnTo>
                    <a:pt x="584306" y="114530"/>
                  </a:lnTo>
                  <a:lnTo>
                    <a:pt x="551457" y="81681"/>
                  </a:lnTo>
                  <a:lnTo>
                    <a:pt x="514307" y="53650"/>
                  </a:lnTo>
                  <a:lnTo>
                    <a:pt x="473370" y="30951"/>
                  </a:lnTo>
                  <a:lnTo>
                    <a:pt x="429162" y="14099"/>
                  </a:lnTo>
                  <a:lnTo>
                    <a:pt x="382198" y="3610"/>
                  </a:lnTo>
                  <a:lnTo>
                    <a:pt x="332993" y="0"/>
                  </a:lnTo>
                  <a:close/>
                </a:path>
              </a:pathLst>
            </a:custGeom>
            <a:solidFill>
              <a:srgbClr val="13299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3876294" y="3946397"/>
              <a:ext cx="666115" cy="666115"/>
            </a:xfrm>
            <a:custGeom>
              <a:avLst/>
              <a:gdLst/>
              <a:ahLst/>
              <a:cxnLst/>
              <a:rect l="l" t="t" r="r" b="b"/>
              <a:pathLst>
                <a:path w="666114" h="666114">
                  <a:moveTo>
                    <a:pt x="0" y="332994"/>
                  </a:moveTo>
                  <a:lnTo>
                    <a:pt x="3610" y="283789"/>
                  </a:lnTo>
                  <a:lnTo>
                    <a:pt x="14099" y="236825"/>
                  </a:lnTo>
                  <a:lnTo>
                    <a:pt x="30951" y="192617"/>
                  </a:lnTo>
                  <a:lnTo>
                    <a:pt x="53650" y="151680"/>
                  </a:lnTo>
                  <a:lnTo>
                    <a:pt x="81681" y="114530"/>
                  </a:lnTo>
                  <a:lnTo>
                    <a:pt x="114530" y="81681"/>
                  </a:lnTo>
                  <a:lnTo>
                    <a:pt x="151680" y="53650"/>
                  </a:lnTo>
                  <a:lnTo>
                    <a:pt x="192617" y="30951"/>
                  </a:lnTo>
                  <a:lnTo>
                    <a:pt x="236825" y="14099"/>
                  </a:lnTo>
                  <a:lnTo>
                    <a:pt x="283789" y="3610"/>
                  </a:lnTo>
                  <a:lnTo>
                    <a:pt x="332993" y="0"/>
                  </a:lnTo>
                  <a:lnTo>
                    <a:pt x="382198" y="3610"/>
                  </a:lnTo>
                  <a:lnTo>
                    <a:pt x="429162" y="14099"/>
                  </a:lnTo>
                  <a:lnTo>
                    <a:pt x="473370" y="30951"/>
                  </a:lnTo>
                  <a:lnTo>
                    <a:pt x="514307" y="53650"/>
                  </a:lnTo>
                  <a:lnTo>
                    <a:pt x="551457" y="81681"/>
                  </a:lnTo>
                  <a:lnTo>
                    <a:pt x="584306" y="114530"/>
                  </a:lnTo>
                  <a:lnTo>
                    <a:pt x="612337" y="151680"/>
                  </a:lnTo>
                  <a:lnTo>
                    <a:pt x="635036" y="192617"/>
                  </a:lnTo>
                  <a:lnTo>
                    <a:pt x="651888" y="236825"/>
                  </a:lnTo>
                  <a:lnTo>
                    <a:pt x="662377" y="283789"/>
                  </a:lnTo>
                  <a:lnTo>
                    <a:pt x="665988" y="332994"/>
                  </a:lnTo>
                  <a:lnTo>
                    <a:pt x="662377" y="382198"/>
                  </a:lnTo>
                  <a:lnTo>
                    <a:pt x="651888" y="429162"/>
                  </a:lnTo>
                  <a:lnTo>
                    <a:pt x="635036" y="473370"/>
                  </a:lnTo>
                  <a:lnTo>
                    <a:pt x="612337" y="514307"/>
                  </a:lnTo>
                  <a:lnTo>
                    <a:pt x="584306" y="551457"/>
                  </a:lnTo>
                  <a:lnTo>
                    <a:pt x="551457" y="584306"/>
                  </a:lnTo>
                  <a:lnTo>
                    <a:pt x="514307" y="612337"/>
                  </a:lnTo>
                  <a:lnTo>
                    <a:pt x="473370" y="635036"/>
                  </a:lnTo>
                  <a:lnTo>
                    <a:pt x="429162" y="651888"/>
                  </a:lnTo>
                  <a:lnTo>
                    <a:pt x="382198" y="662377"/>
                  </a:lnTo>
                  <a:lnTo>
                    <a:pt x="332993" y="665988"/>
                  </a:lnTo>
                  <a:lnTo>
                    <a:pt x="283789" y="662377"/>
                  </a:lnTo>
                  <a:lnTo>
                    <a:pt x="236825" y="651888"/>
                  </a:lnTo>
                  <a:lnTo>
                    <a:pt x="192617" y="635036"/>
                  </a:lnTo>
                  <a:lnTo>
                    <a:pt x="151680" y="612337"/>
                  </a:lnTo>
                  <a:lnTo>
                    <a:pt x="114530" y="584306"/>
                  </a:lnTo>
                  <a:lnTo>
                    <a:pt x="81681" y="551457"/>
                  </a:lnTo>
                  <a:lnTo>
                    <a:pt x="53650" y="514307"/>
                  </a:lnTo>
                  <a:lnTo>
                    <a:pt x="30951" y="473370"/>
                  </a:lnTo>
                  <a:lnTo>
                    <a:pt x="14099" y="429162"/>
                  </a:lnTo>
                  <a:lnTo>
                    <a:pt x="3610" y="382198"/>
                  </a:lnTo>
                  <a:lnTo>
                    <a:pt x="0" y="332994"/>
                  </a:lnTo>
                  <a:close/>
                </a:path>
              </a:pathLst>
            </a:custGeom>
            <a:ln w="19812">
              <a:solidFill>
                <a:srgbClr val="13299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/>
          <p:nvPr/>
        </p:nvSpPr>
        <p:spPr>
          <a:xfrm>
            <a:off x="685800" y="2612135"/>
            <a:ext cx="5238115" cy="3270885"/>
          </a:xfrm>
          <a:prstGeom prst="rect">
            <a:avLst/>
          </a:prstGeom>
        </p:spPr>
        <p:txBody>
          <a:bodyPr vert="horz" wrap="square" lIns="0" tIns="110489" rIns="0" bIns="0" rtlCol="0">
            <a:spAutoFit/>
          </a:bodyPr>
          <a:lstStyle/>
          <a:p>
            <a:pPr marL="180975">
              <a:lnSpc>
                <a:spcPct val="100000"/>
              </a:lnSpc>
              <a:spcBef>
                <a:spcPts val="869"/>
              </a:spcBef>
            </a:pPr>
            <a:r>
              <a:rPr sz="1300" spc="-265" dirty="0">
                <a:latin typeface="Trebuchet MS"/>
                <a:cs typeface="Trebuchet MS"/>
              </a:rPr>
              <a:t>The</a:t>
            </a:r>
            <a:r>
              <a:rPr sz="1300" spc="-90" dirty="0">
                <a:latin typeface="Trebuchet MS"/>
                <a:cs typeface="Trebuchet MS"/>
              </a:rPr>
              <a:t> </a:t>
            </a:r>
            <a:r>
              <a:rPr sz="1300" spc="-170" dirty="0">
                <a:latin typeface="Trebuchet MS"/>
                <a:cs typeface="Trebuchet MS"/>
              </a:rPr>
              <a:t>bias</a:t>
            </a:r>
            <a:r>
              <a:rPr sz="1300" spc="-120" dirty="0">
                <a:latin typeface="Trebuchet MS"/>
                <a:cs typeface="Trebuchet MS"/>
              </a:rPr>
              <a:t> </a:t>
            </a:r>
            <a:r>
              <a:rPr sz="1300" spc="-110" dirty="0">
                <a:latin typeface="Trebuchet MS"/>
                <a:cs typeface="Trebuchet MS"/>
              </a:rPr>
              <a:t>is</a:t>
            </a:r>
            <a:r>
              <a:rPr sz="1300" spc="-114" dirty="0">
                <a:latin typeface="Trebuchet MS"/>
                <a:cs typeface="Trebuchet MS"/>
              </a:rPr>
              <a:t> </a:t>
            </a:r>
            <a:r>
              <a:rPr sz="1300" spc="-190" dirty="0">
                <a:latin typeface="Trebuchet MS"/>
                <a:cs typeface="Trebuchet MS"/>
              </a:rPr>
              <a:t>generally</a:t>
            </a:r>
            <a:r>
              <a:rPr sz="1300" spc="-114" dirty="0">
                <a:latin typeface="Trebuchet MS"/>
                <a:cs typeface="Trebuchet MS"/>
              </a:rPr>
              <a:t> </a:t>
            </a:r>
            <a:r>
              <a:rPr sz="1300" spc="-215" dirty="0">
                <a:latin typeface="Trebuchet MS"/>
                <a:cs typeface="Trebuchet MS"/>
              </a:rPr>
              <a:t>fixed</a:t>
            </a:r>
            <a:r>
              <a:rPr sz="1300" spc="-100" dirty="0">
                <a:latin typeface="Trebuchet MS"/>
                <a:cs typeface="Trebuchet MS"/>
              </a:rPr>
              <a:t> </a:t>
            </a:r>
            <a:r>
              <a:rPr sz="1300" spc="-135" dirty="0">
                <a:latin typeface="Trebuchet MS"/>
                <a:cs typeface="Trebuchet MS"/>
              </a:rPr>
              <a:t>as</a:t>
            </a:r>
            <a:r>
              <a:rPr sz="1300" spc="-120" dirty="0">
                <a:latin typeface="Trebuchet MS"/>
                <a:cs typeface="Trebuchet MS"/>
              </a:rPr>
              <a:t> </a:t>
            </a:r>
            <a:r>
              <a:rPr sz="1300" spc="-380" dirty="0">
                <a:latin typeface="Trebuchet MS"/>
                <a:cs typeface="Trebuchet MS"/>
              </a:rPr>
              <a:t>1.</a:t>
            </a:r>
            <a:endParaRPr sz="13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</a:pPr>
            <a:endParaRPr sz="15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</a:pPr>
            <a:endParaRPr sz="15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</a:pPr>
            <a:endParaRPr sz="15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</a:pPr>
            <a:endParaRPr sz="15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</a:pPr>
            <a:endParaRPr sz="1500">
              <a:latin typeface="Trebuchet MS"/>
              <a:cs typeface="Trebuchet MS"/>
            </a:endParaRPr>
          </a:p>
          <a:p>
            <a:pPr marL="3415029">
              <a:lnSpc>
                <a:spcPct val="100000"/>
              </a:lnSpc>
              <a:spcBef>
                <a:spcPts val="1190"/>
              </a:spcBef>
            </a:pPr>
            <a:r>
              <a:rPr sz="1300" spc="-105" dirty="0">
                <a:solidFill>
                  <a:srgbClr val="FFFFFF"/>
                </a:solidFill>
                <a:latin typeface="Trebuchet MS"/>
                <a:cs typeface="Trebuchet MS"/>
              </a:rPr>
              <a:t>-</a:t>
            </a:r>
            <a:r>
              <a:rPr sz="1300" spc="-25" dirty="0">
                <a:solidFill>
                  <a:srgbClr val="FFFFFF"/>
                </a:solidFill>
                <a:latin typeface="Trebuchet MS"/>
                <a:cs typeface="Trebuchet MS"/>
              </a:rPr>
              <a:t>0.5</a:t>
            </a:r>
            <a:endParaRPr sz="1300">
              <a:latin typeface="Trebuchet MS"/>
              <a:cs typeface="Trebuchet MS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958596" y="2970276"/>
            <a:ext cx="4599940" cy="2707005"/>
            <a:chOff x="958596" y="2970276"/>
            <a:chExt cx="4599940" cy="2707005"/>
          </a:xfrm>
        </p:grpSpPr>
        <p:sp>
          <p:nvSpPr>
            <p:cNvPr id="16" name="object 16"/>
            <p:cNvSpPr/>
            <p:nvPr/>
          </p:nvSpPr>
          <p:spPr>
            <a:xfrm>
              <a:off x="2247138" y="2980182"/>
              <a:ext cx="414655" cy="414655"/>
            </a:xfrm>
            <a:custGeom>
              <a:avLst/>
              <a:gdLst/>
              <a:ahLst/>
              <a:cxnLst/>
              <a:rect l="l" t="t" r="r" b="b"/>
              <a:pathLst>
                <a:path w="414655" h="414654">
                  <a:moveTo>
                    <a:pt x="207263" y="0"/>
                  </a:moveTo>
                  <a:lnTo>
                    <a:pt x="159753" y="5476"/>
                  </a:lnTo>
                  <a:lnTo>
                    <a:pt x="116132" y="21073"/>
                  </a:lnTo>
                  <a:lnTo>
                    <a:pt x="77648" y="45546"/>
                  </a:lnTo>
                  <a:lnTo>
                    <a:pt x="45546" y="77648"/>
                  </a:lnTo>
                  <a:lnTo>
                    <a:pt x="21073" y="116132"/>
                  </a:lnTo>
                  <a:lnTo>
                    <a:pt x="5476" y="159753"/>
                  </a:lnTo>
                  <a:lnTo>
                    <a:pt x="0" y="207263"/>
                  </a:lnTo>
                  <a:lnTo>
                    <a:pt x="5476" y="254774"/>
                  </a:lnTo>
                  <a:lnTo>
                    <a:pt x="21073" y="298395"/>
                  </a:lnTo>
                  <a:lnTo>
                    <a:pt x="45546" y="336879"/>
                  </a:lnTo>
                  <a:lnTo>
                    <a:pt x="77648" y="368981"/>
                  </a:lnTo>
                  <a:lnTo>
                    <a:pt x="116132" y="393454"/>
                  </a:lnTo>
                  <a:lnTo>
                    <a:pt x="159753" y="409051"/>
                  </a:lnTo>
                  <a:lnTo>
                    <a:pt x="207263" y="414527"/>
                  </a:lnTo>
                  <a:lnTo>
                    <a:pt x="254774" y="409051"/>
                  </a:lnTo>
                  <a:lnTo>
                    <a:pt x="298395" y="393454"/>
                  </a:lnTo>
                  <a:lnTo>
                    <a:pt x="336879" y="368981"/>
                  </a:lnTo>
                  <a:lnTo>
                    <a:pt x="368981" y="336879"/>
                  </a:lnTo>
                  <a:lnTo>
                    <a:pt x="393454" y="298395"/>
                  </a:lnTo>
                  <a:lnTo>
                    <a:pt x="409051" y="254774"/>
                  </a:lnTo>
                  <a:lnTo>
                    <a:pt x="414528" y="207263"/>
                  </a:lnTo>
                  <a:lnTo>
                    <a:pt x="409051" y="159753"/>
                  </a:lnTo>
                  <a:lnTo>
                    <a:pt x="393454" y="116132"/>
                  </a:lnTo>
                  <a:lnTo>
                    <a:pt x="368981" y="77648"/>
                  </a:lnTo>
                  <a:lnTo>
                    <a:pt x="336879" y="45546"/>
                  </a:lnTo>
                  <a:lnTo>
                    <a:pt x="298395" y="21073"/>
                  </a:lnTo>
                  <a:lnTo>
                    <a:pt x="254774" y="5476"/>
                  </a:lnTo>
                  <a:lnTo>
                    <a:pt x="207263" y="0"/>
                  </a:lnTo>
                  <a:close/>
                </a:path>
              </a:pathLst>
            </a:custGeom>
            <a:solidFill>
              <a:srgbClr val="13299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2247138" y="2980182"/>
              <a:ext cx="414655" cy="414655"/>
            </a:xfrm>
            <a:custGeom>
              <a:avLst/>
              <a:gdLst/>
              <a:ahLst/>
              <a:cxnLst/>
              <a:rect l="l" t="t" r="r" b="b"/>
              <a:pathLst>
                <a:path w="414655" h="414654">
                  <a:moveTo>
                    <a:pt x="0" y="207263"/>
                  </a:moveTo>
                  <a:lnTo>
                    <a:pt x="5476" y="159753"/>
                  </a:lnTo>
                  <a:lnTo>
                    <a:pt x="21073" y="116132"/>
                  </a:lnTo>
                  <a:lnTo>
                    <a:pt x="45546" y="77648"/>
                  </a:lnTo>
                  <a:lnTo>
                    <a:pt x="77648" y="45546"/>
                  </a:lnTo>
                  <a:lnTo>
                    <a:pt x="116132" y="21073"/>
                  </a:lnTo>
                  <a:lnTo>
                    <a:pt x="159753" y="5476"/>
                  </a:lnTo>
                  <a:lnTo>
                    <a:pt x="207263" y="0"/>
                  </a:lnTo>
                  <a:lnTo>
                    <a:pt x="254774" y="5476"/>
                  </a:lnTo>
                  <a:lnTo>
                    <a:pt x="298395" y="21073"/>
                  </a:lnTo>
                  <a:lnTo>
                    <a:pt x="336879" y="45546"/>
                  </a:lnTo>
                  <a:lnTo>
                    <a:pt x="368981" y="77648"/>
                  </a:lnTo>
                  <a:lnTo>
                    <a:pt x="393454" y="116132"/>
                  </a:lnTo>
                  <a:lnTo>
                    <a:pt x="409051" y="159753"/>
                  </a:lnTo>
                  <a:lnTo>
                    <a:pt x="414528" y="207263"/>
                  </a:lnTo>
                  <a:lnTo>
                    <a:pt x="409051" y="254774"/>
                  </a:lnTo>
                  <a:lnTo>
                    <a:pt x="393454" y="298395"/>
                  </a:lnTo>
                  <a:lnTo>
                    <a:pt x="368981" y="336879"/>
                  </a:lnTo>
                  <a:lnTo>
                    <a:pt x="336879" y="368981"/>
                  </a:lnTo>
                  <a:lnTo>
                    <a:pt x="298395" y="393454"/>
                  </a:lnTo>
                  <a:lnTo>
                    <a:pt x="254774" y="409051"/>
                  </a:lnTo>
                  <a:lnTo>
                    <a:pt x="207263" y="414527"/>
                  </a:lnTo>
                  <a:lnTo>
                    <a:pt x="159753" y="409051"/>
                  </a:lnTo>
                  <a:lnTo>
                    <a:pt x="116132" y="393454"/>
                  </a:lnTo>
                  <a:lnTo>
                    <a:pt x="77648" y="368981"/>
                  </a:lnTo>
                  <a:lnTo>
                    <a:pt x="45546" y="336879"/>
                  </a:lnTo>
                  <a:lnTo>
                    <a:pt x="21073" y="298395"/>
                  </a:lnTo>
                  <a:lnTo>
                    <a:pt x="5476" y="254774"/>
                  </a:lnTo>
                  <a:lnTo>
                    <a:pt x="0" y="207263"/>
                  </a:lnTo>
                  <a:close/>
                </a:path>
              </a:pathLst>
            </a:custGeom>
            <a:ln w="19812">
              <a:solidFill>
                <a:srgbClr val="13299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2247138" y="4071366"/>
              <a:ext cx="414655" cy="414655"/>
            </a:xfrm>
            <a:custGeom>
              <a:avLst/>
              <a:gdLst/>
              <a:ahLst/>
              <a:cxnLst/>
              <a:rect l="l" t="t" r="r" b="b"/>
              <a:pathLst>
                <a:path w="414655" h="414654">
                  <a:moveTo>
                    <a:pt x="207263" y="0"/>
                  </a:moveTo>
                  <a:lnTo>
                    <a:pt x="159753" y="5476"/>
                  </a:lnTo>
                  <a:lnTo>
                    <a:pt x="116132" y="21073"/>
                  </a:lnTo>
                  <a:lnTo>
                    <a:pt x="77648" y="45546"/>
                  </a:lnTo>
                  <a:lnTo>
                    <a:pt x="45546" y="77648"/>
                  </a:lnTo>
                  <a:lnTo>
                    <a:pt x="21073" y="116132"/>
                  </a:lnTo>
                  <a:lnTo>
                    <a:pt x="5476" y="159753"/>
                  </a:lnTo>
                  <a:lnTo>
                    <a:pt x="0" y="207263"/>
                  </a:lnTo>
                  <a:lnTo>
                    <a:pt x="5476" y="254774"/>
                  </a:lnTo>
                  <a:lnTo>
                    <a:pt x="21073" y="298395"/>
                  </a:lnTo>
                  <a:lnTo>
                    <a:pt x="45546" y="336879"/>
                  </a:lnTo>
                  <a:lnTo>
                    <a:pt x="77648" y="368981"/>
                  </a:lnTo>
                  <a:lnTo>
                    <a:pt x="116132" y="393454"/>
                  </a:lnTo>
                  <a:lnTo>
                    <a:pt x="159753" y="409051"/>
                  </a:lnTo>
                  <a:lnTo>
                    <a:pt x="207263" y="414527"/>
                  </a:lnTo>
                  <a:lnTo>
                    <a:pt x="254774" y="409051"/>
                  </a:lnTo>
                  <a:lnTo>
                    <a:pt x="298395" y="393454"/>
                  </a:lnTo>
                  <a:lnTo>
                    <a:pt x="336879" y="368981"/>
                  </a:lnTo>
                  <a:lnTo>
                    <a:pt x="368981" y="336879"/>
                  </a:lnTo>
                  <a:lnTo>
                    <a:pt x="393454" y="298395"/>
                  </a:lnTo>
                  <a:lnTo>
                    <a:pt x="409051" y="254774"/>
                  </a:lnTo>
                  <a:lnTo>
                    <a:pt x="414528" y="207263"/>
                  </a:lnTo>
                  <a:lnTo>
                    <a:pt x="409051" y="159753"/>
                  </a:lnTo>
                  <a:lnTo>
                    <a:pt x="393454" y="116132"/>
                  </a:lnTo>
                  <a:lnTo>
                    <a:pt x="368981" y="77648"/>
                  </a:lnTo>
                  <a:lnTo>
                    <a:pt x="336879" y="45546"/>
                  </a:lnTo>
                  <a:lnTo>
                    <a:pt x="298395" y="21073"/>
                  </a:lnTo>
                  <a:lnTo>
                    <a:pt x="254774" y="5476"/>
                  </a:lnTo>
                  <a:lnTo>
                    <a:pt x="207263" y="0"/>
                  </a:lnTo>
                  <a:close/>
                </a:path>
              </a:pathLst>
            </a:custGeom>
            <a:solidFill>
              <a:srgbClr val="13299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2247138" y="4071366"/>
              <a:ext cx="414655" cy="414655"/>
            </a:xfrm>
            <a:custGeom>
              <a:avLst/>
              <a:gdLst/>
              <a:ahLst/>
              <a:cxnLst/>
              <a:rect l="l" t="t" r="r" b="b"/>
              <a:pathLst>
                <a:path w="414655" h="414654">
                  <a:moveTo>
                    <a:pt x="0" y="207263"/>
                  </a:moveTo>
                  <a:lnTo>
                    <a:pt x="5476" y="159753"/>
                  </a:lnTo>
                  <a:lnTo>
                    <a:pt x="21073" y="116132"/>
                  </a:lnTo>
                  <a:lnTo>
                    <a:pt x="45546" y="77648"/>
                  </a:lnTo>
                  <a:lnTo>
                    <a:pt x="77648" y="45546"/>
                  </a:lnTo>
                  <a:lnTo>
                    <a:pt x="116132" y="21073"/>
                  </a:lnTo>
                  <a:lnTo>
                    <a:pt x="159753" y="5476"/>
                  </a:lnTo>
                  <a:lnTo>
                    <a:pt x="207263" y="0"/>
                  </a:lnTo>
                  <a:lnTo>
                    <a:pt x="254774" y="5476"/>
                  </a:lnTo>
                  <a:lnTo>
                    <a:pt x="298395" y="21073"/>
                  </a:lnTo>
                  <a:lnTo>
                    <a:pt x="336879" y="45546"/>
                  </a:lnTo>
                  <a:lnTo>
                    <a:pt x="368981" y="77648"/>
                  </a:lnTo>
                  <a:lnTo>
                    <a:pt x="393454" y="116132"/>
                  </a:lnTo>
                  <a:lnTo>
                    <a:pt x="409051" y="159753"/>
                  </a:lnTo>
                  <a:lnTo>
                    <a:pt x="414528" y="207263"/>
                  </a:lnTo>
                  <a:lnTo>
                    <a:pt x="409051" y="254774"/>
                  </a:lnTo>
                  <a:lnTo>
                    <a:pt x="393454" y="298395"/>
                  </a:lnTo>
                  <a:lnTo>
                    <a:pt x="368981" y="336879"/>
                  </a:lnTo>
                  <a:lnTo>
                    <a:pt x="336879" y="368981"/>
                  </a:lnTo>
                  <a:lnTo>
                    <a:pt x="298395" y="393454"/>
                  </a:lnTo>
                  <a:lnTo>
                    <a:pt x="254774" y="409051"/>
                  </a:lnTo>
                  <a:lnTo>
                    <a:pt x="207263" y="414527"/>
                  </a:lnTo>
                  <a:lnTo>
                    <a:pt x="159753" y="409051"/>
                  </a:lnTo>
                  <a:lnTo>
                    <a:pt x="116132" y="393454"/>
                  </a:lnTo>
                  <a:lnTo>
                    <a:pt x="77648" y="368981"/>
                  </a:lnTo>
                  <a:lnTo>
                    <a:pt x="45546" y="336879"/>
                  </a:lnTo>
                  <a:lnTo>
                    <a:pt x="21073" y="298395"/>
                  </a:lnTo>
                  <a:lnTo>
                    <a:pt x="5476" y="254774"/>
                  </a:lnTo>
                  <a:lnTo>
                    <a:pt x="0" y="207263"/>
                  </a:lnTo>
                  <a:close/>
                </a:path>
              </a:pathLst>
            </a:custGeom>
            <a:ln w="19812">
              <a:solidFill>
                <a:srgbClr val="13299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2247138" y="5162550"/>
              <a:ext cx="414655" cy="414655"/>
            </a:xfrm>
            <a:custGeom>
              <a:avLst/>
              <a:gdLst/>
              <a:ahLst/>
              <a:cxnLst/>
              <a:rect l="l" t="t" r="r" b="b"/>
              <a:pathLst>
                <a:path w="414655" h="414654">
                  <a:moveTo>
                    <a:pt x="207263" y="0"/>
                  </a:moveTo>
                  <a:lnTo>
                    <a:pt x="159753" y="5476"/>
                  </a:lnTo>
                  <a:lnTo>
                    <a:pt x="116132" y="21073"/>
                  </a:lnTo>
                  <a:lnTo>
                    <a:pt x="77648" y="45546"/>
                  </a:lnTo>
                  <a:lnTo>
                    <a:pt x="45546" y="77648"/>
                  </a:lnTo>
                  <a:lnTo>
                    <a:pt x="21073" y="116132"/>
                  </a:lnTo>
                  <a:lnTo>
                    <a:pt x="5476" y="159753"/>
                  </a:lnTo>
                  <a:lnTo>
                    <a:pt x="0" y="207263"/>
                  </a:lnTo>
                  <a:lnTo>
                    <a:pt x="5476" y="254774"/>
                  </a:lnTo>
                  <a:lnTo>
                    <a:pt x="21073" y="298395"/>
                  </a:lnTo>
                  <a:lnTo>
                    <a:pt x="45546" y="336879"/>
                  </a:lnTo>
                  <a:lnTo>
                    <a:pt x="77648" y="368981"/>
                  </a:lnTo>
                  <a:lnTo>
                    <a:pt x="116132" y="393454"/>
                  </a:lnTo>
                  <a:lnTo>
                    <a:pt x="159753" y="409051"/>
                  </a:lnTo>
                  <a:lnTo>
                    <a:pt x="207263" y="414528"/>
                  </a:lnTo>
                  <a:lnTo>
                    <a:pt x="254774" y="409051"/>
                  </a:lnTo>
                  <a:lnTo>
                    <a:pt x="298395" y="393454"/>
                  </a:lnTo>
                  <a:lnTo>
                    <a:pt x="336879" y="368981"/>
                  </a:lnTo>
                  <a:lnTo>
                    <a:pt x="368981" y="336879"/>
                  </a:lnTo>
                  <a:lnTo>
                    <a:pt x="393454" y="298395"/>
                  </a:lnTo>
                  <a:lnTo>
                    <a:pt x="409051" y="254774"/>
                  </a:lnTo>
                  <a:lnTo>
                    <a:pt x="414528" y="207263"/>
                  </a:lnTo>
                  <a:lnTo>
                    <a:pt x="409051" y="159753"/>
                  </a:lnTo>
                  <a:lnTo>
                    <a:pt x="393454" y="116132"/>
                  </a:lnTo>
                  <a:lnTo>
                    <a:pt x="368981" y="77648"/>
                  </a:lnTo>
                  <a:lnTo>
                    <a:pt x="336879" y="45546"/>
                  </a:lnTo>
                  <a:lnTo>
                    <a:pt x="298395" y="21073"/>
                  </a:lnTo>
                  <a:lnTo>
                    <a:pt x="254774" y="5476"/>
                  </a:lnTo>
                  <a:lnTo>
                    <a:pt x="207263" y="0"/>
                  </a:lnTo>
                  <a:close/>
                </a:path>
              </a:pathLst>
            </a:custGeom>
            <a:solidFill>
              <a:srgbClr val="13299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2247138" y="5162550"/>
              <a:ext cx="414655" cy="414655"/>
            </a:xfrm>
            <a:custGeom>
              <a:avLst/>
              <a:gdLst/>
              <a:ahLst/>
              <a:cxnLst/>
              <a:rect l="l" t="t" r="r" b="b"/>
              <a:pathLst>
                <a:path w="414655" h="414654">
                  <a:moveTo>
                    <a:pt x="0" y="207263"/>
                  </a:moveTo>
                  <a:lnTo>
                    <a:pt x="5476" y="159753"/>
                  </a:lnTo>
                  <a:lnTo>
                    <a:pt x="21073" y="116132"/>
                  </a:lnTo>
                  <a:lnTo>
                    <a:pt x="45546" y="77648"/>
                  </a:lnTo>
                  <a:lnTo>
                    <a:pt x="77648" y="45546"/>
                  </a:lnTo>
                  <a:lnTo>
                    <a:pt x="116132" y="21073"/>
                  </a:lnTo>
                  <a:lnTo>
                    <a:pt x="159753" y="5476"/>
                  </a:lnTo>
                  <a:lnTo>
                    <a:pt x="207263" y="0"/>
                  </a:lnTo>
                  <a:lnTo>
                    <a:pt x="254774" y="5476"/>
                  </a:lnTo>
                  <a:lnTo>
                    <a:pt x="298395" y="21073"/>
                  </a:lnTo>
                  <a:lnTo>
                    <a:pt x="336879" y="45546"/>
                  </a:lnTo>
                  <a:lnTo>
                    <a:pt x="368981" y="77648"/>
                  </a:lnTo>
                  <a:lnTo>
                    <a:pt x="393454" y="116132"/>
                  </a:lnTo>
                  <a:lnTo>
                    <a:pt x="409051" y="159753"/>
                  </a:lnTo>
                  <a:lnTo>
                    <a:pt x="414528" y="207263"/>
                  </a:lnTo>
                  <a:lnTo>
                    <a:pt x="409051" y="254774"/>
                  </a:lnTo>
                  <a:lnTo>
                    <a:pt x="393454" y="298395"/>
                  </a:lnTo>
                  <a:lnTo>
                    <a:pt x="368981" y="336879"/>
                  </a:lnTo>
                  <a:lnTo>
                    <a:pt x="336879" y="368981"/>
                  </a:lnTo>
                  <a:lnTo>
                    <a:pt x="298395" y="393454"/>
                  </a:lnTo>
                  <a:lnTo>
                    <a:pt x="254774" y="409051"/>
                  </a:lnTo>
                  <a:lnTo>
                    <a:pt x="207263" y="414528"/>
                  </a:lnTo>
                  <a:lnTo>
                    <a:pt x="159753" y="409051"/>
                  </a:lnTo>
                  <a:lnTo>
                    <a:pt x="116132" y="393454"/>
                  </a:lnTo>
                  <a:lnTo>
                    <a:pt x="77648" y="368981"/>
                  </a:lnTo>
                  <a:lnTo>
                    <a:pt x="45546" y="336879"/>
                  </a:lnTo>
                  <a:lnTo>
                    <a:pt x="21073" y="298395"/>
                  </a:lnTo>
                  <a:lnTo>
                    <a:pt x="5476" y="254774"/>
                  </a:lnTo>
                  <a:lnTo>
                    <a:pt x="0" y="207263"/>
                  </a:lnTo>
                  <a:close/>
                </a:path>
              </a:pathLst>
            </a:custGeom>
            <a:ln w="19812">
              <a:solidFill>
                <a:srgbClr val="13299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1652016" y="3148583"/>
              <a:ext cx="2233930" cy="2258695"/>
            </a:xfrm>
            <a:custGeom>
              <a:avLst/>
              <a:gdLst/>
              <a:ahLst/>
              <a:cxnLst/>
              <a:rect l="l" t="t" r="r" b="b"/>
              <a:pathLst>
                <a:path w="2233929" h="2258695">
                  <a:moveTo>
                    <a:pt x="594106" y="2220468"/>
                  </a:moveTo>
                  <a:lnTo>
                    <a:pt x="581406" y="2214118"/>
                  </a:lnTo>
                  <a:lnTo>
                    <a:pt x="517906" y="2182368"/>
                  </a:lnTo>
                  <a:lnTo>
                    <a:pt x="517906" y="2214118"/>
                  </a:lnTo>
                  <a:lnTo>
                    <a:pt x="0" y="2214118"/>
                  </a:lnTo>
                  <a:lnTo>
                    <a:pt x="0" y="2226818"/>
                  </a:lnTo>
                  <a:lnTo>
                    <a:pt x="517906" y="2226818"/>
                  </a:lnTo>
                  <a:lnTo>
                    <a:pt x="517906" y="2258568"/>
                  </a:lnTo>
                  <a:lnTo>
                    <a:pt x="581406" y="2226818"/>
                  </a:lnTo>
                  <a:lnTo>
                    <a:pt x="594106" y="2220468"/>
                  </a:lnTo>
                  <a:close/>
                </a:path>
                <a:path w="2233929" h="2258695">
                  <a:moveTo>
                    <a:pt x="594106" y="1129284"/>
                  </a:moveTo>
                  <a:lnTo>
                    <a:pt x="581406" y="1122934"/>
                  </a:lnTo>
                  <a:lnTo>
                    <a:pt x="517906" y="1091184"/>
                  </a:lnTo>
                  <a:lnTo>
                    <a:pt x="517906" y="1122934"/>
                  </a:lnTo>
                  <a:lnTo>
                    <a:pt x="0" y="1122934"/>
                  </a:lnTo>
                  <a:lnTo>
                    <a:pt x="0" y="1135634"/>
                  </a:lnTo>
                  <a:lnTo>
                    <a:pt x="517906" y="1135634"/>
                  </a:lnTo>
                  <a:lnTo>
                    <a:pt x="517906" y="1167384"/>
                  </a:lnTo>
                  <a:lnTo>
                    <a:pt x="581406" y="1135634"/>
                  </a:lnTo>
                  <a:lnTo>
                    <a:pt x="594106" y="1129284"/>
                  </a:lnTo>
                  <a:close/>
                </a:path>
                <a:path w="2233929" h="2258695">
                  <a:moveTo>
                    <a:pt x="594106" y="38100"/>
                  </a:moveTo>
                  <a:lnTo>
                    <a:pt x="581406" y="31750"/>
                  </a:lnTo>
                  <a:lnTo>
                    <a:pt x="517906" y="0"/>
                  </a:lnTo>
                  <a:lnTo>
                    <a:pt x="517906" y="31750"/>
                  </a:lnTo>
                  <a:lnTo>
                    <a:pt x="0" y="31750"/>
                  </a:lnTo>
                  <a:lnTo>
                    <a:pt x="0" y="44450"/>
                  </a:lnTo>
                  <a:lnTo>
                    <a:pt x="517906" y="44450"/>
                  </a:lnTo>
                  <a:lnTo>
                    <a:pt x="517906" y="76200"/>
                  </a:lnTo>
                  <a:lnTo>
                    <a:pt x="581406" y="44450"/>
                  </a:lnTo>
                  <a:lnTo>
                    <a:pt x="594106" y="38100"/>
                  </a:lnTo>
                  <a:close/>
                </a:path>
                <a:path w="2233929" h="2258695">
                  <a:moveTo>
                    <a:pt x="2224405" y="1129284"/>
                  </a:moveTo>
                  <a:lnTo>
                    <a:pt x="2211705" y="1122934"/>
                  </a:lnTo>
                  <a:lnTo>
                    <a:pt x="2148205" y="1091184"/>
                  </a:lnTo>
                  <a:lnTo>
                    <a:pt x="2148205" y="1122934"/>
                  </a:lnTo>
                  <a:lnTo>
                    <a:pt x="1008888" y="1122934"/>
                  </a:lnTo>
                  <a:lnTo>
                    <a:pt x="1008888" y="1135634"/>
                  </a:lnTo>
                  <a:lnTo>
                    <a:pt x="2148205" y="1135634"/>
                  </a:lnTo>
                  <a:lnTo>
                    <a:pt x="2148205" y="1167384"/>
                  </a:lnTo>
                  <a:lnTo>
                    <a:pt x="2211705" y="1135634"/>
                  </a:lnTo>
                  <a:lnTo>
                    <a:pt x="2224405" y="1129284"/>
                  </a:lnTo>
                  <a:close/>
                </a:path>
                <a:path w="2233929" h="2258695">
                  <a:moveTo>
                    <a:pt x="2224405" y="1032256"/>
                  </a:moveTo>
                  <a:lnTo>
                    <a:pt x="2208530" y="996950"/>
                  </a:lnTo>
                  <a:lnTo>
                    <a:pt x="2189480" y="954532"/>
                  </a:lnTo>
                  <a:lnTo>
                    <a:pt x="2169426" y="979081"/>
                  </a:lnTo>
                  <a:lnTo>
                    <a:pt x="1012952" y="33147"/>
                  </a:lnTo>
                  <a:lnTo>
                    <a:pt x="1004824" y="43053"/>
                  </a:lnTo>
                  <a:lnTo>
                    <a:pt x="2161375" y="988936"/>
                  </a:lnTo>
                  <a:lnTo>
                    <a:pt x="2141347" y="1013460"/>
                  </a:lnTo>
                  <a:lnTo>
                    <a:pt x="2224405" y="1032256"/>
                  </a:lnTo>
                  <a:close/>
                </a:path>
                <a:path w="2233929" h="2258695">
                  <a:moveTo>
                    <a:pt x="2233422" y="1237488"/>
                  </a:moveTo>
                  <a:lnTo>
                    <a:pt x="2150237" y="1255522"/>
                  </a:lnTo>
                  <a:lnTo>
                    <a:pt x="2170036" y="1280248"/>
                  </a:lnTo>
                  <a:lnTo>
                    <a:pt x="1004951" y="2215642"/>
                  </a:lnTo>
                  <a:lnTo>
                    <a:pt x="1012825" y="2225548"/>
                  </a:lnTo>
                  <a:lnTo>
                    <a:pt x="2177999" y="1290180"/>
                  </a:lnTo>
                  <a:lnTo>
                    <a:pt x="2197862" y="1314958"/>
                  </a:lnTo>
                  <a:lnTo>
                    <a:pt x="2217445" y="1272286"/>
                  </a:lnTo>
                  <a:lnTo>
                    <a:pt x="2233422" y="1237488"/>
                  </a:lnTo>
                  <a:close/>
                </a:path>
              </a:pathLst>
            </a:custGeom>
            <a:solidFill>
              <a:srgbClr val="13299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3" name="object 23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915668" y="3121152"/>
              <a:ext cx="23622" cy="133350"/>
            </a:xfrm>
            <a:prstGeom prst="rect">
              <a:avLst/>
            </a:prstGeom>
          </p:spPr>
        </p:pic>
        <p:pic>
          <p:nvPicPr>
            <p:cNvPr id="24" name="object 24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915668" y="4219956"/>
              <a:ext cx="23622" cy="131825"/>
            </a:xfrm>
            <a:prstGeom prst="rect">
              <a:avLst/>
            </a:prstGeom>
          </p:spPr>
        </p:pic>
        <p:pic>
          <p:nvPicPr>
            <p:cNvPr id="25" name="object 25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915668" y="5311140"/>
              <a:ext cx="23622" cy="131825"/>
            </a:xfrm>
            <a:prstGeom prst="rect">
              <a:avLst/>
            </a:prstGeom>
          </p:spPr>
        </p:pic>
        <p:pic>
          <p:nvPicPr>
            <p:cNvPr id="26" name="object 26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3188208" y="3387852"/>
              <a:ext cx="151638" cy="131825"/>
            </a:xfrm>
            <a:prstGeom prst="rect">
              <a:avLst/>
            </a:prstGeom>
          </p:spPr>
        </p:pic>
        <p:pic>
          <p:nvPicPr>
            <p:cNvPr id="27" name="object 27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3208019" y="4107180"/>
              <a:ext cx="112014" cy="133350"/>
            </a:xfrm>
            <a:prstGeom prst="rect">
              <a:avLst/>
            </a:prstGeom>
          </p:spPr>
        </p:pic>
        <p:pic>
          <p:nvPicPr>
            <p:cNvPr id="28" name="object 28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3192780" y="4971288"/>
              <a:ext cx="147066" cy="133350"/>
            </a:xfrm>
            <a:prstGeom prst="rect">
              <a:avLst/>
            </a:prstGeom>
          </p:spPr>
        </p:pic>
        <p:pic>
          <p:nvPicPr>
            <p:cNvPr id="29" name="object 29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4658867" y="3387852"/>
              <a:ext cx="342138" cy="131825"/>
            </a:xfrm>
            <a:prstGeom prst="rect">
              <a:avLst/>
            </a:prstGeom>
          </p:spPr>
        </p:pic>
        <p:pic>
          <p:nvPicPr>
            <p:cNvPr id="30" name="object 30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4698492" y="4140708"/>
              <a:ext cx="262889" cy="133350"/>
            </a:xfrm>
            <a:prstGeom prst="rect">
              <a:avLst/>
            </a:prstGeom>
          </p:spPr>
        </p:pic>
        <p:pic>
          <p:nvPicPr>
            <p:cNvPr id="31" name="object 31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4666487" y="4971288"/>
              <a:ext cx="329946" cy="133350"/>
            </a:xfrm>
            <a:prstGeom prst="rect">
              <a:avLst/>
            </a:prstGeom>
          </p:spPr>
        </p:pic>
        <p:pic>
          <p:nvPicPr>
            <p:cNvPr id="32" name="object 32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5344667" y="3387852"/>
              <a:ext cx="203453" cy="131825"/>
            </a:xfrm>
            <a:prstGeom prst="rect">
              <a:avLst/>
            </a:prstGeom>
          </p:spPr>
        </p:pic>
        <p:pic>
          <p:nvPicPr>
            <p:cNvPr id="33" name="object 33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5527548" y="4136136"/>
              <a:ext cx="23622" cy="131825"/>
            </a:xfrm>
            <a:prstGeom prst="rect">
              <a:avLst/>
            </a:prstGeom>
          </p:spPr>
        </p:pic>
        <p:pic>
          <p:nvPicPr>
            <p:cNvPr id="34" name="object 34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5527548" y="4971288"/>
              <a:ext cx="23622" cy="133350"/>
            </a:xfrm>
            <a:prstGeom prst="rect">
              <a:avLst/>
            </a:prstGeom>
          </p:spPr>
        </p:pic>
        <p:pic>
          <p:nvPicPr>
            <p:cNvPr id="35" name="object 35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5195316" y="3814572"/>
              <a:ext cx="61722" cy="61722"/>
            </a:xfrm>
            <a:prstGeom prst="rect">
              <a:avLst/>
            </a:prstGeom>
          </p:spPr>
        </p:pic>
        <p:pic>
          <p:nvPicPr>
            <p:cNvPr id="36" name="object 36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5195316" y="4585716"/>
              <a:ext cx="61722" cy="61722"/>
            </a:xfrm>
            <a:prstGeom prst="rect">
              <a:avLst/>
            </a:prstGeom>
          </p:spPr>
        </p:pic>
        <p:sp>
          <p:nvSpPr>
            <p:cNvPr id="37" name="object 37"/>
            <p:cNvSpPr/>
            <p:nvPr/>
          </p:nvSpPr>
          <p:spPr>
            <a:xfrm>
              <a:off x="4532375" y="5475732"/>
              <a:ext cx="601980" cy="201295"/>
            </a:xfrm>
            <a:custGeom>
              <a:avLst/>
              <a:gdLst/>
              <a:ahLst/>
              <a:cxnLst/>
              <a:rect l="l" t="t" r="r" b="b"/>
              <a:pathLst>
                <a:path w="601979" h="201295">
                  <a:moveTo>
                    <a:pt x="601979" y="0"/>
                  </a:moveTo>
                  <a:lnTo>
                    <a:pt x="0" y="0"/>
                  </a:lnTo>
                  <a:lnTo>
                    <a:pt x="0" y="201168"/>
                  </a:lnTo>
                  <a:lnTo>
                    <a:pt x="601979" y="201168"/>
                  </a:lnTo>
                  <a:lnTo>
                    <a:pt x="601979" y="0"/>
                  </a:lnTo>
                  <a:close/>
                </a:path>
              </a:pathLst>
            </a:custGeom>
            <a:solidFill>
              <a:srgbClr val="FFC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8" name="object 38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4724399" y="5510783"/>
              <a:ext cx="217170" cy="133350"/>
            </a:xfrm>
            <a:prstGeom prst="rect">
              <a:avLst/>
            </a:prstGeom>
          </p:spPr>
        </p:pic>
        <p:sp>
          <p:nvSpPr>
            <p:cNvPr id="39" name="object 39"/>
            <p:cNvSpPr/>
            <p:nvPr/>
          </p:nvSpPr>
          <p:spPr>
            <a:xfrm>
              <a:off x="5134355" y="5475732"/>
              <a:ext cx="424180" cy="201295"/>
            </a:xfrm>
            <a:custGeom>
              <a:avLst/>
              <a:gdLst/>
              <a:ahLst/>
              <a:cxnLst/>
              <a:rect l="l" t="t" r="r" b="b"/>
              <a:pathLst>
                <a:path w="424179" h="201295">
                  <a:moveTo>
                    <a:pt x="423672" y="0"/>
                  </a:moveTo>
                  <a:lnTo>
                    <a:pt x="0" y="0"/>
                  </a:lnTo>
                  <a:lnTo>
                    <a:pt x="0" y="201168"/>
                  </a:lnTo>
                  <a:lnTo>
                    <a:pt x="423672" y="201168"/>
                  </a:lnTo>
                  <a:lnTo>
                    <a:pt x="423672" y="0"/>
                  </a:lnTo>
                  <a:close/>
                </a:path>
              </a:pathLst>
            </a:custGeom>
            <a:solidFill>
              <a:srgbClr val="FFC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0" name="object 40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5431536" y="5510783"/>
              <a:ext cx="116586" cy="133350"/>
            </a:xfrm>
            <a:prstGeom prst="rect">
              <a:avLst/>
            </a:prstGeom>
          </p:spPr>
        </p:pic>
        <p:pic>
          <p:nvPicPr>
            <p:cNvPr id="41" name="object 41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958596" y="3121152"/>
              <a:ext cx="422909" cy="148589"/>
            </a:xfrm>
            <a:prstGeom prst="rect">
              <a:avLst/>
            </a:prstGeom>
          </p:spPr>
        </p:pic>
        <p:pic>
          <p:nvPicPr>
            <p:cNvPr id="42" name="object 42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1347216" y="4219956"/>
              <a:ext cx="78485" cy="131825"/>
            </a:xfrm>
            <a:prstGeom prst="rect">
              <a:avLst/>
            </a:prstGeom>
          </p:spPr>
        </p:pic>
        <p:pic>
          <p:nvPicPr>
            <p:cNvPr id="43" name="object 43"/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1330452" y="5311140"/>
              <a:ext cx="113537" cy="131825"/>
            </a:xfrm>
            <a:prstGeom prst="rect">
              <a:avLst/>
            </a:prstGeom>
          </p:spPr>
        </p:pic>
      </p:grpSp>
      <p:pic>
        <p:nvPicPr>
          <p:cNvPr id="44" name="object 44"/>
          <p:cNvPicPr/>
          <p:nvPr/>
        </p:nvPicPr>
        <p:blipFill>
          <a:blip r:embed="rId22" cstate="print"/>
          <a:stretch>
            <a:fillRect/>
          </a:stretch>
        </p:blipFill>
        <p:spPr>
          <a:xfrm>
            <a:off x="6184391" y="2732532"/>
            <a:ext cx="2058162" cy="162305"/>
          </a:xfrm>
          <a:prstGeom prst="rect">
            <a:avLst/>
          </a:prstGeom>
        </p:spPr>
      </p:pic>
      <p:grpSp>
        <p:nvGrpSpPr>
          <p:cNvPr id="45" name="object 45"/>
          <p:cNvGrpSpPr/>
          <p:nvPr/>
        </p:nvGrpSpPr>
        <p:grpSpPr>
          <a:xfrm>
            <a:off x="8550909" y="2984119"/>
            <a:ext cx="793115" cy="342900"/>
            <a:chOff x="8550909" y="2984119"/>
            <a:chExt cx="793115" cy="342900"/>
          </a:xfrm>
        </p:grpSpPr>
        <p:sp>
          <p:nvSpPr>
            <p:cNvPr id="46" name="object 46"/>
            <p:cNvSpPr/>
            <p:nvPr/>
          </p:nvSpPr>
          <p:spPr>
            <a:xfrm>
              <a:off x="8550909" y="2984119"/>
              <a:ext cx="793115" cy="342900"/>
            </a:xfrm>
            <a:custGeom>
              <a:avLst/>
              <a:gdLst/>
              <a:ahLst/>
              <a:cxnLst/>
              <a:rect l="l" t="t" r="r" b="b"/>
              <a:pathLst>
                <a:path w="793115" h="342900">
                  <a:moveTo>
                    <a:pt x="793064" y="0"/>
                  </a:moveTo>
                  <a:lnTo>
                    <a:pt x="0" y="0"/>
                  </a:lnTo>
                  <a:lnTo>
                    <a:pt x="0" y="342900"/>
                  </a:lnTo>
                  <a:lnTo>
                    <a:pt x="793064" y="342900"/>
                  </a:lnTo>
                  <a:lnTo>
                    <a:pt x="793064" y="0"/>
                  </a:lnTo>
                  <a:close/>
                </a:path>
              </a:pathLst>
            </a:custGeom>
            <a:solidFill>
              <a:srgbClr val="D9D9D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7" name="object 47"/>
            <p:cNvPicPr/>
            <p:nvPr/>
          </p:nvPicPr>
          <p:blipFill>
            <a:blip r:embed="rId23" cstate="print"/>
            <a:stretch>
              <a:fillRect/>
            </a:stretch>
          </p:blipFill>
          <p:spPr>
            <a:xfrm>
              <a:off x="8870187" y="3071622"/>
              <a:ext cx="202691" cy="165226"/>
            </a:xfrm>
            <a:prstGeom prst="rect">
              <a:avLst/>
            </a:prstGeom>
          </p:spPr>
        </p:pic>
      </p:grpSp>
      <p:graphicFrame>
        <p:nvGraphicFramePr>
          <p:cNvPr id="48" name="object 48"/>
          <p:cNvGraphicFramePr>
            <a:graphicFrameLocks noGrp="1"/>
          </p:cNvGraphicFramePr>
          <p:nvPr/>
        </p:nvGraphicFramePr>
        <p:xfrm>
          <a:off x="6170231" y="2977769"/>
          <a:ext cx="3172459" cy="149923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9311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9311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9311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9311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429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7E7E7E"/>
                      </a:solidFill>
                      <a:prstDash val="solid"/>
                    </a:lnL>
                    <a:lnR w="6350">
                      <a:solidFill>
                        <a:srgbClr val="BEBEBE"/>
                      </a:solidFill>
                      <a:prstDash val="solid"/>
                    </a:lnR>
                    <a:lnT w="12700">
                      <a:solidFill>
                        <a:srgbClr val="183DAF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BEBEBE"/>
                      </a:solidFill>
                      <a:prstDash val="solid"/>
                    </a:lnL>
                    <a:lnR w="6350">
                      <a:solidFill>
                        <a:srgbClr val="BEBEBE"/>
                      </a:solidFill>
                      <a:prstDash val="solid"/>
                    </a:lnR>
                    <a:lnT w="12700">
                      <a:solidFill>
                        <a:srgbClr val="183DAF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R="29209" algn="ctr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1400" spc="-50" dirty="0">
                          <a:latin typeface="Cambria Math"/>
                          <a:cs typeface="Cambria Math"/>
                        </a:rPr>
                        <a:t>𝑠</a:t>
                      </a:r>
                      <a:endParaRPr sz="1400">
                        <a:latin typeface="Cambria Math"/>
                        <a:cs typeface="Cambria Math"/>
                      </a:endParaRPr>
                    </a:p>
                  </a:txBody>
                  <a:tcPr marL="0" marR="0" marT="41910" marB="0">
                    <a:lnL w="6350">
                      <a:solidFill>
                        <a:srgbClr val="BEBEBE"/>
                      </a:solidFill>
                      <a:prstDash val="solid"/>
                    </a:lnL>
                    <a:lnR w="6350">
                      <a:solidFill>
                        <a:srgbClr val="BEBEBE"/>
                      </a:solidFill>
                      <a:prstDash val="solid"/>
                    </a:lnR>
                    <a:lnT w="12700">
                      <a:solidFill>
                        <a:srgbClr val="183DAF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220979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1400" dirty="0">
                          <a:latin typeface="Cambria Math"/>
                          <a:cs typeface="Cambria Math"/>
                        </a:rPr>
                        <a:t>𝜏</a:t>
                      </a:r>
                      <a:r>
                        <a:rPr sz="1400" spc="290" dirty="0">
                          <a:latin typeface="Cambria Math"/>
                          <a:cs typeface="Cambria Math"/>
                        </a:rPr>
                        <a:t> </a:t>
                      </a:r>
                      <a:r>
                        <a:rPr sz="1400" spc="-50" dirty="0">
                          <a:latin typeface="Cambria Math"/>
                          <a:cs typeface="Cambria Math"/>
                        </a:rPr>
                        <a:t>𝑠</a:t>
                      </a:r>
                      <a:endParaRPr sz="1400">
                        <a:latin typeface="Cambria Math"/>
                        <a:cs typeface="Cambria Math"/>
                      </a:endParaRPr>
                    </a:p>
                  </a:txBody>
                  <a:tcPr marL="0" marR="0" marT="41910" marB="0">
                    <a:lnL w="6350">
                      <a:solidFill>
                        <a:srgbClr val="BEBEBE"/>
                      </a:solidFill>
                      <a:prstDash val="solid"/>
                    </a:lnL>
                    <a:lnR w="3175">
                      <a:solidFill>
                        <a:srgbClr val="7E7E7E"/>
                      </a:solidFill>
                      <a:prstDash val="solid"/>
                    </a:lnR>
                    <a:lnT w="12700">
                      <a:solidFill>
                        <a:srgbClr val="183DAF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8925">
                <a:tc>
                  <a:txBody>
                    <a:bodyPr/>
                    <a:lstStyle/>
                    <a:p>
                      <a:pPr marR="352425" algn="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1300" dirty="0">
                          <a:solidFill>
                            <a:srgbClr val="252525"/>
                          </a:solidFill>
                          <a:latin typeface="Trebuchet MS"/>
                          <a:cs typeface="Trebuchet MS"/>
                        </a:rPr>
                        <a:t>0</a:t>
                      </a:r>
                      <a:endParaRPr sz="1300">
                        <a:latin typeface="Trebuchet MS"/>
                        <a:cs typeface="Trebuchet MS"/>
                      </a:endParaRPr>
                    </a:p>
                  </a:txBody>
                  <a:tcPr marL="0" marR="0" marT="33655" marB="0">
                    <a:lnL w="3175">
                      <a:solidFill>
                        <a:srgbClr val="7E7E7E"/>
                      </a:solidFill>
                      <a:prstDash val="solid"/>
                    </a:lnL>
                    <a:lnR w="6350">
                      <a:solidFill>
                        <a:srgbClr val="BEBEBE"/>
                      </a:solidFill>
                      <a:prstDash val="solid"/>
                    </a:lnR>
                    <a:lnT w="6350">
                      <a:solidFill>
                        <a:srgbClr val="BEBEBE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60680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1300" dirty="0">
                          <a:solidFill>
                            <a:srgbClr val="252525"/>
                          </a:solidFill>
                          <a:latin typeface="Trebuchet MS"/>
                          <a:cs typeface="Trebuchet MS"/>
                        </a:rPr>
                        <a:t>0</a:t>
                      </a:r>
                      <a:endParaRPr sz="1300">
                        <a:latin typeface="Trebuchet MS"/>
                        <a:cs typeface="Trebuchet MS"/>
                      </a:endParaRPr>
                    </a:p>
                  </a:txBody>
                  <a:tcPr marL="0" marR="0" marT="33655" marB="0">
                    <a:lnL w="6350">
                      <a:solidFill>
                        <a:srgbClr val="BEBEBE"/>
                      </a:solidFill>
                      <a:prstDash val="solid"/>
                    </a:lnL>
                    <a:lnR w="6350">
                      <a:solidFill>
                        <a:srgbClr val="BEBEBE"/>
                      </a:solidFill>
                      <a:prstDash val="solid"/>
                    </a:lnR>
                    <a:lnT w="6350">
                      <a:solidFill>
                        <a:srgbClr val="BEBEBE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85090" algn="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1300" spc="-105" dirty="0">
                          <a:solidFill>
                            <a:srgbClr val="252525"/>
                          </a:solidFill>
                          <a:latin typeface="Trebuchet MS"/>
                          <a:cs typeface="Trebuchet MS"/>
                        </a:rPr>
                        <a:t>-</a:t>
                      </a:r>
                      <a:r>
                        <a:rPr sz="1300" spc="-25" dirty="0">
                          <a:solidFill>
                            <a:srgbClr val="252525"/>
                          </a:solidFill>
                          <a:latin typeface="Trebuchet MS"/>
                          <a:cs typeface="Trebuchet MS"/>
                        </a:rPr>
                        <a:t>0.5</a:t>
                      </a:r>
                      <a:endParaRPr sz="1300">
                        <a:latin typeface="Trebuchet MS"/>
                        <a:cs typeface="Trebuchet MS"/>
                      </a:endParaRPr>
                    </a:p>
                  </a:txBody>
                  <a:tcPr marL="0" marR="0" marT="33655" marB="0">
                    <a:lnL w="6350">
                      <a:solidFill>
                        <a:srgbClr val="BEBEBE"/>
                      </a:solidFill>
                      <a:prstDash val="solid"/>
                    </a:lnL>
                    <a:lnR w="6350">
                      <a:solidFill>
                        <a:srgbClr val="BEBEBE"/>
                      </a:solidFill>
                      <a:prstDash val="solid"/>
                    </a:lnR>
                    <a:lnT w="6350">
                      <a:solidFill>
                        <a:srgbClr val="BEBEBE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81280" algn="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1300" spc="-105" dirty="0">
                          <a:solidFill>
                            <a:srgbClr val="252525"/>
                          </a:solidFill>
                          <a:latin typeface="Trebuchet MS"/>
                          <a:cs typeface="Trebuchet MS"/>
                        </a:rPr>
                        <a:t>-</a:t>
                      </a:r>
                      <a:r>
                        <a:rPr sz="1300" spc="-475" dirty="0">
                          <a:solidFill>
                            <a:srgbClr val="252525"/>
                          </a:solidFill>
                          <a:latin typeface="Trebuchet MS"/>
                          <a:cs typeface="Trebuchet MS"/>
                        </a:rPr>
                        <a:t>1</a:t>
                      </a:r>
                      <a:endParaRPr sz="1300">
                        <a:latin typeface="Trebuchet MS"/>
                        <a:cs typeface="Trebuchet MS"/>
                      </a:endParaRPr>
                    </a:p>
                  </a:txBody>
                  <a:tcPr marL="0" marR="0" marT="33655" marB="0">
                    <a:lnL w="6350">
                      <a:solidFill>
                        <a:srgbClr val="BEBEBE"/>
                      </a:solidFill>
                      <a:prstDash val="solid"/>
                    </a:lnL>
                    <a:lnR w="3175">
                      <a:solidFill>
                        <a:srgbClr val="7E7E7E"/>
                      </a:solidFill>
                      <a:prstDash val="solid"/>
                    </a:lnR>
                    <a:lnT w="6350">
                      <a:solidFill>
                        <a:srgbClr val="BEBEBE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8925">
                <a:tc>
                  <a:txBody>
                    <a:bodyPr/>
                    <a:lstStyle/>
                    <a:p>
                      <a:pPr marR="370840" algn="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300" dirty="0">
                          <a:solidFill>
                            <a:srgbClr val="252525"/>
                          </a:solidFill>
                          <a:latin typeface="Trebuchet MS"/>
                          <a:cs typeface="Trebuchet MS"/>
                        </a:rPr>
                        <a:t>1</a:t>
                      </a:r>
                      <a:endParaRPr sz="1300">
                        <a:latin typeface="Trebuchet MS"/>
                        <a:cs typeface="Trebuchet MS"/>
                      </a:endParaRPr>
                    </a:p>
                  </a:txBody>
                  <a:tcPr marL="0" marR="0" marT="34290" marB="0">
                    <a:lnL w="3175">
                      <a:solidFill>
                        <a:srgbClr val="7E7E7E"/>
                      </a:solidFill>
                      <a:prstDash val="solid"/>
                    </a:lnL>
                    <a:lnR w="6350">
                      <a:solidFill>
                        <a:srgbClr val="BEBEBE"/>
                      </a:solidFill>
                      <a:prstDash val="solid"/>
                    </a:lnR>
                    <a:lnT w="6350">
                      <a:solidFill>
                        <a:srgbClr val="BEBEBE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60680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300" dirty="0">
                          <a:solidFill>
                            <a:srgbClr val="252525"/>
                          </a:solidFill>
                          <a:latin typeface="Trebuchet MS"/>
                          <a:cs typeface="Trebuchet MS"/>
                        </a:rPr>
                        <a:t>0</a:t>
                      </a:r>
                      <a:endParaRPr sz="1300">
                        <a:latin typeface="Trebuchet MS"/>
                        <a:cs typeface="Trebuchet MS"/>
                      </a:endParaRPr>
                    </a:p>
                  </a:txBody>
                  <a:tcPr marL="0" marR="0" marT="34290" marB="0">
                    <a:lnL w="6350">
                      <a:solidFill>
                        <a:srgbClr val="BEBEBE"/>
                      </a:solidFill>
                      <a:prstDash val="solid"/>
                    </a:lnL>
                    <a:lnR w="6350">
                      <a:solidFill>
                        <a:srgbClr val="BEBEBE"/>
                      </a:solidFill>
                      <a:prstDash val="solid"/>
                    </a:lnR>
                    <a:lnT w="6350">
                      <a:solidFill>
                        <a:srgbClr val="BEBEBE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85090" algn="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300" spc="-25" dirty="0">
                          <a:solidFill>
                            <a:srgbClr val="252525"/>
                          </a:solidFill>
                          <a:latin typeface="Trebuchet MS"/>
                          <a:cs typeface="Trebuchet MS"/>
                        </a:rPr>
                        <a:t>0.5</a:t>
                      </a:r>
                      <a:endParaRPr sz="1300">
                        <a:latin typeface="Trebuchet MS"/>
                        <a:cs typeface="Trebuchet MS"/>
                      </a:endParaRPr>
                    </a:p>
                  </a:txBody>
                  <a:tcPr marL="0" marR="0" marT="34290" marB="0">
                    <a:lnL w="6350">
                      <a:solidFill>
                        <a:srgbClr val="BEBEBE"/>
                      </a:solidFill>
                      <a:prstDash val="solid"/>
                    </a:lnL>
                    <a:lnR w="6350">
                      <a:solidFill>
                        <a:srgbClr val="BEBEBE"/>
                      </a:solidFill>
                      <a:prstDash val="solid"/>
                    </a:lnR>
                    <a:lnT w="6350">
                      <a:solidFill>
                        <a:srgbClr val="BEBEBE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81280" algn="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300" dirty="0">
                          <a:solidFill>
                            <a:srgbClr val="252525"/>
                          </a:solidFill>
                          <a:latin typeface="Trebuchet MS"/>
                          <a:cs typeface="Trebuchet MS"/>
                        </a:rPr>
                        <a:t>1</a:t>
                      </a:r>
                      <a:endParaRPr sz="1300">
                        <a:latin typeface="Trebuchet MS"/>
                        <a:cs typeface="Trebuchet MS"/>
                      </a:endParaRPr>
                    </a:p>
                  </a:txBody>
                  <a:tcPr marL="0" marR="0" marT="34290" marB="0">
                    <a:lnL w="6350">
                      <a:solidFill>
                        <a:srgbClr val="BEBEBE"/>
                      </a:solidFill>
                      <a:prstDash val="solid"/>
                    </a:lnL>
                    <a:lnR w="3175">
                      <a:solidFill>
                        <a:srgbClr val="7E7E7E"/>
                      </a:solidFill>
                      <a:prstDash val="solid"/>
                    </a:lnR>
                    <a:lnT w="6350">
                      <a:solidFill>
                        <a:srgbClr val="BEBEBE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9560">
                <a:tc>
                  <a:txBody>
                    <a:bodyPr/>
                    <a:lstStyle/>
                    <a:p>
                      <a:pPr marR="352425" algn="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1300" dirty="0">
                          <a:solidFill>
                            <a:srgbClr val="252525"/>
                          </a:solidFill>
                          <a:latin typeface="Trebuchet MS"/>
                          <a:cs typeface="Trebuchet MS"/>
                        </a:rPr>
                        <a:t>0</a:t>
                      </a:r>
                      <a:endParaRPr sz="1300">
                        <a:latin typeface="Trebuchet MS"/>
                        <a:cs typeface="Trebuchet MS"/>
                      </a:endParaRPr>
                    </a:p>
                  </a:txBody>
                  <a:tcPr marL="0" marR="0" marT="33655" marB="0">
                    <a:lnL w="3175">
                      <a:solidFill>
                        <a:srgbClr val="7E7E7E"/>
                      </a:solidFill>
                      <a:prstDash val="solid"/>
                    </a:lnL>
                    <a:lnR w="6350">
                      <a:solidFill>
                        <a:srgbClr val="BEBEBE"/>
                      </a:solidFill>
                      <a:prstDash val="solid"/>
                    </a:lnR>
                    <a:lnT w="6350">
                      <a:solidFill>
                        <a:srgbClr val="BEBEBE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0365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1300" dirty="0">
                          <a:solidFill>
                            <a:srgbClr val="252525"/>
                          </a:solidFill>
                          <a:latin typeface="Trebuchet MS"/>
                          <a:cs typeface="Trebuchet MS"/>
                        </a:rPr>
                        <a:t>1</a:t>
                      </a:r>
                      <a:endParaRPr sz="1300">
                        <a:latin typeface="Trebuchet MS"/>
                        <a:cs typeface="Trebuchet MS"/>
                      </a:endParaRPr>
                    </a:p>
                  </a:txBody>
                  <a:tcPr marL="0" marR="0" marT="33655" marB="0">
                    <a:lnL w="6350">
                      <a:solidFill>
                        <a:srgbClr val="BEBEBE"/>
                      </a:solidFill>
                      <a:prstDash val="solid"/>
                    </a:lnL>
                    <a:lnR w="6350">
                      <a:solidFill>
                        <a:srgbClr val="BEBEBE"/>
                      </a:solidFill>
                      <a:prstDash val="solid"/>
                    </a:lnR>
                    <a:lnT w="6350">
                      <a:solidFill>
                        <a:srgbClr val="BEBEBE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85090" algn="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1300" spc="-25" dirty="0">
                          <a:solidFill>
                            <a:srgbClr val="252525"/>
                          </a:solidFill>
                          <a:latin typeface="Trebuchet MS"/>
                          <a:cs typeface="Trebuchet MS"/>
                        </a:rPr>
                        <a:t>0.5</a:t>
                      </a:r>
                      <a:endParaRPr sz="1300">
                        <a:latin typeface="Trebuchet MS"/>
                        <a:cs typeface="Trebuchet MS"/>
                      </a:endParaRPr>
                    </a:p>
                  </a:txBody>
                  <a:tcPr marL="0" marR="0" marT="33655" marB="0">
                    <a:lnL w="6350">
                      <a:solidFill>
                        <a:srgbClr val="BEBEBE"/>
                      </a:solidFill>
                      <a:prstDash val="solid"/>
                    </a:lnL>
                    <a:lnR w="6350">
                      <a:solidFill>
                        <a:srgbClr val="BEBEBE"/>
                      </a:solidFill>
                      <a:prstDash val="solid"/>
                    </a:lnR>
                    <a:lnT w="6350">
                      <a:solidFill>
                        <a:srgbClr val="BEBEBE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81280" algn="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1300" dirty="0">
                          <a:solidFill>
                            <a:srgbClr val="252525"/>
                          </a:solidFill>
                          <a:latin typeface="Trebuchet MS"/>
                          <a:cs typeface="Trebuchet MS"/>
                        </a:rPr>
                        <a:t>1</a:t>
                      </a:r>
                      <a:endParaRPr sz="1300">
                        <a:latin typeface="Trebuchet MS"/>
                        <a:cs typeface="Trebuchet MS"/>
                      </a:endParaRPr>
                    </a:p>
                  </a:txBody>
                  <a:tcPr marL="0" marR="0" marT="33655" marB="0">
                    <a:lnL w="6350">
                      <a:solidFill>
                        <a:srgbClr val="BEBEBE"/>
                      </a:solidFill>
                      <a:prstDash val="solid"/>
                    </a:lnL>
                    <a:lnR w="3175">
                      <a:solidFill>
                        <a:srgbClr val="7E7E7E"/>
                      </a:solidFill>
                      <a:prstDash val="solid"/>
                    </a:lnR>
                    <a:lnT w="6350">
                      <a:solidFill>
                        <a:srgbClr val="BEBEBE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8925">
                <a:tc>
                  <a:txBody>
                    <a:bodyPr/>
                    <a:lstStyle/>
                    <a:p>
                      <a:pPr marR="370840" algn="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1300" dirty="0">
                          <a:solidFill>
                            <a:srgbClr val="252525"/>
                          </a:solidFill>
                          <a:latin typeface="Trebuchet MS"/>
                          <a:cs typeface="Trebuchet MS"/>
                        </a:rPr>
                        <a:t>1</a:t>
                      </a:r>
                      <a:endParaRPr sz="1300">
                        <a:latin typeface="Trebuchet MS"/>
                        <a:cs typeface="Trebuchet MS"/>
                      </a:endParaRPr>
                    </a:p>
                  </a:txBody>
                  <a:tcPr marL="0" marR="0" marT="33655" marB="0">
                    <a:lnL w="3175">
                      <a:solidFill>
                        <a:srgbClr val="7E7E7E"/>
                      </a:solidFill>
                      <a:prstDash val="solid"/>
                    </a:lnL>
                    <a:lnR w="6350">
                      <a:solidFill>
                        <a:srgbClr val="BEBEBE"/>
                      </a:solidFill>
                      <a:prstDash val="solid"/>
                    </a:lnR>
                    <a:lnT w="6350">
                      <a:solidFill>
                        <a:srgbClr val="BEBEBE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0365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1300" dirty="0">
                          <a:solidFill>
                            <a:srgbClr val="252525"/>
                          </a:solidFill>
                          <a:latin typeface="Trebuchet MS"/>
                          <a:cs typeface="Trebuchet MS"/>
                        </a:rPr>
                        <a:t>1</a:t>
                      </a:r>
                      <a:endParaRPr sz="1300">
                        <a:latin typeface="Trebuchet MS"/>
                        <a:cs typeface="Trebuchet MS"/>
                      </a:endParaRPr>
                    </a:p>
                  </a:txBody>
                  <a:tcPr marL="0" marR="0" marT="33655" marB="0">
                    <a:lnL w="6350">
                      <a:solidFill>
                        <a:srgbClr val="BEBEBE"/>
                      </a:solidFill>
                      <a:prstDash val="solid"/>
                    </a:lnL>
                    <a:lnR w="6350">
                      <a:solidFill>
                        <a:srgbClr val="BEBEBE"/>
                      </a:solidFill>
                      <a:prstDash val="solid"/>
                    </a:lnR>
                    <a:lnT w="6350">
                      <a:solidFill>
                        <a:srgbClr val="BEBEBE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86995" algn="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1300" spc="-325" dirty="0">
                          <a:solidFill>
                            <a:srgbClr val="252525"/>
                          </a:solidFill>
                          <a:latin typeface="Trebuchet MS"/>
                          <a:cs typeface="Trebuchet MS"/>
                        </a:rPr>
                        <a:t>1.5</a:t>
                      </a:r>
                      <a:endParaRPr sz="1300">
                        <a:latin typeface="Trebuchet MS"/>
                        <a:cs typeface="Trebuchet MS"/>
                      </a:endParaRPr>
                    </a:p>
                  </a:txBody>
                  <a:tcPr marL="0" marR="0" marT="33655" marB="0">
                    <a:lnL w="6350">
                      <a:solidFill>
                        <a:srgbClr val="BEBEBE"/>
                      </a:solidFill>
                      <a:prstDash val="solid"/>
                    </a:lnL>
                    <a:lnR w="6350">
                      <a:solidFill>
                        <a:srgbClr val="BEBEBE"/>
                      </a:solidFill>
                      <a:prstDash val="solid"/>
                    </a:lnR>
                    <a:lnT w="6350">
                      <a:solidFill>
                        <a:srgbClr val="BEBEBE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81280" algn="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1300" dirty="0">
                          <a:solidFill>
                            <a:srgbClr val="252525"/>
                          </a:solidFill>
                          <a:latin typeface="Trebuchet MS"/>
                          <a:cs typeface="Trebuchet MS"/>
                        </a:rPr>
                        <a:t>1</a:t>
                      </a:r>
                      <a:endParaRPr sz="1300">
                        <a:latin typeface="Trebuchet MS"/>
                        <a:cs typeface="Trebuchet MS"/>
                      </a:endParaRPr>
                    </a:p>
                  </a:txBody>
                  <a:tcPr marL="0" marR="0" marT="33655" marB="0">
                    <a:lnL w="6350">
                      <a:solidFill>
                        <a:srgbClr val="BEBEBE"/>
                      </a:solidFill>
                      <a:prstDash val="solid"/>
                    </a:lnL>
                    <a:lnR w="3175">
                      <a:solidFill>
                        <a:srgbClr val="7E7E7E"/>
                      </a:solidFill>
                      <a:prstDash val="solid"/>
                    </a:lnR>
                    <a:lnT w="6350">
                      <a:solidFill>
                        <a:srgbClr val="BEBEBE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pic>
        <p:nvPicPr>
          <p:cNvPr id="49" name="object 49"/>
          <p:cNvPicPr/>
          <p:nvPr/>
        </p:nvPicPr>
        <p:blipFill>
          <a:blip r:embed="rId24" cstate="print"/>
          <a:stretch>
            <a:fillRect/>
          </a:stretch>
        </p:blipFill>
        <p:spPr>
          <a:xfrm>
            <a:off x="6516751" y="3070351"/>
            <a:ext cx="98171" cy="136271"/>
          </a:xfrm>
          <a:prstGeom prst="rect">
            <a:avLst/>
          </a:prstGeom>
        </p:spPr>
      </p:pic>
      <p:pic>
        <p:nvPicPr>
          <p:cNvPr id="50" name="object 50"/>
          <p:cNvPicPr/>
          <p:nvPr/>
        </p:nvPicPr>
        <p:blipFill>
          <a:blip r:embed="rId25" cstate="print"/>
          <a:stretch>
            <a:fillRect/>
          </a:stretch>
        </p:blipFill>
        <p:spPr>
          <a:xfrm>
            <a:off x="7288403" y="3070351"/>
            <a:ext cx="137541" cy="136271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392704" y="6524434"/>
            <a:ext cx="58380" cy="90487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54151" y="6527292"/>
            <a:ext cx="1794510" cy="142494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862571" y="6521195"/>
            <a:ext cx="2327910" cy="118110"/>
          </a:xfrm>
          <a:prstGeom prst="rect">
            <a:avLst/>
          </a:prstGeom>
        </p:spPr>
      </p:pic>
      <p:sp>
        <p:nvSpPr>
          <p:cNvPr id="5" name="object 5"/>
          <p:cNvSpPr/>
          <p:nvPr/>
        </p:nvSpPr>
        <p:spPr>
          <a:xfrm>
            <a:off x="559308" y="1440180"/>
            <a:ext cx="36830" cy="180340"/>
          </a:xfrm>
          <a:custGeom>
            <a:avLst/>
            <a:gdLst/>
            <a:ahLst/>
            <a:cxnLst/>
            <a:rect l="l" t="t" r="r" b="b"/>
            <a:pathLst>
              <a:path w="36829" h="180340">
                <a:moveTo>
                  <a:pt x="36576" y="0"/>
                </a:moveTo>
                <a:lnTo>
                  <a:pt x="0" y="0"/>
                </a:lnTo>
                <a:lnTo>
                  <a:pt x="0" y="179832"/>
                </a:lnTo>
                <a:lnTo>
                  <a:pt x="36576" y="179832"/>
                </a:lnTo>
                <a:lnTo>
                  <a:pt x="36576" y="0"/>
                </a:lnTo>
                <a:close/>
              </a:path>
            </a:pathLst>
          </a:custGeom>
          <a:solidFill>
            <a:srgbClr val="183DAF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6" name="object 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723928" y="1469156"/>
            <a:ext cx="621001" cy="169905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437489" y="431419"/>
            <a:ext cx="4145279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FFFFFF"/>
                </a:solidFill>
                <a:latin typeface="Ebrima"/>
                <a:cs typeface="Ebrima"/>
              </a:rPr>
              <a:t>1.1.</a:t>
            </a:r>
            <a:r>
              <a:rPr sz="1800" spc="-40" dirty="0">
                <a:solidFill>
                  <a:srgbClr val="FFFFFF"/>
                </a:solidFill>
                <a:latin typeface="Ebrima"/>
                <a:cs typeface="Ebrima"/>
              </a:rPr>
              <a:t> </a:t>
            </a:r>
            <a:r>
              <a:rPr sz="1800" dirty="0">
                <a:solidFill>
                  <a:srgbClr val="FFFFFF"/>
                </a:solidFill>
                <a:latin typeface="Ebrima"/>
                <a:cs typeface="Ebrima"/>
              </a:rPr>
              <a:t>Understanding</a:t>
            </a:r>
            <a:r>
              <a:rPr sz="1800" spc="-20" dirty="0">
                <a:solidFill>
                  <a:srgbClr val="FFFFFF"/>
                </a:solidFill>
                <a:latin typeface="Ebrima"/>
                <a:cs typeface="Ebrima"/>
              </a:rPr>
              <a:t> </a:t>
            </a:r>
            <a:r>
              <a:rPr sz="1800" dirty="0">
                <a:solidFill>
                  <a:srgbClr val="FFFFFF"/>
                </a:solidFill>
                <a:latin typeface="Ebrima"/>
                <a:cs typeface="Ebrima"/>
              </a:rPr>
              <a:t>Perceptron</a:t>
            </a:r>
            <a:r>
              <a:rPr sz="1800" spc="-20" dirty="0">
                <a:solidFill>
                  <a:srgbClr val="FFFFFF"/>
                </a:solidFill>
                <a:latin typeface="Ebrima"/>
                <a:cs typeface="Ebrima"/>
              </a:rPr>
              <a:t> </a:t>
            </a:r>
            <a:r>
              <a:rPr sz="1800" dirty="0">
                <a:solidFill>
                  <a:srgbClr val="FFFFFF"/>
                </a:solidFill>
                <a:latin typeface="Ebrima"/>
                <a:cs typeface="Ebrima"/>
              </a:rPr>
              <a:t>with</a:t>
            </a:r>
            <a:r>
              <a:rPr sz="1800" spc="-20" dirty="0">
                <a:solidFill>
                  <a:srgbClr val="FFFFFF"/>
                </a:solidFill>
                <a:latin typeface="Ebrima"/>
                <a:cs typeface="Ebrima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Ebrima"/>
                <a:cs typeface="Ebrima"/>
              </a:rPr>
              <a:t>Excel</a:t>
            </a:r>
            <a:endParaRPr sz="1800">
              <a:latin typeface="Ebrima"/>
              <a:cs typeface="Ebrim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8671941" y="463677"/>
            <a:ext cx="80962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dirty="0">
                <a:solidFill>
                  <a:srgbClr val="D9D9D9"/>
                </a:solidFill>
                <a:latin typeface="Ebrima"/>
                <a:cs typeface="Ebrima"/>
              </a:rPr>
              <a:t>UNIT</a:t>
            </a:r>
            <a:r>
              <a:rPr sz="1600" spc="400" dirty="0">
                <a:solidFill>
                  <a:srgbClr val="D9D9D9"/>
                </a:solidFill>
                <a:latin typeface="Ebrima"/>
                <a:cs typeface="Ebrima"/>
              </a:rPr>
              <a:t> </a:t>
            </a:r>
            <a:r>
              <a:rPr sz="1600" spc="-35" dirty="0">
                <a:solidFill>
                  <a:srgbClr val="D9D9D9"/>
                </a:solidFill>
                <a:latin typeface="Ebrima"/>
                <a:cs typeface="Ebrima"/>
              </a:rPr>
              <a:t>01</a:t>
            </a:r>
            <a:endParaRPr sz="1600">
              <a:latin typeface="Ebrima"/>
              <a:cs typeface="Ebrima"/>
            </a:endParaRPr>
          </a:p>
        </p:txBody>
      </p:sp>
      <p:pic>
        <p:nvPicPr>
          <p:cNvPr id="9" name="object 9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710183" y="1805939"/>
            <a:ext cx="3402329" cy="409193"/>
          </a:xfrm>
          <a:prstGeom prst="rect">
            <a:avLst/>
          </a:prstGeom>
        </p:spPr>
      </p:pic>
      <p:grpSp>
        <p:nvGrpSpPr>
          <p:cNvPr id="10" name="object 10"/>
          <p:cNvGrpSpPr/>
          <p:nvPr/>
        </p:nvGrpSpPr>
        <p:grpSpPr>
          <a:xfrm>
            <a:off x="8279892" y="2625725"/>
            <a:ext cx="793115" cy="342900"/>
            <a:chOff x="8279892" y="2625725"/>
            <a:chExt cx="793115" cy="342900"/>
          </a:xfrm>
        </p:grpSpPr>
        <p:sp>
          <p:nvSpPr>
            <p:cNvPr id="11" name="object 11"/>
            <p:cNvSpPr/>
            <p:nvPr/>
          </p:nvSpPr>
          <p:spPr>
            <a:xfrm>
              <a:off x="8279892" y="2625725"/>
              <a:ext cx="793115" cy="342900"/>
            </a:xfrm>
            <a:custGeom>
              <a:avLst/>
              <a:gdLst/>
              <a:ahLst/>
              <a:cxnLst/>
              <a:rect l="l" t="t" r="r" b="b"/>
              <a:pathLst>
                <a:path w="793115" h="342900">
                  <a:moveTo>
                    <a:pt x="793064" y="0"/>
                  </a:moveTo>
                  <a:lnTo>
                    <a:pt x="0" y="0"/>
                  </a:lnTo>
                  <a:lnTo>
                    <a:pt x="0" y="342900"/>
                  </a:lnTo>
                  <a:lnTo>
                    <a:pt x="793064" y="342900"/>
                  </a:lnTo>
                  <a:lnTo>
                    <a:pt x="793064" y="0"/>
                  </a:lnTo>
                  <a:close/>
                </a:path>
              </a:pathLst>
            </a:custGeom>
            <a:solidFill>
              <a:srgbClr val="D9D9D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2" name="object 12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8599170" y="2713355"/>
              <a:ext cx="202691" cy="165100"/>
            </a:xfrm>
            <a:prstGeom prst="rect">
              <a:avLst/>
            </a:prstGeom>
          </p:spPr>
        </p:pic>
      </p:grpSp>
      <p:graphicFrame>
        <p:nvGraphicFramePr>
          <p:cNvPr id="13" name="object 13"/>
          <p:cNvGraphicFramePr>
            <a:graphicFrameLocks noGrp="1"/>
          </p:cNvGraphicFramePr>
          <p:nvPr/>
        </p:nvGraphicFramePr>
        <p:xfrm>
          <a:off x="5899213" y="2619375"/>
          <a:ext cx="3172459" cy="149987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9311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9311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9311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9311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429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7E7E7E"/>
                      </a:solidFill>
                      <a:prstDash val="solid"/>
                    </a:lnL>
                    <a:lnR w="6350">
                      <a:solidFill>
                        <a:srgbClr val="BEBEBE"/>
                      </a:solidFill>
                      <a:prstDash val="solid"/>
                    </a:lnR>
                    <a:lnT w="12700">
                      <a:solidFill>
                        <a:srgbClr val="183DAF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BEBEBE"/>
                      </a:solidFill>
                      <a:prstDash val="solid"/>
                    </a:lnL>
                    <a:lnR w="6350">
                      <a:solidFill>
                        <a:srgbClr val="BEBEBE"/>
                      </a:solidFill>
                      <a:prstDash val="solid"/>
                    </a:lnR>
                    <a:lnT w="12700">
                      <a:solidFill>
                        <a:srgbClr val="183DAF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R="29209" algn="ctr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1400" spc="-50" dirty="0">
                          <a:latin typeface="Cambria Math"/>
                          <a:cs typeface="Cambria Math"/>
                        </a:rPr>
                        <a:t>𝑠</a:t>
                      </a:r>
                      <a:endParaRPr sz="1400">
                        <a:latin typeface="Cambria Math"/>
                        <a:cs typeface="Cambria Math"/>
                      </a:endParaRPr>
                    </a:p>
                  </a:txBody>
                  <a:tcPr marL="0" marR="0" marT="41910" marB="0">
                    <a:lnL w="6350">
                      <a:solidFill>
                        <a:srgbClr val="BEBEBE"/>
                      </a:solidFill>
                      <a:prstDash val="solid"/>
                    </a:lnL>
                    <a:lnR w="6350">
                      <a:solidFill>
                        <a:srgbClr val="BEBEBE"/>
                      </a:solidFill>
                      <a:prstDash val="solid"/>
                    </a:lnR>
                    <a:lnT w="12700">
                      <a:solidFill>
                        <a:srgbClr val="183DAF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220345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1400" dirty="0">
                          <a:latin typeface="Cambria Math"/>
                          <a:cs typeface="Cambria Math"/>
                        </a:rPr>
                        <a:t>𝜏</a:t>
                      </a:r>
                      <a:r>
                        <a:rPr sz="1400" spc="290" dirty="0">
                          <a:latin typeface="Cambria Math"/>
                          <a:cs typeface="Cambria Math"/>
                        </a:rPr>
                        <a:t> </a:t>
                      </a:r>
                      <a:r>
                        <a:rPr sz="1400" spc="-50" dirty="0">
                          <a:latin typeface="Cambria Math"/>
                          <a:cs typeface="Cambria Math"/>
                        </a:rPr>
                        <a:t>𝑠</a:t>
                      </a:r>
                      <a:endParaRPr sz="1400">
                        <a:latin typeface="Cambria Math"/>
                        <a:cs typeface="Cambria Math"/>
                      </a:endParaRPr>
                    </a:p>
                  </a:txBody>
                  <a:tcPr marL="0" marR="0" marT="41910" marB="0">
                    <a:lnL w="6350">
                      <a:solidFill>
                        <a:srgbClr val="BEBEBE"/>
                      </a:solidFill>
                      <a:prstDash val="solid"/>
                    </a:lnL>
                    <a:lnR w="3175">
                      <a:solidFill>
                        <a:srgbClr val="7E7E7E"/>
                      </a:solidFill>
                      <a:prstDash val="solid"/>
                    </a:lnR>
                    <a:lnT w="12700">
                      <a:solidFill>
                        <a:srgbClr val="183DAF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9560">
                <a:tc>
                  <a:txBody>
                    <a:bodyPr/>
                    <a:lstStyle/>
                    <a:p>
                      <a:pPr marL="360045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1300" dirty="0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0</a:t>
                      </a:r>
                      <a:endParaRPr sz="1300">
                        <a:latin typeface="Trebuchet MS"/>
                        <a:cs typeface="Trebuchet MS"/>
                      </a:endParaRPr>
                    </a:p>
                  </a:txBody>
                  <a:tcPr marL="0" marR="0" marT="33655" marB="0">
                    <a:lnL w="3175">
                      <a:solidFill>
                        <a:srgbClr val="7E7E7E"/>
                      </a:solidFill>
                      <a:prstDash val="solid"/>
                    </a:lnL>
                    <a:lnR w="6350">
                      <a:solidFill>
                        <a:srgbClr val="BEBEBE"/>
                      </a:solidFill>
                      <a:prstDash val="solid"/>
                    </a:lnR>
                    <a:lnT w="6350">
                      <a:solidFill>
                        <a:srgbClr val="BEBEBE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  <a:solidFill>
                      <a:srgbClr val="13299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1300" dirty="0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0</a:t>
                      </a:r>
                      <a:endParaRPr sz="1300">
                        <a:latin typeface="Trebuchet MS"/>
                        <a:cs typeface="Trebuchet MS"/>
                      </a:endParaRPr>
                    </a:p>
                  </a:txBody>
                  <a:tcPr marL="0" marR="0" marT="33655" marB="0">
                    <a:lnL w="6350">
                      <a:solidFill>
                        <a:srgbClr val="BEBEBE"/>
                      </a:solidFill>
                      <a:prstDash val="solid"/>
                    </a:lnL>
                    <a:lnR w="6350">
                      <a:solidFill>
                        <a:srgbClr val="BEBEBE"/>
                      </a:solidFill>
                      <a:prstDash val="solid"/>
                    </a:lnR>
                    <a:lnT w="6350">
                      <a:solidFill>
                        <a:srgbClr val="BEBEBE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  <a:solidFill>
                      <a:srgbClr val="13299F"/>
                    </a:solidFill>
                  </a:tcPr>
                </a:tc>
                <a:tc>
                  <a:txBody>
                    <a:bodyPr/>
                    <a:lstStyle/>
                    <a:p>
                      <a:pPr marR="85090" algn="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1300" spc="-105" dirty="0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-</a:t>
                      </a:r>
                      <a:r>
                        <a:rPr sz="1300" spc="-25" dirty="0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0.5</a:t>
                      </a:r>
                      <a:endParaRPr sz="1300">
                        <a:latin typeface="Trebuchet MS"/>
                        <a:cs typeface="Trebuchet MS"/>
                      </a:endParaRPr>
                    </a:p>
                  </a:txBody>
                  <a:tcPr marL="0" marR="0" marT="33655" marB="0">
                    <a:lnL w="6350">
                      <a:solidFill>
                        <a:srgbClr val="BEBEBE"/>
                      </a:solidFill>
                      <a:prstDash val="solid"/>
                    </a:lnL>
                    <a:lnR w="6350">
                      <a:solidFill>
                        <a:srgbClr val="BEBEBE"/>
                      </a:solidFill>
                      <a:prstDash val="solid"/>
                    </a:lnR>
                    <a:lnT w="6350">
                      <a:solidFill>
                        <a:srgbClr val="BEBEBE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  <a:solidFill>
                      <a:srgbClr val="13299F"/>
                    </a:solidFill>
                  </a:tcPr>
                </a:tc>
                <a:tc>
                  <a:txBody>
                    <a:bodyPr/>
                    <a:lstStyle/>
                    <a:p>
                      <a:pPr marR="81280" algn="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1300" spc="-105" dirty="0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-</a:t>
                      </a:r>
                      <a:r>
                        <a:rPr sz="1300" spc="-475" dirty="0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1</a:t>
                      </a:r>
                      <a:endParaRPr sz="1300">
                        <a:latin typeface="Trebuchet MS"/>
                        <a:cs typeface="Trebuchet MS"/>
                      </a:endParaRPr>
                    </a:p>
                  </a:txBody>
                  <a:tcPr marL="0" marR="0" marT="33655" marB="0">
                    <a:lnL w="6350">
                      <a:solidFill>
                        <a:srgbClr val="BEBEBE"/>
                      </a:solidFill>
                      <a:prstDash val="solid"/>
                    </a:lnL>
                    <a:lnR w="3175">
                      <a:solidFill>
                        <a:srgbClr val="7E7E7E"/>
                      </a:solidFill>
                      <a:prstDash val="solid"/>
                    </a:lnR>
                    <a:lnT w="6350">
                      <a:solidFill>
                        <a:srgbClr val="BEBEBE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  <a:solidFill>
                      <a:srgbClr val="13299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9560">
                <a:tc>
                  <a:txBody>
                    <a:bodyPr/>
                    <a:lstStyle/>
                    <a:p>
                      <a:pPr marL="380365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1300" dirty="0">
                          <a:solidFill>
                            <a:srgbClr val="252525"/>
                          </a:solidFill>
                          <a:latin typeface="Trebuchet MS"/>
                          <a:cs typeface="Trebuchet MS"/>
                        </a:rPr>
                        <a:t>1</a:t>
                      </a:r>
                      <a:endParaRPr sz="1300">
                        <a:latin typeface="Trebuchet MS"/>
                        <a:cs typeface="Trebuchet MS"/>
                      </a:endParaRPr>
                    </a:p>
                  </a:txBody>
                  <a:tcPr marL="0" marR="0" marT="33655" marB="0">
                    <a:lnL w="3175">
                      <a:solidFill>
                        <a:srgbClr val="7E7E7E"/>
                      </a:solidFill>
                      <a:prstDash val="solid"/>
                    </a:lnL>
                    <a:lnR w="6350">
                      <a:solidFill>
                        <a:srgbClr val="BEBEBE"/>
                      </a:solidFill>
                      <a:prstDash val="solid"/>
                    </a:lnR>
                    <a:lnT w="6350">
                      <a:solidFill>
                        <a:srgbClr val="BEBEBE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1300" dirty="0">
                          <a:solidFill>
                            <a:srgbClr val="252525"/>
                          </a:solidFill>
                          <a:latin typeface="Trebuchet MS"/>
                          <a:cs typeface="Trebuchet MS"/>
                        </a:rPr>
                        <a:t>0</a:t>
                      </a:r>
                      <a:endParaRPr sz="1300">
                        <a:latin typeface="Trebuchet MS"/>
                        <a:cs typeface="Trebuchet MS"/>
                      </a:endParaRPr>
                    </a:p>
                  </a:txBody>
                  <a:tcPr marL="0" marR="0" marT="33655" marB="0">
                    <a:lnL w="6350">
                      <a:solidFill>
                        <a:srgbClr val="BEBEBE"/>
                      </a:solidFill>
                      <a:prstDash val="solid"/>
                    </a:lnL>
                    <a:lnR w="6350">
                      <a:solidFill>
                        <a:srgbClr val="BEBEBE"/>
                      </a:solidFill>
                      <a:prstDash val="solid"/>
                    </a:lnR>
                    <a:lnT w="6350">
                      <a:solidFill>
                        <a:srgbClr val="BEBEBE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R="85090" algn="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1300" spc="-25" dirty="0">
                          <a:solidFill>
                            <a:srgbClr val="252525"/>
                          </a:solidFill>
                          <a:latin typeface="Trebuchet MS"/>
                          <a:cs typeface="Trebuchet MS"/>
                        </a:rPr>
                        <a:t>0.5</a:t>
                      </a:r>
                      <a:endParaRPr sz="1300">
                        <a:latin typeface="Trebuchet MS"/>
                        <a:cs typeface="Trebuchet MS"/>
                      </a:endParaRPr>
                    </a:p>
                  </a:txBody>
                  <a:tcPr marL="0" marR="0" marT="33655" marB="0">
                    <a:lnL w="6350">
                      <a:solidFill>
                        <a:srgbClr val="BEBEBE"/>
                      </a:solidFill>
                      <a:prstDash val="solid"/>
                    </a:lnL>
                    <a:lnR w="6350">
                      <a:solidFill>
                        <a:srgbClr val="BEBEBE"/>
                      </a:solidFill>
                      <a:prstDash val="solid"/>
                    </a:lnR>
                    <a:lnT w="6350">
                      <a:solidFill>
                        <a:srgbClr val="BEBEBE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R="81280" algn="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1300" dirty="0">
                          <a:solidFill>
                            <a:srgbClr val="252525"/>
                          </a:solidFill>
                          <a:latin typeface="Trebuchet MS"/>
                          <a:cs typeface="Trebuchet MS"/>
                        </a:rPr>
                        <a:t>1</a:t>
                      </a:r>
                      <a:endParaRPr sz="1300">
                        <a:latin typeface="Trebuchet MS"/>
                        <a:cs typeface="Trebuchet MS"/>
                      </a:endParaRPr>
                    </a:p>
                  </a:txBody>
                  <a:tcPr marL="0" marR="0" marT="33655" marB="0">
                    <a:lnL w="6350">
                      <a:solidFill>
                        <a:srgbClr val="BEBEBE"/>
                      </a:solidFill>
                      <a:prstDash val="solid"/>
                    </a:lnL>
                    <a:lnR w="3175">
                      <a:solidFill>
                        <a:srgbClr val="7E7E7E"/>
                      </a:solidFill>
                      <a:prstDash val="solid"/>
                    </a:lnR>
                    <a:lnT w="6350">
                      <a:solidFill>
                        <a:srgbClr val="BEBEBE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8925">
                <a:tc>
                  <a:txBody>
                    <a:bodyPr/>
                    <a:lstStyle/>
                    <a:p>
                      <a:pPr marL="360045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1300" dirty="0">
                          <a:solidFill>
                            <a:srgbClr val="252525"/>
                          </a:solidFill>
                          <a:latin typeface="Trebuchet MS"/>
                          <a:cs typeface="Trebuchet MS"/>
                        </a:rPr>
                        <a:t>0</a:t>
                      </a:r>
                      <a:endParaRPr sz="1300">
                        <a:latin typeface="Trebuchet MS"/>
                        <a:cs typeface="Trebuchet MS"/>
                      </a:endParaRPr>
                    </a:p>
                  </a:txBody>
                  <a:tcPr marL="0" marR="0" marT="33655" marB="0">
                    <a:lnL w="3175">
                      <a:solidFill>
                        <a:srgbClr val="7E7E7E"/>
                      </a:solidFill>
                      <a:prstDash val="solid"/>
                    </a:lnL>
                    <a:lnR w="6350">
                      <a:solidFill>
                        <a:srgbClr val="BEBEBE"/>
                      </a:solidFill>
                      <a:prstDash val="solid"/>
                    </a:lnR>
                    <a:lnT w="6350">
                      <a:solidFill>
                        <a:srgbClr val="BEBEBE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1300" dirty="0">
                          <a:solidFill>
                            <a:srgbClr val="252525"/>
                          </a:solidFill>
                          <a:latin typeface="Trebuchet MS"/>
                          <a:cs typeface="Trebuchet MS"/>
                        </a:rPr>
                        <a:t>1</a:t>
                      </a:r>
                      <a:endParaRPr sz="1300">
                        <a:latin typeface="Trebuchet MS"/>
                        <a:cs typeface="Trebuchet MS"/>
                      </a:endParaRPr>
                    </a:p>
                  </a:txBody>
                  <a:tcPr marL="0" marR="0" marT="33655" marB="0">
                    <a:lnL w="6350">
                      <a:solidFill>
                        <a:srgbClr val="BEBEBE"/>
                      </a:solidFill>
                      <a:prstDash val="solid"/>
                    </a:lnL>
                    <a:lnR w="6350">
                      <a:solidFill>
                        <a:srgbClr val="BEBEBE"/>
                      </a:solidFill>
                      <a:prstDash val="solid"/>
                    </a:lnR>
                    <a:lnT w="6350">
                      <a:solidFill>
                        <a:srgbClr val="BEBEBE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R="85090" algn="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1300" spc="-25" dirty="0">
                          <a:solidFill>
                            <a:srgbClr val="252525"/>
                          </a:solidFill>
                          <a:latin typeface="Trebuchet MS"/>
                          <a:cs typeface="Trebuchet MS"/>
                        </a:rPr>
                        <a:t>0.5</a:t>
                      </a:r>
                      <a:endParaRPr sz="1300">
                        <a:latin typeface="Trebuchet MS"/>
                        <a:cs typeface="Trebuchet MS"/>
                      </a:endParaRPr>
                    </a:p>
                  </a:txBody>
                  <a:tcPr marL="0" marR="0" marT="33655" marB="0">
                    <a:lnL w="6350">
                      <a:solidFill>
                        <a:srgbClr val="BEBEBE"/>
                      </a:solidFill>
                      <a:prstDash val="solid"/>
                    </a:lnL>
                    <a:lnR w="6350">
                      <a:solidFill>
                        <a:srgbClr val="BEBEBE"/>
                      </a:solidFill>
                      <a:prstDash val="solid"/>
                    </a:lnR>
                    <a:lnT w="6350">
                      <a:solidFill>
                        <a:srgbClr val="BEBEBE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R="81280" algn="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1300" dirty="0">
                          <a:solidFill>
                            <a:srgbClr val="252525"/>
                          </a:solidFill>
                          <a:latin typeface="Trebuchet MS"/>
                          <a:cs typeface="Trebuchet MS"/>
                        </a:rPr>
                        <a:t>1</a:t>
                      </a:r>
                      <a:endParaRPr sz="1300">
                        <a:latin typeface="Trebuchet MS"/>
                        <a:cs typeface="Trebuchet MS"/>
                      </a:endParaRPr>
                    </a:p>
                  </a:txBody>
                  <a:tcPr marL="0" marR="0" marT="33655" marB="0">
                    <a:lnL w="6350">
                      <a:solidFill>
                        <a:srgbClr val="BEBEBE"/>
                      </a:solidFill>
                      <a:prstDash val="solid"/>
                    </a:lnL>
                    <a:lnR w="3175">
                      <a:solidFill>
                        <a:srgbClr val="7E7E7E"/>
                      </a:solidFill>
                      <a:prstDash val="solid"/>
                    </a:lnR>
                    <a:lnT w="6350">
                      <a:solidFill>
                        <a:srgbClr val="BEBEBE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8925">
                <a:tc>
                  <a:txBody>
                    <a:bodyPr/>
                    <a:lstStyle/>
                    <a:p>
                      <a:pPr marL="380365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1300" dirty="0">
                          <a:solidFill>
                            <a:srgbClr val="252525"/>
                          </a:solidFill>
                          <a:latin typeface="Trebuchet MS"/>
                          <a:cs typeface="Trebuchet MS"/>
                        </a:rPr>
                        <a:t>1</a:t>
                      </a:r>
                      <a:endParaRPr sz="1300">
                        <a:latin typeface="Trebuchet MS"/>
                        <a:cs typeface="Trebuchet MS"/>
                      </a:endParaRPr>
                    </a:p>
                  </a:txBody>
                  <a:tcPr marL="0" marR="0" marT="33655" marB="0">
                    <a:lnL w="3175">
                      <a:solidFill>
                        <a:srgbClr val="7E7E7E"/>
                      </a:solidFill>
                      <a:prstDash val="solid"/>
                    </a:lnL>
                    <a:lnR w="6350">
                      <a:solidFill>
                        <a:srgbClr val="BEBEBE"/>
                      </a:solidFill>
                      <a:prstDash val="solid"/>
                    </a:lnR>
                    <a:lnT w="6350">
                      <a:solidFill>
                        <a:srgbClr val="BEBEBE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1300" dirty="0">
                          <a:solidFill>
                            <a:srgbClr val="252525"/>
                          </a:solidFill>
                          <a:latin typeface="Trebuchet MS"/>
                          <a:cs typeface="Trebuchet MS"/>
                        </a:rPr>
                        <a:t>1</a:t>
                      </a:r>
                      <a:endParaRPr sz="1300">
                        <a:latin typeface="Trebuchet MS"/>
                        <a:cs typeface="Trebuchet MS"/>
                      </a:endParaRPr>
                    </a:p>
                  </a:txBody>
                  <a:tcPr marL="0" marR="0" marT="33655" marB="0">
                    <a:lnL w="6350">
                      <a:solidFill>
                        <a:srgbClr val="BEBEBE"/>
                      </a:solidFill>
                      <a:prstDash val="solid"/>
                    </a:lnL>
                    <a:lnR w="6350">
                      <a:solidFill>
                        <a:srgbClr val="BEBEBE"/>
                      </a:solidFill>
                      <a:prstDash val="solid"/>
                    </a:lnR>
                    <a:lnT w="6350">
                      <a:solidFill>
                        <a:srgbClr val="BEBEBE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R="86995" algn="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1300" spc="-325" dirty="0">
                          <a:solidFill>
                            <a:srgbClr val="252525"/>
                          </a:solidFill>
                          <a:latin typeface="Trebuchet MS"/>
                          <a:cs typeface="Trebuchet MS"/>
                        </a:rPr>
                        <a:t>1.5</a:t>
                      </a:r>
                      <a:endParaRPr sz="1300">
                        <a:latin typeface="Trebuchet MS"/>
                        <a:cs typeface="Trebuchet MS"/>
                      </a:endParaRPr>
                    </a:p>
                  </a:txBody>
                  <a:tcPr marL="0" marR="0" marT="33655" marB="0">
                    <a:lnL w="6350">
                      <a:solidFill>
                        <a:srgbClr val="BEBEBE"/>
                      </a:solidFill>
                      <a:prstDash val="solid"/>
                    </a:lnL>
                    <a:lnR w="6350">
                      <a:solidFill>
                        <a:srgbClr val="BEBEBE"/>
                      </a:solidFill>
                      <a:prstDash val="solid"/>
                    </a:lnR>
                    <a:lnT w="6350">
                      <a:solidFill>
                        <a:srgbClr val="BEBEBE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R="81280" algn="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1300" dirty="0">
                          <a:solidFill>
                            <a:srgbClr val="252525"/>
                          </a:solidFill>
                          <a:latin typeface="Trebuchet MS"/>
                          <a:cs typeface="Trebuchet MS"/>
                        </a:rPr>
                        <a:t>1</a:t>
                      </a:r>
                      <a:endParaRPr sz="1300">
                        <a:latin typeface="Trebuchet MS"/>
                        <a:cs typeface="Trebuchet MS"/>
                      </a:endParaRPr>
                    </a:p>
                  </a:txBody>
                  <a:tcPr marL="0" marR="0" marT="33655" marB="0">
                    <a:lnL w="6350">
                      <a:solidFill>
                        <a:srgbClr val="BEBEBE"/>
                      </a:solidFill>
                      <a:prstDash val="solid"/>
                    </a:lnL>
                    <a:lnR w="3175">
                      <a:solidFill>
                        <a:srgbClr val="7E7E7E"/>
                      </a:solidFill>
                      <a:prstDash val="solid"/>
                    </a:lnR>
                    <a:lnT w="6350">
                      <a:solidFill>
                        <a:srgbClr val="BEBEBE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pic>
        <p:nvPicPr>
          <p:cNvPr id="14" name="object 14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6245733" y="2711957"/>
            <a:ext cx="98170" cy="136270"/>
          </a:xfrm>
          <a:prstGeom prst="rect">
            <a:avLst/>
          </a:prstGeom>
        </p:spPr>
      </p:pic>
      <p:pic>
        <p:nvPicPr>
          <p:cNvPr id="15" name="object 15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7017384" y="2711957"/>
            <a:ext cx="137541" cy="136270"/>
          </a:xfrm>
          <a:prstGeom prst="rect">
            <a:avLst/>
          </a:prstGeom>
        </p:spPr>
      </p:pic>
      <p:grpSp>
        <p:nvGrpSpPr>
          <p:cNvPr id="16" name="object 16"/>
          <p:cNvGrpSpPr/>
          <p:nvPr/>
        </p:nvGrpSpPr>
        <p:grpSpPr>
          <a:xfrm>
            <a:off x="918972" y="2618232"/>
            <a:ext cx="4697095" cy="3165475"/>
            <a:chOff x="918972" y="2618232"/>
            <a:chExt cx="4697095" cy="3165475"/>
          </a:xfrm>
        </p:grpSpPr>
        <p:sp>
          <p:nvSpPr>
            <p:cNvPr id="17" name="object 17"/>
            <p:cNvSpPr/>
            <p:nvPr/>
          </p:nvSpPr>
          <p:spPr>
            <a:xfrm>
              <a:off x="918972" y="2618232"/>
              <a:ext cx="4697095" cy="3165475"/>
            </a:xfrm>
            <a:custGeom>
              <a:avLst/>
              <a:gdLst/>
              <a:ahLst/>
              <a:cxnLst/>
              <a:rect l="l" t="t" r="r" b="b"/>
              <a:pathLst>
                <a:path w="4697095" h="3165475">
                  <a:moveTo>
                    <a:pt x="4696968" y="0"/>
                  </a:moveTo>
                  <a:lnTo>
                    <a:pt x="0" y="0"/>
                  </a:lnTo>
                  <a:lnTo>
                    <a:pt x="0" y="3165348"/>
                  </a:lnTo>
                  <a:lnTo>
                    <a:pt x="4696968" y="3165348"/>
                  </a:lnTo>
                  <a:lnTo>
                    <a:pt x="4696968" y="0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1900427" y="3000756"/>
              <a:ext cx="2700655" cy="2209800"/>
            </a:xfrm>
            <a:custGeom>
              <a:avLst/>
              <a:gdLst/>
              <a:ahLst/>
              <a:cxnLst/>
              <a:rect l="l" t="t" r="r" b="b"/>
              <a:pathLst>
                <a:path w="2700654" h="2209800">
                  <a:moveTo>
                    <a:pt x="0" y="0"/>
                  </a:moveTo>
                  <a:lnTo>
                    <a:pt x="0" y="2209673"/>
                  </a:lnTo>
                </a:path>
                <a:path w="2700654" h="2209800">
                  <a:moveTo>
                    <a:pt x="0" y="2209800"/>
                  </a:moveTo>
                  <a:lnTo>
                    <a:pt x="2700274" y="2209800"/>
                  </a:lnTo>
                </a:path>
              </a:pathLst>
            </a:custGeom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9" name="object 19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1845563" y="3000756"/>
              <a:ext cx="204216" cy="205740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4466843" y="2964180"/>
              <a:ext cx="204215" cy="205740"/>
            </a:xfrm>
            <a:prstGeom prst="rect">
              <a:avLst/>
            </a:prstGeom>
          </p:spPr>
        </p:pic>
        <p:pic>
          <p:nvPicPr>
            <p:cNvPr id="21" name="object 21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1851660" y="5091683"/>
              <a:ext cx="204215" cy="205740"/>
            </a:xfrm>
            <a:prstGeom prst="rect">
              <a:avLst/>
            </a:prstGeom>
          </p:spPr>
        </p:pic>
        <p:pic>
          <p:nvPicPr>
            <p:cNvPr id="22" name="object 22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4509516" y="5024627"/>
              <a:ext cx="204216" cy="205740"/>
            </a:xfrm>
            <a:prstGeom prst="rect">
              <a:avLst/>
            </a:prstGeom>
          </p:spPr>
        </p:pic>
        <p:pic>
          <p:nvPicPr>
            <p:cNvPr id="23" name="object 23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1373123" y="3072384"/>
              <a:ext cx="208025" cy="148589"/>
            </a:xfrm>
            <a:prstGeom prst="rect">
              <a:avLst/>
            </a:prstGeom>
          </p:spPr>
        </p:pic>
        <p:pic>
          <p:nvPicPr>
            <p:cNvPr id="24" name="object 24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1353312" y="5271516"/>
              <a:ext cx="247650" cy="148590"/>
            </a:xfrm>
            <a:prstGeom prst="rect">
              <a:avLst/>
            </a:prstGeom>
          </p:spPr>
        </p:pic>
        <p:pic>
          <p:nvPicPr>
            <p:cNvPr id="25" name="object 25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4974336" y="3072384"/>
              <a:ext cx="166877" cy="148589"/>
            </a:xfrm>
            <a:prstGeom prst="rect">
              <a:avLst/>
            </a:prstGeom>
          </p:spPr>
        </p:pic>
        <p:pic>
          <p:nvPicPr>
            <p:cNvPr id="26" name="object 26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4954524" y="5271516"/>
              <a:ext cx="206501" cy="148590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381907" y="6524434"/>
            <a:ext cx="61558" cy="90487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54151" y="6527292"/>
            <a:ext cx="1794510" cy="142494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862571" y="6521195"/>
            <a:ext cx="2327910" cy="118110"/>
          </a:xfrm>
          <a:prstGeom prst="rect">
            <a:avLst/>
          </a:prstGeom>
        </p:spPr>
      </p:pic>
      <p:sp>
        <p:nvSpPr>
          <p:cNvPr id="5" name="object 5"/>
          <p:cNvSpPr/>
          <p:nvPr/>
        </p:nvSpPr>
        <p:spPr>
          <a:xfrm>
            <a:off x="559308" y="1440180"/>
            <a:ext cx="36830" cy="180340"/>
          </a:xfrm>
          <a:custGeom>
            <a:avLst/>
            <a:gdLst/>
            <a:ahLst/>
            <a:cxnLst/>
            <a:rect l="l" t="t" r="r" b="b"/>
            <a:pathLst>
              <a:path w="36829" h="180340">
                <a:moveTo>
                  <a:pt x="36576" y="0"/>
                </a:moveTo>
                <a:lnTo>
                  <a:pt x="0" y="0"/>
                </a:lnTo>
                <a:lnTo>
                  <a:pt x="0" y="179832"/>
                </a:lnTo>
                <a:lnTo>
                  <a:pt x="36576" y="179832"/>
                </a:lnTo>
                <a:lnTo>
                  <a:pt x="36576" y="0"/>
                </a:lnTo>
                <a:close/>
              </a:path>
            </a:pathLst>
          </a:custGeom>
          <a:solidFill>
            <a:srgbClr val="183DAF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6" name="object 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723928" y="1469156"/>
            <a:ext cx="621001" cy="169905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437489" y="431419"/>
            <a:ext cx="4145279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FFFFFF"/>
                </a:solidFill>
                <a:latin typeface="Ebrima"/>
                <a:cs typeface="Ebrima"/>
              </a:rPr>
              <a:t>1.1.</a:t>
            </a:r>
            <a:r>
              <a:rPr sz="1800" spc="-40" dirty="0">
                <a:solidFill>
                  <a:srgbClr val="FFFFFF"/>
                </a:solidFill>
                <a:latin typeface="Ebrima"/>
                <a:cs typeface="Ebrima"/>
              </a:rPr>
              <a:t> </a:t>
            </a:r>
            <a:r>
              <a:rPr sz="1800" dirty="0">
                <a:solidFill>
                  <a:srgbClr val="FFFFFF"/>
                </a:solidFill>
                <a:latin typeface="Ebrima"/>
                <a:cs typeface="Ebrima"/>
              </a:rPr>
              <a:t>Understanding</a:t>
            </a:r>
            <a:r>
              <a:rPr sz="1800" spc="-20" dirty="0">
                <a:solidFill>
                  <a:srgbClr val="FFFFFF"/>
                </a:solidFill>
                <a:latin typeface="Ebrima"/>
                <a:cs typeface="Ebrima"/>
              </a:rPr>
              <a:t> </a:t>
            </a:r>
            <a:r>
              <a:rPr sz="1800" dirty="0">
                <a:solidFill>
                  <a:srgbClr val="FFFFFF"/>
                </a:solidFill>
                <a:latin typeface="Ebrima"/>
                <a:cs typeface="Ebrima"/>
              </a:rPr>
              <a:t>Perceptron</a:t>
            </a:r>
            <a:r>
              <a:rPr sz="1800" spc="-20" dirty="0">
                <a:solidFill>
                  <a:srgbClr val="FFFFFF"/>
                </a:solidFill>
                <a:latin typeface="Ebrima"/>
                <a:cs typeface="Ebrima"/>
              </a:rPr>
              <a:t> </a:t>
            </a:r>
            <a:r>
              <a:rPr sz="1800" dirty="0">
                <a:solidFill>
                  <a:srgbClr val="FFFFFF"/>
                </a:solidFill>
                <a:latin typeface="Ebrima"/>
                <a:cs typeface="Ebrima"/>
              </a:rPr>
              <a:t>with</a:t>
            </a:r>
            <a:r>
              <a:rPr sz="1800" spc="-20" dirty="0">
                <a:solidFill>
                  <a:srgbClr val="FFFFFF"/>
                </a:solidFill>
                <a:latin typeface="Ebrima"/>
                <a:cs typeface="Ebrima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Ebrima"/>
                <a:cs typeface="Ebrima"/>
              </a:rPr>
              <a:t>Excel</a:t>
            </a:r>
            <a:endParaRPr sz="1800">
              <a:latin typeface="Ebrima"/>
              <a:cs typeface="Ebrim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8671941" y="463677"/>
            <a:ext cx="80962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dirty="0">
                <a:solidFill>
                  <a:srgbClr val="D9D9D9"/>
                </a:solidFill>
                <a:latin typeface="Ebrima"/>
                <a:cs typeface="Ebrima"/>
              </a:rPr>
              <a:t>UNIT</a:t>
            </a:r>
            <a:r>
              <a:rPr sz="1600" spc="400" dirty="0">
                <a:solidFill>
                  <a:srgbClr val="D9D9D9"/>
                </a:solidFill>
                <a:latin typeface="Ebrima"/>
                <a:cs typeface="Ebrima"/>
              </a:rPr>
              <a:t> </a:t>
            </a:r>
            <a:r>
              <a:rPr sz="1600" spc="-35" dirty="0">
                <a:solidFill>
                  <a:srgbClr val="D9D9D9"/>
                </a:solidFill>
                <a:latin typeface="Ebrima"/>
                <a:cs typeface="Ebrima"/>
              </a:rPr>
              <a:t>01</a:t>
            </a:r>
            <a:endParaRPr sz="1600">
              <a:latin typeface="Ebrima"/>
              <a:cs typeface="Ebrima"/>
            </a:endParaRPr>
          </a:p>
        </p:txBody>
      </p:sp>
      <p:pic>
        <p:nvPicPr>
          <p:cNvPr id="9" name="object 9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710183" y="1805927"/>
            <a:ext cx="8353806" cy="607326"/>
          </a:xfrm>
          <a:prstGeom prst="rect">
            <a:avLst/>
          </a:prstGeom>
        </p:spPr>
      </p:pic>
      <p:grpSp>
        <p:nvGrpSpPr>
          <p:cNvPr id="10" name="object 10"/>
          <p:cNvGrpSpPr/>
          <p:nvPr/>
        </p:nvGrpSpPr>
        <p:grpSpPr>
          <a:xfrm>
            <a:off x="827532" y="2798064"/>
            <a:ext cx="4699000" cy="3459479"/>
            <a:chOff x="827532" y="2798064"/>
            <a:chExt cx="4699000" cy="3459479"/>
          </a:xfrm>
        </p:grpSpPr>
        <p:sp>
          <p:nvSpPr>
            <p:cNvPr id="11" name="object 11"/>
            <p:cNvSpPr/>
            <p:nvPr/>
          </p:nvSpPr>
          <p:spPr>
            <a:xfrm>
              <a:off x="827532" y="2798064"/>
              <a:ext cx="4699000" cy="3459479"/>
            </a:xfrm>
            <a:custGeom>
              <a:avLst/>
              <a:gdLst/>
              <a:ahLst/>
              <a:cxnLst/>
              <a:rect l="l" t="t" r="r" b="b"/>
              <a:pathLst>
                <a:path w="4699000" h="3459479">
                  <a:moveTo>
                    <a:pt x="4698492" y="0"/>
                  </a:moveTo>
                  <a:lnTo>
                    <a:pt x="0" y="0"/>
                  </a:lnTo>
                  <a:lnTo>
                    <a:pt x="0" y="3459479"/>
                  </a:lnTo>
                  <a:lnTo>
                    <a:pt x="4698492" y="3459479"/>
                  </a:lnTo>
                  <a:lnTo>
                    <a:pt x="4698492" y="0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1808988" y="3072384"/>
              <a:ext cx="2700655" cy="2209800"/>
            </a:xfrm>
            <a:custGeom>
              <a:avLst/>
              <a:gdLst/>
              <a:ahLst/>
              <a:cxnLst/>
              <a:rect l="l" t="t" r="r" b="b"/>
              <a:pathLst>
                <a:path w="2700654" h="2209800">
                  <a:moveTo>
                    <a:pt x="0" y="0"/>
                  </a:moveTo>
                  <a:lnTo>
                    <a:pt x="0" y="2209672"/>
                  </a:lnTo>
                </a:path>
                <a:path w="2700654" h="2209800">
                  <a:moveTo>
                    <a:pt x="0" y="2209800"/>
                  </a:moveTo>
                  <a:lnTo>
                    <a:pt x="2700274" y="2209800"/>
                  </a:lnTo>
                </a:path>
              </a:pathLst>
            </a:custGeom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3" name="object 13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751076" y="3069336"/>
              <a:ext cx="211836" cy="211836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4372355" y="3032760"/>
              <a:ext cx="211836" cy="211836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1757172" y="5160264"/>
              <a:ext cx="211836" cy="211836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4415028" y="5093208"/>
              <a:ext cx="211836" cy="211836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1283208" y="3144012"/>
              <a:ext cx="206502" cy="150113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1263396" y="5343144"/>
              <a:ext cx="246125" cy="148590"/>
            </a:xfrm>
            <a:prstGeom prst="rect">
              <a:avLst/>
            </a:prstGeom>
          </p:spPr>
        </p:pic>
        <p:pic>
          <p:nvPicPr>
            <p:cNvPr id="19" name="object 19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4884420" y="3144012"/>
              <a:ext cx="165353" cy="150113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4864608" y="5343144"/>
              <a:ext cx="204977" cy="148590"/>
            </a:xfrm>
            <a:prstGeom prst="rect">
              <a:avLst/>
            </a:prstGeom>
          </p:spPr>
        </p:pic>
        <p:sp>
          <p:nvSpPr>
            <p:cNvPr id="21" name="object 21"/>
            <p:cNvSpPr/>
            <p:nvPr/>
          </p:nvSpPr>
          <p:spPr>
            <a:xfrm>
              <a:off x="1178547" y="3421888"/>
              <a:ext cx="2718435" cy="2718435"/>
            </a:xfrm>
            <a:custGeom>
              <a:avLst/>
              <a:gdLst/>
              <a:ahLst/>
              <a:cxnLst/>
              <a:rect l="l" t="t" r="r" b="b"/>
              <a:pathLst>
                <a:path w="2718435" h="2718435">
                  <a:moveTo>
                    <a:pt x="2664345" y="2673349"/>
                  </a:moveTo>
                  <a:lnTo>
                    <a:pt x="2664345" y="2718155"/>
                  </a:lnTo>
                  <a:lnTo>
                    <a:pt x="2718193" y="2718155"/>
                  </a:lnTo>
                  <a:lnTo>
                    <a:pt x="2718193" y="2695702"/>
                  </a:lnTo>
                  <a:lnTo>
                    <a:pt x="2686697" y="2695702"/>
                  </a:lnTo>
                  <a:lnTo>
                    <a:pt x="2664345" y="2673349"/>
                  </a:lnTo>
                  <a:close/>
                </a:path>
                <a:path w="2718435" h="2718435">
                  <a:moveTo>
                    <a:pt x="2673273" y="2664282"/>
                  </a:moveTo>
                  <a:lnTo>
                    <a:pt x="2664345" y="2664282"/>
                  </a:lnTo>
                  <a:lnTo>
                    <a:pt x="2664345" y="2673349"/>
                  </a:lnTo>
                  <a:lnTo>
                    <a:pt x="2686697" y="2695702"/>
                  </a:lnTo>
                  <a:lnTo>
                    <a:pt x="2695714" y="2686723"/>
                  </a:lnTo>
                  <a:lnTo>
                    <a:pt x="2673273" y="2664282"/>
                  </a:lnTo>
                  <a:close/>
                </a:path>
                <a:path w="2718435" h="2718435">
                  <a:moveTo>
                    <a:pt x="2718193" y="2664282"/>
                  </a:moveTo>
                  <a:lnTo>
                    <a:pt x="2673273" y="2664282"/>
                  </a:lnTo>
                  <a:lnTo>
                    <a:pt x="2695714" y="2686723"/>
                  </a:lnTo>
                  <a:lnTo>
                    <a:pt x="2686697" y="2695702"/>
                  </a:lnTo>
                  <a:lnTo>
                    <a:pt x="2718193" y="2695702"/>
                  </a:lnTo>
                  <a:lnTo>
                    <a:pt x="2718193" y="2664282"/>
                  </a:lnTo>
                  <a:close/>
                </a:path>
                <a:path w="2718435" h="2718435">
                  <a:moveTo>
                    <a:pt x="31432" y="22478"/>
                  </a:moveTo>
                  <a:lnTo>
                    <a:pt x="22440" y="31369"/>
                  </a:lnTo>
                  <a:lnTo>
                    <a:pt x="2664345" y="2673349"/>
                  </a:lnTo>
                  <a:lnTo>
                    <a:pt x="2664345" y="2664282"/>
                  </a:lnTo>
                  <a:lnTo>
                    <a:pt x="2673273" y="2664282"/>
                  </a:lnTo>
                  <a:lnTo>
                    <a:pt x="62801" y="53848"/>
                  </a:lnTo>
                  <a:lnTo>
                    <a:pt x="53873" y="53848"/>
                  </a:lnTo>
                  <a:lnTo>
                    <a:pt x="53873" y="44919"/>
                  </a:lnTo>
                  <a:lnTo>
                    <a:pt x="31432" y="22478"/>
                  </a:lnTo>
                  <a:close/>
                </a:path>
                <a:path w="2718435" h="2718435">
                  <a:moveTo>
                    <a:pt x="53873" y="0"/>
                  </a:moveTo>
                  <a:lnTo>
                    <a:pt x="0" y="0"/>
                  </a:lnTo>
                  <a:lnTo>
                    <a:pt x="0" y="53848"/>
                  </a:lnTo>
                  <a:lnTo>
                    <a:pt x="44919" y="53848"/>
                  </a:lnTo>
                  <a:lnTo>
                    <a:pt x="22440" y="31369"/>
                  </a:lnTo>
                  <a:lnTo>
                    <a:pt x="31432" y="22478"/>
                  </a:lnTo>
                  <a:lnTo>
                    <a:pt x="53873" y="22478"/>
                  </a:lnTo>
                  <a:lnTo>
                    <a:pt x="53873" y="0"/>
                  </a:lnTo>
                  <a:close/>
                </a:path>
                <a:path w="2718435" h="2718435">
                  <a:moveTo>
                    <a:pt x="53873" y="44919"/>
                  </a:moveTo>
                  <a:lnTo>
                    <a:pt x="53873" y="53848"/>
                  </a:lnTo>
                  <a:lnTo>
                    <a:pt x="62801" y="53848"/>
                  </a:lnTo>
                  <a:lnTo>
                    <a:pt x="53873" y="44919"/>
                  </a:lnTo>
                  <a:close/>
                </a:path>
                <a:path w="2718435" h="2718435">
                  <a:moveTo>
                    <a:pt x="53873" y="22478"/>
                  </a:moveTo>
                  <a:lnTo>
                    <a:pt x="31432" y="22478"/>
                  </a:lnTo>
                  <a:lnTo>
                    <a:pt x="53873" y="44919"/>
                  </a:lnTo>
                  <a:lnTo>
                    <a:pt x="53873" y="2247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2" name="object 22"/>
          <p:cNvGrpSpPr/>
          <p:nvPr/>
        </p:nvGrpSpPr>
        <p:grpSpPr>
          <a:xfrm>
            <a:off x="8189214" y="2798064"/>
            <a:ext cx="793115" cy="342900"/>
            <a:chOff x="8189214" y="2798064"/>
            <a:chExt cx="793115" cy="342900"/>
          </a:xfrm>
        </p:grpSpPr>
        <p:sp>
          <p:nvSpPr>
            <p:cNvPr id="23" name="object 23"/>
            <p:cNvSpPr/>
            <p:nvPr/>
          </p:nvSpPr>
          <p:spPr>
            <a:xfrm>
              <a:off x="8189214" y="2798064"/>
              <a:ext cx="793115" cy="342900"/>
            </a:xfrm>
            <a:custGeom>
              <a:avLst/>
              <a:gdLst/>
              <a:ahLst/>
              <a:cxnLst/>
              <a:rect l="l" t="t" r="r" b="b"/>
              <a:pathLst>
                <a:path w="793115" h="342900">
                  <a:moveTo>
                    <a:pt x="793064" y="0"/>
                  </a:moveTo>
                  <a:lnTo>
                    <a:pt x="0" y="0"/>
                  </a:lnTo>
                  <a:lnTo>
                    <a:pt x="0" y="342900"/>
                  </a:lnTo>
                  <a:lnTo>
                    <a:pt x="793064" y="342900"/>
                  </a:lnTo>
                  <a:lnTo>
                    <a:pt x="793064" y="0"/>
                  </a:lnTo>
                  <a:close/>
                </a:path>
              </a:pathLst>
            </a:custGeom>
            <a:solidFill>
              <a:srgbClr val="D9D9D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4" name="object 24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8508492" y="2885567"/>
              <a:ext cx="202691" cy="165227"/>
            </a:xfrm>
            <a:prstGeom prst="rect">
              <a:avLst/>
            </a:prstGeom>
          </p:spPr>
        </p:pic>
      </p:grpSp>
      <p:graphicFrame>
        <p:nvGraphicFramePr>
          <p:cNvPr id="25" name="object 25"/>
          <p:cNvGraphicFramePr>
            <a:graphicFrameLocks noGrp="1"/>
          </p:cNvGraphicFramePr>
          <p:nvPr/>
        </p:nvGraphicFramePr>
        <p:xfrm>
          <a:off x="5808408" y="2791714"/>
          <a:ext cx="3172459" cy="150050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9311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9311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9311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9311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429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7E7E7E"/>
                      </a:solidFill>
                      <a:prstDash val="solid"/>
                    </a:lnL>
                    <a:lnR w="6350">
                      <a:solidFill>
                        <a:srgbClr val="BEBEBE"/>
                      </a:solidFill>
                      <a:prstDash val="solid"/>
                    </a:lnR>
                    <a:lnT w="12700">
                      <a:solidFill>
                        <a:srgbClr val="183DAF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BEBEBE"/>
                      </a:solidFill>
                      <a:prstDash val="solid"/>
                    </a:lnL>
                    <a:lnR w="6350">
                      <a:solidFill>
                        <a:srgbClr val="BEBEBE"/>
                      </a:solidFill>
                      <a:prstDash val="solid"/>
                    </a:lnR>
                    <a:lnT w="12700">
                      <a:solidFill>
                        <a:srgbClr val="183DAF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R="29209" algn="ctr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1400" spc="-50" dirty="0">
                          <a:latin typeface="Cambria Math"/>
                          <a:cs typeface="Cambria Math"/>
                        </a:rPr>
                        <a:t>𝑠</a:t>
                      </a:r>
                      <a:endParaRPr sz="1400">
                        <a:latin typeface="Cambria Math"/>
                        <a:cs typeface="Cambria Math"/>
                      </a:endParaRPr>
                    </a:p>
                  </a:txBody>
                  <a:tcPr marL="0" marR="0" marT="41910" marB="0">
                    <a:lnL w="6350">
                      <a:solidFill>
                        <a:srgbClr val="BEBEBE"/>
                      </a:solidFill>
                      <a:prstDash val="solid"/>
                    </a:lnL>
                    <a:lnR w="6350">
                      <a:solidFill>
                        <a:srgbClr val="BEBEBE"/>
                      </a:solidFill>
                      <a:prstDash val="solid"/>
                    </a:lnR>
                    <a:lnT w="12700">
                      <a:solidFill>
                        <a:srgbClr val="183DAF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220345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1400" dirty="0">
                          <a:latin typeface="Cambria Math"/>
                          <a:cs typeface="Cambria Math"/>
                        </a:rPr>
                        <a:t>𝜏</a:t>
                      </a:r>
                      <a:r>
                        <a:rPr sz="1400" spc="290" dirty="0">
                          <a:latin typeface="Cambria Math"/>
                          <a:cs typeface="Cambria Math"/>
                        </a:rPr>
                        <a:t> </a:t>
                      </a:r>
                      <a:r>
                        <a:rPr sz="1400" spc="-50" dirty="0">
                          <a:latin typeface="Cambria Math"/>
                          <a:cs typeface="Cambria Math"/>
                        </a:rPr>
                        <a:t>𝑠</a:t>
                      </a:r>
                      <a:endParaRPr sz="1400">
                        <a:latin typeface="Cambria Math"/>
                        <a:cs typeface="Cambria Math"/>
                      </a:endParaRPr>
                    </a:p>
                  </a:txBody>
                  <a:tcPr marL="0" marR="0" marT="41910" marB="0">
                    <a:lnL w="6350">
                      <a:solidFill>
                        <a:srgbClr val="BEBEBE"/>
                      </a:solidFill>
                      <a:prstDash val="solid"/>
                    </a:lnL>
                    <a:lnR w="3175">
                      <a:solidFill>
                        <a:srgbClr val="7E7E7E"/>
                      </a:solidFill>
                      <a:prstDash val="solid"/>
                    </a:lnR>
                    <a:lnT w="12700">
                      <a:solidFill>
                        <a:srgbClr val="183DAF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956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1300" dirty="0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0</a:t>
                      </a:r>
                      <a:endParaRPr sz="1300">
                        <a:latin typeface="Trebuchet MS"/>
                        <a:cs typeface="Trebuchet MS"/>
                      </a:endParaRPr>
                    </a:p>
                  </a:txBody>
                  <a:tcPr marL="0" marR="0" marT="33655" marB="0">
                    <a:lnL w="3175">
                      <a:solidFill>
                        <a:srgbClr val="7E7E7E"/>
                      </a:solidFill>
                      <a:prstDash val="solid"/>
                    </a:lnL>
                    <a:lnR w="6350">
                      <a:solidFill>
                        <a:srgbClr val="BEBEBE"/>
                      </a:solidFill>
                      <a:prstDash val="solid"/>
                    </a:lnR>
                    <a:lnT w="6350">
                      <a:solidFill>
                        <a:srgbClr val="BEBEBE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  <a:solidFill>
                      <a:srgbClr val="13299F"/>
                    </a:solidFill>
                  </a:tcPr>
                </a:tc>
                <a:tc>
                  <a:txBody>
                    <a:bodyPr/>
                    <a:lstStyle/>
                    <a:p>
                      <a:pPr marL="360680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1300" dirty="0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0</a:t>
                      </a:r>
                      <a:endParaRPr sz="1300">
                        <a:latin typeface="Trebuchet MS"/>
                        <a:cs typeface="Trebuchet MS"/>
                      </a:endParaRPr>
                    </a:p>
                  </a:txBody>
                  <a:tcPr marL="0" marR="0" marT="33655" marB="0">
                    <a:lnL w="6350">
                      <a:solidFill>
                        <a:srgbClr val="BEBEBE"/>
                      </a:solidFill>
                      <a:prstDash val="solid"/>
                    </a:lnL>
                    <a:lnR w="6350">
                      <a:solidFill>
                        <a:srgbClr val="BEBEBE"/>
                      </a:solidFill>
                      <a:prstDash val="solid"/>
                    </a:lnR>
                    <a:lnT w="6350">
                      <a:solidFill>
                        <a:srgbClr val="BEBEBE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  <a:solidFill>
                      <a:srgbClr val="13299F"/>
                    </a:solidFill>
                  </a:tcPr>
                </a:tc>
                <a:tc>
                  <a:txBody>
                    <a:bodyPr/>
                    <a:lstStyle/>
                    <a:p>
                      <a:pPr marR="85090" algn="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1300" spc="-105" dirty="0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-</a:t>
                      </a:r>
                      <a:r>
                        <a:rPr sz="1300" spc="-25" dirty="0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0.5</a:t>
                      </a:r>
                      <a:endParaRPr sz="1300">
                        <a:latin typeface="Trebuchet MS"/>
                        <a:cs typeface="Trebuchet MS"/>
                      </a:endParaRPr>
                    </a:p>
                  </a:txBody>
                  <a:tcPr marL="0" marR="0" marT="33655" marB="0">
                    <a:lnL w="6350">
                      <a:solidFill>
                        <a:srgbClr val="BEBEBE"/>
                      </a:solidFill>
                      <a:prstDash val="solid"/>
                    </a:lnL>
                    <a:lnR w="6350">
                      <a:solidFill>
                        <a:srgbClr val="BEBEBE"/>
                      </a:solidFill>
                      <a:prstDash val="solid"/>
                    </a:lnR>
                    <a:lnT w="6350">
                      <a:solidFill>
                        <a:srgbClr val="BEBEBE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  <a:solidFill>
                      <a:srgbClr val="13299F"/>
                    </a:solidFill>
                  </a:tcPr>
                </a:tc>
                <a:tc>
                  <a:txBody>
                    <a:bodyPr/>
                    <a:lstStyle/>
                    <a:p>
                      <a:pPr marR="81280" algn="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1300" spc="-105" dirty="0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-</a:t>
                      </a:r>
                      <a:r>
                        <a:rPr sz="1300" spc="-475" dirty="0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1</a:t>
                      </a:r>
                      <a:endParaRPr sz="1300">
                        <a:latin typeface="Trebuchet MS"/>
                        <a:cs typeface="Trebuchet MS"/>
                      </a:endParaRPr>
                    </a:p>
                  </a:txBody>
                  <a:tcPr marL="0" marR="0" marT="33655" marB="0">
                    <a:lnL w="6350">
                      <a:solidFill>
                        <a:srgbClr val="BEBEBE"/>
                      </a:solidFill>
                      <a:prstDash val="solid"/>
                    </a:lnL>
                    <a:lnR w="3175">
                      <a:solidFill>
                        <a:srgbClr val="7E7E7E"/>
                      </a:solidFill>
                      <a:prstDash val="solid"/>
                    </a:lnR>
                    <a:lnT w="6350">
                      <a:solidFill>
                        <a:srgbClr val="BEBEBE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  <a:solidFill>
                      <a:srgbClr val="13299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8925"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1300" dirty="0">
                          <a:solidFill>
                            <a:srgbClr val="252525"/>
                          </a:solidFill>
                          <a:latin typeface="Trebuchet MS"/>
                          <a:cs typeface="Trebuchet MS"/>
                        </a:rPr>
                        <a:t>1</a:t>
                      </a:r>
                      <a:endParaRPr sz="1300">
                        <a:latin typeface="Trebuchet MS"/>
                        <a:cs typeface="Trebuchet MS"/>
                      </a:endParaRPr>
                    </a:p>
                  </a:txBody>
                  <a:tcPr marL="0" marR="0" marT="33655" marB="0">
                    <a:lnL w="3175">
                      <a:solidFill>
                        <a:srgbClr val="7E7E7E"/>
                      </a:solidFill>
                      <a:prstDash val="solid"/>
                    </a:lnL>
                    <a:lnR w="6350">
                      <a:solidFill>
                        <a:srgbClr val="BEBEBE"/>
                      </a:solidFill>
                      <a:prstDash val="solid"/>
                    </a:lnR>
                    <a:lnT w="6350">
                      <a:solidFill>
                        <a:srgbClr val="BEBEBE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360680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1300" dirty="0">
                          <a:solidFill>
                            <a:srgbClr val="252525"/>
                          </a:solidFill>
                          <a:latin typeface="Trebuchet MS"/>
                          <a:cs typeface="Trebuchet MS"/>
                        </a:rPr>
                        <a:t>0</a:t>
                      </a:r>
                      <a:endParaRPr sz="1300">
                        <a:latin typeface="Trebuchet MS"/>
                        <a:cs typeface="Trebuchet MS"/>
                      </a:endParaRPr>
                    </a:p>
                  </a:txBody>
                  <a:tcPr marL="0" marR="0" marT="33655" marB="0">
                    <a:lnL w="6350">
                      <a:solidFill>
                        <a:srgbClr val="BEBEBE"/>
                      </a:solidFill>
                      <a:prstDash val="solid"/>
                    </a:lnL>
                    <a:lnR w="6350">
                      <a:solidFill>
                        <a:srgbClr val="BEBEBE"/>
                      </a:solidFill>
                      <a:prstDash val="solid"/>
                    </a:lnR>
                    <a:lnT w="6350">
                      <a:solidFill>
                        <a:srgbClr val="BEBEBE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R="85090" algn="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1300" spc="-25" dirty="0">
                          <a:solidFill>
                            <a:srgbClr val="252525"/>
                          </a:solidFill>
                          <a:latin typeface="Trebuchet MS"/>
                          <a:cs typeface="Trebuchet MS"/>
                        </a:rPr>
                        <a:t>0.5</a:t>
                      </a:r>
                      <a:endParaRPr sz="1300">
                        <a:latin typeface="Trebuchet MS"/>
                        <a:cs typeface="Trebuchet MS"/>
                      </a:endParaRPr>
                    </a:p>
                  </a:txBody>
                  <a:tcPr marL="0" marR="0" marT="33655" marB="0">
                    <a:lnL w="6350">
                      <a:solidFill>
                        <a:srgbClr val="BEBEBE"/>
                      </a:solidFill>
                      <a:prstDash val="solid"/>
                    </a:lnL>
                    <a:lnR w="6350">
                      <a:solidFill>
                        <a:srgbClr val="BEBEBE"/>
                      </a:solidFill>
                      <a:prstDash val="solid"/>
                    </a:lnR>
                    <a:lnT w="6350">
                      <a:solidFill>
                        <a:srgbClr val="BEBEBE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R="81280" algn="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1300" dirty="0">
                          <a:solidFill>
                            <a:srgbClr val="252525"/>
                          </a:solidFill>
                          <a:latin typeface="Trebuchet MS"/>
                          <a:cs typeface="Trebuchet MS"/>
                        </a:rPr>
                        <a:t>1</a:t>
                      </a:r>
                      <a:endParaRPr sz="1300">
                        <a:latin typeface="Trebuchet MS"/>
                        <a:cs typeface="Trebuchet MS"/>
                      </a:endParaRPr>
                    </a:p>
                  </a:txBody>
                  <a:tcPr marL="0" marR="0" marT="33655" marB="0">
                    <a:lnL w="6350">
                      <a:solidFill>
                        <a:srgbClr val="BEBEBE"/>
                      </a:solidFill>
                      <a:prstDash val="solid"/>
                    </a:lnL>
                    <a:lnR w="3175">
                      <a:solidFill>
                        <a:srgbClr val="7E7E7E"/>
                      </a:solidFill>
                      <a:prstDash val="solid"/>
                    </a:lnR>
                    <a:lnT w="6350">
                      <a:solidFill>
                        <a:srgbClr val="BEBEBE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956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1300" dirty="0">
                          <a:solidFill>
                            <a:srgbClr val="252525"/>
                          </a:solidFill>
                          <a:latin typeface="Trebuchet MS"/>
                          <a:cs typeface="Trebuchet MS"/>
                        </a:rPr>
                        <a:t>0</a:t>
                      </a:r>
                      <a:endParaRPr sz="1300">
                        <a:latin typeface="Trebuchet MS"/>
                        <a:cs typeface="Trebuchet MS"/>
                      </a:endParaRPr>
                    </a:p>
                  </a:txBody>
                  <a:tcPr marL="0" marR="0" marT="33655" marB="0">
                    <a:lnL w="3175">
                      <a:solidFill>
                        <a:srgbClr val="7E7E7E"/>
                      </a:solidFill>
                      <a:prstDash val="solid"/>
                    </a:lnL>
                    <a:lnR w="6350">
                      <a:solidFill>
                        <a:srgbClr val="BEBEBE"/>
                      </a:solidFill>
                      <a:prstDash val="solid"/>
                    </a:lnR>
                    <a:lnT w="6350">
                      <a:solidFill>
                        <a:srgbClr val="BEBEBE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380365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1300" dirty="0">
                          <a:solidFill>
                            <a:srgbClr val="252525"/>
                          </a:solidFill>
                          <a:latin typeface="Trebuchet MS"/>
                          <a:cs typeface="Trebuchet MS"/>
                        </a:rPr>
                        <a:t>1</a:t>
                      </a:r>
                      <a:endParaRPr sz="1300">
                        <a:latin typeface="Trebuchet MS"/>
                        <a:cs typeface="Trebuchet MS"/>
                      </a:endParaRPr>
                    </a:p>
                  </a:txBody>
                  <a:tcPr marL="0" marR="0" marT="33655" marB="0">
                    <a:lnL w="6350">
                      <a:solidFill>
                        <a:srgbClr val="BEBEBE"/>
                      </a:solidFill>
                      <a:prstDash val="solid"/>
                    </a:lnL>
                    <a:lnR w="6350">
                      <a:solidFill>
                        <a:srgbClr val="BEBEBE"/>
                      </a:solidFill>
                      <a:prstDash val="solid"/>
                    </a:lnR>
                    <a:lnT w="6350">
                      <a:solidFill>
                        <a:srgbClr val="BEBEBE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R="85090" algn="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1300" spc="-25" dirty="0">
                          <a:solidFill>
                            <a:srgbClr val="252525"/>
                          </a:solidFill>
                          <a:latin typeface="Trebuchet MS"/>
                          <a:cs typeface="Trebuchet MS"/>
                        </a:rPr>
                        <a:t>0.5</a:t>
                      </a:r>
                      <a:endParaRPr sz="1300">
                        <a:latin typeface="Trebuchet MS"/>
                        <a:cs typeface="Trebuchet MS"/>
                      </a:endParaRPr>
                    </a:p>
                  </a:txBody>
                  <a:tcPr marL="0" marR="0" marT="33655" marB="0">
                    <a:lnL w="6350">
                      <a:solidFill>
                        <a:srgbClr val="BEBEBE"/>
                      </a:solidFill>
                      <a:prstDash val="solid"/>
                    </a:lnL>
                    <a:lnR w="6350">
                      <a:solidFill>
                        <a:srgbClr val="BEBEBE"/>
                      </a:solidFill>
                      <a:prstDash val="solid"/>
                    </a:lnR>
                    <a:lnT w="6350">
                      <a:solidFill>
                        <a:srgbClr val="BEBEBE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R="81280" algn="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1300" dirty="0">
                          <a:solidFill>
                            <a:srgbClr val="252525"/>
                          </a:solidFill>
                          <a:latin typeface="Trebuchet MS"/>
                          <a:cs typeface="Trebuchet MS"/>
                        </a:rPr>
                        <a:t>1</a:t>
                      </a:r>
                      <a:endParaRPr sz="1300">
                        <a:latin typeface="Trebuchet MS"/>
                        <a:cs typeface="Trebuchet MS"/>
                      </a:endParaRPr>
                    </a:p>
                  </a:txBody>
                  <a:tcPr marL="0" marR="0" marT="33655" marB="0">
                    <a:lnL w="6350">
                      <a:solidFill>
                        <a:srgbClr val="BEBEBE"/>
                      </a:solidFill>
                      <a:prstDash val="solid"/>
                    </a:lnL>
                    <a:lnR w="3175">
                      <a:solidFill>
                        <a:srgbClr val="7E7E7E"/>
                      </a:solidFill>
                      <a:prstDash val="solid"/>
                    </a:lnR>
                    <a:lnT w="6350">
                      <a:solidFill>
                        <a:srgbClr val="BEBEBE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9560"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1300" dirty="0">
                          <a:solidFill>
                            <a:srgbClr val="252525"/>
                          </a:solidFill>
                          <a:latin typeface="Trebuchet MS"/>
                          <a:cs typeface="Trebuchet MS"/>
                        </a:rPr>
                        <a:t>1</a:t>
                      </a:r>
                      <a:endParaRPr sz="1300">
                        <a:latin typeface="Trebuchet MS"/>
                        <a:cs typeface="Trebuchet MS"/>
                      </a:endParaRPr>
                    </a:p>
                  </a:txBody>
                  <a:tcPr marL="0" marR="0" marT="33655" marB="0">
                    <a:lnL w="3175">
                      <a:solidFill>
                        <a:srgbClr val="7E7E7E"/>
                      </a:solidFill>
                      <a:prstDash val="solid"/>
                    </a:lnL>
                    <a:lnR w="6350">
                      <a:solidFill>
                        <a:srgbClr val="BEBEBE"/>
                      </a:solidFill>
                      <a:prstDash val="solid"/>
                    </a:lnR>
                    <a:lnT w="6350">
                      <a:solidFill>
                        <a:srgbClr val="BEBEBE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380365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1300" dirty="0">
                          <a:solidFill>
                            <a:srgbClr val="252525"/>
                          </a:solidFill>
                          <a:latin typeface="Trebuchet MS"/>
                          <a:cs typeface="Trebuchet MS"/>
                        </a:rPr>
                        <a:t>1</a:t>
                      </a:r>
                      <a:endParaRPr sz="1300">
                        <a:latin typeface="Trebuchet MS"/>
                        <a:cs typeface="Trebuchet MS"/>
                      </a:endParaRPr>
                    </a:p>
                  </a:txBody>
                  <a:tcPr marL="0" marR="0" marT="33655" marB="0">
                    <a:lnL w="6350">
                      <a:solidFill>
                        <a:srgbClr val="BEBEBE"/>
                      </a:solidFill>
                      <a:prstDash val="solid"/>
                    </a:lnL>
                    <a:lnR w="6350">
                      <a:solidFill>
                        <a:srgbClr val="BEBEBE"/>
                      </a:solidFill>
                      <a:prstDash val="solid"/>
                    </a:lnR>
                    <a:lnT w="6350">
                      <a:solidFill>
                        <a:srgbClr val="BEBEBE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R="86995" algn="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1300" spc="-325" dirty="0">
                          <a:solidFill>
                            <a:srgbClr val="252525"/>
                          </a:solidFill>
                          <a:latin typeface="Trebuchet MS"/>
                          <a:cs typeface="Trebuchet MS"/>
                        </a:rPr>
                        <a:t>1.5</a:t>
                      </a:r>
                      <a:endParaRPr sz="1300">
                        <a:latin typeface="Trebuchet MS"/>
                        <a:cs typeface="Trebuchet MS"/>
                      </a:endParaRPr>
                    </a:p>
                  </a:txBody>
                  <a:tcPr marL="0" marR="0" marT="33655" marB="0">
                    <a:lnL w="6350">
                      <a:solidFill>
                        <a:srgbClr val="BEBEBE"/>
                      </a:solidFill>
                      <a:prstDash val="solid"/>
                    </a:lnL>
                    <a:lnR w="6350">
                      <a:solidFill>
                        <a:srgbClr val="BEBEBE"/>
                      </a:solidFill>
                      <a:prstDash val="solid"/>
                    </a:lnR>
                    <a:lnT w="6350">
                      <a:solidFill>
                        <a:srgbClr val="BEBEBE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R="81280" algn="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1300" dirty="0">
                          <a:solidFill>
                            <a:srgbClr val="252525"/>
                          </a:solidFill>
                          <a:latin typeface="Trebuchet MS"/>
                          <a:cs typeface="Trebuchet MS"/>
                        </a:rPr>
                        <a:t>1</a:t>
                      </a:r>
                      <a:endParaRPr sz="1300">
                        <a:latin typeface="Trebuchet MS"/>
                        <a:cs typeface="Trebuchet MS"/>
                      </a:endParaRPr>
                    </a:p>
                  </a:txBody>
                  <a:tcPr marL="0" marR="0" marT="33655" marB="0">
                    <a:lnL w="6350">
                      <a:solidFill>
                        <a:srgbClr val="BEBEBE"/>
                      </a:solidFill>
                      <a:prstDash val="solid"/>
                    </a:lnL>
                    <a:lnR w="3175">
                      <a:solidFill>
                        <a:srgbClr val="7E7E7E"/>
                      </a:solidFill>
                      <a:prstDash val="solid"/>
                    </a:lnR>
                    <a:lnT w="6350">
                      <a:solidFill>
                        <a:srgbClr val="BEBEBE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pic>
        <p:nvPicPr>
          <p:cNvPr id="26" name="object 26"/>
          <p:cNvPicPr/>
          <p:nvPr/>
        </p:nvPicPr>
        <p:blipFill>
          <a:blip r:embed="rId16" cstate="print"/>
          <a:stretch>
            <a:fillRect/>
          </a:stretch>
        </p:blipFill>
        <p:spPr>
          <a:xfrm>
            <a:off x="6154928" y="2884297"/>
            <a:ext cx="98171" cy="136270"/>
          </a:xfrm>
          <a:prstGeom prst="rect">
            <a:avLst/>
          </a:prstGeom>
        </p:spPr>
      </p:pic>
      <p:pic>
        <p:nvPicPr>
          <p:cNvPr id="27" name="object 27"/>
          <p:cNvPicPr/>
          <p:nvPr/>
        </p:nvPicPr>
        <p:blipFill>
          <a:blip r:embed="rId17" cstate="print"/>
          <a:stretch>
            <a:fillRect/>
          </a:stretch>
        </p:blipFill>
        <p:spPr>
          <a:xfrm>
            <a:off x="6926706" y="2884297"/>
            <a:ext cx="137414" cy="136270"/>
          </a:xfrm>
          <a:prstGeom prst="rect">
            <a:avLst/>
          </a:prstGeom>
        </p:spPr>
      </p:pic>
      <p:pic>
        <p:nvPicPr>
          <p:cNvPr id="28" name="object 28"/>
          <p:cNvPicPr/>
          <p:nvPr/>
        </p:nvPicPr>
        <p:blipFill>
          <a:blip r:embed="rId18" cstate="print"/>
          <a:stretch>
            <a:fillRect/>
          </a:stretch>
        </p:blipFill>
        <p:spPr>
          <a:xfrm>
            <a:off x="5811011" y="4526279"/>
            <a:ext cx="2856738" cy="162306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381907" y="6524434"/>
            <a:ext cx="61558" cy="90487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54151" y="6527292"/>
            <a:ext cx="1794510" cy="142494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862571" y="6521195"/>
            <a:ext cx="2327910" cy="118110"/>
          </a:xfrm>
          <a:prstGeom prst="rect">
            <a:avLst/>
          </a:prstGeom>
        </p:spPr>
      </p:pic>
      <p:sp>
        <p:nvSpPr>
          <p:cNvPr id="5" name="object 5"/>
          <p:cNvSpPr/>
          <p:nvPr/>
        </p:nvSpPr>
        <p:spPr>
          <a:xfrm>
            <a:off x="559308" y="1440180"/>
            <a:ext cx="36830" cy="180340"/>
          </a:xfrm>
          <a:custGeom>
            <a:avLst/>
            <a:gdLst/>
            <a:ahLst/>
            <a:cxnLst/>
            <a:rect l="l" t="t" r="r" b="b"/>
            <a:pathLst>
              <a:path w="36829" h="180340">
                <a:moveTo>
                  <a:pt x="36576" y="0"/>
                </a:moveTo>
                <a:lnTo>
                  <a:pt x="0" y="0"/>
                </a:lnTo>
                <a:lnTo>
                  <a:pt x="0" y="179832"/>
                </a:lnTo>
                <a:lnTo>
                  <a:pt x="36576" y="179832"/>
                </a:lnTo>
                <a:lnTo>
                  <a:pt x="36576" y="0"/>
                </a:lnTo>
                <a:close/>
              </a:path>
            </a:pathLst>
          </a:custGeom>
          <a:solidFill>
            <a:srgbClr val="183DAF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6" name="object 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719327" y="1464563"/>
            <a:ext cx="717041" cy="174498"/>
          </a:xfrm>
          <a:prstGeom prst="rect">
            <a:avLst/>
          </a:prstGeom>
        </p:spPr>
      </p:pic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1.1.</a:t>
            </a:r>
            <a:r>
              <a:rPr spc="-40" dirty="0"/>
              <a:t> </a:t>
            </a:r>
            <a:r>
              <a:rPr dirty="0"/>
              <a:t>Understanding</a:t>
            </a:r>
            <a:r>
              <a:rPr spc="-20" dirty="0"/>
              <a:t> </a:t>
            </a:r>
            <a:r>
              <a:rPr dirty="0"/>
              <a:t>Perceptron</a:t>
            </a:r>
            <a:r>
              <a:rPr spc="-20" dirty="0"/>
              <a:t> </a:t>
            </a:r>
            <a:r>
              <a:rPr dirty="0"/>
              <a:t>with</a:t>
            </a:r>
            <a:r>
              <a:rPr spc="-20" dirty="0"/>
              <a:t> </a:t>
            </a:r>
            <a:r>
              <a:rPr spc="-10" dirty="0"/>
              <a:t>Excel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8671941" y="463677"/>
            <a:ext cx="80962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dirty="0">
                <a:solidFill>
                  <a:srgbClr val="D9D9D9"/>
                </a:solidFill>
                <a:latin typeface="Ebrima"/>
                <a:cs typeface="Ebrima"/>
              </a:rPr>
              <a:t>UNIT</a:t>
            </a:r>
            <a:r>
              <a:rPr sz="1600" spc="400" dirty="0">
                <a:solidFill>
                  <a:srgbClr val="D9D9D9"/>
                </a:solidFill>
                <a:latin typeface="Ebrima"/>
                <a:cs typeface="Ebrima"/>
              </a:rPr>
              <a:t> </a:t>
            </a:r>
            <a:r>
              <a:rPr sz="1600" spc="-35" dirty="0">
                <a:solidFill>
                  <a:srgbClr val="D9D9D9"/>
                </a:solidFill>
                <a:latin typeface="Ebrima"/>
                <a:cs typeface="Ebrima"/>
              </a:rPr>
              <a:t>01</a:t>
            </a:r>
            <a:endParaRPr sz="1600">
              <a:latin typeface="Ebrima"/>
              <a:cs typeface="Ebrim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3104133" y="6019291"/>
            <a:ext cx="3649345" cy="44371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dirty="0">
                <a:latin typeface="Tahoma"/>
                <a:cs typeface="Tahoma"/>
              </a:rPr>
              <a:t>Example of a perceptron’s operation using the OR logic gate</a:t>
            </a:r>
            <a:endParaRPr sz="1400" dirty="0">
              <a:latin typeface="Tahoma"/>
              <a:cs typeface="Tahoma"/>
            </a:endParaRPr>
          </a:p>
        </p:txBody>
      </p:sp>
      <p:pic>
        <p:nvPicPr>
          <p:cNvPr id="10" name="object 10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2939823" y="5690687"/>
            <a:ext cx="630146" cy="143946"/>
          </a:xfrm>
          <a:prstGeom prst="rect">
            <a:avLst/>
          </a:prstGeom>
        </p:spPr>
      </p:pic>
      <p:grpSp>
        <p:nvGrpSpPr>
          <p:cNvPr id="11" name="object 11"/>
          <p:cNvGrpSpPr/>
          <p:nvPr/>
        </p:nvGrpSpPr>
        <p:grpSpPr>
          <a:xfrm>
            <a:off x="2580157" y="4206271"/>
            <a:ext cx="1365250" cy="1339850"/>
            <a:chOff x="2580157" y="4206271"/>
            <a:chExt cx="1365250" cy="1339850"/>
          </a:xfrm>
        </p:grpSpPr>
        <p:sp>
          <p:nvSpPr>
            <p:cNvPr id="12" name="object 12"/>
            <p:cNvSpPr/>
            <p:nvPr/>
          </p:nvSpPr>
          <p:spPr>
            <a:xfrm>
              <a:off x="2589276" y="4270248"/>
              <a:ext cx="1275715" cy="1275715"/>
            </a:xfrm>
            <a:custGeom>
              <a:avLst/>
              <a:gdLst/>
              <a:ahLst/>
              <a:cxnLst/>
              <a:rect l="l" t="t" r="r" b="b"/>
              <a:pathLst>
                <a:path w="1275714" h="1275714">
                  <a:moveTo>
                    <a:pt x="1275715" y="1011936"/>
                  </a:moveTo>
                  <a:lnTo>
                    <a:pt x="1263015" y="1005586"/>
                  </a:lnTo>
                  <a:lnTo>
                    <a:pt x="1199515" y="973836"/>
                  </a:lnTo>
                  <a:lnTo>
                    <a:pt x="1199515" y="1005586"/>
                  </a:lnTo>
                  <a:lnTo>
                    <a:pt x="221234" y="1005586"/>
                  </a:lnTo>
                  <a:lnTo>
                    <a:pt x="221234" y="76200"/>
                  </a:lnTo>
                  <a:lnTo>
                    <a:pt x="252984" y="76200"/>
                  </a:lnTo>
                  <a:lnTo>
                    <a:pt x="246634" y="63500"/>
                  </a:lnTo>
                  <a:lnTo>
                    <a:pt x="214884" y="0"/>
                  </a:lnTo>
                  <a:lnTo>
                    <a:pt x="176784" y="76200"/>
                  </a:lnTo>
                  <a:lnTo>
                    <a:pt x="208534" y="76200"/>
                  </a:lnTo>
                  <a:lnTo>
                    <a:pt x="208534" y="1005586"/>
                  </a:lnTo>
                  <a:lnTo>
                    <a:pt x="0" y="1005586"/>
                  </a:lnTo>
                  <a:lnTo>
                    <a:pt x="0" y="1018286"/>
                  </a:lnTo>
                  <a:lnTo>
                    <a:pt x="208534" y="1018286"/>
                  </a:lnTo>
                  <a:lnTo>
                    <a:pt x="208534" y="1275715"/>
                  </a:lnTo>
                  <a:lnTo>
                    <a:pt x="221234" y="1275715"/>
                  </a:lnTo>
                  <a:lnTo>
                    <a:pt x="221234" y="1018286"/>
                  </a:lnTo>
                  <a:lnTo>
                    <a:pt x="1199515" y="1018286"/>
                  </a:lnTo>
                  <a:lnTo>
                    <a:pt x="1199515" y="1050036"/>
                  </a:lnTo>
                  <a:lnTo>
                    <a:pt x="1263015" y="1018286"/>
                  </a:lnTo>
                  <a:lnTo>
                    <a:pt x="1275715" y="101193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3" name="object 13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2735580" y="4646676"/>
              <a:ext cx="138683" cy="138684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2580157" y="4206271"/>
              <a:ext cx="133324" cy="105886"/>
            </a:xfrm>
            <a:prstGeom prst="rect">
              <a:avLst/>
            </a:prstGeom>
          </p:spPr>
        </p:pic>
        <p:sp>
          <p:nvSpPr>
            <p:cNvPr id="15" name="object 15"/>
            <p:cNvSpPr/>
            <p:nvPr/>
          </p:nvSpPr>
          <p:spPr>
            <a:xfrm>
              <a:off x="2736342" y="5212842"/>
              <a:ext cx="139065" cy="139065"/>
            </a:xfrm>
            <a:custGeom>
              <a:avLst/>
              <a:gdLst/>
              <a:ahLst/>
              <a:cxnLst/>
              <a:rect l="l" t="t" r="r" b="b"/>
              <a:pathLst>
                <a:path w="139064" h="139064">
                  <a:moveTo>
                    <a:pt x="138683" y="0"/>
                  </a:moveTo>
                  <a:lnTo>
                    <a:pt x="0" y="0"/>
                  </a:lnTo>
                  <a:lnTo>
                    <a:pt x="0" y="138683"/>
                  </a:lnTo>
                  <a:lnTo>
                    <a:pt x="138683" y="138683"/>
                  </a:lnTo>
                  <a:lnTo>
                    <a:pt x="138683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2736342" y="5212842"/>
              <a:ext cx="139065" cy="139065"/>
            </a:xfrm>
            <a:custGeom>
              <a:avLst/>
              <a:gdLst/>
              <a:ahLst/>
              <a:cxnLst/>
              <a:rect l="l" t="t" r="r" b="b"/>
              <a:pathLst>
                <a:path w="139064" h="139064">
                  <a:moveTo>
                    <a:pt x="0" y="138683"/>
                  </a:moveTo>
                  <a:lnTo>
                    <a:pt x="138683" y="138683"/>
                  </a:lnTo>
                  <a:lnTo>
                    <a:pt x="138683" y="0"/>
                  </a:lnTo>
                  <a:lnTo>
                    <a:pt x="0" y="0"/>
                  </a:lnTo>
                  <a:lnTo>
                    <a:pt x="0" y="138683"/>
                  </a:lnTo>
                  <a:close/>
                </a:path>
              </a:pathLst>
            </a:custGeom>
            <a:ln w="1981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7" name="object 17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3403091" y="4646676"/>
              <a:ext cx="138684" cy="138684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3403091" y="5212080"/>
              <a:ext cx="138684" cy="138683"/>
            </a:xfrm>
            <a:prstGeom prst="rect">
              <a:avLst/>
            </a:prstGeom>
          </p:spPr>
        </p:pic>
        <p:pic>
          <p:nvPicPr>
            <p:cNvPr id="19" name="object 19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3811549" y="5393467"/>
              <a:ext cx="133324" cy="105886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2881884" y="5100828"/>
              <a:ext cx="137921" cy="108966"/>
            </a:xfrm>
            <a:prstGeom prst="rect">
              <a:avLst/>
            </a:prstGeom>
          </p:spPr>
        </p:pic>
        <p:pic>
          <p:nvPicPr>
            <p:cNvPr id="21" name="object 21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3511321" y="5105565"/>
              <a:ext cx="133324" cy="104228"/>
            </a:xfrm>
            <a:prstGeom prst="rect">
              <a:avLst/>
            </a:prstGeom>
          </p:spPr>
        </p:pic>
        <p:pic>
          <p:nvPicPr>
            <p:cNvPr id="22" name="object 22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2885008" y="4562887"/>
              <a:ext cx="134797" cy="105886"/>
            </a:xfrm>
            <a:prstGeom prst="rect">
              <a:avLst/>
            </a:prstGeom>
          </p:spPr>
        </p:pic>
        <p:pic>
          <p:nvPicPr>
            <p:cNvPr id="23" name="object 23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3506724" y="4558284"/>
              <a:ext cx="144017" cy="108966"/>
            </a:xfrm>
            <a:prstGeom prst="rect">
              <a:avLst/>
            </a:prstGeom>
          </p:spPr>
        </p:pic>
      </p:grpSp>
      <p:grpSp>
        <p:nvGrpSpPr>
          <p:cNvPr id="24" name="object 24"/>
          <p:cNvGrpSpPr/>
          <p:nvPr/>
        </p:nvGrpSpPr>
        <p:grpSpPr>
          <a:xfrm>
            <a:off x="5096255" y="4192523"/>
            <a:ext cx="2194560" cy="1353820"/>
            <a:chOff x="5096255" y="4192523"/>
            <a:chExt cx="2194560" cy="1353820"/>
          </a:xfrm>
        </p:grpSpPr>
        <p:sp>
          <p:nvSpPr>
            <p:cNvPr id="25" name="object 25"/>
            <p:cNvSpPr/>
            <p:nvPr/>
          </p:nvSpPr>
          <p:spPr>
            <a:xfrm>
              <a:off x="5096255" y="4878323"/>
              <a:ext cx="2194560" cy="0"/>
            </a:xfrm>
            <a:custGeom>
              <a:avLst/>
              <a:gdLst/>
              <a:ahLst/>
              <a:cxnLst/>
              <a:rect l="l" t="t" r="r" b="b"/>
              <a:pathLst>
                <a:path w="2194559">
                  <a:moveTo>
                    <a:pt x="0" y="0"/>
                  </a:moveTo>
                  <a:lnTo>
                    <a:pt x="853440" y="0"/>
                  </a:lnTo>
                </a:path>
                <a:path w="2194559">
                  <a:moveTo>
                    <a:pt x="1185672" y="0"/>
                  </a:moveTo>
                  <a:lnTo>
                    <a:pt x="2194305" y="0"/>
                  </a:lnTo>
                </a:path>
              </a:pathLst>
            </a:custGeom>
            <a:ln w="1219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5096255" y="4270247"/>
              <a:ext cx="1585595" cy="1196975"/>
            </a:xfrm>
            <a:custGeom>
              <a:avLst/>
              <a:gdLst/>
              <a:ahLst/>
              <a:cxnLst/>
              <a:rect l="l" t="t" r="r" b="b"/>
              <a:pathLst>
                <a:path w="1585595" h="1196975">
                  <a:moveTo>
                    <a:pt x="487680" y="0"/>
                  </a:moveTo>
                  <a:lnTo>
                    <a:pt x="1585214" y="607313"/>
                  </a:lnTo>
                </a:path>
                <a:path w="1585595" h="1196975">
                  <a:moveTo>
                    <a:pt x="487680" y="1196848"/>
                  </a:moveTo>
                  <a:lnTo>
                    <a:pt x="1585214" y="608076"/>
                  </a:lnTo>
                </a:path>
                <a:path w="1585595" h="1196975">
                  <a:moveTo>
                    <a:pt x="348615" y="0"/>
                  </a:moveTo>
                  <a:lnTo>
                    <a:pt x="0" y="0"/>
                  </a:lnTo>
                </a:path>
              </a:pathLst>
            </a:custGeom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7" name="object 27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5436107" y="4192523"/>
              <a:ext cx="158495" cy="158495"/>
            </a:xfrm>
            <a:prstGeom prst="rect">
              <a:avLst/>
            </a:prstGeom>
          </p:spPr>
        </p:pic>
        <p:pic>
          <p:nvPicPr>
            <p:cNvPr id="28" name="object 28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5436107" y="4799075"/>
              <a:ext cx="158495" cy="158496"/>
            </a:xfrm>
            <a:prstGeom prst="rect">
              <a:avLst/>
            </a:prstGeom>
          </p:spPr>
        </p:pic>
        <p:sp>
          <p:nvSpPr>
            <p:cNvPr id="29" name="object 29"/>
            <p:cNvSpPr/>
            <p:nvPr/>
          </p:nvSpPr>
          <p:spPr>
            <a:xfrm>
              <a:off x="5096255" y="5466587"/>
              <a:ext cx="348615" cy="0"/>
            </a:xfrm>
            <a:custGeom>
              <a:avLst/>
              <a:gdLst/>
              <a:ahLst/>
              <a:cxnLst/>
              <a:rect l="l" t="t" r="r" b="b"/>
              <a:pathLst>
                <a:path w="348614">
                  <a:moveTo>
                    <a:pt x="348615" y="0"/>
                  </a:moveTo>
                  <a:lnTo>
                    <a:pt x="0" y="0"/>
                  </a:lnTo>
                </a:path>
              </a:pathLst>
            </a:custGeom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0" name="object 30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5436107" y="5387339"/>
              <a:ext cx="158495" cy="158496"/>
            </a:xfrm>
            <a:prstGeom prst="rect">
              <a:avLst/>
            </a:prstGeom>
          </p:spPr>
        </p:pic>
        <p:pic>
          <p:nvPicPr>
            <p:cNvPr id="31" name="object 31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6681977" y="4754117"/>
              <a:ext cx="249936" cy="249936"/>
            </a:xfrm>
            <a:prstGeom prst="rect">
              <a:avLst/>
            </a:prstGeom>
          </p:spPr>
        </p:pic>
        <p:sp>
          <p:nvSpPr>
            <p:cNvPr id="32" name="object 32"/>
            <p:cNvSpPr/>
            <p:nvPr/>
          </p:nvSpPr>
          <p:spPr>
            <a:xfrm>
              <a:off x="6681977" y="4754117"/>
              <a:ext cx="250190" cy="250190"/>
            </a:xfrm>
            <a:custGeom>
              <a:avLst/>
              <a:gdLst/>
              <a:ahLst/>
              <a:cxnLst/>
              <a:rect l="l" t="t" r="r" b="b"/>
              <a:pathLst>
                <a:path w="250190" h="250189">
                  <a:moveTo>
                    <a:pt x="0" y="124967"/>
                  </a:moveTo>
                  <a:lnTo>
                    <a:pt x="9828" y="76348"/>
                  </a:lnTo>
                  <a:lnTo>
                    <a:pt x="36623" y="36623"/>
                  </a:lnTo>
                  <a:lnTo>
                    <a:pt x="76348" y="9828"/>
                  </a:lnTo>
                  <a:lnTo>
                    <a:pt x="124968" y="0"/>
                  </a:lnTo>
                  <a:lnTo>
                    <a:pt x="173587" y="9828"/>
                  </a:lnTo>
                  <a:lnTo>
                    <a:pt x="213312" y="36623"/>
                  </a:lnTo>
                  <a:lnTo>
                    <a:pt x="240107" y="76348"/>
                  </a:lnTo>
                  <a:lnTo>
                    <a:pt x="249936" y="124967"/>
                  </a:lnTo>
                  <a:lnTo>
                    <a:pt x="240107" y="173587"/>
                  </a:lnTo>
                  <a:lnTo>
                    <a:pt x="213312" y="213312"/>
                  </a:lnTo>
                  <a:lnTo>
                    <a:pt x="173587" y="240107"/>
                  </a:lnTo>
                  <a:lnTo>
                    <a:pt x="124968" y="249935"/>
                  </a:lnTo>
                  <a:lnTo>
                    <a:pt x="76348" y="240107"/>
                  </a:lnTo>
                  <a:lnTo>
                    <a:pt x="36623" y="213312"/>
                  </a:lnTo>
                  <a:lnTo>
                    <a:pt x="9828" y="173587"/>
                  </a:lnTo>
                  <a:lnTo>
                    <a:pt x="0" y="124967"/>
                  </a:lnTo>
                  <a:close/>
                </a:path>
              </a:pathLst>
            </a:custGeom>
            <a:ln w="1981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5949695" y="4437887"/>
              <a:ext cx="332740" cy="220979"/>
            </a:xfrm>
            <a:custGeom>
              <a:avLst/>
              <a:gdLst/>
              <a:ahLst/>
              <a:cxnLst/>
              <a:rect l="l" t="t" r="r" b="b"/>
              <a:pathLst>
                <a:path w="332739" h="220979">
                  <a:moveTo>
                    <a:pt x="332232" y="0"/>
                  </a:moveTo>
                  <a:lnTo>
                    <a:pt x="0" y="0"/>
                  </a:lnTo>
                  <a:lnTo>
                    <a:pt x="0" y="220980"/>
                  </a:lnTo>
                  <a:lnTo>
                    <a:pt x="332232" y="220980"/>
                  </a:lnTo>
                  <a:lnTo>
                    <a:pt x="33223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4" name="object 34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6070091" y="4482083"/>
              <a:ext cx="203453" cy="133350"/>
            </a:xfrm>
            <a:prstGeom prst="rect">
              <a:avLst/>
            </a:prstGeom>
          </p:spPr>
        </p:pic>
        <p:sp>
          <p:nvSpPr>
            <p:cNvPr id="35" name="object 35"/>
            <p:cNvSpPr/>
            <p:nvPr/>
          </p:nvSpPr>
          <p:spPr>
            <a:xfrm>
              <a:off x="5949695" y="4759451"/>
              <a:ext cx="332740" cy="222885"/>
            </a:xfrm>
            <a:custGeom>
              <a:avLst/>
              <a:gdLst/>
              <a:ahLst/>
              <a:cxnLst/>
              <a:rect l="l" t="t" r="r" b="b"/>
              <a:pathLst>
                <a:path w="332739" h="222885">
                  <a:moveTo>
                    <a:pt x="332232" y="0"/>
                  </a:moveTo>
                  <a:lnTo>
                    <a:pt x="0" y="0"/>
                  </a:lnTo>
                  <a:lnTo>
                    <a:pt x="0" y="222504"/>
                  </a:lnTo>
                  <a:lnTo>
                    <a:pt x="332232" y="222504"/>
                  </a:lnTo>
                  <a:lnTo>
                    <a:pt x="33223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6" name="object 36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6155436" y="4805171"/>
              <a:ext cx="119634" cy="131825"/>
            </a:xfrm>
            <a:prstGeom prst="rect">
              <a:avLst/>
            </a:prstGeom>
          </p:spPr>
        </p:pic>
        <p:sp>
          <p:nvSpPr>
            <p:cNvPr id="37" name="object 37"/>
            <p:cNvSpPr/>
            <p:nvPr/>
          </p:nvSpPr>
          <p:spPr>
            <a:xfrm>
              <a:off x="5949695" y="5108447"/>
              <a:ext cx="332740" cy="220979"/>
            </a:xfrm>
            <a:custGeom>
              <a:avLst/>
              <a:gdLst/>
              <a:ahLst/>
              <a:cxnLst/>
              <a:rect l="l" t="t" r="r" b="b"/>
              <a:pathLst>
                <a:path w="332739" h="220979">
                  <a:moveTo>
                    <a:pt x="332232" y="0"/>
                  </a:moveTo>
                  <a:lnTo>
                    <a:pt x="0" y="0"/>
                  </a:lnTo>
                  <a:lnTo>
                    <a:pt x="0" y="220979"/>
                  </a:lnTo>
                  <a:lnTo>
                    <a:pt x="332232" y="220979"/>
                  </a:lnTo>
                  <a:lnTo>
                    <a:pt x="33223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8" name="object 38"/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6155436" y="5152643"/>
              <a:ext cx="119634" cy="133350"/>
            </a:xfrm>
            <a:prstGeom prst="rect">
              <a:avLst/>
            </a:prstGeom>
          </p:spPr>
        </p:pic>
      </p:grpSp>
      <p:pic>
        <p:nvPicPr>
          <p:cNvPr id="39" name="object 39"/>
          <p:cNvPicPr/>
          <p:nvPr/>
        </p:nvPicPr>
        <p:blipFill>
          <a:blip r:embed="rId22" cstate="print"/>
          <a:stretch>
            <a:fillRect/>
          </a:stretch>
        </p:blipFill>
        <p:spPr>
          <a:xfrm>
            <a:off x="4521743" y="4218452"/>
            <a:ext cx="492978" cy="160760"/>
          </a:xfrm>
          <a:prstGeom prst="rect">
            <a:avLst/>
          </a:prstGeom>
        </p:spPr>
      </p:pic>
      <p:pic>
        <p:nvPicPr>
          <p:cNvPr id="40" name="object 40"/>
          <p:cNvPicPr/>
          <p:nvPr/>
        </p:nvPicPr>
        <p:blipFill>
          <a:blip r:embed="rId23" cstate="print"/>
          <a:stretch>
            <a:fillRect/>
          </a:stretch>
        </p:blipFill>
        <p:spPr>
          <a:xfrm>
            <a:off x="4858579" y="4858653"/>
            <a:ext cx="153094" cy="122540"/>
          </a:xfrm>
          <a:prstGeom prst="rect">
            <a:avLst/>
          </a:prstGeom>
        </p:spPr>
      </p:pic>
      <p:pic>
        <p:nvPicPr>
          <p:cNvPr id="41" name="object 41"/>
          <p:cNvPicPr/>
          <p:nvPr/>
        </p:nvPicPr>
        <p:blipFill>
          <a:blip r:embed="rId24" cstate="print"/>
          <a:stretch>
            <a:fillRect/>
          </a:stretch>
        </p:blipFill>
        <p:spPr>
          <a:xfrm>
            <a:off x="4853961" y="5449965"/>
            <a:ext cx="156188" cy="122540"/>
          </a:xfrm>
          <a:prstGeom prst="rect">
            <a:avLst/>
          </a:prstGeom>
        </p:spPr>
      </p:pic>
      <p:pic>
        <p:nvPicPr>
          <p:cNvPr id="42" name="object 42"/>
          <p:cNvPicPr/>
          <p:nvPr/>
        </p:nvPicPr>
        <p:blipFill>
          <a:blip r:embed="rId25" cstate="print"/>
          <a:stretch>
            <a:fillRect/>
          </a:stretch>
        </p:blipFill>
        <p:spPr>
          <a:xfrm>
            <a:off x="7348901" y="4858539"/>
            <a:ext cx="99648" cy="124178"/>
          </a:xfrm>
          <a:prstGeom prst="rect">
            <a:avLst/>
          </a:prstGeom>
        </p:spPr>
      </p:pic>
      <p:pic>
        <p:nvPicPr>
          <p:cNvPr id="43" name="object 43"/>
          <p:cNvPicPr/>
          <p:nvPr/>
        </p:nvPicPr>
        <p:blipFill>
          <a:blip r:embed="rId26" cstate="print"/>
          <a:stretch>
            <a:fillRect/>
          </a:stretch>
        </p:blipFill>
        <p:spPr>
          <a:xfrm>
            <a:off x="5570220" y="5686044"/>
            <a:ext cx="759713" cy="162306"/>
          </a:xfrm>
          <a:prstGeom prst="rect">
            <a:avLst/>
          </a:prstGeom>
        </p:spPr>
      </p:pic>
      <p:sp>
        <p:nvSpPr>
          <p:cNvPr id="44" name="object 44"/>
          <p:cNvSpPr/>
          <p:nvPr/>
        </p:nvSpPr>
        <p:spPr>
          <a:xfrm>
            <a:off x="1719072" y="3393947"/>
            <a:ext cx="6482080" cy="579120"/>
          </a:xfrm>
          <a:custGeom>
            <a:avLst/>
            <a:gdLst/>
            <a:ahLst/>
            <a:cxnLst/>
            <a:rect l="l" t="t" r="r" b="b"/>
            <a:pathLst>
              <a:path w="6482080" h="579120">
                <a:moveTo>
                  <a:pt x="6481572" y="0"/>
                </a:moveTo>
                <a:lnTo>
                  <a:pt x="0" y="0"/>
                </a:lnTo>
                <a:lnTo>
                  <a:pt x="0" y="579119"/>
                </a:lnTo>
                <a:lnTo>
                  <a:pt x="6481572" y="579119"/>
                </a:lnTo>
                <a:lnTo>
                  <a:pt x="6481572" y="0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5" name="object 45"/>
          <p:cNvSpPr txBox="1"/>
          <p:nvPr/>
        </p:nvSpPr>
        <p:spPr>
          <a:xfrm>
            <a:off x="1869820" y="3498595"/>
            <a:ext cx="443865" cy="254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00"/>
              </a:spcBef>
            </a:pPr>
            <a:r>
              <a:rPr sz="1500" dirty="0">
                <a:latin typeface="Cambria Math"/>
                <a:cs typeface="Cambria Math"/>
              </a:rPr>
              <a:t>𝑥</a:t>
            </a:r>
            <a:r>
              <a:rPr sz="1650" baseline="-15151" dirty="0">
                <a:latin typeface="Cambria Math"/>
                <a:cs typeface="Cambria Math"/>
              </a:rPr>
              <a:t>1</a:t>
            </a:r>
            <a:r>
              <a:rPr sz="1650" spc="307" baseline="-15151" dirty="0">
                <a:latin typeface="Cambria Math"/>
                <a:cs typeface="Cambria Math"/>
              </a:rPr>
              <a:t> </a:t>
            </a:r>
            <a:r>
              <a:rPr sz="1500" spc="-50" dirty="0">
                <a:latin typeface="Cambria Math"/>
                <a:cs typeface="Cambria Math"/>
              </a:rPr>
              <a:t>=</a:t>
            </a:r>
            <a:endParaRPr sz="1500">
              <a:latin typeface="Cambria Math"/>
              <a:cs typeface="Cambria Math"/>
            </a:endParaRPr>
          </a:p>
        </p:txBody>
      </p:sp>
      <p:sp>
        <p:nvSpPr>
          <p:cNvPr id="46" name="object 46"/>
          <p:cNvSpPr/>
          <p:nvPr/>
        </p:nvSpPr>
        <p:spPr>
          <a:xfrm>
            <a:off x="2344171" y="3489325"/>
            <a:ext cx="260350" cy="314325"/>
          </a:xfrm>
          <a:custGeom>
            <a:avLst/>
            <a:gdLst/>
            <a:ahLst/>
            <a:cxnLst/>
            <a:rect l="l" t="t" r="r" b="b"/>
            <a:pathLst>
              <a:path w="260350" h="314325">
                <a:moveTo>
                  <a:pt x="192399" y="0"/>
                </a:moveTo>
                <a:lnTo>
                  <a:pt x="189351" y="7365"/>
                </a:lnTo>
                <a:lnTo>
                  <a:pt x="201069" y="16890"/>
                </a:lnTo>
                <a:lnTo>
                  <a:pt x="211465" y="29273"/>
                </a:lnTo>
                <a:lnTo>
                  <a:pt x="234508" y="83161"/>
                </a:lnTo>
                <a:lnTo>
                  <a:pt x="241556" y="130405"/>
                </a:lnTo>
                <a:lnTo>
                  <a:pt x="242437" y="157099"/>
                </a:lnTo>
                <a:lnTo>
                  <a:pt x="241558" y="183463"/>
                </a:lnTo>
                <a:lnTo>
                  <a:pt x="234561" y="230429"/>
                </a:lnTo>
                <a:lnTo>
                  <a:pt x="220730" y="269343"/>
                </a:lnTo>
                <a:lnTo>
                  <a:pt x="189351" y="306705"/>
                </a:lnTo>
                <a:lnTo>
                  <a:pt x="192399" y="314198"/>
                </a:lnTo>
                <a:lnTo>
                  <a:pt x="231904" y="275550"/>
                </a:lnTo>
                <a:lnTo>
                  <a:pt x="249930" y="233785"/>
                </a:lnTo>
                <a:lnTo>
                  <a:pt x="259074" y="184306"/>
                </a:lnTo>
                <a:lnTo>
                  <a:pt x="260217" y="156972"/>
                </a:lnTo>
                <a:lnTo>
                  <a:pt x="259074" y="129494"/>
                </a:lnTo>
                <a:lnTo>
                  <a:pt x="249930" y="80015"/>
                </a:lnTo>
                <a:lnTo>
                  <a:pt x="231904" y="38558"/>
                </a:lnTo>
                <a:lnTo>
                  <a:pt x="207139" y="9550"/>
                </a:lnTo>
                <a:lnTo>
                  <a:pt x="192399" y="0"/>
                </a:lnTo>
                <a:close/>
              </a:path>
              <a:path w="260350" h="314325">
                <a:moveTo>
                  <a:pt x="67812" y="0"/>
                </a:moveTo>
                <a:lnTo>
                  <a:pt x="28307" y="38558"/>
                </a:lnTo>
                <a:lnTo>
                  <a:pt x="10281" y="80015"/>
                </a:lnTo>
                <a:lnTo>
                  <a:pt x="1137" y="129494"/>
                </a:lnTo>
                <a:lnTo>
                  <a:pt x="0" y="157099"/>
                </a:lnTo>
                <a:lnTo>
                  <a:pt x="1137" y="184306"/>
                </a:lnTo>
                <a:lnTo>
                  <a:pt x="10281" y="233785"/>
                </a:lnTo>
                <a:lnTo>
                  <a:pt x="28307" y="275550"/>
                </a:lnTo>
                <a:lnTo>
                  <a:pt x="53072" y="304696"/>
                </a:lnTo>
                <a:lnTo>
                  <a:pt x="67812" y="314198"/>
                </a:lnTo>
                <a:lnTo>
                  <a:pt x="70860" y="306705"/>
                </a:lnTo>
                <a:lnTo>
                  <a:pt x="59051" y="297156"/>
                </a:lnTo>
                <a:lnTo>
                  <a:pt x="48588" y="284702"/>
                </a:lnTo>
                <a:lnTo>
                  <a:pt x="25650" y="230429"/>
                </a:lnTo>
                <a:lnTo>
                  <a:pt x="18653" y="183463"/>
                </a:lnTo>
                <a:lnTo>
                  <a:pt x="17778" y="156972"/>
                </a:lnTo>
                <a:lnTo>
                  <a:pt x="18655" y="130405"/>
                </a:lnTo>
                <a:lnTo>
                  <a:pt x="25704" y="83161"/>
                </a:lnTo>
                <a:lnTo>
                  <a:pt x="39660" y="44513"/>
                </a:lnTo>
                <a:lnTo>
                  <a:pt x="70860" y="7365"/>
                </a:lnTo>
                <a:lnTo>
                  <a:pt x="67812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7" name="object 47"/>
          <p:cNvSpPr txBox="1"/>
          <p:nvPr/>
        </p:nvSpPr>
        <p:spPr>
          <a:xfrm>
            <a:off x="2422525" y="3396488"/>
            <a:ext cx="118745" cy="47688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ts val="1775"/>
              </a:lnSpc>
              <a:spcBef>
                <a:spcPts val="100"/>
              </a:spcBef>
            </a:pPr>
            <a:r>
              <a:rPr sz="1500" dirty="0">
                <a:latin typeface="Cambria Math"/>
                <a:cs typeface="Cambria Math"/>
              </a:rPr>
              <a:t>0</a:t>
            </a:r>
            <a:endParaRPr sz="1500">
              <a:latin typeface="Cambria Math"/>
              <a:cs typeface="Cambria Math"/>
            </a:endParaRPr>
          </a:p>
          <a:p>
            <a:pPr>
              <a:lnSpc>
                <a:spcPts val="1775"/>
              </a:lnSpc>
            </a:pPr>
            <a:r>
              <a:rPr sz="1500" dirty="0">
                <a:latin typeface="Cambria Math"/>
                <a:cs typeface="Cambria Math"/>
              </a:rPr>
              <a:t>0</a:t>
            </a:r>
            <a:endParaRPr sz="1500">
              <a:latin typeface="Cambria Math"/>
              <a:cs typeface="Cambria Math"/>
            </a:endParaRPr>
          </a:p>
        </p:txBody>
      </p:sp>
      <p:sp>
        <p:nvSpPr>
          <p:cNvPr id="48" name="object 48"/>
          <p:cNvSpPr txBox="1"/>
          <p:nvPr/>
        </p:nvSpPr>
        <p:spPr>
          <a:xfrm>
            <a:off x="2668397" y="3498595"/>
            <a:ext cx="1313180" cy="254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00"/>
              </a:spcBef>
            </a:pPr>
            <a:r>
              <a:rPr sz="1500" dirty="0">
                <a:latin typeface="Cambria Math"/>
                <a:cs typeface="Cambria Math"/>
              </a:rPr>
              <a:t>,</a:t>
            </a:r>
            <a:r>
              <a:rPr sz="1500" spc="-90" dirty="0">
                <a:latin typeface="Cambria Math"/>
                <a:cs typeface="Cambria Math"/>
              </a:rPr>
              <a:t> </a:t>
            </a:r>
            <a:r>
              <a:rPr sz="1500" dirty="0">
                <a:latin typeface="Cambria Math"/>
                <a:cs typeface="Cambria Math"/>
              </a:rPr>
              <a:t>𝑦</a:t>
            </a:r>
            <a:r>
              <a:rPr sz="1650" baseline="-15151" dirty="0">
                <a:latin typeface="Cambria Math"/>
                <a:cs typeface="Cambria Math"/>
              </a:rPr>
              <a:t>1</a:t>
            </a:r>
            <a:r>
              <a:rPr sz="1650" spc="337" baseline="-15151" dirty="0">
                <a:latin typeface="Cambria Math"/>
                <a:cs typeface="Cambria Math"/>
              </a:rPr>
              <a:t> </a:t>
            </a:r>
            <a:r>
              <a:rPr sz="1500" dirty="0">
                <a:latin typeface="Cambria Math"/>
                <a:cs typeface="Cambria Math"/>
              </a:rPr>
              <a:t>=</a:t>
            </a:r>
            <a:r>
              <a:rPr sz="1500" spc="75" dirty="0">
                <a:latin typeface="Cambria Math"/>
                <a:cs typeface="Cambria Math"/>
              </a:rPr>
              <a:t> </a:t>
            </a:r>
            <a:r>
              <a:rPr sz="1500" dirty="0">
                <a:latin typeface="Cambria Math"/>
                <a:cs typeface="Cambria Math"/>
              </a:rPr>
              <a:t>−1</a:t>
            </a:r>
            <a:r>
              <a:rPr sz="1500" spc="-10" dirty="0">
                <a:latin typeface="Cambria Math"/>
                <a:cs typeface="Cambria Math"/>
              </a:rPr>
              <a:t> </a:t>
            </a:r>
            <a:r>
              <a:rPr sz="1500" dirty="0">
                <a:latin typeface="Cambria Math"/>
                <a:cs typeface="Cambria Math"/>
              </a:rPr>
              <a:t>,</a:t>
            </a:r>
            <a:r>
              <a:rPr sz="1500" spc="-100" dirty="0">
                <a:latin typeface="Cambria Math"/>
                <a:cs typeface="Cambria Math"/>
              </a:rPr>
              <a:t> </a:t>
            </a:r>
            <a:r>
              <a:rPr sz="1500" dirty="0">
                <a:latin typeface="Cambria Math"/>
                <a:cs typeface="Cambria Math"/>
              </a:rPr>
              <a:t>𝑥</a:t>
            </a:r>
            <a:r>
              <a:rPr sz="1650" baseline="-15151" dirty="0">
                <a:latin typeface="Cambria Math"/>
                <a:cs typeface="Cambria Math"/>
              </a:rPr>
              <a:t>2</a:t>
            </a:r>
            <a:r>
              <a:rPr sz="1650" spc="337" baseline="-15151" dirty="0">
                <a:latin typeface="Cambria Math"/>
                <a:cs typeface="Cambria Math"/>
              </a:rPr>
              <a:t> </a:t>
            </a:r>
            <a:r>
              <a:rPr sz="1500" spc="-50" dirty="0">
                <a:latin typeface="Cambria Math"/>
                <a:cs typeface="Cambria Math"/>
              </a:rPr>
              <a:t>=</a:t>
            </a:r>
            <a:endParaRPr sz="1500">
              <a:latin typeface="Cambria Math"/>
              <a:cs typeface="Cambria Math"/>
            </a:endParaRPr>
          </a:p>
        </p:txBody>
      </p:sp>
      <p:sp>
        <p:nvSpPr>
          <p:cNvPr id="49" name="object 49"/>
          <p:cNvSpPr/>
          <p:nvPr/>
        </p:nvSpPr>
        <p:spPr>
          <a:xfrm>
            <a:off x="4011427" y="3489325"/>
            <a:ext cx="260350" cy="314325"/>
          </a:xfrm>
          <a:custGeom>
            <a:avLst/>
            <a:gdLst/>
            <a:ahLst/>
            <a:cxnLst/>
            <a:rect l="l" t="t" r="r" b="b"/>
            <a:pathLst>
              <a:path w="260350" h="314325">
                <a:moveTo>
                  <a:pt x="192399" y="0"/>
                </a:moveTo>
                <a:lnTo>
                  <a:pt x="189351" y="7365"/>
                </a:lnTo>
                <a:lnTo>
                  <a:pt x="201069" y="16890"/>
                </a:lnTo>
                <a:lnTo>
                  <a:pt x="211465" y="29273"/>
                </a:lnTo>
                <a:lnTo>
                  <a:pt x="234508" y="83161"/>
                </a:lnTo>
                <a:lnTo>
                  <a:pt x="241556" y="130405"/>
                </a:lnTo>
                <a:lnTo>
                  <a:pt x="242437" y="157099"/>
                </a:lnTo>
                <a:lnTo>
                  <a:pt x="241558" y="183463"/>
                </a:lnTo>
                <a:lnTo>
                  <a:pt x="234561" y="230429"/>
                </a:lnTo>
                <a:lnTo>
                  <a:pt x="220730" y="269343"/>
                </a:lnTo>
                <a:lnTo>
                  <a:pt x="189351" y="306705"/>
                </a:lnTo>
                <a:lnTo>
                  <a:pt x="192399" y="314198"/>
                </a:lnTo>
                <a:lnTo>
                  <a:pt x="231904" y="275550"/>
                </a:lnTo>
                <a:lnTo>
                  <a:pt x="249930" y="233785"/>
                </a:lnTo>
                <a:lnTo>
                  <a:pt x="259074" y="184306"/>
                </a:lnTo>
                <a:lnTo>
                  <a:pt x="260217" y="156972"/>
                </a:lnTo>
                <a:lnTo>
                  <a:pt x="259074" y="129494"/>
                </a:lnTo>
                <a:lnTo>
                  <a:pt x="249930" y="80015"/>
                </a:lnTo>
                <a:lnTo>
                  <a:pt x="231904" y="38558"/>
                </a:lnTo>
                <a:lnTo>
                  <a:pt x="207139" y="9550"/>
                </a:lnTo>
                <a:lnTo>
                  <a:pt x="192399" y="0"/>
                </a:lnTo>
                <a:close/>
              </a:path>
              <a:path w="260350" h="314325">
                <a:moveTo>
                  <a:pt x="67812" y="0"/>
                </a:moveTo>
                <a:lnTo>
                  <a:pt x="28307" y="38558"/>
                </a:lnTo>
                <a:lnTo>
                  <a:pt x="10281" y="80015"/>
                </a:lnTo>
                <a:lnTo>
                  <a:pt x="1137" y="129494"/>
                </a:lnTo>
                <a:lnTo>
                  <a:pt x="0" y="157099"/>
                </a:lnTo>
                <a:lnTo>
                  <a:pt x="1137" y="184306"/>
                </a:lnTo>
                <a:lnTo>
                  <a:pt x="10281" y="233785"/>
                </a:lnTo>
                <a:lnTo>
                  <a:pt x="28307" y="275550"/>
                </a:lnTo>
                <a:lnTo>
                  <a:pt x="53072" y="304696"/>
                </a:lnTo>
                <a:lnTo>
                  <a:pt x="67812" y="314198"/>
                </a:lnTo>
                <a:lnTo>
                  <a:pt x="70860" y="306705"/>
                </a:lnTo>
                <a:lnTo>
                  <a:pt x="59051" y="297156"/>
                </a:lnTo>
                <a:lnTo>
                  <a:pt x="48588" y="284702"/>
                </a:lnTo>
                <a:lnTo>
                  <a:pt x="25650" y="230429"/>
                </a:lnTo>
                <a:lnTo>
                  <a:pt x="18653" y="183463"/>
                </a:lnTo>
                <a:lnTo>
                  <a:pt x="17778" y="156972"/>
                </a:lnTo>
                <a:lnTo>
                  <a:pt x="18655" y="130405"/>
                </a:lnTo>
                <a:lnTo>
                  <a:pt x="25704" y="83161"/>
                </a:lnTo>
                <a:lnTo>
                  <a:pt x="39660" y="44513"/>
                </a:lnTo>
                <a:lnTo>
                  <a:pt x="70860" y="7365"/>
                </a:lnTo>
                <a:lnTo>
                  <a:pt x="67812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0" name="object 50"/>
          <p:cNvSpPr txBox="1"/>
          <p:nvPr/>
        </p:nvSpPr>
        <p:spPr>
          <a:xfrm>
            <a:off x="4090161" y="3396488"/>
            <a:ext cx="118745" cy="47688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ts val="1775"/>
              </a:lnSpc>
              <a:spcBef>
                <a:spcPts val="100"/>
              </a:spcBef>
            </a:pPr>
            <a:r>
              <a:rPr sz="1500" dirty="0">
                <a:latin typeface="Cambria Math"/>
                <a:cs typeface="Cambria Math"/>
              </a:rPr>
              <a:t>1</a:t>
            </a:r>
            <a:endParaRPr sz="1500">
              <a:latin typeface="Cambria Math"/>
              <a:cs typeface="Cambria Math"/>
            </a:endParaRPr>
          </a:p>
          <a:p>
            <a:pPr>
              <a:lnSpc>
                <a:spcPts val="1775"/>
              </a:lnSpc>
            </a:pPr>
            <a:r>
              <a:rPr sz="1500" dirty="0">
                <a:latin typeface="Cambria Math"/>
                <a:cs typeface="Cambria Math"/>
              </a:rPr>
              <a:t>0</a:t>
            </a:r>
            <a:endParaRPr sz="1500">
              <a:latin typeface="Cambria Math"/>
              <a:cs typeface="Cambria Math"/>
            </a:endParaRPr>
          </a:p>
        </p:txBody>
      </p:sp>
      <p:sp>
        <p:nvSpPr>
          <p:cNvPr id="51" name="object 51"/>
          <p:cNvSpPr txBox="1"/>
          <p:nvPr/>
        </p:nvSpPr>
        <p:spPr>
          <a:xfrm>
            <a:off x="4336034" y="3498595"/>
            <a:ext cx="1174115" cy="254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00"/>
              </a:spcBef>
            </a:pPr>
            <a:r>
              <a:rPr sz="1500" dirty="0">
                <a:latin typeface="Cambria Math"/>
                <a:cs typeface="Cambria Math"/>
              </a:rPr>
              <a:t>,</a:t>
            </a:r>
            <a:r>
              <a:rPr sz="1500" spc="-85" dirty="0">
                <a:latin typeface="Cambria Math"/>
                <a:cs typeface="Cambria Math"/>
              </a:rPr>
              <a:t> </a:t>
            </a:r>
            <a:r>
              <a:rPr sz="1500" dirty="0">
                <a:latin typeface="Cambria Math"/>
                <a:cs typeface="Cambria Math"/>
              </a:rPr>
              <a:t>𝑦</a:t>
            </a:r>
            <a:r>
              <a:rPr sz="1650" baseline="-15151" dirty="0">
                <a:latin typeface="Cambria Math"/>
                <a:cs typeface="Cambria Math"/>
              </a:rPr>
              <a:t>2</a:t>
            </a:r>
            <a:r>
              <a:rPr sz="1650" spc="345" baseline="-15151" dirty="0">
                <a:latin typeface="Cambria Math"/>
                <a:cs typeface="Cambria Math"/>
              </a:rPr>
              <a:t> </a:t>
            </a:r>
            <a:r>
              <a:rPr sz="1500" dirty="0">
                <a:latin typeface="Cambria Math"/>
                <a:cs typeface="Cambria Math"/>
              </a:rPr>
              <a:t>=</a:t>
            </a:r>
            <a:r>
              <a:rPr sz="1500" spc="85" dirty="0">
                <a:latin typeface="Cambria Math"/>
                <a:cs typeface="Cambria Math"/>
              </a:rPr>
              <a:t> </a:t>
            </a:r>
            <a:r>
              <a:rPr sz="1500" dirty="0">
                <a:latin typeface="Cambria Math"/>
                <a:cs typeface="Cambria Math"/>
              </a:rPr>
              <a:t>1</a:t>
            </a:r>
            <a:r>
              <a:rPr sz="1500" spc="-5" dirty="0">
                <a:latin typeface="Cambria Math"/>
                <a:cs typeface="Cambria Math"/>
              </a:rPr>
              <a:t> </a:t>
            </a:r>
            <a:r>
              <a:rPr sz="1500" dirty="0">
                <a:latin typeface="Cambria Math"/>
                <a:cs typeface="Cambria Math"/>
              </a:rPr>
              <a:t>,</a:t>
            </a:r>
            <a:r>
              <a:rPr sz="1500" spc="-90" dirty="0">
                <a:latin typeface="Cambria Math"/>
                <a:cs typeface="Cambria Math"/>
              </a:rPr>
              <a:t> </a:t>
            </a:r>
            <a:r>
              <a:rPr sz="1500" dirty="0">
                <a:latin typeface="Cambria Math"/>
                <a:cs typeface="Cambria Math"/>
              </a:rPr>
              <a:t>𝑥</a:t>
            </a:r>
            <a:r>
              <a:rPr sz="1650" baseline="-15151" dirty="0">
                <a:latin typeface="Cambria Math"/>
                <a:cs typeface="Cambria Math"/>
              </a:rPr>
              <a:t>3</a:t>
            </a:r>
            <a:r>
              <a:rPr sz="1650" spc="330" baseline="-15151" dirty="0">
                <a:latin typeface="Cambria Math"/>
                <a:cs typeface="Cambria Math"/>
              </a:rPr>
              <a:t> </a:t>
            </a:r>
            <a:r>
              <a:rPr sz="1500" spc="-50" dirty="0">
                <a:latin typeface="Cambria Math"/>
                <a:cs typeface="Cambria Math"/>
              </a:rPr>
              <a:t>=</a:t>
            </a:r>
            <a:endParaRPr sz="1500">
              <a:latin typeface="Cambria Math"/>
              <a:cs typeface="Cambria Math"/>
            </a:endParaRPr>
          </a:p>
        </p:txBody>
      </p:sp>
      <p:sp>
        <p:nvSpPr>
          <p:cNvPr id="52" name="object 52"/>
          <p:cNvSpPr/>
          <p:nvPr/>
        </p:nvSpPr>
        <p:spPr>
          <a:xfrm>
            <a:off x="5541523" y="3489325"/>
            <a:ext cx="259079" cy="314325"/>
          </a:xfrm>
          <a:custGeom>
            <a:avLst/>
            <a:gdLst/>
            <a:ahLst/>
            <a:cxnLst/>
            <a:rect l="l" t="t" r="r" b="b"/>
            <a:pathLst>
              <a:path w="259079" h="314325">
                <a:moveTo>
                  <a:pt x="190875" y="0"/>
                </a:moveTo>
                <a:lnTo>
                  <a:pt x="187827" y="7365"/>
                </a:lnTo>
                <a:lnTo>
                  <a:pt x="199545" y="16890"/>
                </a:lnTo>
                <a:lnTo>
                  <a:pt x="209941" y="29273"/>
                </a:lnTo>
                <a:lnTo>
                  <a:pt x="232984" y="83161"/>
                </a:lnTo>
                <a:lnTo>
                  <a:pt x="240032" y="130405"/>
                </a:lnTo>
                <a:lnTo>
                  <a:pt x="240913" y="157099"/>
                </a:lnTo>
                <a:lnTo>
                  <a:pt x="240034" y="183463"/>
                </a:lnTo>
                <a:lnTo>
                  <a:pt x="233037" y="230429"/>
                </a:lnTo>
                <a:lnTo>
                  <a:pt x="219206" y="269343"/>
                </a:lnTo>
                <a:lnTo>
                  <a:pt x="187827" y="306705"/>
                </a:lnTo>
                <a:lnTo>
                  <a:pt x="190875" y="314198"/>
                </a:lnTo>
                <a:lnTo>
                  <a:pt x="230380" y="275550"/>
                </a:lnTo>
                <a:lnTo>
                  <a:pt x="248406" y="233785"/>
                </a:lnTo>
                <a:lnTo>
                  <a:pt x="257550" y="184306"/>
                </a:lnTo>
                <a:lnTo>
                  <a:pt x="258693" y="156972"/>
                </a:lnTo>
                <a:lnTo>
                  <a:pt x="257550" y="129494"/>
                </a:lnTo>
                <a:lnTo>
                  <a:pt x="248406" y="80015"/>
                </a:lnTo>
                <a:lnTo>
                  <a:pt x="230380" y="38558"/>
                </a:lnTo>
                <a:lnTo>
                  <a:pt x="205615" y="9550"/>
                </a:lnTo>
                <a:lnTo>
                  <a:pt x="190875" y="0"/>
                </a:lnTo>
                <a:close/>
              </a:path>
              <a:path w="259079" h="314325">
                <a:moveTo>
                  <a:pt x="67812" y="0"/>
                </a:moveTo>
                <a:lnTo>
                  <a:pt x="28307" y="38558"/>
                </a:lnTo>
                <a:lnTo>
                  <a:pt x="10281" y="80015"/>
                </a:lnTo>
                <a:lnTo>
                  <a:pt x="1137" y="129494"/>
                </a:lnTo>
                <a:lnTo>
                  <a:pt x="0" y="157099"/>
                </a:lnTo>
                <a:lnTo>
                  <a:pt x="1137" y="184306"/>
                </a:lnTo>
                <a:lnTo>
                  <a:pt x="10281" y="233785"/>
                </a:lnTo>
                <a:lnTo>
                  <a:pt x="28307" y="275550"/>
                </a:lnTo>
                <a:lnTo>
                  <a:pt x="53072" y="304696"/>
                </a:lnTo>
                <a:lnTo>
                  <a:pt x="67812" y="314198"/>
                </a:lnTo>
                <a:lnTo>
                  <a:pt x="70860" y="306705"/>
                </a:lnTo>
                <a:lnTo>
                  <a:pt x="59051" y="297156"/>
                </a:lnTo>
                <a:lnTo>
                  <a:pt x="48588" y="284702"/>
                </a:lnTo>
                <a:lnTo>
                  <a:pt x="25650" y="230429"/>
                </a:lnTo>
                <a:lnTo>
                  <a:pt x="18653" y="183463"/>
                </a:lnTo>
                <a:lnTo>
                  <a:pt x="17778" y="156972"/>
                </a:lnTo>
                <a:lnTo>
                  <a:pt x="18655" y="130405"/>
                </a:lnTo>
                <a:lnTo>
                  <a:pt x="25704" y="83161"/>
                </a:lnTo>
                <a:lnTo>
                  <a:pt x="39660" y="44513"/>
                </a:lnTo>
                <a:lnTo>
                  <a:pt x="70860" y="7365"/>
                </a:lnTo>
                <a:lnTo>
                  <a:pt x="67812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3" name="object 53"/>
          <p:cNvSpPr txBox="1"/>
          <p:nvPr/>
        </p:nvSpPr>
        <p:spPr>
          <a:xfrm>
            <a:off x="5618988" y="3396488"/>
            <a:ext cx="118745" cy="4781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ts val="1780"/>
              </a:lnSpc>
              <a:spcBef>
                <a:spcPts val="100"/>
              </a:spcBef>
            </a:pPr>
            <a:r>
              <a:rPr sz="1500" dirty="0">
                <a:latin typeface="Cambria Math"/>
                <a:cs typeface="Cambria Math"/>
              </a:rPr>
              <a:t>0</a:t>
            </a:r>
            <a:endParaRPr sz="1500">
              <a:latin typeface="Cambria Math"/>
              <a:cs typeface="Cambria Math"/>
            </a:endParaRPr>
          </a:p>
          <a:p>
            <a:pPr>
              <a:lnSpc>
                <a:spcPts val="1780"/>
              </a:lnSpc>
            </a:pPr>
            <a:r>
              <a:rPr sz="1500" dirty="0">
                <a:latin typeface="Cambria Math"/>
                <a:cs typeface="Cambria Math"/>
              </a:rPr>
              <a:t>1</a:t>
            </a:r>
            <a:endParaRPr sz="1500">
              <a:latin typeface="Cambria Math"/>
              <a:cs typeface="Cambria Math"/>
            </a:endParaRPr>
          </a:p>
        </p:txBody>
      </p:sp>
      <p:sp>
        <p:nvSpPr>
          <p:cNvPr id="54" name="object 54"/>
          <p:cNvSpPr txBox="1"/>
          <p:nvPr/>
        </p:nvSpPr>
        <p:spPr>
          <a:xfrm>
            <a:off x="5864859" y="3498595"/>
            <a:ext cx="1175385" cy="254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00"/>
              </a:spcBef>
            </a:pPr>
            <a:r>
              <a:rPr sz="1500" dirty="0">
                <a:latin typeface="Cambria Math"/>
                <a:cs typeface="Cambria Math"/>
              </a:rPr>
              <a:t>,</a:t>
            </a:r>
            <a:r>
              <a:rPr sz="1500" spc="-85" dirty="0">
                <a:latin typeface="Cambria Math"/>
                <a:cs typeface="Cambria Math"/>
              </a:rPr>
              <a:t> </a:t>
            </a:r>
            <a:r>
              <a:rPr sz="1500" dirty="0">
                <a:latin typeface="Cambria Math"/>
                <a:cs typeface="Cambria Math"/>
              </a:rPr>
              <a:t>𝑦</a:t>
            </a:r>
            <a:r>
              <a:rPr sz="1650" baseline="-15151" dirty="0">
                <a:latin typeface="Cambria Math"/>
                <a:cs typeface="Cambria Math"/>
              </a:rPr>
              <a:t>3</a:t>
            </a:r>
            <a:r>
              <a:rPr sz="1650" spc="345" baseline="-15151" dirty="0">
                <a:latin typeface="Cambria Math"/>
                <a:cs typeface="Cambria Math"/>
              </a:rPr>
              <a:t> </a:t>
            </a:r>
            <a:r>
              <a:rPr sz="1500" dirty="0">
                <a:latin typeface="Cambria Math"/>
                <a:cs typeface="Cambria Math"/>
              </a:rPr>
              <a:t>=</a:t>
            </a:r>
            <a:r>
              <a:rPr sz="1500" spc="85" dirty="0">
                <a:latin typeface="Cambria Math"/>
                <a:cs typeface="Cambria Math"/>
              </a:rPr>
              <a:t> </a:t>
            </a:r>
            <a:r>
              <a:rPr sz="1500" dirty="0">
                <a:latin typeface="Cambria Math"/>
                <a:cs typeface="Cambria Math"/>
              </a:rPr>
              <a:t>1</a:t>
            </a:r>
            <a:r>
              <a:rPr sz="1500" spc="-5" dirty="0">
                <a:latin typeface="Cambria Math"/>
                <a:cs typeface="Cambria Math"/>
              </a:rPr>
              <a:t> </a:t>
            </a:r>
            <a:r>
              <a:rPr sz="1500" dirty="0">
                <a:latin typeface="Cambria Math"/>
                <a:cs typeface="Cambria Math"/>
              </a:rPr>
              <a:t>,</a:t>
            </a:r>
            <a:r>
              <a:rPr sz="1500" spc="-90" dirty="0">
                <a:latin typeface="Cambria Math"/>
                <a:cs typeface="Cambria Math"/>
              </a:rPr>
              <a:t> </a:t>
            </a:r>
            <a:r>
              <a:rPr sz="1500" dirty="0">
                <a:latin typeface="Cambria Math"/>
                <a:cs typeface="Cambria Math"/>
              </a:rPr>
              <a:t>𝑥</a:t>
            </a:r>
            <a:r>
              <a:rPr sz="1650" baseline="-15151" dirty="0">
                <a:latin typeface="Cambria Math"/>
                <a:cs typeface="Cambria Math"/>
              </a:rPr>
              <a:t>4</a:t>
            </a:r>
            <a:r>
              <a:rPr sz="1650" spc="345" baseline="-15151" dirty="0">
                <a:latin typeface="Cambria Math"/>
                <a:cs typeface="Cambria Math"/>
              </a:rPr>
              <a:t> </a:t>
            </a:r>
            <a:r>
              <a:rPr sz="1500" spc="-50" dirty="0">
                <a:latin typeface="Cambria Math"/>
                <a:cs typeface="Cambria Math"/>
              </a:rPr>
              <a:t>=</a:t>
            </a:r>
            <a:endParaRPr sz="1500">
              <a:latin typeface="Cambria Math"/>
              <a:cs typeface="Cambria Math"/>
            </a:endParaRPr>
          </a:p>
        </p:txBody>
      </p:sp>
      <p:sp>
        <p:nvSpPr>
          <p:cNvPr id="55" name="object 55"/>
          <p:cNvSpPr/>
          <p:nvPr/>
        </p:nvSpPr>
        <p:spPr>
          <a:xfrm>
            <a:off x="7070095" y="3489325"/>
            <a:ext cx="259079" cy="314325"/>
          </a:xfrm>
          <a:custGeom>
            <a:avLst/>
            <a:gdLst/>
            <a:ahLst/>
            <a:cxnLst/>
            <a:rect l="l" t="t" r="r" b="b"/>
            <a:pathLst>
              <a:path w="259079" h="314325">
                <a:moveTo>
                  <a:pt x="190875" y="0"/>
                </a:moveTo>
                <a:lnTo>
                  <a:pt x="187827" y="7365"/>
                </a:lnTo>
                <a:lnTo>
                  <a:pt x="199545" y="16890"/>
                </a:lnTo>
                <a:lnTo>
                  <a:pt x="209941" y="29273"/>
                </a:lnTo>
                <a:lnTo>
                  <a:pt x="232984" y="83161"/>
                </a:lnTo>
                <a:lnTo>
                  <a:pt x="240032" y="130405"/>
                </a:lnTo>
                <a:lnTo>
                  <a:pt x="240913" y="157099"/>
                </a:lnTo>
                <a:lnTo>
                  <a:pt x="240034" y="183463"/>
                </a:lnTo>
                <a:lnTo>
                  <a:pt x="233037" y="230429"/>
                </a:lnTo>
                <a:lnTo>
                  <a:pt x="219206" y="269343"/>
                </a:lnTo>
                <a:lnTo>
                  <a:pt x="187827" y="306705"/>
                </a:lnTo>
                <a:lnTo>
                  <a:pt x="190875" y="314198"/>
                </a:lnTo>
                <a:lnTo>
                  <a:pt x="230380" y="275550"/>
                </a:lnTo>
                <a:lnTo>
                  <a:pt x="248406" y="233785"/>
                </a:lnTo>
                <a:lnTo>
                  <a:pt x="257550" y="184306"/>
                </a:lnTo>
                <a:lnTo>
                  <a:pt x="258693" y="156972"/>
                </a:lnTo>
                <a:lnTo>
                  <a:pt x="257550" y="129494"/>
                </a:lnTo>
                <a:lnTo>
                  <a:pt x="248406" y="80015"/>
                </a:lnTo>
                <a:lnTo>
                  <a:pt x="230380" y="38558"/>
                </a:lnTo>
                <a:lnTo>
                  <a:pt x="205615" y="9550"/>
                </a:lnTo>
                <a:lnTo>
                  <a:pt x="190875" y="0"/>
                </a:lnTo>
                <a:close/>
              </a:path>
              <a:path w="259079" h="314325">
                <a:moveTo>
                  <a:pt x="67812" y="0"/>
                </a:moveTo>
                <a:lnTo>
                  <a:pt x="28307" y="38558"/>
                </a:lnTo>
                <a:lnTo>
                  <a:pt x="10281" y="80015"/>
                </a:lnTo>
                <a:lnTo>
                  <a:pt x="1137" y="129494"/>
                </a:lnTo>
                <a:lnTo>
                  <a:pt x="0" y="157099"/>
                </a:lnTo>
                <a:lnTo>
                  <a:pt x="1137" y="184306"/>
                </a:lnTo>
                <a:lnTo>
                  <a:pt x="10281" y="233785"/>
                </a:lnTo>
                <a:lnTo>
                  <a:pt x="28307" y="275550"/>
                </a:lnTo>
                <a:lnTo>
                  <a:pt x="53072" y="304696"/>
                </a:lnTo>
                <a:lnTo>
                  <a:pt x="67812" y="314198"/>
                </a:lnTo>
                <a:lnTo>
                  <a:pt x="70860" y="306705"/>
                </a:lnTo>
                <a:lnTo>
                  <a:pt x="59051" y="297156"/>
                </a:lnTo>
                <a:lnTo>
                  <a:pt x="48588" y="284702"/>
                </a:lnTo>
                <a:lnTo>
                  <a:pt x="25650" y="230429"/>
                </a:lnTo>
                <a:lnTo>
                  <a:pt x="18653" y="183463"/>
                </a:lnTo>
                <a:lnTo>
                  <a:pt x="17778" y="156972"/>
                </a:lnTo>
                <a:lnTo>
                  <a:pt x="18655" y="130405"/>
                </a:lnTo>
                <a:lnTo>
                  <a:pt x="25704" y="83161"/>
                </a:lnTo>
                <a:lnTo>
                  <a:pt x="39660" y="44513"/>
                </a:lnTo>
                <a:lnTo>
                  <a:pt x="70860" y="7365"/>
                </a:lnTo>
                <a:lnTo>
                  <a:pt x="67812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6" name="object 56"/>
          <p:cNvSpPr txBox="1"/>
          <p:nvPr/>
        </p:nvSpPr>
        <p:spPr>
          <a:xfrm>
            <a:off x="7147559" y="3396488"/>
            <a:ext cx="118745" cy="4781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ts val="1780"/>
              </a:lnSpc>
              <a:spcBef>
                <a:spcPts val="100"/>
              </a:spcBef>
            </a:pPr>
            <a:r>
              <a:rPr sz="1500" dirty="0">
                <a:latin typeface="Cambria Math"/>
                <a:cs typeface="Cambria Math"/>
              </a:rPr>
              <a:t>1</a:t>
            </a:r>
            <a:endParaRPr sz="1500">
              <a:latin typeface="Cambria Math"/>
              <a:cs typeface="Cambria Math"/>
            </a:endParaRPr>
          </a:p>
          <a:p>
            <a:pPr>
              <a:lnSpc>
                <a:spcPts val="1780"/>
              </a:lnSpc>
            </a:pPr>
            <a:r>
              <a:rPr sz="1500" dirty="0">
                <a:latin typeface="Cambria Math"/>
                <a:cs typeface="Cambria Math"/>
              </a:rPr>
              <a:t>1</a:t>
            </a:r>
            <a:endParaRPr sz="1500">
              <a:latin typeface="Cambria Math"/>
              <a:cs typeface="Cambria Math"/>
            </a:endParaRPr>
          </a:p>
        </p:txBody>
      </p:sp>
      <p:sp>
        <p:nvSpPr>
          <p:cNvPr id="57" name="object 57"/>
          <p:cNvSpPr txBox="1"/>
          <p:nvPr/>
        </p:nvSpPr>
        <p:spPr>
          <a:xfrm>
            <a:off x="7393431" y="3498595"/>
            <a:ext cx="671195" cy="254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00"/>
              </a:spcBef>
            </a:pPr>
            <a:r>
              <a:rPr sz="1500" dirty="0">
                <a:latin typeface="Cambria Math"/>
                <a:cs typeface="Cambria Math"/>
              </a:rPr>
              <a:t>,</a:t>
            </a:r>
            <a:r>
              <a:rPr sz="1500" spc="-85" dirty="0">
                <a:latin typeface="Cambria Math"/>
                <a:cs typeface="Cambria Math"/>
              </a:rPr>
              <a:t> </a:t>
            </a:r>
            <a:r>
              <a:rPr sz="1500" dirty="0">
                <a:latin typeface="Cambria Math"/>
                <a:cs typeface="Cambria Math"/>
              </a:rPr>
              <a:t>𝑦</a:t>
            </a:r>
            <a:r>
              <a:rPr sz="1650" baseline="-15151" dirty="0">
                <a:latin typeface="Cambria Math"/>
                <a:cs typeface="Cambria Math"/>
              </a:rPr>
              <a:t>4</a:t>
            </a:r>
            <a:r>
              <a:rPr sz="1650" spc="284" baseline="-15151" dirty="0">
                <a:latin typeface="Cambria Math"/>
                <a:cs typeface="Cambria Math"/>
              </a:rPr>
              <a:t> </a:t>
            </a:r>
            <a:r>
              <a:rPr sz="1500" dirty="0">
                <a:latin typeface="Cambria Math"/>
                <a:cs typeface="Cambria Math"/>
              </a:rPr>
              <a:t>=</a:t>
            </a:r>
            <a:r>
              <a:rPr sz="1500" spc="55" dirty="0">
                <a:latin typeface="Cambria Math"/>
                <a:cs typeface="Cambria Math"/>
              </a:rPr>
              <a:t> </a:t>
            </a:r>
            <a:r>
              <a:rPr sz="1500" spc="-50" dirty="0">
                <a:latin typeface="Cambria Math"/>
                <a:cs typeface="Cambria Math"/>
              </a:rPr>
              <a:t>1</a:t>
            </a:r>
            <a:endParaRPr sz="1500">
              <a:latin typeface="Cambria Math"/>
              <a:cs typeface="Cambria Math"/>
            </a:endParaRPr>
          </a:p>
        </p:txBody>
      </p:sp>
      <p:graphicFrame>
        <p:nvGraphicFramePr>
          <p:cNvPr id="58" name="object 5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25080123"/>
              </p:ext>
            </p:extLst>
          </p:nvPr>
        </p:nvGraphicFramePr>
        <p:xfrm>
          <a:off x="679450" y="1796414"/>
          <a:ext cx="6482080" cy="138557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7434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7434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7434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406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31838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5433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 spc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7E7E7E"/>
                      </a:solidFill>
                      <a:prstDash val="solid"/>
                    </a:lnL>
                    <a:lnR w="3175">
                      <a:solidFill>
                        <a:srgbClr val="7E7E7E"/>
                      </a:solidFill>
                      <a:prstDash val="solid"/>
                    </a:lnR>
                    <a:lnT w="12700">
                      <a:solidFill>
                        <a:srgbClr val="183DAF"/>
                      </a:solidFill>
                      <a:prstDash val="solid"/>
                    </a:lnT>
                    <a:lnB w="12700">
                      <a:solidFill>
                        <a:srgbClr val="2D75B6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 spc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7E7E7E"/>
                      </a:solidFill>
                      <a:prstDash val="solid"/>
                    </a:lnL>
                    <a:lnR w="3175">
                      <a:solidFill>
                        <a:srgbClr val="7E7E7E"/>
                      </a:solidFill>
                      <a:prstDash val="solid"/>
                    </a:lnR>
                    <a:lnT w="12700">
                      <a:solidFill>
                        <a:srgbClr val="183DAF"/>
                      </a:solidFill>
                      <a:prstDash val="solid"/>
                    </a:lnT>
                    <a:lnB w="12700">
                      <a:solidFill>
                        <a:srgbClr val="6F2F9F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 spc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7E7E7E"/>
                      </a:solidFill>
                      <a:prstDash val="solid"/>
                    </a:lnL>
                    <a:lnR w="3175">
                      <a:solidFill>
                        <a:srgbClr val="7E7E7E"/>
                      </a:solidFill>
                      <a:prstDash val="solid"/>
                    </a:lnR>
                    <a:lnT w="12700">
                      <a:solidFill>
                        <a:srgbClr val="183DAF"/>
                      </a:solidFill>
                      <a:prstDash val="solid"/>
                    </a:lnT>
                    <a:lnB w="12700">
                      <a:solidFill>
                        <a:srgbClr val="CC0099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 spc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7E7E7E"/>
                      </a:solidFill>
                      <a:prstDash val="solid"/>
                    </a:lnL>
                    <a:lnR w="3175">
                      <a:solidFill>
                        <a:srgbClr val="7E7E7E"/>
                      </a:solidFill>
                      <a:prstDash val="solid"/>
                    </a:lnR>
                    <a:lnT w="12700">
                      <a:solidFill>
                        <a:srgbClr val="183DAF"/>
                      </a:solidFill>
                      <a:prstDash val="solid"/>
                    </a:lnT>
                    <a:lnB w="12700">
                      <a:solidFill>
                        <a:srgbClr val="227518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 spc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7E7E7E"/>
                      </a:solidFill>
                      <a:prstDash val="solid"/>
                    </a:lnL>
                    <a:lnR w="3175">
                      <a:solidFill>
                        <a:srgbClr val="7E7E7E"/>
                      </a:solidFill>
                      <a:prstDash val="solid"/>
                    </a:lnR>
                    <a:lnT w="12700">
                      <a:solidFill>
                        <a:srgbClr val="183DAF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781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40"/>
                        </a:spcBef>
                      </a:pPr>
                      <a:r>
                        <a:rPr sz="1300" spc="0" dirty="0">
                          <a:solidFill>
                            <a:srgbClr val="252525"/>
                          </a:solidFill>
                          <a:latin typeface="Trebuchet MS"/>
                          <a:cs typeface="Trebuchet MS"/>
                        </a:rPr>
                        <a:t>0</a:t>
                      </a:r>
                      <a:endParaRPr sz="1300" spc="0">
                        <a:latin typeface="Trebuchet MS"/>
                        <a:cs typeface="Trebuchet MS"/>
                      </a:endParaRPr>
                    </a:p>
                  </a:txBody>
                  <a:tcPr marL="0" marR="0" marT="17780" marB="0">
                    <a:lnL w="12700">
                      <a:solidFill>
                        <a:srgbClr val="2D75B6"/>
                      </a:solidFill>
                      <a:prstDash val="solid"/>
                    </a:lnL>
                    <a:lnR w="12700">
                      <a:solidFill>
                        <a:srgbClr val="6F2F9F"/>
                      </a:solidFill>
                      <a:prstDash val="solid"/>
                    </a:lnR>
                    <a:lnT w="12700">
                      <a:solidFill>
                        <a:srgbClr val="2D75B6"/>
                      </a:solidFill>
                      <a:prstDash val="solid"/>
                    </a:lnT>
                    <a:lnB w="12700">
                      <a:solidFill>
                        <a:srgbClr val="2D75B6"/>
                      </a:solidFill>
                      <a:prstDash val="solid"/>
                    </a:lnB>
                    <a:solidFill>
                      <a:srgbClr val="DEEB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40"/>
                        </a:spcBef>
                      </a:pPr>
                      <a:r>
                        <a:rPr sz="1300" spc="0" dirty="0">
                          <a:solidFill>
                            <a:srgbClr val="252525"/>
                          </a:solidFill>
                          <a:latin typeface="Trebuchet MS"/>
                          <a:cs typeface="Trebuchet MS"/>
                        </a:rPr>
                        <a:t>0</a:t>
                      </a:r>
                      <a:endParaRPr sz="1300" spc="0">
                        <a:latin typeface="Trebuchet MS"/>
                        <a:cs typeface="Trebuchet MS"/>
                      </a:endParaRPr>
                    </a:p>
                  </a:txBody>
                  <a:tcPr marL="0" marR="0" marT="17780" marB="0">
                    <a:lnL w="12700">
                      <a:solidFill>
                        <a:srgbClr val="6F2F9F"/>
                      </a:solidFill>
                      <a:prstDash val="solid"/>
                    </a:lnL>
                    <a:lnR w="12700">
                      <a:solidFill>
                        <a:srgbClr val="CC0099"/>
                      </a:solidFill>
                      <a:prstDash val="solid"/>
                    </a:lnR>
                    <a:lnT w="12700">
                      <a:solidFill>
                        <a:srgbClr val="6F2F9F"/>
                      </a:solidFill>
                      <a:prstDash val="solid"/>
                    </a:lnT>
                    <a:lnB w="12700">
                      <a:solidFill>
                        <a:srgbClr val="6F2F9F"/>
                      </a:solidFill>
                      <a:prstDash val="solid"/>
                    </a:lnB>
                    <a:solidFill>
                      <a:srgbClr val="E8D9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40"/>
                        </a:spcBef>
                      </a:pPr>
                      <a:r>
                        <a:rPr sz="1300" spc="0" dirty="0">
                          <a:solidFill>
                            <a:srgbClr val="252525"/>
                          </a:solidFill>
                          <a:latin typeface="Trebuchet MS"/>
                          <a:cs typeface="Trebuchet MS"/>
                        </a:rPr>
                        <a:t>0</a:t>
                      </a:r>
                      <a:endParaRPr sz="1300" spc="0">
                        <a:latin typeface="Trebuchet MS"/>
                        <a:cs typeface="Trebuchet MS"/>
                      </a:endParaRPr>
                    </a:p>
                  </a:txBody>
                  <a:tcPr marL="0" marR="0" marT="17780" marB="0">
                    <a:lnL w="12700">
                      <a:solidFill>
                        <a:srgbClr val="CC0099"/>
                      </a:solidFill>
                      <a:prstDash val="solid"/>
                    </a:lnL>
                    <a:lnR w="12700">
                      <a:solidFill>
                        <a:srgbClr val="227518"/>
                      </a:solidFill>
                      <a:prstDash val="solid"/>
                    </a:lnR>
                    <a:lnT w="12700">
                      <a:solidFill>
                        <a:srgbClr val="CC0099"/>
                      </a:solidFill>
                      <a:prstDash val="solid"/>
                    </a:lnT>
                    <a:lnB w="12700">
                      <a:solidFill>
                        <a:srgbClr val="CC0099"/>
                      </a:solidFill>
                      <a:prstDash val="solid"/>
                    </a:lnB>
                    <a:solidFill>
                      <a:srgbClr val="FFDDF6"/>
                    </a:solidFill>
                  </a:tcPr>
                </a:tc>
                <a:tc>
                  <a:txBody>
                    <a:bodyPr/>
                    <a:lstStyle/>
                    <a:p>
                      <a:pPr marL="36195">
                        <a:lnSpc>
                          <a:spcPct val="100000"/>
                        </a:lnSpc>
                        <a:spcBef>
                          <a:spcPts val="140"/>
                        </a:spcBef>
                      </a:pPr>
                      <a:r>
                        <a:rPr sz="1300" spc="0" dirty="0">
                          <a:solidFill>
                            <a:srgbClr val="252525"/>
                          </a:solidFill>
                          <a:latin typeface="Trebuchet MS"/>
                          <a:cs typeface="Trebuchet MS"/>
                        </a:rPr>
                        <a:t>=</a:t>
                      </a:r>
                      <a:r>
                        <a:rPr sz="1300" spc="0" dirty="0">
                          <a:solidFill>
                            <a:srgbClr val="2D75B6"/>
                          </a:solidFill>
                          <a:latin typeface="Trebuchet MS"/>
                          <a:cs typeface="Trebuchet MS"/>
                        </a:rPr>
                        <a:t>$A$2</a:t>
                      </a:r>
                      <a:r>
                        <a:rPr sz="1300" spc="0" dirty="0">
                          <a:solidFill>
                            <a:srgbClr val="252525"/>
                          </a:solidFill>
                          <a:latin typeface="Trebuchet MS"/>
                          <a:cs typeface="Trebuchet MS"/>
                        </a:rPr>
                        <a:t>*</a:t>
                      </a:r>
                      <a:r>
                        <a:rPr sz="1300" spc="0" dirty="0">
                          <a:solidFill>
                            <a:srgbClr val="FF0000"/>
                          </a:solidFill>
                          <a:latin typeface="Trebuchet MS"/>
                          <a:cs typeface="Trebuchet MS"/>
                        </a:rPr>
                        <a:t>$C$7</a:t>
                      </a:r>
                      <a:r>
                        <a:rPr sz="1300" spc="0" dirty="0">
                          <a:solidFill>
                            <a:srgbClr val="252525"/>
                          </a:solidFill>
                          <a:latin typeface="Trebuchet MS"/>
                          <a:cs typeface="Trebuchet MS"/>
                        </a:rPr>
                        <a:t>+</a:t>
                      </a:r>
                      <a:r>
                        <a:rPr sz="1300" spc="0" dirty="0">
                          <a:solidFill>
                            <a:srgbClr val="6F2F9F"/>
                          </a:solidFill>
                          <a:latin typeface="Trebuchet MS"/>
                          <a:cs typeface="Trebuchet MS"/>
                        </a:rPr>
                        <a:t>B2</a:t>
                      </a:r>
                      <a:r>
                        <a:rPr sz="1300" spc="0" dirty="0">
                          <a:solidFill>
                            <a:srgbClr val="252525"/>
                          </a:solidFill>
                          <a:latin typeface="Trebuchet MS"/>
                          <a:cs typeface="Trebuchet MS"/>
                        </a:rPr>
                        <a:t>*</a:t>
                      </a:r>
                      <a:r>
                        <a:rPr sz="1300" spc="0" dirty="0">
                          <a:solidFill>
                            <a:srgbClr val="538235"/>
                          </a:solidFill>
                          <a:latin typeface="Trebuchet MS"/>
                          <a:cs typeface="Trebuchet MS"/>
                        </a:rPr>
                        <a:t>$C$8</a:t>
                      </a:r>
                      <a:r>
                        <a:rPr sz="1300" spc="0" dirty="0">
                          <a:solidFill>
                            <a:srgbClr val="252525"/>
                          </a:solidFill>
                          <a:latin typeface="Trebuchet MS"/>
                          <a:cs typeface="Trebuchet MS"/>
                        </a:rPr>
                        <a:t>+</a:t>
                      </a:r>
                      <a:r>
                        <a:rPr sz="1300" spc="0" dirty="0">
                          <a:solidFill>
                            <a:srgbClr val="CC0099"/>
                          </a:solidFill>
                          <a:latin typeface="Trebuchet MS"/>
                          <a:cs typeface="Trebuchet MS"/>
                        </a:rPr>
                        <a:t>C2</a:t>
                      </a:r>
                      <a:r>
                        <a:rPr sz="1300" spc="0" dirty="0">
                          <a:solidFill>
                            <a:srgbClr val="252525"/>
                          </a:solidFill>
                          <a:latin typeface="Trebuchet MS"/>
                          <a:cs typeface="Trebuchet MS"/>
                        </a:rPr>
                        <a:t>*</a:t>
                      </a:r>
                      <a:r>
                        <a:rPr sz="1300" spc="0" dirty="0">
                          <a:solidFill>
                            <a:srgbClr val="C55A11"/>
                          </a:solidFill>
                          <a:latin typeface="Trebuchet MS"/>
                          <a:cs typeface="Trebuchet MS"/>
                        </a:rPr>
                        <a:t>$C$9</a:t>
                      </a:r>
                      <a:endParaRPr sz="1300" spc="0">
                        <a:latin typeface="Trebuchet MS"/>
                        <a:cs typeface="Trebuchet MS"/>
                      </a:endParaRPr>
                    </a:p>
                  </a:txBody>
                  <a:tcPr marL="0" marR="0" marT="17780" marB="0">
                    <a:lnL w="12700">
                      <a:solidFill>
                        <a:srgbClr val="227518"/>
                      </a:solidFill>
                      <a:prstDash val="solid"/>
                    </a:lnL>
                    <a:lnR w="12700">
                      <a:solidFill>
                        <a:srgbClr val="227518"/>
                      </a:solidFill>
                      <a:prstDash val="solid"/>
                    </a:lnR>
                    <a:lnT w="12700">
                      <a:solidFill>
                        <a:srgbClr val="227518"/>
                      </a:solidFill>
                      <a:prstDash val="solid"/>
                    </a:lnT>
                    <a:lnB w="12700">
                      <a:solidFill>
                        <a:srgbClr val="22751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6195">
                        <a:lnSpc>
                          <a:spcPct val="100000"/>
                        </a:lnSpc>
                        <a:spcBef>
                          <a:spcPts val="140"/>
                        </a:spcBef>
                      </a:pPr>
                      <a:r>
                        <a:rPr sz="1300" spc="0" dirty="0">
                          <a:solidFill>
                            <a:srgbClr val="252525"/>
                          </a:solidFill>
                          <a:latin typeface="Trebuchet MS"/>
                          <a:cs typeface="Trebuchet MS"/>
                        </a:rPr>
                        <a:t>=IF(D2&gt;=0,1,-1)</a:t>
                      </a:r>
                      <a:endParaRPr sz="1300" spc="0">
                        <a:latin typeface="Trebuchet MS"/>
                        <a:cs typeface="Trebuchet MS"/>
                      </a:endParaRPr>
                    </a:p>
                  </a:txBody>
                  <a:tcPr marL="0" marR="0" marT="17780" marB="0">
                    <a:lnL w="12700">
                      <a:solidFill>
                        <a:srgbClr val="227518"/>
                      </a:solidFill>
                      <a:prstDash val="solid"/>
                    </a:lnL>
                    <a:lnR w="6350">
                      <a:solidFill>
                        <a:srgbClr val="BEBEBE"/>
                      </a:solidFill>
                      <a:prstDash val="solid"/>
                    </a:lnR>
                    <a:lnT w="6350">
                      <a:solidFill>
                        <a:srgbClr val="BEBEBE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781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 spc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7E7E7E"/>
                      </a:solidFill>
                      <a:prstDash val="solid"/>
                    </a:lnL>
                    <a:lnR w="6350">
                      <a:solidFill>
                        <a:srgbClr val="BEBEBE"/>
                      </a:solidFill>
                      <a:prstDash val="solid"/>
                    </a:lnR>
                    <a:lnT w="12700">
                      <a:solidFill>
                        <a:srgbClr val="2D75B6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40"/>
                        </a:spcBef>
                      </a:pPr>
                      <a:r>
                        <a:rPr sz="1300" spc="0" dirty="0">
                          <a:solidFill>
                            <a:srgbClr val="252525"/>
                          </a:solidFill>
                          <a:latin typeface="Trebuchet MS"/>
                          <a:cs typeface="Trebuchet MS"/>
                        </a:rPr>
                        <a:t>0</a:t>
                      </a:r>
                      <a:endParaRPr sz="1300" spc="0">
                        <a:latin typeface="Trebuchet MS"/>
                        <a:cs typeface="Trebuchet MS"/>
                      </a:endParaRPr>
                    </a:p>
                  </a:txBody>
                  <a:tcPr marL="0" marR="0" marT="17780" marB="0">
                    <a:lnL w="6350">
                      <a:solidFill>
                        <a:srgbClr val="BEBEBE"/>
                      </a:solidFill>
                      <a:prstDash val="solid"/>
                    </a:lnL>
                    <a:lnR w="6350">
                      <a:solidFill>
                        <a:srgbClr val="BEBEBE"/>
                      </a:solidFill>
                      <a:prstDash val="solid"/>
                    </a:lnR>
                    <a:lnT w="12700">
                      <a:solidFill>
                        <a:srgbClr val="6F2F9F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140"/>
                        </a:spcBef>
                      </a:pPr>
                      <a:r>
                        <a:rPr sz="1300" spc="0" dirty="0">
                          <a:solidFill>
                            <a:srgbClr val="252525"/>
                          </a:solidFill>
                          <a:latin typeface="Trebuchet MS"/>
                          <a:cs typeface="Trebuchet MS"/>
                        </a:rPr>
                        <a:t>1</a:t>
                      </a:r>
                      <a:endParaRPr sz="1300" spc="0">
                        <a:latin typeface="Trebuchet MS"/>
                        <a:cs typeface="Trebuchet MS"/>
                      </a:endParaRPr>
                    </a:p>
                  </a:txBody>
                  <a:tcPr marL="0" marR="0" marT="17780" marB="0">
                    <a:lnL w="6350">
                      <a:solidFill>
                        <a:srgbClr val="BEBEBE"/>
                      </a:solidFill>
                      <a:prstDash val="solid"/>
                    </a:lnL>
                    <a:lnR w="6350">
                      <a:solidFill>
                        <a:srgbClr val="BEBEBE"/>
                      </a:solidFill>
                      <a:prstDash val="solid"/>
                    </a:lnR>
                    <a:lnT w="12700">
                      <a:solidFill>
                        <a:srgbClr val="CC0099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6195">
                        <a:lnSpc>
                          <a:spcPct val="100000"/>
                        </a:lnSpc>
                        <a:spcBef>
                          <a:spcPts val="140"/>
                        </a:spcBef>
                      </a:pPr>
                      <a:r>
                        <a:rPr sz="1300" spc="0" dirty="0">
                          <a:solidFill>
                            <a:srgbClr val="252525"/>
                          </a:solidFill>
                          <a:latin typeface="Trebuchet MS"/>
                          <a:cs typeface="Trebuchet MS"/>
                        </a:rPr>
                        <a:t>=$A$2*$C$7+B3*$C$8+C3*$C$9</a:t>
                      </a:r>
                      <a:endParaRPr sz="1300" spc="0">
                        <a:latin typeface="Trebuchet MS"/>
                        <a:cs typeface="Trebuchet MS"/>
                      </a:endParaRPr>
                    </a:p>
                  </a:txBody>
                  <a:tcPr marL="0" marR="0" marT="17780" marB="0">
                    <a:lnL w="6350">
                      <a:solidFill>
                        <a:srgbClr val="BEBEBE"/>
                      </a:solidFill>
                      <a:prstDash val="solid"/>
                    </a:lnL>
                    <a:lnR w="6350">
                      <a:solidFill>
                        <a:srgbClr val="BEBEBE"/>
                      </a:solidFill>
                      <a:prstDash val="solid"/>
                    </a:lnR>
                    <a:lnT w="12700">
                      <a:solidFill>
                        <a:srgbClr val="227518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6195">
                        <a:lnSpc>
                          <a:spcPct val="100000"/>
                        </a:lnSpc>
                        <a:spcBef>
                          <a:spcPts val="140"/>
                        </a:spcBef>
                      </a:pPr>
                      <a:r>
                        <a:rPr sz="1300" spc="0" dirty="0">
                          <a:solidFill>
                            <a:srgbClr val="252525"/>
                          </a:solidFill>
                          <a:latin typeface="Trebuchet MS"/>
                          <a:cs typeface="Trebuchet MS"/>
                        </a:rPr>
                        <a:t>=IF(D3&gt;=0,1,-1)</a:t>
                      </a:r>
                      <a:endParaRPr sz="1300" spc="0">
                        <a:latin typeface="Trebuchet MS"/>
                        <a:cs typeface="Trebuchet MS"/>
                      </a:endParaRPr>
                    </a:p>
                  </a:txBody>
                  <a:tcPr marL="0" marR="0" marT="17780" marB="0">
                    <a:lnL w="6350">
                      <a:solidFill>
                        <a:srgbClr val="BEBEBE"/>
                      </a:solidFill>
                      <a:prstDash val="solid"/>
                    </a:lnL>
                    <a:lnR w="6350">
                      <a:solidFill>
                        <a:srgbClr val="BEBEBE"/>
                      </a:solidFill>
                      <a:prstDash val="solid"/>
                    </a:lnR>
                    <a:lnT w="6350">
                      <a:solidFill>
                        <a:srgbClr val="BEBEBE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781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 spc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7E7E7E"/>
                      </a:solidFill>
                      <a:prstDash val="solid"/>
                    </a:lnL>
                    <a:lnR w="6350">
                      <a:solidFill>
                        <a:srgbClr val="BEBEBE"/>
                      </a:solidFill>
                      <a:prstDash val="solid"/>
                    </a:lnR>
                    <a:lnT w="6350">
                      <a:solidFill>
                        <a:srgbClr val="BEBEBE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140"/>
                        </a:spcBef>
                      </a:pPr>
                      <a:r>
                        <a:rPr sz="1300" spc="0" dirty="0">
                          <a:solidFill>
                            <a:srgbClr val="252525"/>
                          </a:solidFill>
                          <a:latin typeface="Trebuchet MS"/>
                          <a:cs typeface="Trebuchet MS"/>
                        </a:rPr>
                        <a:t>1</a:t>
                      </a:r>
                      <a:endParaRPr sz="1300" spc="0">
                        <a:latin typeface="Trebuchet MS"/>
                        <a:cs typeface="Trebuchet MS"/>
                      </a:endParaRPr>
                    </a:p>
                  </a:txBody>
                  <a:tcPr marL="0" marR="0" marT="17780" marB="0">
                    <a:lnL w="6350">
                      <a:solidFill>
                        <a:srgbClr val="BEBEBE"/>
                      </a:solidFill>
                      <a:prstDash val="solid"/>
                    </a:lnL>
                    <a:lnR w="6350">
                      <a:solidFill>
                        <a:srgbClr val="BEBEBE"/>
                      </a:solidFill>
                      <a:prstDash val="solid"/>
                    </a:lnR>
                    <a:lnT w="6350">
                      <a:solidFill>
                        <a:srgbClr val="BEBEBE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40"/>
                        </a:spcBef>
                      </a:pPr>
                      <a:r>
                        <a:rPr sz="1300" spc="0" dirty="0">
                          <a:solidFill>
                            <a:srgbClr val="252525"/>
                          </a:solidFill>
                          <a:latin typeface="Trebuchet MS"/>
                          <a:cs typeface="Trebuchet MS"/>
                        </a:rPr>
                        <a:t>0</a:t>
                      </a:r>
                      <a:endParaRPr sz="1300" spc="0">
                        <a:latin typeface="Trebuchet MS"/>
                        <a:cs typeface="Trebuchet MS"/>
                      </a:endParaRPr>
                    </a:p>
                  </a:txBody>
                  <a:tcPr marL="0" marR="0" marT="17780" marB="0">
                    <a:lnL w="6350">
                      <a:solidFill>
                        <a:srgbClr val="BEBEBE"/>
                      </a:solidFill>
                      <a:prstDash val="solid"/>
                    </a:lnL>
                    <a:lnR w="6350">
                      <a:solidFill>
                        <a:srgbClr val="BEBEBE"/>
                      </a:solidFill>
                      <a:prstDash val="solid"/>
                    </a:lnR>
                    <a:lnT w="6350">
                      <a:solidFill>
                        <a:srgbClr val="BEBEBE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6195">
                        <a:lnSpc>
                          <a:spcPct val="100000"/>
                        </a:lnSpc>
                        <a:spcBef>
                          <a:spcPts val="140"/>
                        </a:spcBef>
                      </a:pPr>
                      <a:r>
                        <a:rPr sz="1300" spc="0" dirty="0">
                          <a:solidFill>
                            <a:srgbClr val="252525"/>
                          </a:solidFill>
                          <a:latin typeface="Trebuchet MS"/>
                          <a:cs typeface="Trebuchet MS"/>
                        </a:rPr>
                        <a:t>=$A$2*$C$7+B4*$C$8+C4*$C$9</a:t>
                      </a:r>
                      <a:endParaRPr sz="1300" spc="0">
                        <a:latin typeface="Trebuchet MS"/>
                        <a:cs typeface="Trebuchet MS"/>
                      </a:endParaRPr>
                    </a:p>
                  </a:txBody>
                  <a:tcPr marL="0" marR="0" marT="17780" marB="0">
                    <a:lnL w="6350">
                      <a:solidFill>
                        <a:srgbClr val="BEBEBE"/>
                      </a:solidFill>
                      <a:prstDash val="solid"/>
                    </a:lnL>
                    <a:lnR w="6350">
                      <a:solidFill>
                        <a:srgbClr val="BEBEBE"/>
                      </a:solidFill>
                      <a:prstDash val="solid"/>
                    </a:lnR>
                    <a:lnT w="6350">
                      <a:solidFill>
                        <a:srgbClr val="BEBEBE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6195">
                        <a:lnSpc>
                          <a:spcPct val="100000"/>
                        </a:lnSpc>
                        <a:spcBef>
                          <a:spcPts val="140"/>
                        </a:spcBef>
                      </a:pPr>
                      <a:r>
                        <a:rPr sz="1300" spc="0" dirty="0">
                          <a:solidFill>
                            <a:srgbClr val="252525"/>
                          </a:solidFill>
                          <a:latin typeface="Trebuchet MS"/>
                          <a:cs typeface="Trebuchet MS"/>
                        </a:rPr>
                        <a:t>=IF(D4&gt;=0,1,-1)</a:t>
                      </a:r>
                      <a:endParaRPr sz="1300" spc="0">
                        <a:latin typeface="Trebuchet MS"/>
                        <a:cs typeface="Trebuchet MS"/>
                      </a:endParaRPr>
                    </a:p>
                  </a:txBody>
                  <a:tcPr marL="0" marR="0" marT="17780" marB="0">
                    <a:lnL w="6350">
                      <a:solidFill>
                        <a:srgbClr val="BEBEBE"/>
                      </a:solidFill>
                      <a:prstDash val="solid"/>
                    </a:lnL>
                    <a:lnR w="6350">
                      <a:solidFill>
                        <a:srgbClr val="BEBEBE"/>
                      </a:solidFill>
                      <a:prstDash val="solid"/>
                    </a:lnR>
                    <a:lnT w="6350">
                      <a:solidFill>
                        <a:srgbClr val="BEBEBE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781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 spc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7E7E7E"/>
                      </a:solidFill>
                      <a:prstDash val="solid"/>
                    </a:lnL>
                    <a:lnR w="6350">
                      <a:solidFill>
                        <a:srgbClr val="BEBEBE"/>
                      </a:solidFill>
                      <a:prstDash val="solid"/>
                    </a:lnR>
                    <a:lnT w="6350">
                      <a:solidFill>
                        <a:srgbClr val="BEBEBE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145"/>
                        </a:spcBef>
                      </a:pPr>
                      <a:r>
                        <a:rPr sz="1300" spc="0" dirty="0">
                          <a:solidFill>
                            <a:srgbClr val="252525"/>
                          </a:solidFill>
                          <a:latin typeface="Trebuchet MS"/>
                          <a:cs typeface="Trebuchet MS"/>
                        </a:rPr>
                        <a:t>1</a:t>
                      </a:r>
                      <a:endParaRPr sz="1300" spc="0">
                        <a:latin typeface="Trebuchet MS"/>
                        <a:cs typeface="Trebuchet MS"/>
                      </a:endParaRPr>
                    </a:p>
                  </a:txBody>
                  <a:tcPr marL="0" marR="0" marT="18415" marB="0">
                    <a:lnL w="6350">
                      <a:solidFill>
                        <a:srgbClr val="BEBEBE"/>
                      </a:solidFill>
                      <a:prstDash val="solid"/>
                    </a:lnL>
                    <a:lnR w="6350">
                      <a:solidFill>
                        <a:srgbClr val="BEBEBE"/>
                      </a:solidFill>
                      <a:prstDash val="solid"/>
                    </a:lnR>
                    <a:lnT w="6350">
                      <a:solidFill>
                        <a:srgbClr val="BEBEBE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145"/>
                        </a:spcBef>
                      </a:pPr>
                      <a:r>
                        <a:rPr sz="1300" spc="0" dirty="0">
                          <a:solidFill>
                            <a:srgbClr val="252525"/>
                          </a:solidFill>
                          <a:latin typeface="Trebuchet MS"/>
                          <a:cs typeface="Trebuchet MS"/>
                        </a:rPr>
                        <a:t>1</a:t>
                      </a:r>
                      <a:endParaRPr sz="1300" spc="0">
                        <a:latin typeface="Trebuchet MS"/>
                        <a:cs typeface="Trebuchet MS"/>
                      </a:endParaRPr>
                    </a:p>
                  </a:txBody>
                  <a:tcPr marL="0" marR="0" marT="18415" marB="0">
                    <a:lnL w="6350">
                      <a:solidFill>
                        <a:srgbClr val="BEBEBE"/>
                      </a:solidFill>
                      <a:prstDash val="solid"/>
                    </a:lnL>
                    <a:lnR w="6350">
                      <a:solidFill>
                        <a:srgbClr val="BEBEBE"/>
                      </a:solidFill>
                      <a:prstDash val="solid"/>
                    </a:lnR>
                    <a:lnT w="6350">
                      <a:solidFill>
                        <a:srgbClr val="BEBEBE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6195">
                        <a:lnSpc>
                          <a:spcPct val="100000"/>
                        </a:lnSpc>
                        <a:spcBef>
                          <a:spcPts val="145"/>
                        </a:spcBef>
                      </a:pPr>
                      <a:r>
                        <a:rPr sz="1300" spc="0" dirty="0">
                          <a:solidFill>
                            <a:srgbClr val="252525"/>
                          </a:solidFill>
                          <a:latin typeface="Trebuchet MS"/>
                          <a:cs typeface="Trebuchet MS"/>
                        </a:rPr>
                        <a:t>=$A$2*$C$7+B8*$C$8+C5*$C$9</a:t>
                      </a:r>
                      <a:endParaRPr sz="1300" spc="0">
                        <a:latin typeface="Trebuchet MS"/>
                        <a:cs typeface="Trebuchet MS"/>
                      </a:endParaRPr>
                    </a:p>
                  </a:txBody>
                  <a:tcPr marL="0" marR="0" marT="18415" marB="0">
                    <a:lnL w="6350">
                      <a:solidFill>
                        <a:srgbClr val="BEBEBE"/>
                      </a:solidFill>
                      <a:prstDash val="solid"/>
                    </a:lnL>
                    <a:lnR w="6350">
                      <a:solidFill>
                        <a:srgbClr val="BEBEBE"/>
                      </a:solidFill>
                      <a:prstDash val="solid"/>
                    </a:lnR>
                    <a:lnT w="6350">
                      <a:solidFill>
                        <a:srgbClr val="BEBEBE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6195">
                        <a:lnSpc>
                          <a:spcPct val="100000"/>
                        </a:lnSpc>
                        <a:spcBef>
                          <a:spcPts val="145"/>
                        </a:spcBef>
                      </a:pPr>
                      <a:r>
                        <a:rPr sz="1300" spc="0" dirty="0">
                          <a:solidFill>
                            <a:srgbClr val="252525"/>
                          </a:solidFill>
                          <a:latin typeface="Trebuchet MS"/>
                          <a:cs typeface="Trebuchet MS"/>
                        </a:rPr>
                        <a:t>=IF(D5&gt;=0,1,-1)</a:t>
                      </a:r>
                      <a:endParaRPr sz="1300" spc="0" dirty="0">
                        <a:latin typeface="Trebuchet MS"/>
                        <a:cs typeface="Trebuchet MS"/>
                      </a:endParaRPr>
                    </a:p>
                  </a:txBody>
                  <a:tcPr marL="0" marR="0" marT="18415" marB="0">
                    <a:lnL w="6350">
                      <a:solidFill>
                        <a:srgbClr val="BEBEBE"/>
                      </a:solidFill>
                      <a:prstDash val="solid"/>
                    </a:lnL>
                    <a:lnR w="6350">
                      <a:solidFill>
                        <a:srgbClr val="BEBEBE"/>
                      </a:solidFill>
                      <a:prstDash val="solid"/>
                    </a:lnR>
                    <a:lnT w="6350">
                      <a:solidFill>
                        <a:srgbClr val="BEBEBE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pic>
        <p:nvPicPr>
          <p:cNvPr id="59" name="object 59"/>
          <p:cNvPicPr/>
          <p:nvPr/>
        </p:nvPicPr>
        <p:blipFill>
          <a:blip r:embed="rId27" cstate="print"/>
          <a:stretch>
            <a:fillRect/>
          </a:stretch>
        </p:blipFill>
        <p:spPr>
          <a:xfrm>
            <a:off x="874483" y="1919732"/>
            <a:ext cx="91173" cy="125729"/>
          </a:xfrm>
          <a:prstGeom prst="rect">
            <a:avLst/>
          </a:prstGeom>
        </p:spPr>
      </p:pic>
      <p:pic>
        <p:nvPicPr>
          <p:cNvPr id="60" name="object 60"/>
          <p:cNvPicPr/>
          <p:nvPr/>
        </p:nvPicPr>
        <p:blipFill>
          <a:blip r:embed="rId28" cstate="print"/>
          <a:stretch>
            <a:fillRect/>
          </a:stretch>
        </p:blipFill>
        <p:spPr>
          <a:xfrm>
            <a:off x="1348613" y="1919732"/>
            <a:ext cx="91186" cy="125729"/>
          </a:xfrm>
          <a:prstGeom prst="rect">
            <a:avLst/>
          </a:prstGeom>
        </p:spPr>
      </p:pic>
      <p:pic>
        <p:nvPicPr>
          <p:cNvPr id="61" name="object 61"/>
          <p:cNvPicPr/>
          <p:nvPr/>
        </p:nvPicPr>
        <p:blipFill>
          <a:blip r:embed="rId29" cstate="print"/>
          <a:stretch>
            <a:fillRect/>
          </a:stretch>
        </p:blipFill>
        <p:spPr>
          <a:xfrm>
            <a:off x="1802892" y="1919732"/>
            <a:ext cx="127507" cy="125729"/>
          </a:xfrm>
          <a:prstGeom prst="rect">
            <a:avLst/>
          </a:prstGeom>
        </p:spPr>
      </p:pic>
      <p:pic>
        <p:nvPicPr>
          <p:cNvPr id="62" name="object 62"/>
          <p:cNvPicPr/>
          <p:nvPr/>
        </p:nvPicPr>
        <p:blipFill>
          <a:blip r:embed="rId30" cstate="print"/>
          <a:stretch>
            <a:fillRect/>
          </a:stretch>
        </p:blipFill>
        <p:spPr>
          <a:xfrm>
            <a:off x="2363597" y="1919732"/>
            <a:ext cx="2224531" cy="155447"/>
          </a:xfrm>
          <a:prstGeom prst="rect">
            <a:avLst/>
          </a:prstGeom>
        </p:spPr>
      </p:pic>
      <p:pic>
        <p:nvPicPr>
          <p:cNvPr id="63" name="object 63"/>
          <p:cNvPicPr/>
          <p:nvPr/>
        </p:nvPicPr>
        <p:blipFill>
          <a:blip r:embed="rId31" cstate="print"/>
          <a:stretch>
            <a:fillRect/>
          </a:stretch>
        </p:blipFill>
        <p:spPr>
          <a:xfrm>
            <a:off x="4939284" y="1919732"/>
            <a:ext cx="2134742" cy="155447"/>
          </a:xfrm>
          <a:prstGeom prst="rect">
            <a:avLst/>
          </a:prstGeom>
        </p:spPr>
      </p:pic>
      <p:grpSp>
        <p:nvGrpSpPr>
          <p:cNvPr id="64" name="object 64"/>
          <p:cNvGrpSpPr/>
          <p:nvPr/>
        </p:nvGrpSpPr>
        <p:grpSpPr>
          <a:xfrm>
            <a:off x="7448295" y="2461895"/>
            <a:ext cx="1178560" cy="777240"/>
            <a:chOff x="7448295" y="2461895"/>
            <a:chExt cx="1178560" cy="777240"/>
          </a:xfrm>
        </p:grpSpPr>
        <p:sp>
          <p:nvSpPr>
            <p:cNvPr id="65" name="object 65"/>
            <p:cNvSpPr/>
            <p:nvPr/>
          </p:nvSpPr>
          <p:spPr>
            <a:xfrm>
              <a:off x="7452995" y="2474582"/>
              <a:ext cx="581025" cy="760095"/>
            </a:xfrm>
            <a:custGeom>
              <a:avLst/>
              <a:gdLst/>
              <a:ahLst/>
              <a:cxnLst/>
              <a:rect l="l" t="t" r="r" b="b"/>
              <a:pathLst>
                <a:path w="581025" h="760094">
                  <a:moveTo>
                    <a:pt x="580453" y="506349"/>
                  </a:moveTo>
                  <a:lnTo>
                    <a:pt x="0" y="506349"/>
                  </a:lnTo>
                  <a:lnTo>
                    <a:pt x="0" y="759472"/>
                  </a:lnTo>
                  <a:lnTo>
                    <a:pt x="580453" y="759472"/>
                  </a:lnTo>
                  <a:lnTo>
                    <a:pt x="580453" y="506349"/>
                  </a:lnTo>
                  <a:close/>
                </a:path>
                <a:path w="581025" h="760094">
                  <a:moveTo>
                    <a:pt x="580453" y="0"/>
                  </a:moveTo>
                  <a:lnTo>
                    <a:pt x="0" y="0"/>
                  </a:lnTo>
                  <a:lnTo>
                    <a:pt x="0" y="253111"/>
                  </a:lnTo>
                  <a:lnTo>
                    <a:pt x="0" y="506234"/>
                  </a:lnTo>
                  <a:lnTo>
                    <a:pt x="580453" y="506234"/>
                  </a:lnTo>
                  <a:lnTo>
                    <a:pt x="580453" y="253123"/>
                  </a:lnTo>
                  <a:lnTo>
                    <a:pt x="580453" y="0"/>
                  </a:lnTo>
                  <a:close/>
                </a:path>
              </a:pathLst>
            </a:custGeom>
            <a:solidFill>
              <a:srgbClr val="D9D9D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6" name="object 66"/>
            <p:cNvSpPr/>
            <p:nvPr/>
          </p:nvSpPr>
          <p:spPr>
            <a:xfrm>
              <a:off x="8033511" y="2468245"/>
              <a:ext cx="0" cy="259715"/>
            </a:xfrm>
            <a:custGeom>
              <a:avLst/>
              <a:gdLst/>
              <a:ahLst/>
              <a:cxnLst/>
              <a:rect l="l" t="t" r="r" b="b"/>
              <a:pathLst>
                <a:path h="259714">
                  <a:moveTo>
                    <a:pt x="0" y="0"/>
                  </a:moveTo>
                  <a:lnTo>
                    <a:pt x="0" y="259460"/>
                  </a:lnTo>
                </a:path>
              </a:pathLst>
            </a:custGeom>
            <a:ln w="1270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7" name="object 67"/>
            <p:cNvSpPr/>
            <p:nvPr/>
          </p:nvSpPr>
          <p:spPr>
            <a:xfrm>
              <a:off x="8033511" y="2727706"/>
              <a:ext cx="0" cy="253365"/>
            </a:xfrm>
            <a:custGeom>
              <a:avLst/>
              <a:gdLst/>
              <a:ahLst/>
              <a:cxnLst/>
              <a:rect l="l" t="t" r="r" b="b"/>
              <a:pathLst>
                <a:path h="253364">
                  <a:moveTo>
                    <a:pt x="0" y="0"/>
                  </a:moveTo>
                  <a:lnTo>
                    <a:pt x="0" y="253111"/>
                  </a:lnTo>
                </a:path>
              </a:pathLst>
            </a:custGeom>
            <a:ln w="12700">
              <a:solidFill>
                <a:srgbClr val="53823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8" name="object 68"/>
            <p:cNvSpPr/>
            <p:nvPr/>
          </p:nvSpPr>
          <p:spPr>
            <a:xfrm>
              <a:off x="7451470" y="2727706"/>
              <a:ext cx="575945" cy="0"/>
            </a:xfrm>
            <a:custGeom>
              <a:avLst/>
              <a:gdLst/>
              <a:ahLst/>
              <a:cxnLst/>
              <a:rect l="l" t="t" r="r" b="b"/>
              <a:pathLst>
                <a:path w="575945">
                  <a:moveTo>
                    <a:pt x="0" y="0"/>
                  </a:moveTo>
                  <a:lnTo>
                    <a:pt x="575690" y="0"/>
                  </a:lnTo>
                </a:path>
              </a:pathLst>
            </a:custGeom>
            <a:ln w="6350">
              <a:solidFill>
                <a:srgbClr val="BEBEB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9" name="object 69"/>
            <p:cNvSpPr/>
            <p:nvPr/>
          </p:nvSpPr>
          <p:spPr>
            <a:xfrm>
              <a:off x="8027161" y="2727706"/>
              <a:ext cx="593090" cy="0"/>
            </a:xfrm>
            <a:custGeom>
              <a:avLst/>
              <a:gdLst/>
              <a:ahLst/>
              <a:cxnLst/>
              <a:rect l="l" t="t" r="r" b="b"/>
              <a:pathLst>
                <a:path w="593090">
                  <a:moveTo>
                    <a:pt x="0" y="0"/>
                  </a:moveTo>
                  <a:lnTo>
                    <a:pt x="593090" y="0"/>
                  </a:lnTo>
                </a:path>
              </a:pathLst>
            </a:custGeom>
            <a:ln w="12700">
              <a:solidFill>
                <a:srgbClr val="53823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0" name="object 70"/>
            <p:cNvSpPr/>
            <p:nvPr/>
          </p:nvSpPr>
          <p:spPr>
            <a:xfrm>
              <a:off x="7451470" y="2980817"/>
              <a:ext cx="575945" cy="0"/>
            </a:xfrm>
            <a:custGeom>
              <a:avLst/>
              <a:gdLst/>
              <a:ahLst/>
              <a:cxnLst/>
              <a:rect l="l" t="t" r="r" b="b"/>
              <a:pathLst>
                <a:path w="575945">
                  <a:moveTo>
                    <a:pt x="0" y="0"/>
                  </a:moveTo>
                  <a:lnTo>
                    <a:pt x="575690" y="0"/>
                  </a:lnTo>
                </a:path>
              </a:pathLst>
            </a:custGeom>
            <a:ln w="6350">
              <a:solidFill>
                <a:srgbClr val="BEBEB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1" name="object 71"/>
            <p:cNvSpPr/>
            <p:nvPr/>
          </p:nvSpPr>
          <p:spPr>
            <a:xfrm>
              <a:off x="7452994" y="2468245"/>
              <a:ext cx="0" cy="768985"/>
            </a:xfrm>
            <a:custGeom>
              <a:avLst/>
              <a:gdLst/>
              <a:ahLst/>
              <a:cxnLst/>
              <a:rect l="l" t="t" r="r" b="b"/>
              <a:pathLst>
                <a:path h="768985">
                  <a:moveTo>
                    <a:pt x="0" y="0"/>
                  </a:moveTo>
                  <a:lnTo>
                    <a:pt x="0" y="768984"/>
                  </a:lnTo>
                </a:path>
              </a:pathLst>
            </a:custGeom>
            <a:ln w="3175">
              <a:solidFill>
                <a:srgbClr val="7E7E7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2" name="object 72"/>
            <p:cNvSpPr/>
            <p:nvPr/>
          </p:nvSpPr>
          <p:spPr>
            <a:xfrm>
              <a:off x="8613901" y="2468245"/>
              <a:ext cx="0" cy="259715"/>
            </a:xfrm>
            <a:custGeom>
              <a:avLst/>
              <a:gdLst/>
              <a:ahLst/>
              <a:cxnLst/>
              <a:rect l="l" t="t" r="r" b="b"/>
              <a:pathLst>
                <a:path h="259714">
                  <a:moveTo>
                    <a:pt x="0" y="0"/>
                  </a:moveTo>
                  <a:lnTo>
                    <a:pt x="0" y="259460"/>
                  </a:lnTo>
                </a:path>
              </a:pathLst>
            </a:custGeom>
            <a:ln w="1270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3" name="object 73"/>
            <p:cNvSpPr/>
            <p:nvPr/>
          </p:nvSpPr>
          <p:spPr>
            <a:xfrm>
              <a:off x="8613901" y="2727706"/>
              <a:ext cx="0" cy="253365"/>
            </a:xfrm>
            <a:custGeom>
              <a:avLst/>
              <a:gdLst/>
              <a:ahLst/>
              <a:cxnLst/>
              <a:rect l="l" t="t" r="r" b="b"/>
              <a:pathLst>
                <a:path h="253364">
                  <a:moveTo>
                    <a:pt x="0" y="0"/>
                  </a:moveTo>
                  <a:lnTo>
                    <a:pt x="0" y="253111"/>
                  </a:lnTo>
                </a:path>
              </a:pathLst>
            </a:custGeom>
            <a:ln w="12700">
              <a:solidFill>
                <a:srgbClr val="53823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4" name="object 74"/>
            <p:cNvSpPr/>
            <p:nvPr/>
          </p:nvSpPr>
          <p:spPr>
            <a:xfrm>
              <a:off x="7451470" y="2468245"/>
              <a:ext cx="582295" cy="12700"/>
            </a:xfrm>
            <a:custGeom>
              <a:avLst/>
              <a:gdLst/>
              <a:ahLst/>
              <a:cxnLst/>
              <a:rect l="l" t="t" r="r" b="b"/>
              <a:pathLst>
                <a:path w="582295" h="12700">
                  <a:moveTo>
                    <a:pt x="0" y="12700"/>
                  </a:moveTo>
                  <a:lnTo>
                    <a:pt x="582040" y="12700"/>
                  </a:lnTo>
                  <a:lnTo>
                    <a:pt x="582040" y="0"/>
                  </a:lnTo>
                  <a:lnTo>
                    <a:pt x="0" y="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183DA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5" name="object 75"/>
            <p:cNvSpPr/>
            <p:nvPr/>
          </p:nvSpPr>
          <p:spPr>
            <a:xfrm>
              <a:off x="8033511" y="2474595"/>
              <a:ext cx="586740" cy="0"/>
            </a:xfrm>
            <a:custGeom>
              <a:avLst/>
              <a:gdLst/>
              <a:ahLst/>
              <a:cxnLst/>
              <a:rect l="l" t="t" r="r" b="b"/>
              <a:pathLst>
                <a:path w="586740">
                  <a:moveTo>
                    <a:pt x="0" y="0"/>
                  </a:moveTo>
                  <a:lnTo>
                    <a:pt x="586740" y="0"/>
                  </a:lnTo>
                </a:path>
              </a:pathLst>
            </a:custGeom>
            <a:ln w="1270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6" name="object 76"/>
            <p:cNvSpPr/>
            <p:nvPr/>
          </p:nvSpPr>
          <p:spPr>
            <a:xfrm>
              <a:off x="7451470" y="3234055"/>
              <a:ext cx="575945" cy="0"/>
            </a:xfrm>
            <a:custGeom>
              <a:avLst/>
              <a:gdLst/>
              <a:ahLst/>
              <a:cxnLst/>
              <a:rect l="l" t="t" r="r" b="b"/>
              <a:pathLst>
                <a:path w="575945">
                  <a:moveTo>
                    <a:pt x="0" y="0"/>
                  </a:moveTo>
                  <a:lnTo>
                    <a:pt x="575690" y="0"/>
                  </a:lnTo>
                </a:path>
              </a:pathLst>
            </a:custGeom>
            <a:ln w="6350">
              <a:solidFill>
                <a:srgbClr val="BEBEB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7" name="object 77"/>
            <p:cNvPicPr/>
            <p:nvPr/>
          </p:nvPicPr>
          <p:blipFill>
            <a:blip r:embed="rId32" cstate="print"/>
            <a:stretch>
              <a:fillRect/>
            </a:stretch>
          </p:blipFill>
          <p:spPr>
            <a:xfrm>
              <a:off x="7682102" y="2513457"/>
              <a:ext cx="116204" cy="125856"/>
            </a:xfrm>
            <a:prstGeom prst="rect">
              <a:avLst/>
            </a:prstGeom>
          </p:spPr>
        </p:pic>
      </p:grpSp>
      <p:sp>
        <p:nvSpPr>
          <p:cNvPr id="78" name="object 78"/>
          <p:cNvSpPr txBox="1"/>
          <p:nvPr/>
        </p:nvSpPr>
        <p:spPr>
          <a:xfrm>
            <a:off x="8033511" y="2474582"/>
            <a:ext cx="581025" cy="253365"/>
          </a:xfrm>
          <a:prstGeom prst="rect">
            <a:avLst/>
          </a:prstGeom>
          <a:solidFill>
            <a:srgbClr val="FFE7E7"/>
          </a:solidFill>
        </p:spPr>
        <p:txBody>
          <a:bodyPr vert="horz" wrap="square" lIns="0" tIns="0" rIns="0" bIns="0" rtlCol="0">
            <a:spAutoFit/>
          </a:bodyPr>
          <a:lstStyle/>
          <a:p>
            <a:pPr marL="181610">
              <a:lnSpc>
                <a:spcPts val="1465"/>
              </a:lnSpc>
            </a:pPr>
            <a:r>
              <a:rPr sz="1300" spc="-105" dirty="0">
                <a:solidFill>
                  <a:srgbClr val="252525"/>
                </a:solidFill>
                <a:latin typeface="Trebuchet MS"/>
                <a:cs typeface="Trebuchet MS"/>
              </a:rPr>
              <a:t>-</a:t>
            </a:r>
            <a:r>
              <a:rPr sz="1300" spc="-25" dirty="0">
                <a:solidFill>
                  <a:srgbClr val="252525"/>
                </a:solidFill>
                <a:latin typeface="Trebuchet MS"/>
                <a:cs typeface="Trebuchet MS"/>
              </a:rPr>
              <a:t>0.5</a:t>
            </a:r>
            <a:endParaRPr sz="1300">
              <a:latin typeface="Trebuchet MS"/>
              <a:cs typeface="Trebuchet MS"/>
            </a:endParaRPr>
          </a:p>
        </p:txBody>
      </p:sp>
      <p:grpSp>
        <p:nvGrpSpPr>
          <p:cNvPr id="79" name="object 79"/>
          <p:cNvGrpSpPr/>
          <p:nvPr/>
        </p:nvGrpSpPr>
        <p:grpSpPr>
          <a:xfrm>
            <a:off x="7662291" y="2766567"/>
            <a:ext cx="154940" cy="379095"/>
            <a:chOff x="7662291" y="2766567"/>
            <a:chExt cx="154940" cy="379095"/>
          </a:xfrm>
        </p:grpSpPr>
        <p:pic>
          <p:nvPicPr>
            <p:cNvPr id="80" name="object 80"/>
            <p:cNvPicPr/>
            <p:nvPr/>
          </p:nvPicPr>
          <p:blipFill>
            <a:blip r:embed="rId33" cstate="print"/>
            <a:stretch>
              <a:fillRect/>
            </a:stretch>
          </p:blipFill>
          <p:spPr>
            <a:xfrm>
              <a:off x="7662291" y="2766567"/>
              <a:ext cx="152526" cy="125984"/>
            </a:xfrm>
            <a:prstGeom prst="rect">
              <a:avLst/>
            </a:prstGeom>
          </p:spPr>
        </p:pic>
        <p:pic>
          <p:nvPicPr>
            <p:cNvPr id="81" name="object 81"/>
            <p:cNvPicPr/>
            <p:nvPr/>
          </p:nvPicPr>
          <p:blipFill>
            <a:blip r:embed="rId34" cstate="print"/>
            <a:stretch>
              <a:fillRect/>
            </a:stretch>
          </p:blipFill>
          <p:spPr>
            <a:xfrm>
              <a:off x="7662291" y="3019678"/>
              <a:ext cx="154558" cy="125984"/>
            </a:xfrm>
            <a:prstGeom prst="rect">
              <a:avLst/>
            </a:prstGeom>
          </p:spPr>
        </p:pic>
      </p:grpSp>
      <p:sp>
        <p:nvSpPr>
          <p:cNvPr id="82" name="object 82"/>
          <p:cNvSpPr txBox="1"/>
          <p:nvPr/>
        </p:nvSpPr>
        <p:spPr>
          <a:xfrm>
            <a:off x="8033511" y="2727693"/>
            <a:ext cx="581025" cy="253365"/>
          </a:xfrm>
          <a:prstGeom prst="rect">
            <a:avLst/>
          </a:prstGeom>
          <a:solidFill>
            <a:srgbClr val="E1EFD9"/>
          </a:solidFill>
        </p:spPr>
        <p:txBody>
          <a:bodyPr vert="horz" wrap="square" lIns="0" tIns="0" rIns="0" bIns="0" rtlCol="0">
            <a:spAutoFit/>
          </a:bodyPr>
          <a:lstStyle/>
          <a:p>
            <a:pPr marL="2540" algn="ctr">
              <a:lnSpc>
                <a:spcPts val="1465"/>
              </a:lnSpc>
            </a:pPr>
            <a:r>
              <a:rPr sz="1300" spc="-420" dirty="0">
                <a:solidFill>
                  <a:srgbClr val="252525"/>
                </a:solidFill>
                <a:latin typeface="Trebuchet MS"/>
                <a:cs typeface="Trebuchet MS"/>
              </a:rPr>
              <a:t>1</a:t>
            </a:r>
            <a:endParaRPr sz="1300">
              <a:latin typeface="Trebuchet MS"/>
              <a:cs typeface="Trebuchet MS"/>
            </a:endParaRPr>
          </a:p>
        </p:txBody>
      </p:sp>
      <p:sp>
        <p:nvSpPr>
          <p:cNvPr id="83" name="object 83"/>
          <p:cNvSpPr txBox="1"/>
          <p:nvPr/>
        </p:nvSpPr>
        <p:spPr>
          <a:xfrm>
            <a:off x="8033511" y="2980817"/>
            <a:ext cx="580390" cy="253365"/>
          </a:xfrm>
          <a:prstGeom prst="rect">
            <a:avLst/>
          </a:prstGeom>
          <a:solidFill>
            <a:srgbClr val="FAE4D5"/>
          </a:solidFill>
          <a:ln w="12700">
            <a:solidFill>
              <a:srgbClr val="C55A11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3175" algn="ctr">
              <a:lnSpc>
                <a:spcPts val="1465"/>
              </a:lnSpc>
            </a:pPr>
            <a:r>
              <a:rPr sz="1300" spc="-420" dirty="0">
                <a:solidFill>
                  <a:srgbClr val="252525"/>
                </a:solidFill>
                <a:latin typeface="Trebuchet MS"/>
                <a:cs typeface="Trebuchet MS"/>
              </a:rPr>
              <a:t>1</a:t>
            </a:r>
            <a:endParaRPr sz="13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357474" y="6524434"/>
            <a:ext cx="89038" cy="90487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54151" y="6527292"/>
            <a:ext cx="1794510" cy="142494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862571" y="6521195"/>
            <a:ext cx="2327910" cy="118110"/>
          </a:xfrm>
          <a:prstGeom prst="rect">
            <a:avLst/>
          </a:prstGeom>
        </p:spPr>
      </p:pic>
      <p:sp>
        <p:nvSpPr>
          <p:cNvPr id="5" name="object 5"/>
          <p:cNvSpPr/>
          <p:nvPr/>
        </p:nvSpPr>
        <p:spPr>
          <a:xfrm>
            <a:off x="559308" y="1440180"/>
            <a:ext cx="36830" cy="180340"/>
          </a:xfrm>
          <a:custGeom>
            <a:avLst/>
            <a:gdLst/>
            <a:ahLst/>
            <a:cxnLst/>
            <a:rect l="l" t="t" r="r" b="b"/>
            <a:pathLst>
              <a:path w="36829" h="180340">
                <a:moveTo>
                  <a:pt x="36576" y="0"/>
                </a:moveTo>
                <a:lnTo>
                  <a:pt x="0" y="0"/>
                </a:lnTo>
                <a:lnTo>
                  <a:pt x="0" y="179832"/>
                </a:lnTo>
                <a:lnTo>
                  <a:pt x="36576" y="179832"/>
                </a:lnTo>
                <a:lnTo>
                  <a:pt x="36576" y="0"/>
                </a:lnTo>
                <a:close/>
              </a:path>
            </a:pathLst>
          </a:custGeom>
          <a:solidFill>
            <a:srgbClr val="183DAF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6" name="object 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719327" y="1464563"/>
            <a:ext cx="717041" cy="174498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437489" y="431419"/>
            <a:ext cx="4145279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FFFFFF"/>
                </a:solidFill>
                <a:latin typeface="Ebrima"/>
                <a:cs typeface="Ebrima"/>
              </a:rPr>
              <a:t>1.1.</a:t>
            </a:r>
            <a:r>
              <a:rPr sz="1800" spc="-40" dirty="0">
                <a:solidFill>
                  <a:srgbClr val="FFFFFF"/>
                </a:solidFill>
                <a:latin typeface="Ebrima"/>
                <a:cs typeface="Ebrima"/>
              </a:rPr>
              <a:t> </a:t>
            </a:r>
            <a:r>
              <a:rPr sz="1800" dirty="0">
                <a:solidFill>
                  <a:srgbClr val="FFFFFF"/>
                </a:solidFill>
                <a:latin typeface="Ebrima"/>
                <a:cs typeface="Ebrima"/>
              </a:rPr>
              <a:t>Understanding</a:t>
            </a:r>
            <a:r>
              <a:rPr sz="1800" spc="-20" dirty="0">
                <a:solidFill>
                  <a:srgbClr val="FFFFFF"/>
                </a:solidFill>
                <a:latin typeface="Ebrima"/>
                <a:cs typeface="Ebrima"/>
              </a:rPr>
              <a:t> </a:t>
            </a:r>
            <a:r>
              <a:rPr sz="1800" dirty="0">
                <a:solidFill>
                  <a:srgbClr val="FFFFFF"/>
                </a:solidFill>
                <a:latin typeface="Ebrima"/>
                <a:cs typeface="Ebrima"/>
              </a:rPr>
              <a:t>Perceptron</a:t>
            </a:r>
            <a:r>
              <a:rPr sz="1800" spc="-20" dirty="0">
                <a:solidFill>
                  <a:srgbClr val="FFFFFF"/>
                </a:solidFill>
                <a:latin typeface="Ebrima"/>
                <a:cs typeface="Ebrima"/>
              </a:rPr>
              <a:t> </a:t>
            </a:r>
            <a:r>
              <a:rPr sz="1800" dirty="0">
                <a:solidFill>
                  <a:srgbClr val="FFFFFF"/>
                </a:solidFill>
                <a:latin typeface="Ebrima"/>
                <a:cs typeface="Ebrima"/>
              </a:rPr>
              <a:t>with</a:t>
            </a:r>
            <a:r>
              <a:rPr sz="1800" spc="-20" dirty="0">
                <a:solidFill>
                  <a:srgbClr val="FFFFFF"/>
                </a:solidFill>
                <a:latin typeface="Ebrima"/>
                <a:cs typeface="Ebrima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Ebrima"/>
                <a:cs typeface="Ebrima"/>
              </a:rPr>
              <a:t>Excel</a:t>
            </a:r>
            <a:endParaRPr sz="1800">
              <a:latin typeface="Ebrima"/>
              <a:cs typeface="Ebrim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8671941" y="463677"/>
            <a:ext cx="80962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dirty="0">
                <a:solidFill>
                  <a:srgbClr val="D9D9D9"/>
                </a:solidFill>
                <a:latin typeface="Ebrima"/>
                <a:cs typeface="Ebrima"/>
              </a:rPr>
              <a:t>UNIT</a:t>
            </a:r>
            <a:r>
              <a:rPr sz="1600" spc="400" dirty="0">
                <a:solidFill>
                  <a:srgbClr val="D9D9D9"/>
                </a:solidFill>
                <a:latin typeface="Ebrima"/>
                <a:cs typeface="Ebrima"/>
              </a:rPr>
              <a:t> </a:t>
            </a:r>
            <a:r>
              <a:rPr sz="1600" spc="-35" dirty="0">
                <a:solidFill>
                  <a:srgbClr val="D9D9D9"/>
                </a:solidFill>
                <a:latin typeface="Ebrima"/>
                <a:cs typeface="Ebrima"/>
              </a:rPr>
              <a:t>01</a:t>
            </a:r>
            <a:endParaRPr sz="1600">
              <a:latin typeface="Ebrima"/>
              <a:cs typeface="Ebrima"/>
            </a:endParaRPr>
          </a:p>
        </p:txBody>
      </p:sp>
      <p:pic>
        <p:nvPicPr>
          <p:cNvPr id="9" name="object 9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710183" y="3858767"/>
            <a:ext cx="5263134" cy="459486"/>
          </a:xfrm>
          <a:prstGeom prst="rect">
            <a:avLst/>
          </a:prstGeom>
        </p:spPr>
      </p:pic>
      <p:grpSp>
        <p:nvGrpSpPr>
          <p:cNvPr id="10" name="object 10"/>
          <p:cNvGrpSpPr/>
          <p:nvPr/>
        </p:nvGrpSpPr>
        <p:grpSpPr>
          <a:xfrm>
            <a:off x="702563" y="1807464"/>
            <a:ext cx="8641080" cy="1865630"/>
            <a:chOff x="702563" y="1807464"/>
            <a:chExt cx="8641080" cy="1865630"/>
          </a:xfrm>
        </p:grpSpPr>
        <p:sp>
          <p:nvSpPr>
            <p:cNvPr id="11" name="object 11"/>
            <p:cNvSpPr/>
            <p:nvPr/>
          </p:nvSpPr>
          <p:spPr>
            <a:xfrm>
              <a:off x="702563" y="1807464"/>
              <a:ext cx="8641080" cy="1865630"/>
            </a:xfrm>
            <a:custGeom>
              <a:avLst/>
              <a:gdLst/>
              <a:ahLst/>
              <a:cxnLst/>
              <a:rect l="l" t="t" r="r" b="b"/>
              <a:pathLst>
                <a:path w="8641080" h="1865629">
                  <a:moveTo>
                    <a:pt x="8641080" y="0"/>
                  </a:moveTo>
                  <a:lnTo>
                    <a:pt x="0" y="0"/>
                  </a:lnTo>
                  <a:lnTo>
                    <a:pt x="0" y="1865376"/>
                  </a:lnTo>
                  <a:lnTo>
                    <a:pt x="8641080" y="1865376"/>
                  </a:lnTo>
                  <a:lnTo>
                    <a:pt x="8641080" y="0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2" name="object 12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888492" y="2002536"/>
              <a:ext cx="3356610" cy="162305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2775203" y="2423160"/>
              <a:ext cx="4266438" cy="1061465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383431" y="6524434"/>
            <a:ext cx="61558" cy="90487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54151" y="6527292"/>
            <a:ext cx="1794510" cy="142494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862571" y="6521195"/>
            <a:ext cx="2327910" cy="118110"/>
          </a:xfrm>
          <a:prstGeom prst="rect">
            <a:avLst/>
          </a:prstGeom>
        </p:spPr>
      </p:pic>
      <p:sp>
        <p:nvSpPr>
          <p:cNvPr id="5" name="object 5"/>
          <p:cNvSpPr/>
          <p:nvPr/>
        </p:nvSpPr>
        <p:spPr>
          <a:xfrm>
            <a:off x="559308" y="1440180"/>
            <a:ext cx="36830" cy="180340"/>
          </a:xfrm>
          <a:custGeom>
            <a:avLst/>
            <a:gdLst/>
            <a:ahLst/>
            <a:cxnLst/>
            <a:rect l="l" t="t" r="r" b="b"/>
            <a:pathLst>
              <a:path w="36829" h="180340">
                <a:moveTo>
                  <a:pt x="36576" y="0"/>
                </a:moveTo>
                <a:lnTo>
                  <a:pt x="0" y="0"/>
                </a:lnTo>
                <a:lnTo>
                  <a:pt x="0" y="179832"/>
                </a:lnTo>
                <a:lnTo>
                  <a:pt x="36576" y="179832"/>
                </a:lnTo>
                <a:lnTo>
                  <a:pt x="36576" y="0"/>
                </a:lnTo>
                <a:close/>
              </a:path>
            </a:pathLst>
          </a:custGeom>
          <a:solidFill>
            <a:srgbClr val="183DAF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6" name="object 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713231" y="1463039"/>
            <a:ext cx="794766" cy="176022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437489" y="431419"/>
            <a:ext cx="4145279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FFFFFF"/>
                </a:solidFill>
                <a:latin typeface="Ebrima"/>
                <a:cs typeface="Ebrima"/>
              </a:rPr>
              <a:t>1.1.</a:t>
            </a:r>
            <a:r>
              <a:rPr sz="1800" spc="-40" dirty="0">
                <a:solidFill>
                  <a:srgbClr val="FFFFFF"/>
                </a:solidFill>
                <a:latin typeface="Ebrima"/>
                <a:cs typeface="Ebrima"/>
              </a:rPr>
              <a:t> </a:t>
            </a:r>
            <a:r>
              <a:rPr sz="1800" dirty="0">
                <a:solidFill>
                  <a:srgbClr val="FFFFFF"/>
                </a:solidFill>
                <a:latin typeface="Ebrima"/>
                <a:cs typeface="Ebrima"/>
              </a:rPr>
              <a:t>Understanding</a:t>
            </a:r>
            <a:r>
              <a:rPr sz="1800" spc="-20" dirty="0">
                <a:solidFill>
                  <a:srgbClr val="FFFFFF"/>
                </a:solidFill>
                <a:latin typeface="Ebrima"/>
                <a:cs typeface="Ebrima"/>
              </a:rPr>
              <a:t> </a:t>
            </a:r>
            <a:r>
              <a:rPr sz="1800" dirty="0">
                <a:solidFill>
                  <a:srgbClr val="FFFFFF"/>
                </a:solidFill>
                <a:latin typeface="Ebrima"/>
                <a:cs typeface="Ebrima"/>
              </a:rPr>
              <a:t>Perceptron</a:t>
            </a:r>
            <a:r>
              <a:rPr sz="1800" spc="-20" dirty="0">
                <a:solidFill>
                  <a:srgbClr val="FFFFFF"/>
                </a:solidFill>
                <a:latin typeface="Ebrima"/>
                <a:cs typeface="Ebrima"/>
              </a:rPr>
              <a:t> </a:t>
            </a:r>
            <a:r>
              <a:rPr sz="1800" dirty="0">
                <a:solidFill>
                  <a:srgbClr val="FFFFFF"/>
                </a:solidFill>
                <a:latin typeface="Ebrima"/>
                <a:cs typeface="Ebrima"/>
              </a:rPr>
              <a:t>with</a:t>
            </a:r>
            <a:r>
              <a:rPr sz="1800" spc="-20" dirty="0">
                <a:solidFill>
                  <a:srgbClr val="FFFFFF"/>
                </a:solidFill>
                <a:latin typeface="Ebrima"/>
                <a:cs typeface="Ebrima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Ebrima"/>
                <a:cs typeface="Ebrima"/>
              </a:rPr>
              <a:t>Excel</a:t>
            </a:r>
            <a:endParaRPr sz="1800">
              <a:latin typeface="Ebrima"/>
              <a:cs typeface="Ebrim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8671941" y="463677"/>
            <a:ext cx="80962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dirty="0">
                <a:solidFill>
                  <a:srgbClr val="D9D9D9"/>
                </a:solidFill>
                <a:latin typeface="Ebrima"/>
                <a:cs typeface="Ebrima"/>
              </a:rPr>
              <a:t>UNIT</a:t>
            </a:r>
            <a:r>
              <a:rPr sz="1600" spc="400" dirty="0">
                <a:solidFill>
                  <a:srgbClr val="D9D9D9"/>
                </a:solidFill>
                <a:latin typeface="Ebrima"/>
                <a:cs typeface="Ebrima"/>
              </a:rPr>
              <a:t> </a:t>
            </a:r>
            <a:r>
              <a:rPr sz="1600" spc="-35" dirty="0">
                <a:solidFill>
                  <a:srgbClr val="D9D9D9"/>
                </a:solidFill>
                <a:latin typeface="Ebrima"/>
                <a:cs typeface="Ebrima"/>
              </a:rPr>
              <a:t>01</a:t>
            </a:r>
            <a:endParaRPr sz="1600">
              <a:latin typeface="Ebrima"/>
              <a:cs typeface="Ebrima"/>
            </a:endParaRPr>
          </a:p>
        </p:txBody>
      </p:sp>
      <p:pic>
        <p:nvPicPr>
          <p:cNvPr id="9" name="object 9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710183" y="1805939"/>
            <a:ext cx="7093458" cy="409193"/>
          </a:xfrm>
          <a:prstGeom prst="rect">
            <a:avLst/>
          </a:prstGeom>
        </p:spPr>
      </p:pic>
      <p:graphicFrame>
        <p:nvGraphicFramePr>
          <p:cNvPr id="10" name="object 10"/>
          <p:cNvGraphicFramePr>
            <a:graphicFrameLocks noGrp="1"/>
          </p:cNvGraphicFramePr>
          <p:nvPr/>
        </p:nvGraphicFramePr>
        <p:xfrm>
          <a:off x="701357" y="2599182"/>
          <a:ext cx="3203575" cy="138049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9239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239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557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6606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7E7E7E"/>
                      </a:solidFill>
                      <a:prstDash val="solid"/>
                    </a:lnL>
                    <a:lnR w="6350">
                      <a:solidFill>
                        <a:srgbClr val="BEBEBE"/>
                      </a:solidFill>
                      <a:prstDash val="solid"/>
                    </a:lnR>
                    <a:lnT w="12700">
                      <a:solidFill>
                        <a:srgbClr val="183DAF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BEBEBE"/>
                      </a:solidFill>
                      <a:prstDash val="solid"/>
                    </a:lnL>
                    <a:lnR w="6350">
                      <a:solidFill>
                        <a:srgbClr val="BEBEBE"/>
                      </a:solidFill>
                      <a:prstDash val="solid"/>
                    </a:lnR>
                    <a:lnT w="12700">
                      <a:solidFill>
                        <a:srgbClr val="183DAF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BEBEBE"/>
                      </a:solidFill>
                      <a:prstDash val="solid"/>
                    </a:lnL>
                    <a:lnR w="3175">
                      <a:solidFill>
                        <a:srgbClr val="7E7E7E"/>
                      </a:solidFill>
                      <a:prstDash val="solid"/>
                    </a:lnR>
                    <a:lnT w="12700">
                      <a:solidFill>
                        <a:srgbClr val="183DAF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8765">
                <a:tc>
                  <a:txBody>
                    <a:bodyPr/>
                    <a:lstStyle/>
                    <a:p>
                      <a:pPr marL="426084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sz="1300" dirty="0">
                          <a:solidFill>
                            <a:srgbClr val="252525"/>
                          </a:solidFill>
                          <a:latin typeface="Trebuchet MS"/>
                          <a:cs typeface="Trebuchet MS"/>
                        </a:rPr>
                        <a:t>0</a:t>
                      </a:r>
                      <a:endParaRPr sz="1300">
                        <a:latin typeface="Trebuchet MS"/>
                        <a:cs typeface="Trebuchet MS"/>
                      </a:endParaRPr>
                    </a:p>
                  </a:txBody>
                  <a:tcPr marL="0" marR="0" marT="28575" marB="0">
                    <a:lnL w="3175">
                      <a:solidFill>
                        <a:srgbClr val="7E7E7E"/>
                      </a:solidFill>
                      <a:prstDash val="solid"/>
                    </a:lnL>
                    <a:lnR w="6350">
                      <a:solidFill>
                        <a:srgbClr val="BEBEBE"/>
                      </a:solidFill>
                      <a:prstDash val="solid"/>
                    </a:lnR>
                    <a:lnT w="6350">
                      <a:solidFill>
                        <a:srgbClr val="BEBEBE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26084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sz="1300" dirty="0">
                          <a:solidFill>
                            <a:srgbClr val="252525"/>
                          </a:solidFill>
                          <a:latin typeface="Trebuchet MS"/>
                          <a:cs typeface="Trebuchet MS"/>
                        </a:rPr>
                        <a:t>0</a:t>
                      </a:r>
                      <a:endParaRPr sz="1300">
                        <a:latin typeface="Trebuchet MS"/>
                        <a:cs typeface="Trebuchet MS"/>
                      </a:endParaRPr>
                    </a:p>
                  </a:txBody>
                  <a:tcPr marL="0" marR="0" marT="28575" marB="0">
                    <a:lnL w="6350">
                      <a:solidFill>
                        <a:srgbClr val="BEBEBE"/>
                      </a:solidFill>
                      <a:prstDash val="solid"/>
                    </a:lnL>
                    <a:lnR w="6350">
                      <a:solidFill>
                        <a:srgbClr val="BEBEBE"/>
                      </a:solidFill>
                      <a:prstDash val="solid"/>
                    </a:lnR>
                    <a:lnT w="6350">
                      <a:solidFill>
                        <a:srgbClr val="BEBEBE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sz="1300" dirty="0">
                          <a:solidFill>
                            <a:srgbClr val="252525"/>
                          </a:solidFill>
                          <a:latin typeface="Trebuchet MS"/>
                          <a:cs typeface="Trebuchet MS"/>
                        </a:rPr>
                        <a:t>F</a:t>
                      </a:r>
                      <a:endParaRPr sz="1300">
                        <a:latin typeface="Trebuchet MS"/>
                        <a:cs typeface="Trebuchet MS"/>
                      </a:endParaRPr>
                    </a:p>
                  </a:txBody>
                  <a:tcPr marL="0" marR="0" marT="28575" marB="0">
                    <a:lnL w="6350">
                      <a:solidFill>
                        <a:srgbClr val="BEBEBE"/>
                      </a:solidFill>
                      <a:prstDash val="solid"/>
                    </a:lnL>
                    <a:lnR w="3175">
                      <a:solidFill>
                        <a:srgbClr val="7E7E7E"/>
                      </a:solidFill>
                      <a:prstDash val="solid"/>
                    </a:lnR>
                    <a:lnT w="6350">
                      <a:solidFill>
                        <a:srgbClr val="BEBEBE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8765">
                <a:tc>
                  <a:txBody>
                    <a:bodyPr/>
                    <a:lstStyle/>
                    <a:p>
                      <a:pPr marL="446405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sz="1300" dirty="0">
                          <a:solidFill>
                            <a:srgbClr val="252525"/>
                          </a:solidFill>
                          <a:latin typeface="Trebuchet MS"/>
                          <a:cs typeface="Trebuchet MS"/>
                        </a:rPr>
                        <a:t>1</a:t>
                      </a:r>
                      <a:endParaRPr sz="1300">
                        <a:latin typeface="Trebuchet MS"/>
                        <a:cs typeface="Trebuchet MS"/>
                      </a:endParaRPr>
                    </a:p>
                  </a:txBody>
                  <a:tcPr marL="0" marR="0" marT="28575" marB="0">
                    <a:lnL w="3175">
                      <a:solidFill>
                        <a:srgbClr val="7E7E7E"/>
                      </a:solidFill>
                      <a:prstDash val="solid"/>
                    </a:lnL>
                    <a:lnR w="6350">
                      <a:solidFill>
                        <a:srgbClr val="BEBEBE"/>
                      </a:solidFill>
                      <a:prstDash val="solid"/>
                    </a:lnR>
                    <a:lnT w="6350">
                      <a:solidFill>
                        <a:srgbClr val="BEBEBE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26084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sz="1300" dirty="0">
                          <a:solidFill>
                            <a:srgbClr val="252525"/>
                          </a:solidFill>
                          <a:latin typeface="Trebuchet MS"/>
                          <a:cs typeface="Trebuchet MS"/>
                        </a:rPr>
                        <a:t>0</a:t>
                      </a:r>
                      <a:endParaRPr sz="1300">
                        <a:latin typeface="Trebuchet MS"/>
                        <a:cs typeface="Trebuchet MS"/>
                      </a:endParaRPr>
                    </a:p>
                  </a:txBody>
                  <a:tcPr marL="0" marR="0" marT="28575" marB="0">
                    <a:lnL w="6350">
                      <a:solidFill>
                        <a:srgbClr val="BEBEBE"/>
                      </a:solidFill>
                      <a:prstDash val="solid"/>
                    </a:lnL>
                    <a:lnR w="6350">
                      <a:solidFill>
                        <a:srgbClr val="BEBEBE"/>
                      </a:solidFill>
                      <a:prstDash val="solid"/>
                    </a:lnR>
                    <a:lnT w="6350">
                      <a:solidFill>
                        <a:srgbClr val="BEBEBE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sz="1300" dirty="0">
                          <a:solidFill>
                            <a:srgbClr val="252525"/>
                          </a:solidFill>
                          <a:latin typeface="Trebuchet MS"/>
                          <a:cs typeface="Trebuchet MS"/>
                        </a:rPr>
                        <a:t>F</a:t>
                      </a:r>
                      <a:endParaRPr sz="1300">
                        <a:latin typeface="Trebuchet MS"/>
                        <a:cs typeface="Trebuchet MS"/>
                      </a:endParaRPr>
                    </a:p>
                  </a:txBody>
                  <a:tcPr marL="0" marR="0" marT="28575" marB="0">
                    <a:lnL w="6350">
                      <a:solidFill>
                        <a:srgbClr val="BEBEBE"/>
                      </a:solidFill>
                      <a:prstDash val="solid"/>
                    </a:lnL>
                    <a:lnR w="3175">
                      <a:solidFill>
                        <a:srgbClr val="7E7E7E"/>
                      </a:solidFill>
                      <a:prstDash val="solid"/>
                    </a:lnR>
                    <a:lnT w="6350">
                      <a:solidFill>
                        <a:srgbClr val="BEBEBE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8130">
                <a:tc>
                  <a:txBody>
                    <a:bodyPr/>
                    <a:lstStyle/>
                    <a:p>
                      <a:pPr marL="426084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sz="1300" dirty="0">
                          <a:solidFill>
                            <a:srgbClr val="252525"/>
                          </a:solidFill>
                          <a:latin typeface="Trebuchet MS"/>
                          <a:cs typeface="Trebuchet MS"/>
                        </a:rPr>
                        <a:t>0</a:t>
                      </a:r>
                      <a:endParaRPr sz="1300">
                        <a:latin typeface="Trebuchet MS"/>
                        <a:cs typeface="Trebuchet MS"/>
                      </a:endParaRPr>
                    </a:p>
                  </a:txBody>
                  <a:tcPr marL="0" marR="0" marT="28575" marB="0">
                    <a:lnL w="3175">
                      <a:solidFill>
                        <a:srgbClr val="7E7E7E"/>
                      </a:solidFill>
                      <a:prstDash val="solid"/>
                    </a:lnL>
                    <a:lnR w="6350">
                      <a:solidFill>
                        <a:srgbClr val="BEBEBE"/>
                      </a:solidFill>
                      <a:prstDash val="solid"/>
                    </a:lnR>
                    <a:lnT w="6350">
                      <a:solidFill>
                        <a:srgbClr val="BEBEBE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46405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sz="1300" dirty="0">
                          <a:solidFill>
                            <a:srgbClr val="252525"/>
                          </a:solidFill>
                          <a:latin typeface="Trebuchet MS"/>
                          <a:cs typeface="Trebuchet MS"/>
                        </a:rPr>
                        <a:t>1</a:t>
                      </a:r>
                      <a:endParaRPr sz="1300">
                        <a:latin typeface="Trebuchet MS"/>
                        <a:cs typeface="Trebuchet MS"/>
                      </a:endParaRPr>
                    </a:p>
                  </a:txBody>
                  <a:tcPr marL="0" marR="0" marT="28575" marB="0">
                    <a:lnL w="6350">
                      <a:solidFill>
                        <a:srgbClr val="BEBEBE"/>
                      </a:solidFill>
                      <a:prstDash val="solid"/>
                    </a:lnL>
                    <a:lnR w="6350">
                      <a:solidFill>
                        <a:srgbClr val="BEBEBE"/>
                      </a:solidFill>
                      <a:prstDash val="solid"/>
                    </a:lnR>
                    <a:lnT w="6350">
                      <a:solidFill>
                        <a:srgbClr val="BEBEBE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sz="1300" dirty="0">
                          <a:solidFill>
                            <a:srgbClr val="252525"/>
                          </a:solidFill>
                          <a:latin typeface="Trebuchet MS"/>
                          <a:cs typeface="Trebuchet MS"/>
                        </a:rPr>
                        <a:t>F</a:t>
                      </a:r>
                      <a:endParaRPr sz="1300">
                        <a:latin typeface="Trebuchet MS"/>
                        <a:cs typeface="Trebuchet MS"/>
                      </a:endParaRPr>
                    </a:p>
                  </a:txBody>
                  <a:tcPr marL="0" marR="0" marT="28575" marB="0">
                    <a:lnL w="6350">
                      <a:solidFill>
                        <a:srgbClr val="BEBEBE"/>
                      </a:solidFill>
                      <a:prstDash val="solid"/>
                    </a:lnL>
                    <a:lnR w="3175">
                      <a:solidFill>
                        <a:srgbClr val="7E7E7E"/>
                      </a:solidFill>
                      <a:prstDash val="solid"/>
                    </a:lnR>
                    <a:lnT w="6350">
                      <a:solidFill>
                        <a:srgbClr val="BEBEBE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8765">
                <a:tc>
                  <a:txBody>
                    <a:bodyPr/>
                    <a:lstStyle/>
                    <a:p>
                      <a:pPr marL="446405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sz="1300" dirty="0">
                          <a:solidFill>
                            <a:srgbClr val="252525"/>
                          </a:solidFill>
                          <a:latin typeface="Trebuchet MS"/>
                          <a:cs typeface="Trebuchet MS"/>
                        </a:rPr>
                        <a:t>1</a:t>
                      </a:r>
                      <a:endParaRPr sz="1300">
                        <a:latin typeface="Trebuchet MS"/>
                        <a:cs typeface="Trebuchet MS"/>
                      </a:endParaRPr>
                    </a:p>
                  </a:txBody>
                  <a:tcPr marL="0" marR="0" marT="28575" marB="0">
                    <a:lnL w="3175">
                      <a:solidFill>
                        <a:srgbClr val="7E7E7E"/>
                      </a:solidFill>
                      <a:prstDash val="solid"/>
                    </a:lnL>
                    <a:lnR w="6350">
                      <a:solidFill>
                        <a:srgbClr val="BEBEBE"/>
                      </a:solidFill>
                      <a:prstDash val="solid"/>
                    </a:lnR>
                    <a:lnT w="6350">
                      <a:solidFill>
                        <a:srgbClr val="BEBEBE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46405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sz="1300" dirty="0">
                          <a:solidFill>
                            <a:srgbClr val="252525"/>
                          </a:solidFill>
                          <a:latin typeface="Trebuchet MS"/>
                          <a:cs typeface="Trebuchet MS"/>
                        </a:rPr>
                        <a:t>1</a:t>
                      </a:r>
                      <a:endParaRPr sz="1300">
                        <a:latin typeface="Trebuchet MS"/>
                        <a:cs typeface="Trebuchet MS"/>
                      </a:endParaRPr>
                    </a:p>
                  </a:txBody>
                  <a:tcPr marL="0" marR="0" marT="28575" marB="0">
                    <a:lnL w="6350">
                      <a:solidFill>
                        <a:srgbClr val="BEBEBE"/>
                      </a:solidFill>
                      <a:prstDash val="solid"/>
                    </a:lnL>
                    <a:lnR w="6350">
                      <a:solidFill>
                        <a:srgbClr val="BEBEBE"/>
                      </a:solidFill>
                      <a:prstDash val="solid"/>
                    </a:lnR>
                    <a:lnT w="6350">
                      <a:solidFill>
                        <a:srgbClr val="BEBEBE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sz="1300" dirty="0">
                          <a:solidFill>
                            <a:srgbClr val="252525"/>
                          </a:solidFill>
                          <a:latin typeface="Trebuchet MS"/>
                          <a:cs typeface="Trebuchet MS"/>
                        </a:rPr>
                        <a:t>T</a:t>
                      </a:r>
                      <a:endParaRPr sz="1300">
                        <a:latin typeface="Trebuchet MS"/>
                        <a:cs typeface="Trebuchet MS"/>
                      </a:endParaRPr>
                    </a:p>
                  </a:txBody>
                  <a:tcPr marL="0" marR="0" marT="28575" marB="0">
                    <a:lnL w="6350">
                      <a:solidFill>
                        <a:srgbClr val="BEBEBE"/>
                      </a:solidFill>
                      <a:prstDash val="solid"/>
                    </a:lnL>
                    <a:lnR w="3175">
                      <a:solidFill>
                        <a:srgbClr val="7E7E7E"/>
                      </a:solidFill>
                      <a:prstDash val="solid"/>
                    </a:lnR>
                    <a:lnT w="6350">
                      <a:solidFill>
                        <a:srgbClr val="BEBEBE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pic>
        <p:nvPicPr>
          <p:cNvPr id="11" name="object 11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112278" y="2672588"/>
            <a:ext cx="98145" cy="136144"/>
          </a:xfrm>
          <a:prstGeom prst="rect">
            <a:avLst/>
          </a:prstGeom>
        </p:spPr>
      </p:pic>
      <p:pic>
        <p:nvPicPr>
          <p:cNvPr id="12" name="object 12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2016632" y="2672588"/>
            <a:ext cx="137414" cy="136144"/>
          </a:xfrm>
          <a:prstGeom prst="rect">
            <a:avLst/>
          </a:prstGeom>
        </p:spPr>
      </p:pic>
      <p:pic>
        <p:nvPicPr>
          <p:cNvPr id="13" name="object 13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2794507" y="2672333"/>
            <a:ext cx="864234" cy="168528"/>
          </a:xfrm>
          <a:prstGeom prst="rect">
            <a:avLst/>
          </a:prstGeom>
        </p:spPr>
      </p:pic>
      <p:grpSp>
        <p:nvGrpSpPr>
          <p:cNvPr id="14" name="object 14"/>
          <p:cNvGrpSpPr/>
          <p:nvPr/>
        </p:nvGrpSpPr>
        <p:grpSpPr>
          <a:xfrm>
            <a:off x="4195571" y="2564892"/>
            <a:ext cx="4697095" cy="3459479"/>
            <a:chOff x="4195571" y="2564892"/>
            <a:chExt cx="4697095" cy="3459479"/>
          </a:xfrm>
        </p:grpSpPr>
        <p:sp>
          <p:nvSpPr>
            <p:cNvPr id="15" name="object 15"/>
            <p:cNvSpPr/>
            <p:nvPr/>
          </p:nvSpPr>
          <p:spPr>
            <a:xfrm>
              <a:off x="4195571" y="2564892"/>
              <a:ext cx="4697095" cy="3459479"/>
            </a:xfrm>
            <a:custGeom>
              <a:avLst/>
              <a:gdLst/>
              <a:ahLst/>
              <a:cxnLst/>
              <a:rect l="l" t="t" r="r" b="b"/>
              <a:pathLst>
                <a:path w="4697095" h="3459479">
                  <a:moveTo>
                    <a:pt x="4696968" y="0"/>
                  </a:moveTo>
                  <a:lnTo>
                    <a:pt x="0" y="0"/>
                  </a:lnTo>
                  <a:lnTo>
                    <a:pt x="0" y="3459479"/>
                  </a:lnTo>
                  <a:lnTo>
                    <a:pt x="4696968" y="3459479"/>
                  </a:lnTo>
                  <a:lnTo>
                    <a:pt x="4696968" y="0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4954523" y="3477768"/>
              <a:ext cx="2414905" cy="1976755"/>
            </a:xfrm>
            <a:custGeom>
              <a:avLst/>
              <a:gdLst/>
              <a:ahLst/>
              <a:cxnLst/>
              <a:rect l="l" t="t" r="r" b="b"/>
              <a:pathLst>
                <a:path w="2414904" h="1976754">
                  <a:moveTo>
                    <a:pt x="0" y="0"/>
                  </a:moveTo>
                  <a:lnTo>
                    <a:pt x="0" y="1975866"/>
                  </a:lnTo>
                </a:path>
                <a:path w="2414904" h="1976754">
                  <a:moveTo>
                    <a:pt x="0" y="1976628"/>
                  </a:moveTo>
                  <a:lnTo>
                    <a:pt x="2414524" y="1976628"/>
                  </a:lnTo>
                </a:path>
              </a:pathLst>
            </a:custGeom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7" name="object 17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4860035" y="3456432"/>
              <a:ext cx="188975" cy="190500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7246619" y="3442716"/>
              <a:ext cx="188975" cy="188976"/>
            </a:xfrm>
            <a:prstGeom prst="rect">
              <a:avLst/>
            </a:prstGeom>
          </p:spPr>
        </p:pic>
        <p:pic>
          <p:nvPicPr>
            <p:cNvPr id="19" name="object 19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4908803" y="5344668"/>
              <a:ext cx="188976" cy="190499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7304531" y="5344668"/>
              <a:ext cx="188975" cy="190499"/>
            </a:xfrm>
            <a:prstGeom prst="rect">
              <a:avLst/>
            </a:prstGeom>
          </p:spPr>
        </p:pic>
        <p:pic>
          <p:nvPicPr>
            <p:cNvPr id="21" name="object 21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4472939" y="3535680"/>
              <a:ext cx="206501" cy="148590"/>
            </a:xfrm>
            <a:prstGeom prst="rect">
              <a:avLst/>
            </a:prstGeom>
          </p:spPr>
        </p:pic>
        <p:pic>
          <p:nvPicPr>
            <p:cNvPr id="22" name="object 22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4453127" y="5501640"/>
              <a:ext cx="246125" cy="148590"/>
            </a:xfrm>
            <a:prstGeom prst="rect">
              <a:avLst/>
            </a:prstGeom>
          </p:spPr>
        </p:pic>
        <p:pic>
          <p:nvPicPr>
            <p:cNvPr id="23" name="object 23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7696200" y="3535680"/>
              <a:ext cx="166877" cy="148590"/>
            </a:xfrm>
            <a:prstGeom prst="rect">
              <a:avLst/>
            </a:prstGeom>
          </p:spPr>
        </p:pic>
        <p:pic>
          <p:nvPicPr>
            <p:cNvPr id="24" name="object 24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7676387" y="5501640"/>
              <a:ext cx="206501" cy="148590"/>
            </a:xfrm>
            <a:prstGeom prst="rect">
              <a:avLst/>
            </a:prstGeom>
          </p:spPr>
        </p:pic>
        <p:sp>
          <p:nvSpPr>
            <p:cNvPr id="25" name="object 25"/>
            <p:cNvSpPr/>
            <p:nvPr/>
          </p:nvSpPr>
          <p:spPr>
            <a:xfrm>
              <a:off x="4581143" y="2718816"/>
              <a:ext cx="4067810" cy="2930525"/>
            </a:xfrm>
            <a:custGeom>
              <a:avLst/>
              <a:gdLst/>
              <a:ahLst/>
              <a:cxnLst/>
              <a:rect l="l" t="t" r="r" b="b"/>
              <a:pathLst>
                <a:path w="4067809" h="2930525">
                  <a:moveTo>
                    <a:pt x="0" y="0"/>
                  </a:moveTo>
                  <a:lnTo>
                    <a:pt x="4067682" y="2930004"/>
                  </a:lnTo>
                </a:path>
              </a:pathLst>
            </a:custGeom>
            <a:ln w="609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362052" y="6524434"/>
            <a:ext cx="84461" cy="90487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54151" y="6527292"/>
            <a:ext cx="1794510" cy="142494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862571" y="6521195"/>
            <a:ext cx="2327910" cy="118110"/>
          </a:xfrm>
          <a:prstGeom prst="rect">
            <a:avLst/>
          </a:prstGeom>
        </p:spPr>
      </p:pic>
      <p:sp>
        <p:nvSpPr>
          <p:cNvPr id="5" name="object 5"/>
          <p:cNvSpPr/>
          <p:nvPr/>
        </p:nvSpPr>
        <p:spPr>
          <a:xfrm>
            <a:off x="559308" y="1440180"/>
            <a:ext cx="36830" cy="180340"/>
          </a:xfrm>
          <a:custGeom>
            <a:avLst/>
            <a:gdLst/>
            <a:ahLst/>
            <a:cxnLst/>
            <a:rect l="l" t="t" r="r" b="b"/>
            <a:pathLst>
              <a:path w="36829" h="180340">
                <a:moveTo>
                  <a:pt x="36576" y="0"/>
                </a:moveTo>
                <a:lnTo>
                  <a:pt x="0" y="0"/>
                </a:lnTo>
                <a:lnTo>
                  <a:pt x="0" y="179832"/>
                </a:lnTo>
                <a:lnTo>
                  <a:pt x="36576" y="179832"/>
                </a:lnTo>
                <a:lnTo>
                  <a:pt x="36576" y="0"/>
                </a:lnTo>
                <a:close/>
              </a:path>
            </a:pathLst>
          </a:custGeom>
          <a:solidFill>
            <a:srgbClr val="183DAF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6" name="object 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713231" y="1463039"/>
            <a:ext cx="794766" cy="176022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437489" y="431419"/>
            <a:ext cx="4145279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FFFFFF"/>
                </a:solidFill>
                <a:latin typeface="Ebrima"/>
                <a:cs typeface="Ebrima"/>
              </a:rPr>
              <a:t>1.1.</a:t>
            </a:r>
            <a:r>
              <a:rPr sz="1800" spc="-40" dirty="0">
                <a:solidFill>
                  <a:srgbClr val="FFFFFF"/>
                </a:solidFill>
                <a:latin typeface="Ebrima"/>
                <a:cs typeface="Ebrima"/>
              </a:rPr>
              <a:t> </a:t>
            </a:r>
            <a:r>
              <a:rPr sz="1800" dirty="0">
                <a:solidFill>
                  <a:srgbClr val="FFFFFF"/>
                </a:solidFill>
                <a:latin typeface="Ebrima"/>
                <a:cs typeface="Ebrima"/>
              </a:rPr>
              <a:t>Understanding</a:t>
            </a:r>
            <a:r>
              <a:rPr sz="1800" spc="-20" dirty="0">
                <a:solidFill>
                  <a:srgbClr val="FFFFFF"/>
                </a:solidFill>
                <a:latin typeface="Ebrima"/>
                <a:cs typeface="Ebrima"/>
              </a:rPr>
              <a:t> </a:t>
            </a:r>
            <a:r>
              <a:rPr sz="1800" dirty="0">
                <a:solidFill>
                  <a:srgbClr val="FFFFFF"/>
                </a:solidFill>
                <a:latin typeface="Ebrima"/>
                <a:cs typeface="Ebrima"/>
              </a:rPr>
              <a:t>Perceptron</a:t>
            </a:r>
            <a:r>
              <a:rPr sz="1800" spc="-20" dirty="0">
                <a:solidFill>
                  <a:srgbClr val="FFFFFF"/>
                </a:solidFill>
                <a:latin typeface="Ebrima"/>
                <a:cs typeface="Ebrima"/>
              </a:rPr>
              <a:t> </a:t>
            </a:r>
            <a:r>
              <a:rPr sz="1800" dirty="0">
                <a:solidFill>
                  <a:srgbClr val="FFFFFF"/>
                </a:solidFill>
                <a:latin typeface="Ebrima"/>
                <a:cs typeface="Ebrima"/>
              </a:rPr>
              <a:t>with</a:t>
            </a:r>
            <a:r>
              <a:rPr sz="1800" spc="-20" dirty="0">
                <a:solidFill>
                  <a:srgbClr val="FFFFFF"/>
                </a:solidFill>
                <a:latin typeface="Ebrima"/>
                <a:cs typeface="Ebrima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Ebrima"/>
                <a:cs typeface="Ebrima"/>
              </a:rPr>
              <a:t>Excel</a:t>
            </a:r>
            <a:endParaRPr sz="1800">
              <a:latin typeface="Ebrima"/>
              <a:cs typeface="Ebrim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8671941" y="463677"/>
            <a:ext cx="80962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dirty="0">
                <a:solidFill>
                  <a:srgbClr val="D9D9D9"/>
                </a:solidFill>
                <a:latin typeface="Ebrima"/>
                <a:cs typeface="Ebrima"/>
              </a:rPr>
              <a:t>UNIT</a:t>
            </a:r>
            <a:r>
              <a:rPr sz="1600" spc="400" dirty="0">
                <a:solidFill>
                  <a:srgbClr val="D9D9D9"/>
                </a:solidFill>
                <a:latin typeface="Ebrima"/>
                <a:cs typeface="Ebrima"/>
              </a:rPr>
              <a:t> </a:t>
            </a:r>
            <a:r>
              <a:rPr sz="1600" spc="-35" dirty="0">
                <a:solidFill>
                  <a:srgbClr val="D9D9D9"/>
                </a:solidFill>
                <a:latin typeface="Ebrima"/>
                <a:cs typeface="Ebrima"/>
              </a:rPr>
              <a:t>01</a:t>
            </a:r>
            <a:endParaRPr sz="1600">
              <a:latin typeface="Ebrima"/>
              <a:cs typeface="Ebrima"/>
            </a:endParaRPr>
          </a:p>
        </p:txBody>
      </p:sp>
      <p:pic>
        <p:nvPicPr>
          <p:cNvPr id="9" name="object 9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710183" y="1805939"/>
            <a:ext cx="5749290" cy="409193"/>
          </a:xfrm>
          <a:prstGeom prst="rect">
            <a:avLst/>
          </a:prstGeom>
        </p:spPr>
      </p:pic>
      <p:grpSp>
        <p:nvGrpSpPr>
          <p:cNvPr id="10" name="object 10"/>
          <p:cNvGrpSpPr/>
          <p:nvPr/>
        </p:nvGrpSpPr>
        <p:grpSpPr>
          <a:xfrm>
            <a:off x="685800" y="2488692"/>
            <a:ext cx="5238115" cy="3316604"/>
            <a:chOff x="685800" y="2488692"/>
            <a:chExt cx="5238115" cy="3316604"/>
          </a:xfrm>
        </p:grpSpPr>
        <p:sp>
          <p:nvSpPr>
            <p:cNvPr id="11" name="object 11"/>
            <p:cNvSpPr/>
            <p:nvPr/>
          </p:nvSpPr>
          <p:spPr>
            <a:xfrm>
              <a:off x="685800" y="2488692"/>
              <a:ext cx="5238115" cy="3316604"/>
            </a:xfrm>
            <a:custGeom>
              <a:avLst/>
              <a:gdLst/>
              <a:ahLst/>
              <a:cxnLst/>
              <a:rect l="l" t="t" r="r" b="b"/>
              <a:pathLst>
                <a:path w="5238115" h="3316604">
                  <a:moveTo>
                    <a:pt x="5237988" y="0"/>
                  </a:moveTo>
                  <a:lnTo>
                    <a:pt x="0" y="0"/>
                  </a:lnTo>
                  <a:lnTo>
                    <a:pt x="0" y="3316224"/>
                  </a:lnTo>
                  <a:lnTo>
                    <a:pt x="5237988" y="3316224"/>
                  </a:lnTo>
                  <a:lnTo>
                    <a:pt x="5237988" y="0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3876294" y="3821430"/>
              <a:ext cx="666115" cy="666115"/>
            </a:xfrm>
            <a:custGeom>
              <a:avLst/>
              <a:gdLst/>
              <a:ahLst/>
              <a:cxnLst/>
              <a:rect l="l" t="t" r="r" b="b"/>
              <a:pathLst>
                <a:path w="666114" h="666114">
                  <a:moveTo>
                    <a:pt x="332993" y="0"/>
                  </a:moveTo>
                  <a:lnTo>
                    <a:pt x="283789" y="3610"/>
                  </a:lnTo>
                  <a:lnTo>
                    <a:pt x="236825" y="14099"/>
                  </a:lnTo>
                  <a:lnTo>
                    <a:pt x="192617" y="30951"/>
                  </a:lnTo>
                  <a:lnTo>
                    <a:pt x="151680" y="53650"/>
                  </a:lnTo>
                  <a:lnTo>
                    <a:pt x="114530" y="81681"/>
                  </a:lnTo>
                  <a:lnTo>
                    <a:pt x="81681" y="114530"/>
                  </a:lnTo>
                  <a:lnTo>
                    <a:pt x="53650" y="151680"/>
                  </a:lnTo>
                  <a:lnTo>
                    <a:pt x="30951" y="192617"/>
                  </a:lnTo>
                  <a:lnTo>
                    <a:pt x="14099" y="236825"/>
                  </a:lnTo>
                  <a:lnTo>
                    <a:pt x="3610" y="283789"/>
                  </a:lnTo>
                  <a:lnTo>
                    <a:pt x="0" y="332994"/>
                  </a:lnTo>
                  <a:lnTo>
                    <a:pt x="3610" y="382198"/>
                  </a:lnTo>
                  <a:lnTo>
                    <a:pt x="14099" y="429162"/>
                  </a:lnTo>
                  <a:lnTo>
                    <a:pt x="30951" y="473370"/>
                  </a:lnTo>
                  <a:lnTo>
                    <a:pt x="53650" y="514307"/>
                  </a:lnTo>
                  <a:lnTo>
                    <a:pt x="81681" y="551457"/>
                  </a:lnTo>
                  <a:lnTo>
                    <a:pt x="114530" y="584306"/>
                  </a:lnTo>
                  <a:lnTo>
                    <a:pt x="151680" y="612337"/>
                  </a:lnTo>
                  <a:lnTo>
                    <a:pt x="192617" y="635036"/>
                  </a:lnTo>
                  <a:lnTo>
                    <a:pt x="236825" y="651888"/>
                  </a:lnTo>
                  <a:lnTo>
                    <a:pt x="283789" y="662377"/>
                  </a:lnTo>
                  <a:lnTo>
                    <a:pt x="332993" y="665988"/>
                  </a:lnTo>
                  <a:lnTo>
                    <a:pt x="382198" y="662377"/>
                  </a:lnTo>
                  <a:lnTo>
                    <a:pt x="429162" y="651888"/>
                  </a:lnTo>
                  <a:lnTo>
                    <a:pt x="473370" y="635036"/>
                  </a:lnTo>
                  <a:lnTo>
                    <a:pt x="514307" y="612337"/>
                  </a:lnTo>
                  <a:lnTo>
                    <a:pt x="551457" y="584306"/>
                  </a:lnTo>
                  <a:lnTo>
                    <a:pt x="584306" y="551457"/>
                  </a:lnTo>
                  <a:lnTo>
                    <a:pt x="612337" y="514307"/>
                  </a:lnTo>
                  <a:lnTo>
                    <a:pt x="635036" y="473370"/>
                  </a:lnTo>
                  <a:lnTo>
                    <a:pt x="651888" y="429162"/>
                  </a:lnTo>
                  <a:lnTo>
                    <a:pt x="662377" y="382198"/>
                  </a:lnTo>
                  <a:lnTo>
                    <a:pt x="665988" y="332994"/>
                  </a:lnTo>
                  <a:lnTo>
                    <a:pt x="662377" y="283789"/>
                  </a:lnTo>
                  <a:lnTo>
                    <a:pt x="651888" y="236825"/>
                  </a:lnTo>
                  <a:lnTo>
                    <a:pt x="635036" y="192617"/>
                  </a:lnTo>
                  <a:lnTo>
                    <a:pt x="612337" y="151680"/>
                  </a:lnTo>
                  <a:lnTo>
                    <a:pt x="584306" y="114530"/>
                  </a:lnTo>
                  <a:lnTo>
                    <a:pt x="551457" y="81681"/>
                  </a:lnTo>
                  <a:lnTo>
                    <a:pt x="514307" y="53650"/>
                  </a:lnTo>
                  <a:lnTo>
                    <a:pt x="473370" y="30951"/>
                  </a:lnTo>
                  <a:lnTo>
                    <a:pt x="429162" y="14099"/>
                  </a:lnTo>
                  <a:lnTo>
                    <a:pt x="382198" y="3610"/>
                  </a:lnTo>
                  <a:lnTo>
                    <a:pt x="332993" y="0"/>
                  </a:lnTo>
                  <a:close/>
                </a:path>
              </a:pathLst>
            </a:custGeom>
            <a:solidFill>
              <a:srgbClr val="13299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3876294" y="3821430"/>
              <a:ext cx="666115" cy="666115"/>
            </a:xfrm>
            <a:custGeom>
              <a:avLst/>
              <a:gdLst/>
              <a:ahLst/>
              <a:cxnLst/>
              <a:rect l="l" t="t" r="r" b="b"/>
              <a:pathLst>
                <a:path w="666114" h="666114">
                  <a:moveTo>
                    <a:pt x="0" y="332994"/>
                  </a:moveTo>
                  <a:lnTo>
                    <a:pt x="3610" y="283789"/>
                  </a:lnTo>
                  <a:lnTo>
                    <a:pt x="14099" y="236825"/>
                  </a:lnTo>
                  <a:lnTo>
                    <a:pt x="30951" y="192617"/>
                  </a:lnTo>
                  <a:lnTo>
                    <a:pt x="53650" y="151680"/>
                  </a:lnTo>
                  <a:lnTo>
                    <a:pt x="81681" y="114530"/>
                  </a:lnTo>
                  <a:lnTo>
                    <a:pt x="114530" y="81681"/>
                  </a:lnTo>
                  <a:lnTo>
                    <a:pt x="151680" y="53650"/>
                  </a:lnTo>
                  <a:lnTo>
                    <a:pt x="192617" y="30951"/>
                  </a:lnTo>
                  <a:lnTo>
                    <a:pt x="236825" y="14099"/>
                  </a:lnTo>
                  <a:lnTo>
                    <a:pt x="283789" y="3610"/>
                  </a:lnTo>
                  <a:lnTo>
                    <a:pt x="332993" y="0"/>
                  </a:lnTo>
                  <a:lnTo>
                    <a:pt x="382198" y="3610"/>
                  </a:lnTo>
                  <a:lnTo>
                    <a:pt x="429162" y="14099"/>
                  </a:lnTo>
                  <a:lnTo>
                    <a:pt x="473370" y="30951"/>
                  </a:lnTo>
                  <a:lnTo>
                    <a:pt x="514307" y="53650"/>
                  </a:lnTo>
                  <a:lnTo>
                    <a:pt x="551457" y="81681"/>
                  </a:lnTo>
                  <a:lnTo>
                    <a:pt x="584306" y="114530"/>
                  </a:lnTo>
                  <a:lnTo>
                    <a:pt x="612337" y="151680"/>
                  </a:lnTo>
                  <a:lnTo>
                    <a:pt x="635036" y="192617"/>
                  </a:lnTo>
                  <a:lnTo>
                    <a:pt x="651888" y="236825"/>
                  </a:lnTo>
                  <a:lnTo>
                    <a:pt x="662377" y="283789"/>
                  </a:lnTo>
                  <a:lnTo>
                    <a:pt x="665988" y="332994"/>
                  </a:lnTo>
                  <a:lnTo>
                    <a:pt x="662377" y="382198"/>
                  </a:lnTo>
                  <a:lnTo>
                    <a:pt x="651888" y="429162"/>
                  </a:lnTo>
                  <a:lnTo>
                    <a:pt x="635036" y="473370"/>
                  </a:lnTo>
                  <a:lnTo>
                    <a:pt x="612337" y="514307"/>
                  </a:lnTo>
                  <a:lnTo>
                    <a:pt x="584306" y="551457"/>
                  </a:lnTo>
                  <a:lnTo>
                    <a:pt x="551457" y="584306"/>
                  </a:lnTo>
                  <a:lnTo>
                    <a:pt x="514307" y="612337"/>
                  </a:lnTo>
                  <a:lnTo>
                    <a:pt x="473370" y="635036"/>
                  </a:lnTo>
                  <a:lnTo>
                    <a:pt x="429162" y="651888"/>
                  </a:lnTo>
                  <a:lnTo>
                    <a:pt x="382198" y="662377"/>
                  </a:lnTo>
                  <a:lnTo>
                    <a:pt x="332993" y="665988"/>
                  </a:lnTo>
                  <a:lnTo>
                    <a:pt x="283789" y="662377"/>
                  </a:lnTo>
                  <a:lnTo>
                    <a:pt x="236825" y="651888"/>
                  </a:lnTo>
                  <a:lnTo>
                    <a:pt x="192617" y="635036"/>
                  </a:lnTo>
                  <a:lnTo>
                    <a:pt x="151680" y="612337"/>
                  </a:lnTo>
                  <a:lnTo>
                    <a:pt x="114530" y="584306"/>
                  </a:lnTo>
                  <a:lnTo>
                    <a:pt x="81681" y="551457"/>
                  </a:lnTo>
                  <a:lnTo>
                    <a:pt x="53650" y="514307"/>
                  </a:lnTo>
                  <a:lnTo>
                    <a:pt x="30951" y="473370"/>
                  </a:lnTo>
                  <a:lnTo>
                    <a:pt x="14099" y="429162"/>
                  </a:lnTo>
                  <a:lnTo>
                    <a:pt x="3610" y="382198"/>
                  </a:lnTo>
                  <a:lnTo>
                    <a:pt x="0" y="332994"/>
                  </a:lnTo>
                  <a:close/>
                </a:path>
              </a:pathLst>
            </a:custGeom>
            <a:ln w="19812">
              <a:solidFill>
                <a:srgbClr val="13299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/>
          <p:nvPr/>
        </p:nvSpPr>
        <p:spPr>
          <a:xfrm>
            <a:off x="685800" y="2488692"/>
            <a:ext cx="5238115" cy="3316604"/>
          </a:xfrm>
          <a:prstGeom prst="rect">
            <a:avLst/>
          </a:prstGeom>
        </p:spPr>
        <p:txBody>
          <a:bodyPr vert="horz" wrap="square" lIns="0" tIns="109220" rIns="0" bIns="0" rtlCol="0">
            <a:spAutoFit/>
          </a:bodyPr>
          <a:lstStyle/>
          <a:p>
            <a:pPr marL="180975">
              <a:lnSpc>
                <a:spcPct val="100000"/>
              </a:lnSpc>
              <a:spcBef>
                <a:spcPts val="860"/>
              </a:spcBef>
            </a:pPr>
            <a:r>
              <a:rPr sz="1300" spc="-265" dirty="0">
                <a:latin typeface="Trebuchet MS"/>
                <a:cs typeface="Trebuchet MS"/>
              </a:rPr>
              <a:t>The</a:t>
            </a:r>
            <a:r>
              <a:rPr sz="1300" spc="-95" dirty="0">
                <a:latin typeface="Trebuchet MS"/>
                <a:cs typeface="Trebuchet MS"/>
              </a:rPr>
              <a:t> </a:t>
            </a:r>
            <a:r>
              <a:rPr sz="1300" spc="-170" dirty="0">
                <a:latin typeface="Trebuchet MS"/>
                <a:cs typeface="Trebuchet MS"/>
              </a:rPr>
              <a:t>bias</a:t>
            </a:r>
            <a:r>
              <a:rPr sz="1300" spc="-120" dirty="0">
                <a:latin typeface="Trebuchet MS"/>
                <a:cs typeface="Trebuchet MS"/>
              </a:rPr>
              <a:t> </a:t>
            </a:r>
            <a:r>
              <a:rPr sz="1300" spc="-110" dirty="0">
                <a:latin typeface="Trebuchet MS"/>
                <a:cs typeface="Trebuchet MS"/>
              </a:rPr>
              <a:t>is</a:t>
            </a:r>
            <a:r>
              <a:rPr sz="1300" spc="-114" dirty="0">
                <a:latin typeface="Trebuchet MS"/>
                <a:cs typeface="Trebuchet MS"/>
              </a:rPr>
              <a:t> </a:t>
            </a:r>
            <a:r>
              <a:rPr sz="1300" spc="-190" dirty="0">
                <a:latin typeface="Trebuchet MS"/>
                <a:cs typeface="Trebuchet MS"/>
              </a:rPr>
              <a:t>generally</a:t>
            </a:r>
            <a:r>
              <a:rPr sz="1300" spc="-110" dirty="0">
                <a:latin typeface="Trebuchet MS"/>
                <a:cs typeface="Trebuchet MS"/>
              </a:rPr>
              <a:t> </a:t>
            </a:r>
            <a:r>
              <a:rPr sz="1300" spc="-215" dirty="0">
                <a:latin typeface="Trebuchet MS"/>
                <a:cs typeface="Trebuchet MS"/>
              </a:rPr>
              <a:t>fixed</a:t>
            </a:r>
            <a:r>
              <a:rPr sz="1300" spc="-100" dirty="0">
                <a:latin typeface="Trebuchet MS"/>
                <a:cs typeface="Trebuchet MS"/>
              </a:rPr>
              <a:t> </a:t>
            </a:r>
            <a:r>
              <a:rPr sz="1300" spc="-140" dirty="0">
                <a:latin typeface="Trebuchet MS"/>
                <a:cs typeface="Trebuchet MS"/>
              </a:rPr>
              <a:t>as</a:t>
            </a:r>
            <a:r>
              <a:rPr sz="1300" spc="-125" dirty="0">
                <a:latin typeface="Trebuchet MS"/>
                <a:cs typeface="Trebuchet MS"/>
              </a:rPr>
              <a:t> </a:t>
            </a:r>
            <a:r>
              <a:rPr sz="1300" spc="-380" dirty="0">
                <a:latin typeface="Trebuchet MS"/>
                <a:cs typeface="Trebuchet MS"/>
              </a:rPr>
              <a:t>1.</a:t>
            </a:r>
            <a:endParaRPr sz="13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</a:pPr>
            <a:endParaRPr sz="15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</a:pPr>
            <a:endParaRPr sz="15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</a:pPr>
            <a:endParaRPr sz="15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</a:pPr>
            <a:endParaRPr sz="15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</a:pPr>
            <a:endParaRPr sz="1500">
              <a:latin typeface="Trebuchet MS"/>
              <a:cs typeface="Trebuchet MS"/>
            </a:endParaRPr>
          </a:p>
          <a:p>
            <a:pPr marL="3415029">
              <a:lnSpc>
                <a:spcPct val="100000"/>
              </a:lnSpc>
              <a:spcBef>
                <a:spcPts val="1190"/>
              </a:spcBef>
            </a:pPr>
            <a:r>
              <a:rPr sz="1300" spc="-105" dirty="0">
                <a:solidFill>
                  <a:srgbClr val="FFFFFF"/>
                </a:solidFill>
                <a:latin typeface="Trebuchet MS"/>
                <a:cs typeface="Trebuchet MS"/>
              </a:rPr>
              <a:t>-</a:t>
            </a:r>
            <a:r>
              <a:rPr sz="1300" spc="-25" dirty="0">
                <a:solidFill>
                  <a:srgbClr val="FFFFFF"/>
                </a:solidFill>
                <a:latin typeface="Trebuchet MS"/>
                <a:cs typeface="Trebuchet MS"/>
              </a:rPr>
              <a:t>0.5</a:t>
            </a:r>
            <a:endParaRPr sz="1300">
              <a:latin typeface="Trebuchet MS"/>
              <a:cs typeface="Trebuchet MS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958596" y="2846832"/>
            <a:ext cx="4599940" cy="2705100"/>
            <a:chOff x="958596" y="2846832"/>
            <a:chExt cx="4599940" cy="2705100"/>
          </a:xfrm>
        </p:grpSpPr>
        <p:sp>
          <p:nvSpPr>
            <p:cNvPr id="16" name="object 16"/>
            <p:cNvSpPr/>
            <p:nvPr/>
          </p:nvSpPr>
          <p:spPr>
            <a:xfrm>
              <a:off x="2247138" y="2856738"/>
              <a:ext cx="414655" cy="413384"/>
            </a:xfrm>
            <a:custGeom>
              <a:avLst/>
              <a:gdLst/>
              <a:ahLst/>
              <a:cxnLst/>
              <a:rect l="l" t="t" r="r" b="b"/>
              <a:pathLst>
                <a:path w="414655" h="413385">
                  <a:moveTo>
                    <a:pt x="207263" y="0"/>
                  </a:moveTo>
                  <a:lnTo>
                    <a:pt x="159753" y="5453"/>
                  </a:lnTo>
                  <a:lnTo>
                    <a:pt x="116132" y="20989"/>
                  </a:lnTo>
                  <a:lnTo>
                    <a:pt x="77648" y="45366"/>
                  </a:lnTo>
                  <a:lnTo>
                    <a:pt x="45546" y="77346"/>
                  </a:lnTo>
                  <a:lnTo>
                    <a:pt x="21073" y="115688"/>
                  </a:lnTo>
                  <a:lnTo>
                    <a:pt x="5476" y="159153"/>
                  </a:lnTo>
                  <a:lnTo>
                    <a:pt x="0" y="206501"/>
                  </a:lnTo>
                  <a:lnTo>
                    <a:pt x="5476" y="253850"/>
                  </a:lnTo>
                  <a:lnTo>
                    <a:pt x="21073" y="297315"/>
                  </a:lnTo>
                  <a:lnTo>
                    <a:pt x="45546" y="335657"/>
                  </a:lnTo>
                  <a:lnTo>
                    <a:pt x="77648" y="367637"/>
                  </a:lnTo>
                  <a:lnTo>
                    <a:pt x="116132" y="392014"/>
                  </a:lnTo>
                  <a:lnTo>
                    <a:pt x="159753" y="407550"/>
                  </a:lnTo>
                  <a:lnTo>
                    <a:pt x="207263" y="413003"/>
                  </a:lnTo>
                  <a:lnTo>
                    <a:pt x="254774" y="407550"/>
                  </a:lnTo>
                  <a:lnTo>
                    <a:pt x="298395" y="392014"/>
                  </a:lnTo>
                  <a:lnTo>
                    <a:pt x="336879" y="367637"/>
                  </a:lnTo>
                  <a:lnTo>
                    <a:pt x="368981" y="335657"/>
                  </a:lnTo>
                  <a:lnTo>
                    <a:pt x="393454" y="297315"/>
                  </a:lnTo>
                  <a:lnTo>
                    <a:pt x="409051" y="253850"/>
                  </a:lnTo>
                  <a:lnTo>
                    <a:pt x="414528" y="206501"/>
                  </a:lnTo>
                  <a:lnTo>
                    <a:pt x="409051" y="159153"/>
                  </a:lnTo>
                  <a:lnTo>
                    <a:pt x="393454" y="115688"/>
                  </a:lnTo>
                  <a:lnTo>
                    <a:pt x="368981" y="77346"/>
                  </a:lnTo>
                  <a:lnTo>
                    <a:pt x="336879" y="45366"/>
                  </a:lnTo>
                  <a:lnTo>
                    <a:pt x="298395" y="20989"/>
                  </a:lnTo>
                  <a:lnTo>
                    <a:pt x="254774" y="5453"/>
                  </a:lnTo>
                  <a:lnTo>
                    <a:pt x="207263" y="0"/>
                  </a:lnTo>
                  <a:close/>
                </a:path>
              </a:pathLst>
            </a:custGeom>
            <a:solidFill>
              <a:srgbClr val="13299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2247138" y="2856738"/>
              <a:ext cx="414655" cy="413384"/>
            </a:xfrm>
            <a:custGeom>
              <a:avLst/>
              <a:gdLst/>
              <a:ahLst/>
              <a:cxnLst/>
              <a:rect l="l" t="t" r="r" b="b"/>
              <a:pathLst>
                <a:path w="414655" h="413385">
                  <a:moveTo>
                    <a:pt x="0" y="206501"/>
                  </a:moveTo>
                  <a:lnTo>
                    <a:pt x="5476" y="159153"/>
                  </a:lnTo>
                  <a:lnTo>
                    <a:pt x="21073" y="115688"/>
                  </a:lnTo>
                  <a:lnTo>
                    <a:pt x="45546" y="77346"/>
                  </a:lnTo>
                  <a:lnTo>
                    <a:pt x="77648" y="45366"/>
                  </a:lnTo>
                  <a:lnTo>
                    <a:pt x="116132" y="20989"/>
                  </a:lnTo>
                  <a:lnTo>
                    <a:pt x="159753" y="5453"/>
                  </a:lnTo>
                  <a:lnTo>
                    <a:pt x="207263" y="0"/>
                  </a:lnTo>
                  <a:lnTo>
                    <a:pt x="254774" y="5453"/>
                  </a:lnTo>
                  <a:lnTo>
                    <a:pt x="298395" y="20989"/>
                  </a:lnTo>
                  <a:lnTo>
                    <a:pt x="336879" y="45366"/>
                  </a:lnTo>
                  <a:lnTo>
                    <a:pt x="368981" y="77346"/>
                  </a:lnTo>
                  <a:lnTo>
                    <a:pt x="393454" y="115688"/>
                  </a:lnTo>
                  <a:lnTo>
                    <a:pt x="409051" y="159153"/>
                  </a:lnTo>
                  <a:lnTo>
                    <a:pt x="414528" y="206501"/>
                  </a:lnTo>
                  <a:lnTo>
                    <a:pt x="409051" y="253850"/>
                  </a:lnTo>
                  <a:lnTo>
                    <a:pt x="393454" y="297315"/>
                  </a:lnTo>
                  <a:lnTo>
                    <a:pt x="368981" y="335657"/>
                  </a:lnTo>
                  <a:lnTo>
                    <a:pt x="336879" y="367637"/>
                  </a:lnTo>
                  <a:lnTo>
                    <a:pt x="298395" y="392014"/>
                  </a:lnTo>
                  <a:lnTo>
                    <a:pt x="254774" y="407550"/>
                  </a:lnTo>
                  <a:lnTo>
                    <a:pt x="207263" y="413003"/>
                  </a:lnTo>
                  <a:lnTo>
                    <a:pt x="159753" y="407550"/>
                  </a:lnTo>
                  <a:lnTo>
                    <a:pt x="116132" y="392014"/>
                  </a:lnTo>
                  <a:lnTo>
                    <a:pt x="77648" y="367637"/>
                  </a:lnTo>
                  <a:lnTo>
                    <a:pt x="45546" y="335657"/>
                  </a:lnTo>
                  <a:lnTo>
                    <a:pt x="21073" y="297315"/>
                  </a:lnTo>
                  <a:lnTo>
                    <a:pt x="5476" y="253850"/>
                  </a:lnTo>
                  <a:lnTo>
                    <a:pt x="0" y="206501"/>
                  </a:lnTo>
                  <a:close/>
                </a:path>
              </a:pathLst>
            </a:custGeom>
            <a:ln w="19812">
              <a:solidFill>
                <a:srgbClr val="13299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2247138" y="3947922"/>
              <a:ext cx="414655" cy="413384"/>
            </a:xfrm>
            <a:custGeom>
              <a:avLst/>
              <a:gdLst/>
              <a:ahLst/>
              <a:cxnLst/>
              <a:rect l="l" t="t" r="r" b="b"/>
              <a:pathLst>
                <a:path w="414655" h="413385">
                  <a:moveTo>
                    <a:pt x="207263" y="0"/>
                  </a:moveTo>
                  <a:lnTo>
                    <a:pt x="159753" y="5453"/>
                  </a:lnTo>
                  <a:lnTo>
                    <a:pt x="116132" y="20989"/>
                  </a:lnTo>
                  <a:lnTo>
                    <a:pt x="77648" y="45366"/>
                  </a:lnTo>
                  <a:lnTo>
                    <a:pt x="45546" y="77346"/>
                  </a:lnTo>
                  <a:lnTo>
                    <a:pt x="21073" y="115688"/>
                  </a:lnTo>
                  <a:lnTo>
                    <a:pt x="5476" y="159153"/>
                  </a:lnTo>
                  <a:lnTo>
                    <a:pt x="0" y="206501"/>
                  </a:lnTo>
                  <a:lnTo>
                    <a:pt x="5476" y="253850"/>
                  </a:lnTo>
                  <a:lnTo>
                    <a:pt x="21073" y="297315"/>
                  </a:lnTo>
                  <a:lnTo>
                    <a:pt x="45546" y="335657"/>
                  </a:lnTo>
                  <a:lnTo>
                    <a:pt x="77648" y="367637"/>
                  </a:lnTo>
                  <a:lnTo>
                    <a:pt x="116132" y="392014"/>
                  </a:lnTo>
                  <a:lnTo>
                    <a:pt x="159753" y="407550"/>
                  </a:lnTo>
                  <a:lnTo>
                    <a:pt x="207263" y="413003"/>
                  </a:lnTo>
                  <a:lnTo>
                    <a:pt x="254774" y="407550"/>
                  </a:lnTo>
                  <a:lnTo>
                    <a:pt x="298395" y="392014"/>
                  </a:lnTo>
                  <a:lnTo>
                    <a:pt x="336879" y="367637"/>
                  </a:lnTo>
                  <a:lnTo>
                    <a:pt x="368981" y="335657"/>
                  </a:lnTo>
                  <a:lnTo>
                    <a:pt x="393454" y="297315"/>
                  </a:lnTo>
                  <a:lnTo>
                    <a:pt x="409051" y="253850"/>
                  </a:lnTo>
                  <a:lnTo>
                    <a:pt x="414528" y="206501"/>
                  </a:lnTo>
                  <a:lnTo>
                    <a:pt x="409051" y="159153"/>
                  </a:lnTo>
                  <a:lnTo>
                    <a:pt x="393454" y="115688"/>
                  </a:lnTo>
                  <a:lnTo>
                    <a:pt x="368981" y="77346"/>
                  </a:lnTo>
                  <a:lnTo>
                    <a:pt x="336879" y="45366"/>
                  </a:lnTo>
                  <a:lnTo>
                    <a:pt x="298395" y="20989"/>
                  </a:lnTo>
                  <a:lnTo>
                    <a:pt x="254774" y="5453"/>
                  </a:lnTo>
                  <a:lnTo>
                    <a:pt x="207263" y="0"/>
                  </a:lnTo>
                  <a:close/>
                </a:path>
              </a:pathLst>
            </a:custGeom>
            <a:solidFill>
              <a:srgbClr val="13299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2247138" y="3947922"/>
              <a:ext cx="414655" cy="413384"/>
            </a:xfrm>
            <a:custGeom>
              <a:avLst/>
              <a:gdLst/>
              <a:ahLst/>
              <a:cxnLst/>
              <a:rect l="l" t="t" r="r" b="b"/>
              <a:pathLst>
                <a:path w="414655" h="413385">
                  <a:moveTo>
                    <a:pt x="0" y="206501"/>
                  </a:moveTo>
                  <a:lnTo>
                    <a:pt x="5476" y="159153"/>
                  </a:lnTo>
                  <a:lnTo>
                    <a:pt x="21073" y="115688"/>
                  </a:lnTo>
                  <a:lnTo>
                    <a:pt x="45546" y="77346"/>
                  </a:lnTo>
                  <a:lnTo>
                    <a:pt x="77648" y="45366"/>
                  </a:lnTo>
                  <a:lnTo>
                    <a:pt x="116132" y="20989"/>
                  </a:lnTo>
                  <a:lnTo>
                    <a:pt x="159753" y="5453"/>
                  </a:lnTo>
                  <a:lnTo>
                    <a:pt x="207263" y="0"/>
                  </a:lnTo>
                  <a:lnTo>
                    <a:pt x="254774" y="5453"/>
                  </a:lnTo>
                  <a:lnTo>
                    <a:pt x="298395" y="20989"/>
                  </a:lnTo>
                  <a:lnTo>
                    <a:pt x="336879" y="45366"/>
                  </a:lnTo>
                  <a:lnTo>
                    <a:pt x="368981" y="77346"/>
                  </a:lnTo>
                  <a:lnTo>
                    <a:pt x="393454" y="115688"/>
                  </a:lnTo>
                  <a:lnTo>
                    <a:pt x="409051" y="159153"/>
                  </a:lnTo>
                  <a:lnTo>
                    <a:pt x="414528" y="206501"/>
                  </a:lnTo>
                  <a:lnTo>
                    <a:pt x="409051" y="253850"/>
                  </a:lnTo>
                  <a:lnTo>
                    <a:pt x="393454" y="297315"/>
                  </a:lnTo>
                  <a:lnTo>
                    <a:pt x="368981" y="335657"/>
                  </a:lnTo>
                  <a:lnTo>
                    <a:pt x="336879" y="367637"/>
                  </a:lnTo>
                  <a:lnTo>
                    <a:pt x="298395" y="392014"/>
                  </a:lnTo>
                  <a:lnTo>
                    <a:pt x="254774" y="407550"/>
                  </a:lnTo>
                  <a:lnTo>
                    <a:pt x="207263" y="413003"/>
                  </a:lnTo>
                  <a:lnTo>
                    <a:pt x="159753" y="407550"/>
                  </a:lnTo>
                  <a:lnTo>
                    <a:pt x="116132" y="392014"/>
                  </a:lnTo>
                  <a:lnTo>
                    <a:pt x="77648" y="367637"/>
                  </a:lnTo>
                  <a:lnTo>
                    <a:pt x="45546" y="335657"/>
                  </a:lnTo>
                  <a:lnTo>
                    <a:pt x="21073" y="297315"/>
                  </a:lnTo>
                  <a:lnTo>
                    <a:pt x="5476" y="253850"/>
                  </a:lnTo>
                  <a:lnTo>
                    <a:pt x="0" y="206501"/>
                  </a:lnTo>
                  <a:close/>
                </a:path>
              </a:pathLst>
            </a:custGeom>
            <a:ln w="19812">
              <a:solidFill>
                <a:srgbClr val="13299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2247138" y="5039105"/>
              <a:ext cx="414655" cy="413384"/>
            </a:xfrm>
            <a:custGeom>
              <a:avLst/>
              <a:gdLst/>
              <a:ahLst/>
              <a:cxnLst/>
              <a:rect l="l" t="t" r="r" b="b"/>
              <a:pathLst>
                <a:path w="414655" h="413385">
                  <a:moveTo>
                    <a:pt x="207263" y="0"/>
                  </a:moveTo>
                  <a:lnTo>
                    <a:pt x="159753" y="5453"/>
                  </a:lnTo>
                  <a:lnTo>
                    <a:pt x="116132" y="20989"/>
                  </a:lnTo>
                  <a:lnTo>
                    <a:pt x="77648" y="45366"/>
                  </a:lnTo>
                  <a:lnTo>
                    <a:pt x="45546" y="77346"/>
                  </a:lnTo>
                  <a:lnTo>
                    <a:pt x="21073" y="115688"/>
                  </a:lnTo>
                  <a:lnTo>
                    <a:pt x="5476" y="159153"/>
                  </a:lnTo>
                  <a:lnTo>
                    <a:pt x="0" y="206502"/>
                  </a:lnTo>
                  <a:lnTo>
                    <a:pt x="5476" y="253850"/>
                  </a:lnTo>
                  <a:lnTo>
                    <a:pt x="21073" y="297315"/>
                  </a:lnTo>
                  <a:lnTo>
                    <a:pt x="45546" y="335657"/>
                  </a:lnTo>
                  <a:lnTo>
                    <a:pt x="77648" y="367637"/>
                  </a:lnTo>
                  <a:lnTo>
                    <a:pt x="116132" y="392014"/>
                  </a:lnTo>
                  <a:lnTo>
                    <a:pt x="159753" y="407550"/>
                  </a:lnTo>
                  <a:lnTo>
                    <a:pt x="207263" y="413004"/>
                  </a:lnTo>
                  <a:lnTo>
                    <a:pt x="254774" y="407550"/>
                  </a:lnTo>
                  <a:lnTo>
                    <a:pt x="298395" y="392014"/>
                  </a:lnTo>
                  <a:lnTo>
                    <a:pt x="336879" y="367637"/>
                  </a:lnTo>
                  <a:lnTo>
                    <a:pt x="368981" y="335657"/>
                  </a:lnTo>
                  <a:lnTo>
                    <a:pt x="393454" y="297315"/>
                  </a:lnTo>
                  <a:lnTo>
                    <a:pt x="409051" y="253850"/>
                  </a:lnTo>
                  <a:lnTo>
                    <a:pt x="414528" y="206502"/>
                  </a:lnTo>
                  <a:lnTo>
                    <a:pt x="409051" y="159153"/>
                  </a:lnTo>
                  <a:lnTo>
                    <a:pt x="393454" y="115688"/>
                  </a:lnTo>
                  <a:lnTo>
                    <a:pt x="368981" y="77346"/>
                  </a:lnTo>
                  <a:lnTo>
                    <a:pt x="336879" y="45366"/>
                  </a:lnTo>
                  <a:lnTo>
                    <a:pt x="298395" y="20989"/>
                  </a:lnTo>
                  <a:lnTo>
                    <a:pt x="254774" y="5453"/>
                  </a:lnTo>
                  <a:lnTo>
                    <a:pt x="207263" y="0"/>
                  </a:lnTo>
                  <a:close/>
                </a:path>
              </a:pathLst>
            </a:custGeom>
            <a:solidFill>
              <a:srgbClr val="13299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2247138" y="5039105"/>
              <a:ext cx="414655" cy="413384"/>
            </a:xfrm>
            <a:custGeom>
              <a:avLst/>
              <a:gdLst/>
              <a:ahLst/>
              <a:cxnLst/>
              <a:rect l="l" t="t" r="r" b="b"/>
              <a:pathLst>
                <a:path w="414655" h="413385">
                  <a:moveTo>
                    <a:pt x="0" y="206502"/>
                  </a:moveTo>
                  <a:lnTo>
                    <a:pt x="5476" y="159153"/>
                  </a:lnTo>
                  <a:lnTo>
                    <a:pt x="21073" y="115688"/>
                  </a:lnTo>
                  <a:lnTo>
                    <a:pt x="45546" y="77346"/>
                  </a:lnTo>
                  <a:lnTo>
                    <a:pt x="77648" y="45366"/>
                  </a:lnTo>
                  <a:lnTo>
                    <a:pt x="116132" y="20989"/>
                  </a:lnTo>
                  <a:lnTo>
                    <a:pt x="159753" y="5453"/>
                  </a:lnTo>
                  <a:lnTo>
                    <a:pt x="207263" y="0"/>
                  </a:lnTo>
                  <a:lnTo>
                    <a:pt x="254774" y="5453"/>
                  </a:lnTo>
                  <a:lnTo>
                    <a:pt x="298395" y="20989"/>
                  </a:lnTo>
                  <a:lnTo>
                    <a:pt x="336879" y="45366"/>
                  </a:lnTo>
                  <a:lnTo>
                    <a:pt x="368981" y="77346"/>
                  </a:lnTo>
                  <a:lnTo>
                    <a:pt x="393454" y="115688"/>
                  </a:lnTo>
                  <a:lnTo>
                    <a:pt x="409051" y="159153"/>
                  </a:lnTo>
                  <a:lnTo>
                    <a:pt x="414528" y="206502"/>
                  </a:lnTo>
                  <a:lnTo>
                    <a:pt x="409051" y="253850"/>
                  </a:lnTo>
                  <a:lnTo>
                    <a:pt x="393454" y="297315"/>
                  </a:lnTo>
                  <a:lnTo>
                    <a:pt x="368981" y="335657"/>
                  </a:lnTo>
                  <a:lnTo>
                    <a:pt x="336879" y="367637"/>
                  </a:lnTo>
                  <a:lnTo>
                    <a:pt x="298395" y="392014"/>
                  </a:lnTo>
                  <a:lnTo>
                    <a:pt x="254774" y="407550"/>
                  </a:lnTo>
                  <a:lnTo>
                    <a:pt x="207263" y="413004"/>
                  </a:lnTo>
                  <a:lnTo>
                    <a:pt x="159753" y="407550"/>
                  </a:lnTo>
                  <a:lnTo>
                    <a:pt x="116132" y="392014"/>
                  </a:lnTo>
                  <a:lnTo>
                    <a:pt x="77648" y="367637"/>
                  </a:lnTo>
                  <a:lnTo>
                    <a:pt x="45546" y="335657"/>
                  </a:lnTo>
                  <a:lnTo>
                    <a:pt x="21073" y="297315"/>
                  </a:lnTo>
                  <a:lnTo>
                    <a:pt x="5476" y="253850"/>
                  </a:lnTo>
                  <a:lnTo>
                    <a:pt x="0" y="206502"/>
                  </a:lnTo>
                  <a:close/>
                </a:path>
              </a:pathLst>
            </a:custGeom>
            <a:ln w="19811">
              <a:solidFill>
                <a:srgbClr val="13299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1652016" y="3025139"/>
              <a:ext cx="2233930" cy="2257425"/>
            </a:xfrm>
            <a:custGeom>
              <a:avLst/>
              <a:gdLst/>
              <a:ahLst/>
              <a:cxnLst/>
              <a:rect l="l" t="t" r="r" b="b"/>
              <a:pathLst>
                <a:path w="2233929" h="2257425">
                  <a:moveTo>
                    <a:pt x="594106" y="2218944"/>
                  </a:moveTo>
                  <a:lnTo>
                    <a:pt x="581406" y="2212594"/>
                  </a:lnTo>
                  <a:lnTo>
                    <a:pt x="517906" y="2180844"/>
                  </a:lnTo>
                  <a:lnTo>
                    <a:pt x="517906" y="2212594"/>
                  </a:lnTo>
                  <a:lnTo>
                    <a:pt x="0" y="2212594"/>
                  </a:lnTo>
                  <a:lnTo>
                    <a:pt x="0" y="2225294"/>
                  </a:lnTo>
                  <a:lnTo>
                    <a:pt x="517906" y="2225294"/>
                  </a:lnTo>
                  <a:lnTo>
                    <a:pt x="517906" y="2257044"/>
                  </a:lnTo>
                  <a:lnTo>
                    <a:pt x="581406" y="2225294"/>
                  </a:lnTo>
                  <a:lnTo>
                    <a:pt x="594106" y="2218944"/>
                  </a:lnTo>
                  <a:close/>
                </a:path>
                <a:path w="2233929" h="2257425">
                  <a:moveTo>
                    <a:pt x="594106" y="1127760"/>
                  </a:moveTo>
                  <a:lnTo>
                    <a:pt x="581406" y="1121410"/>
                  </a:lnTo>
                  <a:lnTo>
                    <a:pt x="517906" y="1089660"/>
                  </a:lnTo>
                  <a:lnTo>
                    <a:pt x="517906" y="1121410"/>
                  </a:lnTo>
                  <a:lnTo>
                    <a:pt x="0" y="1121410"/>
                  </a:lnTo>
                  <a:lnTo>
                    <a:pt x="0" y="1134110"/>
                  </a:lnTo>
                  <a:lnTo>
                    <a:pt x="517906" y="1134110"/>
                  </a:lnTo>
                  <a:lnTo>
                    <a:pt x="517906" y="1165860"/>
                  </a:lnTo>
                  <a:lnTo>
                    <a:pt x="581406" y="1134110"/>
                  </a:lnTo>
                  <a:lnTo>
                    <a:pt x="594106" y="1127760"/>
                  </a:lnTo>
                  <a:close/>
                </a:path>
                <a:path w="2233929" h="2257425">
                  <a:moveTo>
                    <a:pt x="594106" y="38100"/>
                  </a:moveTo>
                  <a:lnTo>
                    <a:pt x="581406" y="31750"/>
                  </a:lnTo>
                  <a:lnTo>
                    <a:pt x="517906" y="0"/>
                  </a:lnTo>
                  <a:lnTo>
                    <a:pt x="517906" y="31750"/>
                  </a:lnTo>
                  <a:lnTo>
                    <a:pt x="0" y="31750"/>
                  </a:lnTo>
                  <a:lnTo>
                    <a:pt x="0" y="44450"/>
                  </a:lnTo>
                  <a:lnTo>
                    <a:pt x="517906" y="44450"/>
                  </a:lnTo>
                  <a:lnTo>
                    <a:pt x="517906" y="76200"/>
                  </a:lnTo>
                  <a:lnTo>
                    <a:pt x="581406" y="44450"/>
                  </a:lnTo>
                  <a:lnTo>
                    <a:pt x="594106" y="38100"/>
                  </a:lnTo>
                  <a:close/>
                </a:path>
                <a:path w="2233929" h="2257425">
                  <a:moveTo>
                    <a:pt x="2224405" y="1127760"/>
                  </a:moveTo>
                  <a:lnTo>
                    <a:pt x="2211705" y="1121410"/>
                  </a:lnTo>
                  <a:lnTo>
                    <a:pt x="2148205" y="1089660"/>
                  </a:lnTo>
                  <a:lnTo>
                    <a:pt x="2148205" y="1121410"/>
                  </a:lnTo>
                  <a:lnTo>
                    <a:pt x="1008888" y="1121410"/>
                  </a:lnTo>
                  <a:lnTo>
                    <a:pt x="1008888" y="1134110"/>
                  </a:lnTo>
                  <a:lnTo>
                    <a:pt x="2148205" y="1134110"/>
                  </a:lnTo>
                  <a:lnTo>
                    <a:pt x="2148205" y="1165860"/>
                  </a:lnTo>
                  <a:lnTo>
                    <a:pt x="2211705" y="1134110"/>
                  </a:lnTo>
                  <a:lnTo>
                    <a:pt x="2224405" y="1127760"/>
                  </a:lnTo>
                  <a:close/>
                </a:path>
                <a:path w="2233929" h="2257425">
                  <a:moveTo>
                    <a:pt x="2224405" y="1032256"/>
                  </a:moveTo>
                  <a:lnTo>
                    <a:pt x="2208530" y="996950"/>
                  </a:lnTo>
                  <a:lnTo>
                    <a:pt x="2189480" y="954532"/>
                  </a:lnTo>
                  <a:lnTo>
                    <a:pt x="2169426" y="979081"/>
                  </a:lnTo>
                  <a:lnTo>
                    <a:pt x="1012952" y="33147"/>
                  </a:lnTo>
                  <a:lnTo>
                    <a:pt x="1004824" y="43053"/>
                  </a:lnTo>
                  <a:lnTo>
                    <a:pt x="2161375" y="988936"/>
                  </a:lnTo>
                  <a:lnTo>
                    <a:pt x="2141347" y="1013460"/>
                  </a:lnTo>
                  <a:lnTo>
                    <a:pt x="2224405" y="1032256"/>
                  </a:lnTo>
                  <a:close/>
                </a:path>
                <a:path w="2233929" h="2257425">
                  <a:moveTo>
                    <a:pt x="2233422" y="1235964"/>
                  </a:moveTo>
                  <a:lnTo>
                    <a:pt x="2150237" y="1253998"/>
                  </a:lnTo>
                  <a:lnTo>
                    <a:pt x="2170036" y="1278724"/>
                  </a:lnTo>
                  <a:lnTo>
                    <a:pt x="1004951" y="2214118"/>
                  </a:lnTo>
                  <a:lnTo>
                    <a:pt x="1012825" y="2224024"/>
                  </a:lnTo>
                  <a:lnTo>
                    <a:pt x="2177999" y="1288656"/>
                  </a:lnTo>
                  <a:lnTo>
                    <a:pt x="2197862" y="1313434"/>
                  </a:lnTo>
                  <a:lnTo>
                    <a:pt x="2217445" y="1270762"/>
                  </a:lnTo>
                  <a:lnTo>
                    <a:pt x="2233422" y="1235964"/>
                  </a:lnTo>
                  <a:close/>
                </a:path>
              </a:pathLst>
            </a:custGeom>
            <a:solidFill>
              <a:srgbClr val="13299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3" name="object 23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915668" y="2996184"/>
              <a:ext cx="23622" cy="133350"/>
            </a:xfrm>
            <a:prstGeom prst="rect">
              <a:avLst/>
            </a:prstGeom>
          </p:spPr>
        </p:pic>
        <p:pic>
          <p:nvPicPr>
            <p:cNvPr id="24" name="object 24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915668" y="4094988"/>
              <a:ext cx="23622" cy="133350"/>
            </a:xfrm>
            <a:prstGeom prst="rect">
              <a:avLst/>
            </a:prstGeom>
          </p:spPr>
        </p:pic>
        <p:pic>
          <p:nvPicPr>
            <p:cNvPr id="25" name="object 25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915668" y="5186172"/>
              <a:ext cx="23622" cy="133349"/>
            </a:xfrm>
            <a:prstGeom prst="rect">
              <a:avLst/>
            </a:prstGeom>
          </p:spPr>
        </p:pic>
        <p:pic>
          <p:nvPicPr>
            <p:cNvPr id="26" name="object 26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3107436" y="3262884"/>
              <a:ext cx="151637" cy="133350"/>
            </a:xfrm>
            <a:prstGeom prst="rect">
              <a:avLst/>
            </a:prstGeom>
          </p:spPr>
        </p:pic>
        <p:pic>
          <p:nvPicPr>
            <p:cNvPr id="27" name="object 27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3127247" y="3983736"/>
              <a:ext cx="112013" cy="131825"/>
            </a:xfrm>
            <a:prstGeom prst="rect">
              <a:avLst/>
            </a:prstGeom>
          </p:spPr>
        </p:pic>
        <p:pic>
          <p:nvPicPr>
            <p:cNvPr id="28" name="object 28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3112008" y="4847844"/>
              <a:ext cx="147066" cy="131825"/>
            </a:xfrm>
            <a:prstGeom prst="rect">
              <a:avLst/>
            </a:prstGeom>
          </p:spPr>
        </p:pic>
        <p:pic>
          <p:nvPicPr>
            <p:cNvPr id="29" name="object 29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4658867" y="3262884"/>
              <a:ext cx="342138" cy="133350"/>
            </a:xfrm>
            <a:prstGeom prst="rect">
              <a:avLst/>
            </a:prstGeom>
          </p:spPr>
        </p:pic>
        <p:pic>
          <p:nvPicPr>
            <p:cNvPr id="30" name="object 30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4698492" y="4015740"/>
              <a:ext cx="262889" cy="133350"/>
            </a:xfrm>
            <a:prstGeom prst="rect">
              <a:avLst/>
            </a:prstGeom>
          </p:spPr>
        </p:pic>
        <p:pic>
          <p:nvPicPr>
            <p:cNvPr id="31" name="object 31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4666487" y="4847844"/>
              <a:ext cx="329946" cy="131825"/>
            </a:xfrm>
            <a:prstGeom prst="rect">
              <a:avLst/>
            </a:prstGeom>
          </p:spPr>
        </p:pic>
        <p:pic>
          <p:nvPicPr>
            <p:cNvPr id="32" name="object 32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5396484" y="3262884"/>
              <a:ext cx="151637" cy="133350"/>
            </a:xfrm>
            <a:prstGeom prst="rect">
              <a:avLst/>
            </a:prstGeom>
          </p:spPr>
        </p:pic>
        <p:pic>
          <p:nvPicPr>
            <p:cNvPr id="33" name="object 33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5344667" y="4011168"/>
              <a:ext cx="203453" cy="133350"/>
            </a:xfrm>
            <a:prstGeom prst="rect">
              <a:avLst/>
            </a:prstGeom>
          </p:spPr>
        </p:pic>
        <p:pic>
          <p:nvPicPr>
            <p:cNvPr id="34" name="object 34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5382767" y="4847844"/>
              <a:ext cx="168401" cy="131825"/>
            </a:xfrm>
            <a:prstGeom prst="rect">
              <a:avLst/>
            </a:prstGeom>
          </p:spPr>
        </p:pic>
        <p:pic>
          <p:nvPicPr>
            <p:cNvPr id="35" name="object 35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5195316" y="3691128"/>
              <a:ext cx="61722" cy="61722"/>
            </a:xfrm>
            <a:prstGeom prst="rect">
              <a:avLst/>
            </a:prstGeom>
          </p:spPr>
        </p:pic>
        <p:pic>
          <p:nvPicPr>
            <p:cNvPr id="36" name="object 36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5195316" y="4460748"/>
              <a:ext cx="61722" cy="61722"/>
            </a:xfrm>
            <a:prstGeom prst="rect">
              <a:avLst/>
            </a:prstGeom>
          </p:spPr>
        </p:pic>
        <p:sp>
          <p:nvSpPr>
            <p:cNvPr id="37" name="object 37"/>
            <p:cNvSpPr/>
            <p:nvPr/>
          </p:nvSpPr>
          <p:spPr>
            <a:xfrm>
              <a:off x="4532375" y="5352288"/>
              <a:ext cx="601980" cy="200025"/>
            </a:xfrm>
            <a:custGeom>
              <a:avLst/>
              <a:gdLst/>
              <a:ahLst/>
              <a:cxnLst/>
              <a:rect l="l" t="t" r="r" b="b"/>
              <a:pathLst>
                <a:path w="601979" h="200025">
                  <a:moveTo>
                    <a:pt x="601979" y="0"/>
                  </a:moveTo>
                  <a:lnTo>
                    <a:pt x="0" y="0"/>
                  </a:lnTo>
                  <a:lnTo>
                    <a:pt x="0" y="199644"/>
                  </a:lnTo>
                  <a:lnTo>
                    <a:pt x="601979" y="199644"/>
                  </a:lnTo>
                  <a:lnTo>
                    <a:pt x="601979" y="0"/>
                  </a:lnTo>
                  <a:close/>
                </a:path>
              </a:pathLst>
            </a:custGeom>
            <a:solidFill>
              <a:srgbClr val="FFC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8" name="object 38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4724399" y="5385816"/>
              <a:ext cx="217170" cy="133350"/>
            </a:xfrm>
            <a:prstGeom prst="rect">
              <a:avLst/>
            </a:prstGeom>
          </p:spPr>
        </p:pic>
        <p:sp>
          <p:nvSpPr>
            <p:cNvPr id="39" name="object 39"/>
            <p:cNvSpPr/>
            <p:nvPr/>
          </p:nvSpPr>
          <p:spPr>
            <a:xfrm>
              <a:off x="5134355" y="5352288"/>
              <a:ext cx="424180" cy="200025"/>
            </a:xfrm>
            <a:custGeom>
              <a:avLst/>
              <a:gdLst/>
              <a:ahLst/>
              <a:cxnLst/>
              <a:rect l="l" t="t" r="r" b="b"/>
              <a:pathLst>
                <a:path w="424179" h="200025">
                  <a:moveTo>
                    <a:pt x="423672" y="0"/>
                  </a:moveTo>
                  <a:lnTo>
                    <a:pt x="0" y="0"/>
                  </a:lnTo>
                  <a:lnTo>
                    <a:pt x="0" y="199644"/>
                  </a:lnTo>
                  <a:lnTo>
                    <a:pt x="423672" y="199644"/>
                  </a:lnTo>
                  <a:lnTo>
                    <a:pt x="423672" y="0"/>
                  </a:lnTo>
                  <a:close/>
                </a:path>
              </a:pathLst>
            </a:custGeom>
            <a:solidFill>
              <a:srgbClr val="FFC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0" name="object 40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5382767" y="5385816"/>
              <a:ext cx="166877" cy="133350"/>
            </a:xfrm>
            <a:prstGeom prst="rect">
              <a:avLst/>
            </a:prstGeom>
          </p:spPr>
        </p:pic>
        <p:pic>
          <p:nvPicPr>
            <p:cNvPr id="41" name="object 41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958596" y="2996184"/>
              <a:ext cx="422909" cy="150113"/>
            </a:xfrm>
            <a:prstGeom prst="rect">
              <a:avLst/>
            </a:prstGeom>
          </p:spPr>
        </p:pic>
        <p:pic>
          <p:nvPicPr>
            <p:cNvPr id="42" name="object 42"/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1347216" y="4094988"/>
              <a:ext cx="78485" cy="133350"/>
            </a:xfrm>
            <a:prstGeom prst="rect">
              <a:avLst/>
            </a:prstGeom>
          </p:spPr>
        </p:pic>
        <p:pic>
          <p:nvPicPr>
            <p:cNvPr id="43" name="object 43"/>
            <p:cNvPicPr/>
            <p:nvPr/>
          </p:nvPicPr>
          <p:blipFill>
            <a:blip r:embed="rId22" cstate="print"/>
            <a:stretch>
              <a:fillRect/>
            </a:stretch>
          </p:blipFill>
          <p:spPr>
            <a:xfrm>
              <a:off x="1330452" y="5186172"/>
              <a:ext cx="113537" cy="133349"/>
            </a:xfrm>
            <a:prstGeom prst="rect">
              <a:avLst/>
            </a:prstGeom>
          </p:spPr>
        </p:pic>
        <p:pic>
          <p:nvPicPr>
            <p:cNvPr id="44" name="object 44"/>
            <p:cNvPicPr/>
            <p:nvPr/>
          </p:nvPicPr>
          <p:blipFill>
            <a:blip r:embed="rId23" cstate="print"/>
            <a:stretch>
              <a:fillRect/>
            </a:stretch>
          </p:blipFill>
          <p:spPr>
            <a:xfrm>
              <a:off x="3529584" y="3262884"/>
              <a:ext cx="153162" cy="133350"/>
            </a:xfrm>
            <a:prstGeom prst="rect">
              <a:avLst/>
            </a:prstGeom>
          </p:spPr>
        </p:pic>
        <p:pic>
          <p:nvPicPr>
            <p:cNvPr id="45" name="object 45"/>
            <p:cNvPicPr/>
            <p:nvPr/>
          </p:nvPicPr>
          <p:blipFill>
            <a:blip r:embed="rId24" cstate="print"/>
            <a:stretch>
              <a:fillRect/>
            </a:stretch>
          </p:blipFill>
          <p:spPr>
            <a:xfrm>
              <a:off x="3502152" y="3983736"/>
              <a:ext cx="204977" cy="131825"/>
            </a:xfrm>
            <a:prstGeom prst="rect">
              <a:avLst/>
            </a:prstGeom>
          </p:spPr>
        </p:pic>
        <p:pic>
          <p:nvPicPr>
            <p:cNvPr id="46" name="object 46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3521963" y="4847844"/>
              <a:ext cx="168401" cy="131825"/>
            </a:xfrm>
            <a:prstGeom prst="rect">
              <a:avLst/>
            </a:prstGeom>
          </p:spPr>
        </p:pic>
      </p:grpSp>
      <p:pic>
        <p:nvPicPr>
          <p:cNvPr id="47" name="object 47"/>
          <p:cNvPicPr/>
          <p:nvPr/>
        </p:nvPicPr>
        <p:blipFill>
          <a:blip r:embed="rId25" cstate="print"/>
          <a:stretch>
            <a:fillRect/>
          </a:stretch>
        </p:blipFill>
        <p:spPr>
          <a:xfrm>
            <a:off x="6184391" y="2607564"/>
            <a:ext cx="2058162" cy="162305"/>
          </a:xfrm>
          <a:prstGeom prst="rect">
            <a:avLst/>
          </a:prstGeom>
        </p:spPr>
      </p:pic>
      <p:grpSp>
        <p:nvGrpSpPr>
          <p:cNvPr id="48" name="object 48"/>
          <p:cNvGrpSpPr/>
          <p:nvPr/>
        </p:nvGrpSpPr>
        <p:grpSpPr>
          <a:xfrm>
            <a:off x="8561069" y="2859532"/>
            <a:ext cx="789305" cy="342900"/>
            <a:chOff x="8561069" y="2859532"/>
            <a:chExt cx="789305" cy="342900"/>
          </a:xfrm>
        </p:grpSpPr>
        <p:sp>
          <p:nvSpPr>
            <p:cNvPr id="49" name="object 49"/>
            <p:cNvSpPr/>
            <p:nvPr/>
          </p:nvSpPr>
          <p:spPr>
            <a:xfrm>
              <a:off x="8561069" y="2859532"/>
              <a:ext cx="789305" cy="342900"/>
            </a:xfrm>
            <a:custGeom>
              <a:avLst/>
              <a:gdLst/>
              <a:ahLst/>
              <a:cxnLst/>
              <a:rect l="l" t="t" r="r" b="b"/>
              <a:pathLst>
                <a:path w="789304" h="342900">
                  <a:moveTo>
                    <a:pt x="788962" y="0"/>
                  </a:moveTo>
                  <a:lnTo>
                    <a:pt x="0" y="0"/>
                  </a:lnTo>
                  <a:lnTo>
                    <a:pt x="0" y="342900"/>
                  </a:lnTo>
                  <a:lnTo>
                    <a:pt x="788962" y="342900"/>
                  </a:lnTo>
                  <a:lnTo>
                    <a:pt x="788962" y="0"/>
                  </a:lnTo>
                  <a:close/>
                </a:path>
              </a:pathLst>
            </a:custGeom>
            <a:solidFill>
              <a:srgbClr val="D9D9D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0" name="object 50"/>
            <p:cNvPicPr/>
            <p:nvPr/>
          </p:nvPicPr>
          <p:blipFill>
            <a:blip r:embed="rId26" cstate="print"/>
            <a:stretch>
              <a:fillRect/>
            </a:stretch>
          </p:blipFill>
          <p:spPr>
            <a:xfrm>
              <a:off x="8879204" y="2947162"/>
              <a:ext cx="202692" cy="165100"/>
            </a:xfrm>
            <a:prstGeom prst="rect">
              <a:avLst/>
            </a:prstGeom>
          </p:spPr>
        </p:pic>
      </p:grpSp>
      <p:graphicFrame>
        <p:nvGraphicFramePr>
          <p:cNvPr id="51" name="object 51"/>
          <p:cNvGraphicFramePr>
            <a:graphicFrameLocks noGrp="1"/>
          </p:cNvGraphicFramePr>
          <p:nvPr/>
        </p:nvGraphicFramePr>
        <p:xfrm>
          <a:off x="6192583" y="2853182"/>
          <a:ext cx="3157219" cy="150050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8930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8930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8930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8930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429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7E7E7E"/>
                      </a:solidFill>
                      <a:prstDash val="solid"/>
                    </a:lnL>
                    <a:lnR w="6350">
                      <a:solidFill>
                        <a:srgbClr val="BEBEBE"/>
                      </a:solidFill>
                      <a:prstDash val="solid"/>
                    </a:lnR>
                    <a:lnT w="12700">
                      <a:solidFill>
                        <a:srgbClr val="183DAF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BEBEBE"/>
                      </a:solidFill>
                      <a:prstDash val="solid"/>
                    </a:lnL>
                    <a:lnR w="6350">
                      <a:solidFill>
                        <a:srgbClr val="BEBEBE"/>
                      </a:solidFill>
                      <a:prstDash val="solid"/>
                    </a:lnR>
                    <a:lnT w="12700">
                      <a:solidFill>
                        <a:srgbClr val="183DAF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R="30480" algn="ctr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1400" spc="-50" dirty="0">
                          <a:latin typeface="Cambria Math"/>
                          <a:cs typeface="Cambria Math"/>
                        </a:rPr>
                        <a:t>𝑠</a:t>
                      </a:r>
                      <a:endParaRPr sz="1400">
                        <a:latin typeface="Cambria Math"/>
                        <a:cs typeface="Cambria Math"/>
                      </a:endParaRPr>
                    </a:p>
                  </a:txBody>
                  <a:tcPr marL="0" marR="0" marT="41910" marB="0">
                    <a:lnL w="6350">
                      <a:solidFill>
                        <a:srgbClr val="BEBEBE"/>
                      </a:solidFill>
                      <a:prstDash val="solid"/>
                    </a:lnL>
                    <a:lnR w="6350">
                      <a:solidFill>
                        <a:srgbClr val="BEBEBE"/>
                      </a:solidFill>
                      <a:prstDash val="solid"/>
                    </a:lnR>
                    <a:lnT w="12700">
                      <a:solidFill>
                        <a:srgbClr val="183DAF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217804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1400" dirty="0">
                          <a:latin typeface="Cambria Math"/>
                          <a:cs typeface="Cambria Math"/>
                        </a:rPr>
                        <a:t>𝜏</a:t>
                      </a:r>
                      <a:r>
                        <a:rPr sz="1400" spc="300" dirty="0">
                          <a:latin typeface="Cambria Math"/>
                          <a:cs typeface="Cambria Math"/>
                        </a:rPr>
                        <a:t> </a:t>
                      </a:r>
                      <a:r>
                        <a:rPr sz="1400" spc="-50" dirty="0">
                          <a:latin typeface="Cambria Math"/>
                          <a:cs typeface="Cambria Math"/>
                        </a:rPr>
                        <a:t>𝑠</a:t>
                      </a:r>
                      <a:endParaRPr sz="1400">
                        <a:latin typeface="Cambria Math"/>
                        <a:cs typeface="Cambria Math"/>
                      </a:endParaRPr>
                    </a:p>
                  </a:txBody>
                  <a:tcPr marL="0" marR="0" marT="41910" marB="0">
                    <a:lnL w="6350">
                      <a:solidFill>
                        <a:srgbClr val="BEBEBE"/>
                      </a:solidFill>
                      <a:prstDash val="solid"/>
                    </a:lnL>
                    <a:lnR w="3175">
                      <a:solidFill>
                        <a:srgbClr val="7E7E7E"/>
                      </a:solidFill>
                      <a:prstDash val="solid"/>
                    </a:lnR>
                    <a:lnT w="12700">
                      <a:solidFill>
                        <a:srgbClr val="183DAF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8925"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1300" dirty="0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0</a:t>
                      </a:r>
                      <a:endParaRPr sz="1300">
                        <a:latin typeface="Trebuchet MS"/>
                        <a:cs typeface="Trebuchet MS"/>
                      </a:endParaRPr>
                    </a:p>
                  </a:txBody>
                  <a:tcPr marL="0" marR="0" marT="33655" marB="0">
                    <a:lnL w="3175">
                      <a:solidFill>
                        <a:srgbClr val="7E7E7E"/>
                      </a:solidFill>
                      <a:prstDash val="solid"/>
                    </a:lnL>
                    <a:lnR w="6350">
                      <a:solidFill>
                        <a:srgbClr val="BEBEBE"/>
                      </a:solidFill>
                      <a:prstDash val="solid"/>
                    </a:lnR>
                    <a:lnT w="6350">
                      <a:solidFill>
                        <a:srgbClr val="BEBEBE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  <a:solidFill>
                      <a:srgbClr val="13299F"/>
                    </a:solidFill>
                  </a:tcPr>
                </a:tc>
                <a:tc>
                  <a:txBody>
                    <a:bodyPr/>
                    <a:lstStyle/>
                    <a:p>
                      <a:pPr marR="349885" algn="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1300" dirty="0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0</a:t>
                      </a:r>
                      <a:endParaRPr sz="1300">
                        <a:latin typeface="Trebuchet MS"/>
                        <a:cs typeface="Trebuchet MS"/>
                      </a:endParaRPr>
                    </a:p>
                  </a:txBody>
                  <a:tcPr marL="0" marR="0" marT="33655" marB="0">
                    <a:lnL w="6350">
                      <a:solidFill>
                        <a:srgbClr val="BEBEBE"/>
                      </a:solidFill>
                      <a:prstDash val="solid"/>
                    </a:lnL>
                    <a:lnR w="6350">
                      <a:solidFill>
                        <a:srgbClr val="BEBEBE"/>
                      </a:solidFill>
                      <a:prstDash val="solid"/>
                    </a:lnR>
                    <a:lnT w="6350">
                      <a:solidFill>
                        <a:srgbClr val="BEBEBE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  <a:solidFill>
                      <a:srgbClr val="13299F"/>
                    </a:solidFill>
                  </a:tcPr>
                </a:tc>
                <a:tc>
                  <a:txBody>
                    <a:bodyPr/>
                    <a:lstStyle/>
                    <a:p>
                      <a:pPr marR="85725" algn="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1300" spc="-25" dirty="0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0.5</a:t>
                      </a:r>
                      <a:endParaRPr sz="1300">
                        <a:latin typeface="Trebuchet MS"/>
                        <a:cs typeface="Trebuchet MS"/>
                      </a:endParaRPr>
                    </a:p>
                  </a:txBody>
                  <a:tcPr marL="0" marR="0" marT="33655" marB="0">
                    <a:lnL w="6350">
                      <a:solidFill>
                        <a:srgbClr val="BEBEBE"/>
                      </a:solidFill>
                      <a:prstDash val="solid"/>
                    </a:lnL>
                    <a:lnR w="6350">
                      <a:solidFill>
                        <a:srgbClr val="BEBEBE"/>
                      </a:solidFill>
                      <a:prstDash val="solid"/>
                    </a:lnR>
                    <a:lnT w="6350">
                      <a:solidFill>
                        <a:srgbClr val="BEBEBE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  <a:solidFill>
                      <a:srgbClr val="13299F"/>
                    </a:solidFill>
                  </a:tcPr>
                </a:tc>
                <a:tc>
                  <a:txBody>
                    <a:bodyPr/>
                    <a:lstStyle/>
                    <a:p>
                      <a:pPr marR="81915" algn="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1300" dirty="0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1</a:t>
                      </a:r>
                      <a:endParaRPr sz="1300">
                        <a:latin typeface="Trebuchet MS"/>
                        <a:cs typeface="Trebuchet MS"/>
                      </a:endParaRPr>
                    </a:p>
                  </a:txBody>
                  <a:tcPr marL="0" marR="0" marT="33655" marB="0">
                    <a:lnL w="6350">
                      <a:solidFill>
                        <a:srgbClr val="BEBEBE"/>
                      </a:solidFill>
                      <a:prstDash val="solid"/>
                    </a:lnL>
                    <a:lnR w="3175">
                      <a:solidFill>
                        <a:srgbClr val="7E7E7E"/>
                      </a:solidFill>
                      <a:prstDash val="solid"/>
                    </a:lnR>
                    <a:lnT w="6350">
                      <a:solidFill>
                        <a:srgbClr val="BEBEBE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  <a:solidFill>
                      <a:srgbClr val="13299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9560">
                <a:tc>
                  <a:txBody>
                    <a:bodyPr/>
                    <a:lstStyle/>
                    <a:p>
                      <a:pPr marL="3175"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1300" dirty="0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1</a:t>
                      </a:r>
                      <a:endParaRPr sz="1300">
                        <a:latin typeface="Trebuchet MS"/>
                        <a:cs typeface="Trebuchet MS"/>
                      </a:endParaRPr>
                    </a:p>
                  </a:txBody>
                  <a:tcPr marL="0" marR="0" marT="33655" marB="0">
                    <a:lnL w="3175">
                      <a:solidFill>
                        <a:srgbClr val="7E7E7E"/>
                      </a:solidFill>
                      <a:prstDash val="solid"/>
                    </a:lnL>
                    <a:lnR w="6350">
                      <a:solidFill>
                        <a:srgbClr val="BEBEBE"/>
                      </a:solidFill>
                      <a:prstDash val="solid"/>
                    </a:lnR>
                    <a:lnT w="6350">
                      <a:solidFill>
                        <a:srgbClr val="BEBEBE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  <a:solidFill>
                      <a:srgbClr val="13299F"/>
                    </a:solidFill>
                  </a:tcPr>
                </a:tc>
                <a:tc>
                  <a:txBody>
                    <a:bodyPr/>
                    <a:lstStyle/>
                    <a:p>
                      <a:pPr marR="349885" algn="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1300" dirty="0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0</a:t>
                      </a:r>
                      <a:endParaRPr sz="1300">
                        <a:latin typeface="Trebuchet MS"/>
                        <a:cs typeface="Trebuchet MS"/>
                      </a:endParaRPr>
                    </a:p>
                  </a:txBody>
                  <a:tcPr marL="0" marR="0" marT="33655" marB="0">
                    <a:lnL w="6350">
                      <a:solidFill>
                        <a:srgbClr val="BEBEBE"/>
                      </a:solidFill>
                      <a:prstDash val="solid"/>
                    </a:lnL>
                    <a:lnR w="6350">
                      <a:solidFill>
                        <a:srgbClr val="BEBEBE"/>
                      </a:solidFill>
                      <a:prstDash val="solid"/>
                    </a:lnR>
                    <a:lnT w="6350">
                      <a:solidFill>
                        <a:srgbClr val="BEBEBE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  <a:solidFill>
                      <a:srgbClr val="13299F"/>
                    </a:solidFill>
                  </a:tcPr>
                </a:tc>
                <a:tc>
                  <a:txBody>
                    <a:bodyPr/>
                    <a:lstStyle/>
                    <a:p>
                      <a:pPr marR="83820" algn="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1300" dirty="0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0</a:t>
                      </a:r>
                      <a:endParaRPr sz="1300">
                        <a:latin typeface="Trebuchet MS"/>
                        <a:cs typeface="Trebuchet MS"/>
                      </a:endParaRPr>
                    </a:p>
                  </a:txBody>
                  <a:tcPr marL="0" marR="0" marT="33655" marB="0">
                    <a:lnL w="6350">
                      <a:solidFill>
                        <a:srgbClr val="BEBEBE"/>
                      </a:solidFill>
                      <a:prstDash val="solid"/>
                    </a:lnL>
                    <a:lnR w="6350">
                      <a:solidFill>
                        <a:srgbClr val="BEBEBE"/>
                      </a:solidFill>
                      <a:prstDash val="solid"/>
                    </a:lnR>
                    <a:lnT w="6350">
                      <a:solidFill>
                        <a:srgbClr val="BEBEBE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  <a:solidFill>
                      <a:srgbClr val="13299F"/>
                    </a:solidFill>
                  </a:tcPr>
                </a:tc>
                <a:tc>
                  <a:txBody>
                    <a:bodyPr/>
                    <a:lstStyle/>
                    <a:p>
                      <a:pPr marR="81915" algn="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1300" dirty="0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1</a:t>
                      </a:r>
                      <a:endParaRPr sz="1300">
                        <a:latin typeface="Trebuchet MS"/>
                        <a:cs typeface="Trebuchet MS"/>
                      </a:endParaRPr>
                    </a:p>
                  </a:txBody>
                  <a:tcPr marL="0" marR="0" marT="33655" marB="0">
                    <a:lnL w="6350">
                      <a:solidFill>
                        <a:srgbClr val="BEBEBE"/>
                      </a:solidFill>
                      <a:prstDash val="solid"/>
                    </a:lnL>
                    <a:lnR w="3175">
                      <a:solidFill>
                        <a:srgbClr val="7E7E7E"/>
                      </a:solidFill>
                      <a:prstDash val="solid"/>
                    </a:lnR>
                    <a:lnT w="6350">
                      <a:solidFill>
                        <a:srgbClr val="BEBEBE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  <a:solidFill>
                      <a:srgbClr val="13299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9560"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1300" dirty="0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0</a:t>
                      </a:r>
                      <a:endParaRPr sz="1300">
                        <a:latin typeface="Trebuchet MS"/>
                        <a:cs typeface="Trebuchet MS"/>
                      </a:endParaRPr>
                    </a:p>
                  </a:txBody>
                  <a:tcPr marL="0" marR="0" marT="33655" marB="0">
                    <a:lnL w="3175">
                      <a:solidFill>
                        <a:srgbClr val="7E7E7E"/>
                      </a:solidFill>
                      <a:prstDash val="solid"/>
                    </a:lnL>
                    <a:lnR w="6350">
                      <a:solidFill>
                        <a:srgbClr val="BEBEBE"/>
                      </a:solidFill>
                      <a:prstDash val="solid"/>
                    </a:lnR>
                    <a:lnT w="6350">
                      <a:solidFill>
                        <a:srgbClr val="BEBEBE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  <a:solidFill>
                      <a:srgbClr val="13299F"/>
                    </a:solidFill>
                  </a:tcPr>
                </a:tc>
                <a:tc>
                  <a:txBody>
                    <a:bodyPr/>
                    <a:lstStyle/>
                    <a:p>
                      <a:pPr marR="368300" algn="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1300" dirty="0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1</a:t>
                      </a:r>
                      <a:endParaRPr sz="1300">
                        <a:latin typeface="Trebuchet MS"/>
                        <a:cs typeface="Trebuchet MS"/>
                      </a:endParaRPr>
                    </a:p>
                  </a:txBody>
                  <a:tcPr marL="0" marR="0" marT="33655" marB="0">
                    <a:lnL w="6350">
                      <a:solidFill>
                        <a:srgbClr val="BEBEBE"/>
                      </a:solidFill>
                      <a:prstDash val="solid"/>
                    </a:lnL>
                    <a:lnR w="6350">
                      <a:solidFill>
                        <a:srgbClr val="BEBEBE"/>
                      </a:solidFill>
                      <a:prstDash val="solid"/>
                    </a:lnR>
                    <a:lnT w="6350">
                      <a:solidFill>
                        <a:srgbClr val="BEBEBE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  <a:solidFill>
                      <a:srgbClr val="13299F"/>
                    </a:solidFill>
                  </a:tcPr>
                </a:tc>
                <a:tc>
                  <a:txBody>
                    <a:bodyPr/>
                    <a:lstStyle/>
                    <a:p>
                      <a:pPr marR="82550" algn="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1300" spc="-25" dirty="0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0.4</a:t>
                      </a:r>
                      <a:endParaRPr sz="1300">
                        <a:latin typeface="Trebuchet MS"/>
                        <a:cs typeface="Trebuchet MS"/>
                      </a:endParaRPr>
                    </a:p>
                  </a:txBody>
                  <a:tcPr marL="0" marR="0" marT="33655" marB="0">
                    <a:lnL w="6350">
                      <a:solidFill>
                        <a:srgbClr val="BEBEBE"/>
                      </a:solidFill>
                      <a:prstDash val="solid"/>
                    </a:lnL>
                    <a:lnR w="6350">
                      <a:solidFill>
                        <a:srgbClr val="BEBEBE"/>
                      </a:solidFill>
                      <a:prstDash val="solid"/>
                    </a:lnR>
                    <a:lnT w="6350">
                      <a:solidFill>
                        <a:srgbClr val="BEBEBE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  <a:solidFill>
                      <a:srgbClr val="13299F"/>
                    </a:solidFill>
                  </a:tcPr>
                </a:tc>
                <a:tc>
                  <a:txBody>
                    <a:bodyPr/>
                    <a:lstStyle/>
                    <a:p>
                      <a:pPr marR="81915" algn="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1300" dirty="0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1</a:t>
                      </a:r>
                      <a:endParaRPr sz="1300">
                        <a:latin typeface="Trebuchet MS"/>
                        <a:cs typeface="Trebuchet MS"/>
                      </a:endParaRPr>
                    </a:p>
                  </a:txBody>
                  <a:tcPr marL="0" marR="0" marT="33655" marB="0">
                    <a:lnL w="6350">
                      <a:solidFill>
                        <a:srgbClr val="BEBEBE"/>
                      </a:solidFill>
                      <a:prstDash val="solid"/>
                    </a:lnL>
                    <a:lnR w="3175">
                      <a:solidFill>
                        <a:srgbClr val="7E7E7E"/>
                      </a:solidFill>
                      <a:prstDash val="solid"/>
                    </a:lnR>
                    <a:lnT w="6350">
                      <a:solidFill>
                        <a:srgbClr val="BEBEBE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  <a:solidFill>
                      <a:srgbClr val="13299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9560">
                <a:tc>
                  <a:txBody>
                    <a:bodyPr/>
                    <a:lstStyle/>
                    <a:p>
                      <a:pPr marL="3175"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1300" dirty="0">
                          <a:solidFill>
                            <a:srgbClr val="252525"/>
                          </a:solidFill>
                          <a:latin typeface="Trebuchet MS"/>
                          <a:cs typeface="Trebuchet MS"/>
                        </a:rPr>
                        <a:t>1</a:t>
                      </a:r>
                      <a:endParaRPr sz="1300">
                        <a:latin typeface="Trebuchet MS"/>
                        <a:cs typeface="Trebuchet MS"/>
                      </a:endParaRPr>
                    </a:p>
                  </a:txBody>
                  <a:tcPr marL="0" marR="0" marT="33655" marB="0">
                    <a:lnL w="3175">
                      <a:solidFill>
                        <a:srgbClr val="7E7E7E"/>
                      </a:solidFill>
                      <a:prstDash val="solid"/>
                    </a:lnL>
                    <a:lnR w="6350">
                      <a:solidFill>
                        <a:srgbClr val="BEBEBE"/>
                      </a:solidFill>
                      <a:prstDash val="solid"/>
                    </a:lnR>
                    <a:lnT w="6350">
                      <a:solidFill>
                        <a:srgbClr val="BEBEBE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R="368300" algn="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1300" dirty="0">
                          <a:solidFill>
                            <a:srgbClr val="252525"/>
                          </a:solidFill>
                          <a:latin typeface="Trebuchet MS"/>
                          <a:cs typeface="Trebuchet MS"/>
                        </a:rPr>
                        <a:t>1</a:t>
                      </a:r>
                      <a:endParaRPr sz="1300">
                        <a:latin typeface="Trebuchet MS"/>
                        <a:cs typeface="Trebuchet MS"/>
                      </a:endParaRPr>
                    </a:p>
                  </a:txBody>
                  <a:tcPr marL="0" marR="0" marT="33655" marB="0">
                    <a:lnL w="6350">
                      <a:solidFill>
                        <a:srgbClr val="BEBEBE"/>
                      </a:solidFill>
                      <a:prstDash val="solid"/>
                    </a:lnL>
                    <a:lnR w="6350">
                      <a:solidFill>
                        <a:srgbClr val="BEBEBE"/>
                      </a:solidFill>
                      <a:prstDash val="solid"/>
                    </a:lnR>
                    <a:lnT w="6350">
                      <a:solidFill>
                        <a:srgbClr val="BEBEBE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R="81915" algn="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1300" spc="-105" dirty="0">
                          <a:solidFill>
                            <a:srgbClr val="252525"/>
                          </a:solidFill>
                          <a:latin typeface="Trebuchet MS"/>
                          <a:cs typeface="Trebuchet MS"/>
                        </a:rPr>
                        <a:t>-</a:t>
                      </a:r>
                      <a:r>
                        <a:rPr sz="1300" spc="-300" dirty="0">
                          <a:solidFill>
                            <a:srgbClr val="252525"/>
                          </a:solidFill>
                          <a:latin typeface="Trebuchet MS"/>
                          <a:cs typeface="Trebuchet MS"/>
                        </a:rPr>
                        <a:t>0.1</a:t>
                      </a:r>
                      <a:endParaRPr sz="1300">
                        <a:latin typeface="Trebuchet MS"/>
                        <a:cs typeface="Trebuchet MS"/>
                      </a:endParaRPr>
                    </a:p>
                  </a:txBody>
                  <a:tcPr marL="0" marR="0" marT="33655" marB="0">
                    <a:lnL w="6350">
                      <a:solidFill>
                        <a:srgbClr val="BEBEBE"/>
                      </a:solidFill>
                      <a:prstDash val="solid"/>
                    </a:lnL>
                    <a:lnR w="6350">
                      <a:solidFill>
                        <a:srgbClr val="BEBEBE"/>
                      </a:solidFill>
                      <a:prstDash val="solid"/>
                    </a:lnR>
                    <a:lnT w="6350">
                      <a:solidFill>
                        <a:srgbClr val="BEBEBE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R="81915" algn="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1300" spc="-105" dirty="0">
                          <a:solidFill>
                            <a:srgbClr val="252525"/>
                          </a:solidFill>
                          <a:latin typeface="Trebuchet MS"/>
                          <a:cs typeface="Trebuchet MS"/>
                        </a:rPr>
                        <a:t>-</a:t>
                      </a:r>
                      <a:r>
                        <a:rPr sz="1300" spc="-475" dirty="0">
                          <a:solidFill>
                            <a:srgbClr val="252525"/>
                          </a:solidFill>
                          <a:latin typeface="Trebuchet MS"/>
                          <a:cs typeface="Trebuchet MS"/>
                        </a:rPr>
                        <a:t>1</a:t>
                      </a:r>
                      <a:endParaRPr sz="1300">
                        <a:latin typeface="Trebuchet MS"/>
                        <a:cs typeface="Trebuchet MS"/>
                      </a:endParaRPr>
                    </a:p>
                  </a:txBody>
                  <a:tcPr marL="0" marR="0" marT="33655" marB="0">
                    <a:lnL w="6350">
                      <a:solidFill>
                        <a:srgbClr val="BEBEBE"/>
                      </a:solidFill>
                      <a:prstDash val="solid"/>
                    </a:lnL>
                    <a:lnR w="3175">
                      <a:solidFill>
                        <a:srgbClr val="7E7E7E"/>
                      </a:solidFill>
                      <a:prstDash val="solid"/>
                    </a:lnR>
                    <a:lnT w="6350">
                      <a:solidFill>
                        <a:srgbClr val="BEBEBE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pic>
        <p:nvPicPr>
          <p:cNvPr id="52" name="object 52"/>
          <p:cNvPicPr/>
          <p:nvPr/>
        </p:nvPicPr>
        <p:blipFill>
          <a:blip r:embed="rId27" cstate="print"/>
          <a:stretch>
            <a:fillRect/>
          </a:stretch>
        </p:blipFill>
        <p:spPr>
          <a:xfrm>
            <a:off x="6536435" y="2945764"/>
            <a:ext cx="98171" cy="136271"/>
          </a:xfrm>
          <a:prstGeom prst="rect">
            <a:avLst/>
          </a:prstGeom>
        </p:spPr>
      </p:pic>
      <p:pic>
        <p:nvPicPr>
          <p:cNvPr id="53" name="object 53"/>
          <p:cNvPicPr/>
          <p:nvPr/>
        </p:nvPicPr>
        <p:blipFill>
          <a:blip r:embed="rId28" cstate="print"/>
          <a:stretch>
            <a:fillRect/>
          </a:stretch>
        </p:blipFill>
        <p:spPr>
          <a:xfrm>
            <a:off x="7305675" y="2945764"/>
            <a:ext cx="137414" cy="136271"/>
          </a:xfrm>
          <a:prstGeom prst="rect">
            <a:avLst/>
          </a:prstGeom>
        </p:spPr>
      </p:pic>
      <p:pic>
        <p:nvPicPr>
          <p:cNvPr id="54" name="object 54"/>
          <p:cNvPicPr/>
          <p:nvPr/>
        </p:nvPicPr>
        <p:blipFill>
          <a:blip r:embed="rId29" cstate="print"/>
          <a:stretch>
            <a:fillRect/>
          </a:stretch>
        </p:blipFill>
        <p:spPr>
          <a:xfrm>
            <a:off x="6184391" y="4495800"/>
            <a:ext cx="1716786" cy="162306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358921" y="6524434"/>
            <a:ext cx="87590" cy="90487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54151" y="6527292"/>
            <a:ext cx="1794510" cy="142494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862571" y="6521195"/>
            <a:ext cx="2327910" cy="118110"/>
          </a:xfrm>
          <a:prstGeom prst="rect">
            <a:avLst/>
          </a:prstGeom>
        </p:spPr>
      </p:pic>
      <p:sp>
        <p:nvSpPr>
          <p:cNvPr id="5" name="object 5"/>
          <p:cNvSpPr/>
          <p:nvPr/>
        </p:nvSpPr>
        <p:spPr>
          <a:xfrm>
            <a:off x="559308" y="1440180"/>
            <a:ext cx="36830" cy="180340"/>
          </a:xfrm>
          <a:custGeom>
            <a:avLst/>
            <a:gdLst/>
            <a:ahLst/>
            <a:cxnLst/>
            <a:rect l="l" t="t" r="r" b="b"/>
            <a:pathLst>
              <a:path w="36829" h="180340">
                <a:moveTo>
                  <a:pt x="36576" y="0"/>
                </a:moveTo>
                <a:lnTo>
                  <a:pt x="0" y="0"/>
                </a:lnTo>
                <a:lnTo>
                  <a:pt x="0" y="179832"/>
                </a:lnTo>
                <a:lnTo>
                  <a:pt x="36576" y="179832"/>
                </a:lnTo>
                <a:lnTo>
                  <a:pt x="36576" y="0"/>
                </a:lnTo>
                <a:close/>
              </a:path>
            </a:pathLst>
          </a:custGeom>
          <a:solidFill>
            <a:srgbClr val="183DAF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6" name="object 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713231" y="1463039"/>
            <a:ext cx="794766" cy="176022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437489" y="431419"/>
            <a:ext cx="4145279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FFFFFF"/>
                </a:solidFill>
                <a:latin typeface="Ebrima"/>
                <a:cs typeface="Ebrima"/>
              </a:rPr>
              <a:t>1.1.</a:t>
            </a:r>
            <a:r>
              <a:rPr sz="1800" spc="-40" dirty="0">
                <a:solidFill>
                  <a:srgbClr val="FFFFFF"/>
                </a:solidFill>
                <a:latin typeface="Ebrima"/>
                <a:cs typeface="Ebrima"/>
              </a:rPr>
              <a:t> </a:t>
            </a:r>
            <a:r>
              <a:rPr sz="1800" dirty="0">
                <a:solidFill>
                  <a:srgbClr val="FFFFFF"/>
                </a:solidFill>
                <a:latin typeface="Ebrima"/>
                <a:cs typeface="Ebrima"/>
              </a:rPr>
              <a:t>Understanding</a:t>
            </a:r>
            <a:r>
              <a:rPr sz="1800" spc="-20" dirty="0">
                <a:solidFill>
                  <a:srgbClr val="FFFFFF"/>
                </a:solidFill>
                <a:latin typeface="Ebrima"/>
                <a:cs typeface="Ebrima"/>
              </a:rPr>
              <a:t> </a:t>
            </a:r>
            <a:r>
              <a:rPr sz="1800" dirty="0">
                <a:solidFill>
                  <a:srgbClr val="FFFFFF"/>
                </a:solidFill>
                <a:latin typeface="Ebrima"/>
                <a:cs typeface="Ebrima"/>
              </a:rPr>
              <a:t>Perceptron</a:t>
            </a:r>
            <a:r>
              <a:rPr sz="1800" spc="-20" dirty="0">
                <a:solidFill>
                  <a:srgbClr val="FFFFFF"/>
                </a:solidFill>
                <a:latin typeface="Ebrima"/>
                <a:cs typeface="Ebrima"/>
              </a:rPr>
              <a:t> </a:t>
            </a:r>
            <a:r>
              <a:rPr sz="1800" dirty="0">
                <a:solidFill>
                  <a:srgbClr val="FFFFFF"/>
                </a:solidFill>
                <a:latin typeface="Ebrima"/>
                <a:cs typeface="Ebrima"/>
              </a:rPr>
              <a:t>with</a:t>
            </a:r>
            <a:r>
              <a:rPr sz="1800" spc="-20" dirty="0">
                <a:solidFill>
                  <a:srgbClr val="FFFFFF"/>
                </a:solidFill>
                <a:latin typeface="Ebrima"/>
                <a:cs typeface="Ebrima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Ebrima"/>
                <a:cs typeface="Ebrima"/>
              </a:rPr>
              <a:t>Excel</a:t>
            </a:r>
            <a:endParaRPr sz="1800">
              <a:latin typeface="Ebrima"/>
              <a:cs typeface="Ebrim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8671941" y="463677"/>
            <a:ext cx="80962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dirty="0">
                <a:solidFill>
                  <a:srgbClr val="D9D9D9"/>
                </a:solidFill>
                <a:latin typeface="Ebrima"/>
                <a:cs typeface="Ebrima"/>
              </a:rPr>
              <a:t>UNIT</a:t>
            </a:r>
            <a:r>
              <a:rPr sz="1600" spc="400" dirty="0">
                <a:solidFill>
                  <a:srgbClr val="D9D9D9"/>
                </a:solidFill>
                <a:latin typeface="Ebrima"/>
                <a:cs typeface="Ebrima"/>
              </a:rPr>
              <a:t> </a:t>
            </a:r>
            <a:r>
              <a:rPr sz="1600" spc="-35" dirty="0">
                <a:solidFill>
                  <a:srgbClr val="D9D9D9"/>
                </a:solidFill>
                <a:latin typeface="Ebrima"/>
                <a:cs typeface="Ebrima"/>
              </a:rPr>
              <a:t>01</a:t>
            </a:r>
            <a:endParaRPr sz="1600">
              <a:latin typeface="Ebrima"/>
              <a:cs typeface="Ebrima"/>
            </a:endParaRPr>
          </a:p>
        </p:txBody>
      </p:sp>
      <p:pic>
        <p:nvPicPr>
          <p:cNvPr id="9" name="object 9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710183" y="5353811"/>
            <a:ext cx="5502402" cy="657618"/>
          </a:xfrm>
          <a:prstGeom prst="rect">
            <a:avLst/>
          </a:prstGeom>
        </p:spPr>
      </p:pic>
      <p:grpSp>
        <p:nvGrpSpPr>
          <p:cNvPr id="10" name="object 10"/>
          <p:cNvGrpSpPr/>
          <p:nvPr/>
        </p:nvGrpSpPr>
        <p:grpSpPr>
          <a:xfrm>
            <a:off x="685800" y="1772411"/>
            <a:ext cx="5238115" cy="3317875"/>
            <a:chOff x="685800" y="1772411"/>
            <a:chExt cx="5238115" cy="3317875"/>
          </a:xfrm>
        </p:grpSpPr>
        <p:sp>
          <p:nvSpPr>
            <p:cNvPr id="11" name="object 11"/>
            <p:cNvSpPr/>
            <p:nvPr/>
          </p:nvSpPr>
          <p:spPr>
            <a:xfrm>
              <a:off x="685800" y="1772411"/>
              <a:ext cx="5238115" cy="3317875"/>
            </a:xfrm>
            <a:custGeom>
              <a:avLst/>
              <a:gdLst/>
              <a:ahLst/>
              <a:cxnLst/>
              <a:rect l="l" t="t" r="r" b="b"/>
              <a:pathLst>
                <a:path w="5238115" h="3317875">
                  <a:moveTo>
                    <a:pt x="5237988" y="0"/>
                  </a:moveTo>
                  <a:lnTo>
                    <a:pt x="0" y="0"/>
                  </a:lnTo>
                  <a:lnTo>
                    <a:pt x="0" y="3317748"/>
                  </a:lnTo>
                  <a:lnTo>
                    <a:pt x="5237988" y="3317748"/>
                  </a:lnTo>
                  <a:lnTo>
                    <a:pt x="5237988" y="0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3876294" y="3106673"/>
              <a:ext cx="666115" cy="666115"/>
            </a:xfrm>
            <a:custGeom>
              <a:avLst/>
              <a:gdLst/>
              <a:ahLst/>
              <a:cxnLst/>
              <a:rect l="l" t="t" r="r" b="b"/>
              <a:pathLst>
                <a:path w="666114" h="666114">
                  <a:moveTo>
                    <a:pt x="332993" y="0"/>
                  </a:moveTo>
                  <a:lnTo>
                    <a:pt x="283789" y="3610"/>
                  </a:lnTo>
                  <a:lnTo>
                    <a:pt x="236825" y="14099"/>
                  </a:lnTo>
                  <a:lnTo>
                    <a:pt x="192617" y="30951"/>
                  </a:lnTo>
                  <a:lnTo>
                    <a:pt x="151680" y="53650"/>
                  </a:lnTo>
                  <a:lnTo>
                    <a:pt x="114530" y="81681"/>
                  </a:lnTo>
                  <a:lnTo>
                    <a:pt x="81681" y="114530"/>
                  </a:lnTo>
                  <a:lnTo>
                    <a:pt x="53650" y="151680"/>
                  </a:lnTo>
                  <a:lnTo>
                    <a:pt x="30951" y="192617"/>
                  </a:lnTo>
                  <a:lnTo>
                    <a:pt x="14099" y="236825"/>
                  </a:lnTo>
                  <a:lnTo>
                    <a:pt x="3610" y="283789"/>
                  </a:lnTo>
                  <a:lnTo>
                    <a:pt x="0" y="332993"/>
                  </a:lnTo>
                  <a:lnTo>
                    <a:pt x="3610" y="382198"/>
                  </a:lnTo>
                  <a:lnTo>
                    <a:pt x="14099" y="429162"/>
                  </a:lnTo>
                  <a:lnTo>
                    <a:pt x="30951" y="473370"/>
                  </a:lnTo>
                  <a:lnTo>
                    <a:pt x="53650" y="514307"/>
                  </a:lnTo>
                  <a:lnTo>
                    <a:pt x="81681" y="551457"/>
                  </a:lnTo>
                  <a:lnTo>
                    <a:pt x="114530" y="584306"/>
                  </a:lnTo>
                  <a:lnTo>
                    <a:pt x="151680" y="612337"/>
                  </a:lnTo>
                  <a:lnTo>
                    <a:pt x="192617" y="635036"/>
                  </a:lnTo>
                  <a:lnTo>
                    <a:pt x="236825" y="651888"/>
                  </a:lnTo>
                  <a:lnTo>
                    <a:pt x="283789" y="662377"/>
                  </a:lnTo>
                  <a:lnTo>
                    <a:pt x="332993" y="665988"/>
                  </a:lnTo>
                  <a:lnTo>
                    <a:pt x="382198" y="662377"/>
                  </a:lnTo>
                  <a:lnTo>
                    <a:pt x="429162" y="651888"/>
                  </a:lnTo>
                  <a:lnTo>
                    <a:pt x="473370" y="635036"/>
                  </a:lnTo>
                  <a:lnTo>
                    <a:pt x="514307" y="612337"/>
                  </a:lnTo>
                  <a:lnTo>
                    <a:pt x="551457" y="584306"/>
                  </a:lnTo>
                  <a:lnTo>
                    <a:pt x="584306" y="551457"/>
                  </a:lnTo>
                  <a:lnTo>
                    <a:pt x="612337" y="514307"/>
                  </a:lnTo>
                  <a:lnTo>
                    <a:pt x="635036" y="473370"/>
                  </a:lnTo>
                  <a:lnTo>
                    <a:pt x="651888" y="429162"/>
                  </a:lnTo>
                  <a:lnTo>
                    <a:pt x="662377" y="382198"/>
                  </a:lnTo>
                  <a:lnTo>
                    <a:pt x="665988" y="332993"/>
                  </a:lnTo>
                  <a:lnTo>
                    <a:pt x="662377" y="283789"/>
                  </a:lnTo>
                  <a:lnTo>
                    <a:pt x="651888" y="236825"/>
                  </a:lnTo>
                  <a:lnTo>
                    <a:pt x="635036" y="192617"/>
                  </a:lnTo>
                  <a:lnTo>
                    <a:pt x="612337" y="151680"/>
                  </a:lnTo>
                  <a:lnTo>
                    <a:pt x="584306" y="114530"/>
                  </a:lnTo>
                  <a:lnTo>
                    <a:pt x="551457" y="81681"/>
                  </a:lnTo>
                  <a:lnTo>
                    <a:pt x="514307" y="53650"/>
                  </a:lnTo>
                  <a:lnTo>
                    <a:pt x="473370" y="30951"/>
                  </a:lnTo>
                  <a:lnTo>
                    <a:pt x="429162" y="14099"/>
                  </a:lnTo>
                  <a:lnTo>
                    <a:pt x="382198" y="3610"/>
                  </a:lnTo>
                  <a:lnTo>
                    <a:pt x="332993" y="0"/>
                  </a:lnTo>
                  <a:close/>
                </a:path>
              </a:pathLst>
            </a:custGeom>
            <a:solidFill>
              <a:srgbClr val="13299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3876294" y="3106673"/>
              <a:ext cx="666115" cy="666115"/>
            </a:xfrm>
            <a:custGeom>
              <a:avLst/>
              <a:gdLst/>
              <a:ahLst/>
              <a:cxnLst/>
              <a:rect l="l" t="t" r="r" b="b"/>
              <a:pathLst>
                <a:path w="666114" h="666114">
                  <a:moveTo>
                    <a:pt x="0" y="332993"/>
                  </a:moveTo>
                  <a:lnTo>
                    <a:pt x="3610" y="283789"/>
                  </a:lnTo>
                  <a:lnTo>
                    <a:pt x="14099" y="236825"/>
                  </a:lnTo>
                  <a:lnTo>
                    <a:pt x="30951" y="192617"/>
                  </a:lnTo>
                  <a:lnTo>
                    <a:pt x="53650" y="151680"/>
                  </a:lnTo>
                  <a:lnTo>
                    <a:pt x="81681" y="114530"/>
                  </a:lnTo>
                  <a:lnTo>
                    <a:pt x="114530" y="81681"/>
                  </a:lnTo>
                  <a:lnTo>
                    <a:pt x="151680" y="53650"/>
                  </a:lnTo>
                  <a:lnTo>
                    <a:pt x="192617" y="30951"/>
                  </a:lnTo>
                  <a:lnTo>
                    <a:pt x="236825" y="14099"/>
                  </a:lnTo>
                  <a:lnTo>
                    <a:pt x="283789" y="3610"/>
                  </a:lnTo>
                  <a:lnTo>
                    <a:pt x="332993" y="0"/>
                  </a:lnTo>
                  <a:lnTo>
                    <a:pt x="382198" y="3610"/>
                  </a:lnTo>
                  <a:lnTo>
                    <a:pt x="429162" y="14099"/>
                  </a:lnTo>
                  <a:lnTo>
                    <a:pt x="473370" y="30951"/>
                  </a:lnTo>
                  <a:lnTo>
                    <a:pt x="514307" y="53650"/>
                  </a:lnTo>
                  <a:lnTo>
                    <a:pt x="551457" y="81681"/>
                  </a:lnTo>
                  <a:lnTo>
                    <a:pt x="584306" y="114530"/>
                  </a:lnTo>
                  <a:lnTo>
                    <a:pt x="612337" y="151680"/>
                  </a:lnTo>
                  <a:lnTo>
                    <a:pt x="635036" y="192617"/>
                  </a:lnTo>
                  <a:lnTo>
                    <a:pt x="651888" y="236825"/>
                  </a:lnTo>
                  <a:lnTo>
                    <a:pt x="662377" y="283789"/>
                  </a:lnTo>
                  <a:lnTo>
                    <a:pt x="665988" y="332993"/>
                  </a:lnTo>
                  <a:lnTo>
                    <a:pt x="662377" y="382198"/>
                  </a:lnTo>
                  <a:lnTo>
                    <a:pt x="651888" y="429162"/>
                  </a:lnTo>
                  <a:lnTo>
                    <a:pt x="635036" y="473370"/>
                  </a:lnTo>
                  <a:lnTo>
                    <a:pt x="612337" y="514307"/>
                  </a:lnTo>
                  <a:lnTo>
                    <a:pt x="584306" y="551457"/>
                  </a:lnTo>
                  <a:lnTo>
                    <a:pt x="551457" y="584306"/>
                  </a:lnTo>
                  <a:lnTo>
                    <a:pt x="514307" y="612337"/>
                  </a:lnTo>
                  <a:lnTo>
                    <a:pt x="473370" y="635036"/>
                  </a:lnTo>
                  <a:lnTo>
                    <a:pt x="429162" y="651888"/>
                  </a:lnTo>
                  <a:lnTo>
                    <a:pt x="382198" y="662377"/>
                  </a:lnTo>
                  <a:lnTo>
                    <a:pt x="332993" y="665988"/>
                  </a:lnTo>
                  <a:lnTo>
                    <a:pt x="283789" y="662377"/>
                  </a:lnTo>
                  <a:lnTo>
                    <a:pt x="236825" y="651888"/>
                  </a:lnTo>
                  <a:lnTo>
                    <a:pt x="192617" y="635036"/>
                  </a:lnTo>
                  <a:lnTo>
                    <a:pt x="151680" y="612337"/>
                  </a:lnTo>
                  <a:lnTo>
                    <a:pt x="114530" y="584306"/>
                  </a:lnTo>
                  <a:lnTo>
                    <a:pt x="81681" y="551457"/>
                  </a:lnTo>
                  <a:lnTo>
                    <a:pt x="53650" y="514307"/>
                  </a:lnTo>
                  <a:lnTo>
                    <a:pt x="30951" y="473370"/>
                  </a:lnTo>
                  <a:lnTo>
                    <a:pt x="14099" y="429162"/>
                  </a:lnTo>
                  <a:lnTo>
                    <a:pt x="3610" y="382198"/>
                  </a:lnTo>
                  <a:lnTo>
                    <a:pt x="0" y="332993"/>
                  </a:lnTo>
                  <a:close/>
                </a:path>
              </a:pathLst>
            </a:custGeom>
            <a:ln w="19812">
              <a:solidFill>
                <a:srgbClr val="13299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/>
          <p:nvPr/>
        </p:nvSpPr>
        <p:spPr>
          <a:xfrm>
            <a:off x="685800" y="1772411"/>
            <a:ext cx="5238115" cy="3317875"/>
          </a:xfrm>
          <a:prstGeom prst="rect">
            <a:avLst/>
          </a:prstGeom>
        </p:spPr>
        <p:txBody>
          <a:bodyPr vert="horz" wrap="square" lIns="0" tIns="110489" rIns="0" bIns="0" rtlCol="0">
            <a:spAutoFit/>
          </a:bodyPr>
          <a:lstStyle/>
          <a:p>
            <a:pPr marL="180975">
              <a:lnSpc>
                <a:spcPct val="100000"/>
              </a:lnSpc>
              <a:spcBef>
                <a:spcPts val="869"/>
              </a:spcBef>
            </a:pPr>
            <a:r>
              <a:rPr sz="1300" spc="-265" dirty="0">
                <a:latin typeface="Trebuchet MS"/>
                <a:cs typeface="Trebuchet MS"/>
              </a:rPr>
              <a:t>The</a:t>
            </a:r>
            <a:r>
              <a:rPr sz="1300" spc="-90" dirty="0">
                <a:latin typeface="Trebuchet MS"/>
                <a:cs typeface="Trebuchet MS"/>
              </a:rPr>
              <a:t> </a:t>
            </a:r>
            <a:r>
              <a:rPr sz="1300" spc="-170" dirty="0">
                <a:latin typeface="Trebuchet MS"/>
                <a:cs typeface="Trebuchet MS"/>
              </a:rPr>
              <a:t>bias</a:t>
            </a:r>
            <a:r>
              <a:rPr sz="1300" spc="-120" dirty="0">
                <a:latin typeface="Trebuchet MS"/>
                <a:cs typeface="Trebuchet MS"/>
              </a:rPr>
              <a:t> </a:t>
            </a:r>
            <a:r>
              <a:rPr sz="1300" spc="-110" dirty="0">
                <a:latin typeface="Trebuchet MS"/>
                <a:cs typeface="Trebuchet MS"/>
              </a:rPr>
              <a:t>is</a:t>
            </a:r>
            <a:r>
              <a:rPr sz="1300" spc="-114" dirty="0">
                <a:latin typeface="Trebuchet MS"/>
                <a:cs typeface="Trebuchet MS"/>
              </a:rPr>
              <a:t> </a:t>
            </a:r>
            <a:r>
              <a:rPr sz="1300" spc="-190" dirty="0">
                <a:latin typeface="Trebuchet MS"/>
                <a:cs typeface="Trebuchet MS"/>
              </a:rPr>
              <a:t>generally</a:t>
            </a:r>
            <a:r>
              <a:rPr sz="1300" spc="-114" dirty="0">
                <a:latin typeface="Trebuchet MS"/>
                <a:cs typeface="Trebuchet MS"/>
              </a:rPr>
              <a:t> </a:t>
            </a:r>
            <a:r>
              <a:rPr sz="1300" spc="-215" dirty="0">
                <a:latin typeface="Trebuchet MS"/>
                <a:cs typeface="Trebuchet MS"/>
              </a:rPr>
              <a:t>fixed</a:t>
            </a:r>
            <a:r>
              <a:rPr sz="1300" spc="-100" dirty="0">
                <a:latin typeface="Trebuchet MS"/>
                <a:cs typeface="Trebuchet MS"/>
              </a:rPr>
              <a:t> </a:t>
            </a:r>
            <a:r>
              <a:rPr sz="1300" spc="-135" dirty="0">
                <a:latin typeface="Trebuchet MS"/>
                <a:cs typeface="Trebuchet MS"/>
              </a:rPr>
              <a:t>as</a:t>
            </a:r>
            <a:r>
              <a:rPr sz="1300" spc="-120" dirty="0">
                <a:latin typeface="Trebuchet MS"/>
                <a:cs typeface="Trebuchet MS"/>
              </a:rPr>
              <a:t> </a:t>
            </a:r>
            <a:r>
              <a:rPr sz="1300" spc="-380" dirty="0">
                <a:latin typeface="Trebuchet MS"/>
                <a:cs typeface="Trebuchet MS"/>
              </a:rPr>
              <a:t>1.</a:t>
            </a:r>
            <a:endParaRPr sz="13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</a:pPr>
            <a:endParaRPr sz="15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</a:pPr>
            <a:endParaRPr sz="15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</a:pPr>
            <a:endParaRPr sz="15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</a:pPr>
            <a:endParaRPr sz="15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</a:pPr>
            <a:endParaRPr sz="1500">
              <a:latin typeface="Trebuchet MS"/>
              <a:cs typeface="Trebuchet MS"/>
            </a:endParaRPr>
          </a:p>
          <a:p>
            <a:pPr marL="3415029">
              <a:lnSpc>
                <a:spcPct val="100000"/>
              </a:lnSpc>
              <a:spcBef>
                <a:spcPts val="1190"/>
              </a:spcBef>
            </a:pPr>
            <a:r>
              <a:rPr sz="1300" spc="-105" dirty="0">
                <a:solidFill>
                  <a:srgbClr val="FFFFFF"/>
                </a:solidFill>
                <a:latin typeface="Trebuchet MS"/>
                <a:cs typeface="Trebuchet MS"/>
              </a:rPr>
              <a:t>-</a:t>
            </a:r>
            <a:r>
              <a:rPr sz="1300" spc="-25" dirty="0">
                <a:solidFill>
                  <a:srgbClr val="FFFFFF"/>
                </a:solidFill>
                <a:latin typeface="Trebuchet MS"/>
                <a:cs typeface="Trebuchet MS"/>
              </a:rPr>
              <a:t>0.5</a:t>
            </a:r>
            <a:endParaRPr sz="1300">
              <a:latin typeface="Trebuchet MS"/>
              <a:cs typeface="Trebuchet MS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958596" y="2130551"/>
            <a:ext cx="4599940" cy="2707005"/>
            <a:chOff x="958596" y="2130551"/>
            <a:chExt cx="4599940" cy="2707005"/>
          </a:xfrm>
        </p:grpSpPr>
        <p:sp>
          <p:nvSpPr>
            <p:cNvPr id="16" name="object 16"/>
            <p:cNvSpPr/>
            <p:nvPr/>
          </p:nvSpPr>
          <p:spPr>
            <a:xfrm>
              <a:off x="2247138" y="2140457"/>
              <a:ext cx="414655" cy="414655"/>
            </a:xfrm>
            <a:custGeom>
              <a:avLst/>
              <a:gdLst/>
              <a:ahLst/>
              <a:cxnLst/>
              <a:rect l="l" t="t" r="r" b="b"/>
              <a:pathLst>
                <a:path w="414655" h="414655">
                  <a:moveTo>
                    <a:pt x="207263" y="0"/>
                  </a:moveTo>
                  <a:lnTo>
                    <a:pt x="159753" y="5476"/>
                  </a:lnTo>
                  <a:lnTo>
                    <a:pt x="116132" y="21073"/>
                  </a:lnTo>
                  <a:lnTo>
                    <a:pt x="77648" y="45546"/>
                  </a:lnTo>
                  <a:lnTo>
                    <a:pt x="45546" y="77648"/>
                  </a:lnTo>
                  <a:lnTo>
                    <a:pt x="21073" y="116132"/>
                  </a:lnTo>
                  <a:lnTo>
                    <a:pt x="5476" y="159753"/>
                  </a:lnTo>
                  <a:lnTo>
                    <a:pt x="0" y="207263"/>
                  </a:lnTo>
                  <a:lnTo>
                    <a:pt x="5476" y="254774"/>
                  </a:lnTo>
                  <a:lnTo>
                    <a:pt x="21073" y="298395"/>
                  </a:lnTo>
                  <a:lnTo>
                    <a:pt x="45546" y="336879"/>
                  </a:lnTo>
                  <a:lnTo>
                    <a:pt x="77648" y="368981"/>
                  </a:lnTo>
                  <a:lnTo>
                    <a:pt x="116132" y="393454"/>
                  </a:lnTo>
                  <a:lnTo>
                    <a:pt x="159753" y="409051"/>
                  </a:lnTo>
                  <a:lnTo>
                    <a:pt x="207263" y="414527"/>
                  </a:lnTo>
                  <a:lnTo>
                    <a:pt x="254774" y="409051"/>
                  </a:lnTo>
                  <a:lnTo>
                    <a:pt x="298395" y="393454"/>
                  </a:lnTo>
                  <a:lnTo>
                    <a:pt x="336879" y="368981"/>
                  </a:lnTo>
                  <a:lnTo>
                    <a:pt x="368981" y="336879"/>
                  </a:lnTo>
                  <a:lnTo>
                    <a:pt x="393454" y="298395"/>
                  </a:lnTo>
                  <a:lnTo>
                    <a:pt x="409051" y="254774"/>
                  </a:lnTo>
                  <a:lnTo>
                    <a:pt x="414528" y="207263"/>
                  </a:lnTo>
                  <a:lnTo>
                    <a:pt x="409051" y="159753"/>
                  </a:lnTo>
                  <a:lnTo>
                    <a:pt x="393454" y="116132"/>
                  </a:lnTo>
                  <a:lnTo>
                    <a:pt x="368981" y="77648"/>
                  </a:lnTo>
                  <a:lnTo>
                    <a:pt x="336879" y="45546"/>
                  </a:lnTo>
                  <a:lnTo>
                    <a:pt x="298395" y="21073"/>
                  </a:lnTo>
                  <a:lnTo>
                    <a:pt x="254774" y="5476"/>
                  </a:lnTo>
                  <a:lnTo>
                    <a:pt x="207263" y="0"/>
                  </a:lnTo>
                  <a:close/>
                </a:path>
              </a:pathLst>
            </a:custGeom>
            <a:solidFill>
              <a:srgbClr val="13299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2247138" y="2140457"/>
              <a:ext cx="414655" cy="414655"/>
            </a:xfrm>
            <a:custGeom>
              <a:avLst/>
              <a:gdLst/>
              <a:ahLst/>
              <a:cxnLst/>
              <a:rect l="l" t="t" r="r" b="b"/>
              <a:pathLst>
                <a:path w="414655" h="414655">
                  <a:moveTo>
                    <a:pt x="0" y="207263"/>
                  </a:moveTo>
                  <a:lnTo>
                    <a:pt x="5476" y="159753"/>
                  </a:lnTo>
                  <a:lnTo>
                    <a:pt x="21073" y="116132"/>
                  </a:lnTo>
                  <a:lnTo>
                    <a:pt x="45546" y="77648"/>
                  </a:lnTo>
                  <a:lnTo>
                    <a:pt x="77648" y="45546"/>
                  </a:lnTo>
                  <a:lnTo>
                    <a:pt x="116132" y="21073"/>
                  </a:lnTo>
                  <a:lnTo>
                    <a:pt x="159753" y="5476"/>
                  </a:lnTo>
                  <a:lnTo>
                    <a:pt x="207263" y="0"/>
                  </a:lnTo>
                  <a:lnTo>
                    <a:pt x="254774" y="5476"/>
                  </a:lnTo>
                  <a:lnTo>
                    <a:pt x="298395" y="21073"/>
                  </a:lnTo>
                  <a:lnTo>
                    <a:pt x="336879" y="45546"/>
                  </a:lnTo>
                  <a:lnTo>
                    <a:pt x="368981" y="77648"/>
                  </a:lnTo>
                  <a:lnTo>
                    <a:pt x="393454" y="116132"/>
                  </a:lnTo>
                  <a:lnTo>
                    <a:pt x="409051" y="159753"/>
                  </a:lnTo>
                  <a:lnTo>
                    <a:pt x="414528" y="207263"/>
                  </a:lnTo>
                  <a:lnTo>
                    <a:pt x="409051" y="254774"/>
                  </a:lnTo>
                  <a:lnTo>
                    <a:pt x="393454" y="298395"/>
                  </a:lnTo>
                  <a:lnTo>
                    <a:pt x="368981" y="336879"/>
                  </a:lnTo>
                  <a:lnTo>
                    <a:pt x="336879" y="368981"/>
                  </a:lnTo>
                  <a:lnTo>
                    <a:pt x="298395" y="393454"/>
                  </a:lnTo>
                  <a:lnTo>
                    <a:pt x="254774" y="409051"/>
                  </a:lnTo>
                  <a:lnTo>
                    <a:pt x="207263" y="414527"/>
                  </a:lnTo>
                  <a:lnTo>
                    <a:pt x="159753" y="409051"/>
                  </a:lnTo>
                  <a:lnTo>
                    <a:pt x="116132" y="393454"/>
                  </a:lnTo>
                  <a:lnTo>
                    <a:pt x="77648" y="368981"/>
                  </a:lnTo>
                  <a:lnTo>
                    <a:pt x="45546" y="336879"/>
                  </a:lnTo>
                  <a:lnTo>
                    <a:pt x="21073" y="298395"/>
                  </a:lnTo>
                  <a:lnTo>
                    <a:pt x="5476" y="254774"/>
                  </a:lnTo>
                  <a:lnTo>
                    <a:pt x="0" y="207263"/>
                  </a:lnTo>
                  <a:close/>
                </a:path>
              </a:pathLst>
            </a:custGeom>
            <a:ln w="19812">
              <a:solidFill>
                <a:srgbClr val="13299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2247138" y="3231641"/>
              <a:ext cx="414655" cy="414655"/>
            </a:xfrm>
            <a:custGeom>
              <a:avLst/>
              <a:gdLst/>
              <a:ahLst/>
              <a:cxnLst/>
              <a:rect l="l" t="t" r="r" b="b"/>
              <a:pathLst>
                <a:path w="414655" h="414654">
                  <a:moveTo>
                    <a:pt x="207263" y="0"/>
                  </a:moveTo>
                  <a:lnTo>
                    <a:pt x="159753" y="5476"/>
                  </a:lnTo>
                  <a:lnTo>
                    <a:pt x="116132" y="21073"/>
                  </a:lnTo>
                  <a:lnTo>
                    <a:pt x="77648" y="45546"/>
                  </a:lnTo>
                  <a:lnTo>
                    <a:pt x="45546" y="77648"/>
                  </a:lnTo>
                  <a:lnTo>
                    <a:pt x="21073" y="116132"/>
                  </a:lnTo>
                  <a:lnTo>
                    <a:pt x="5476" y="159753"/>
                  </a:lnTo>
                  <a:lnTo>
                    <a:pt x="0" y="207263"/>
                  </a:lnTo>
                  <a:lnTo>
                    <a:pt x="5476" y="254774"/>
                  </a:lnTo>
                  <a:lnTo>
                    <a:pt x="21073" y="298395"/>
                  </a:lnTo>
                  <a:lnTo>
                    <a:pt x="45546" y="336879"/>
                  </a:lnTo>
                  <a:lnTo>
                    <a:pt x="77648" y="368981"/>
                  </a:lnTo>
                  <a:lnTo>
                    <a:pt x="116132" y="393454"/>
                  </a:lnTo>
                  <a:lnTo>
                    <a:pt x="159753" y="409051"/>
                  </a:lnTo>
                  <a:lnTo>
                    <a:pt x="207263" y="414528"/>
                  </a:lnTo>
                  <a:lnTo>
                    <a:pt x="254774" y="409051"/>
                  </a:lnTo>
                  <a:lnTo>
                    <a:pt x="298395" y="393454"/>
                  </a:lnTo>
                  <a:lnTo>
                    <a:pt x="336879" y="368981"/>
                  </a:lnTo>
                  <a:lnTo>
                    <a:pt x="368981" y="336879"/>
                  </a:lnTo>
                  <a:lnTo>
                    <a:pt x="393454" y="298395"/>
                  </a:lnTo>
                  <a:lnTo>
                    <a:pt x="409051" y="254774"/>
                  </a:lnTo>
                  <a:lnTo>
                    <a:pt x="414528" y="207263"/>
                  </a:lnTo>
                  <a:lnTo>
                    <a:pt x="409051" y="159753"/>
                  </a:lnTo>
                  <a:lnTo>
                    <a:pt x="393454" y="116132"/>
                  </a:lnTo>
                  <a:lnTo>
                    <a:pt x="368981" y="77648"/>
                  </a:lnTo>
                  <a:lnTo>
                    <a:pt x="336879" y="45546"/>
                  </a:lnTo>
                  <a:lnTo>
                    <a:pt x="298395" y="21073"/>
                  </a:lnTo>
                  <a:lnTo>
                    <a:pt x="254774" y="5476"/>
                  </a:lnTo>
                  <a:lnTo>
                    <a:pt x="207263" y="0"/>
                  </a:lnTo>
                  <a:close/>
                </a:path>
              </a:pathLst>
            </a:custGeom>
            <a:solidFill>
              <a:srgbClr val="13299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2247138" y="3231641"/>
              <a:ext cx="414655" cy="414655"/>
            </a:xfrm>
            <a:custGeom>
              <a:avLst/>
              <a:gdLst/>
              <a:ahLst/>
              <a:cxnLst/>
              <a:rect l="l" t="t" r="r" b="b"/>
              <a:pathLst>
                <a:path w="414655" h="414654">
                  <a:moveTo>
                    <a:pt x="0" y="207263"/>
                  </a:moveTo>
                  <a:lnTo>
                    <a:pt x="5476" y="159753"/>
                  </a:lnTo>
                  <a:lnTo>
                    <a:pt x="21073" y="116132"/>
                  </a:lnTo>
                  <a:lnTo>
                    <a:pt x="45546" y="77648"/>
                  </a:lnTo>
                  <a:lnTo>
                    <a:pt x="77648" y="45546"/>
                  </a:lnTo>
                  <a:lnTo>
                    <a:pt x="116132" y="21073"/>
                  </a:lnTo>
                  <a:lnTo>
                    <a:pt x="159753" y="5476"/>
                  </a:lnTo>
                  <a:lnTo>
                    <a:pt x="207263" y="0"/>
                  </a:lnTo>
                  <a:lnTo>
                    <a:pt x="254774" y="5476"/>
                  </a:lnTo>
                  <a:lnTo>
                    <a:pt x="298395" y="21073"/>
                  </a:lnTo>
                  <a:lnTo>
                    <a:pt x="336879" y="45546"/>
                  </a:lnTo>
                  <a:lnTo>
                    <a:pt x="368981" y="77648"/>
                  </a:lnTo>
                  <a:lnTo>
                    <a:pt x="393454" y="116132"/>
                  </a:lnTo>
                  <a:lnTo>
                    <a:pt x="409051" y="159753"/>
                  </a:lnTo>
                  <a:lnTo>
                    <a:pt x="414528" y="207263"/>
                  </a:lnTo>
                  <a:lnTo>
                    <a:pt x="409051" y="254774"/>
                  </a:lnTo>
                  <a:lnTo>
                    <a:pt x="393454" y="298395"/>
                  </a:lnTo>
                  <a:lnTo>
                    <a:pt x="368981" y="336879"/>
                  </a:lnTo>
                  <a:lnTo>
                    <a:pt x="336879" y="368981"/>
                  </a:lnTo>
                  <a:lnTo>
                    <a:pt x="298395" y="393454"/>
                  </a:lnTo>
                  <a:lnTo>
                    <a:pt x="254774" y="409051"/>
                  </a:lnTo>
                  <a:lnTo>
                    <a:pt x="207263" y="414528"/>
                  </a:lnTo>
                  <a:lnTo>
                    <a:pt x="159753" y="409051"/>
                  </a:lnTo>
                  <a:lnTo>
                    <a:pt x="116132" y="393454"/>
                  </a:lnTo>
                  <a:lnTo>
                    <a:pt x="77648" y="368981"/>
                  </a:lnTo>
                  <a:lnTo>
                    <a:pt x="45546" y="336879"/>
                  </a:lnTo>
                  <a:lnTo>
                    <a:pt x="21073" y="298395"/>
                  </a:lnTo>
                  <a:lnTo>
                    <a:pt x="5476" y="254774"/>
                  </a:lnTo>
                  <a:lnTo>
                    <a:pt x="0" y="207263"/>
                  </a:lnTo>
                  <a:close/>
                </a:path>
              </a:pathLst>
            </a:custGeom>
            <a:ln w="19812">
              <a:solidFill>
                <a:srgbClr val="13299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2247138" y="4322825"/>
              <a:ext cx="414655" cy="414655"/>
            </a:xfrm>
            <a:custGeom>
              <a:avLst/>
              <a:gdLst/>
              <a:ahLst/>
              <a:cxnLst/>
              <a:rect l="l" t="t" r="r" b="b"/>
              <a:pathLst>
                <a:path w="414655" h="414654">
                  <a:moveTo>
                    <a:pt x="207263" y="0"/>
                  </a:moveTo>
                  <a:lnTo>
                    <a:pt x="159753" y="5476"/>
                  </a:lnTo>
                  <a:lnTo>
                    <a:pt x="116132" y="21073"/>
                  </a:lnTo>
                  <a:lnTo>
                    <a:pt x="77648" y="45546"/>
                  </a:lnTo>
                  <a:lnTo>
                    <a:pt x="45546" y="77648"/>
                  </a:lnTo>
                  <a:lnTo>
                    <a:pt x="21073" y="116132"/>
                  </a:lnTo>
                  <a:lnTo>
                    <a:pt x="5476" y="159753"/>
                  </a:lnTo>
                  <a:lnTo>
                    <a:pt x="0" y="207263"/>
                  </a:lnTo>
                  <a:lnTo>
                    <a:pt x="5476" y="254774"/>
                  </a:lnTo>
                  <a:lnTo>
                    <a:pt x="21073" y="298395"/>
                  </a:lnTo>
                  <a:lnTo>
                    <a:pt x="45546" y="336879"/>
                  </a:lnTo>
                  <a:lnTo>
                    <a:pt x="77648" y="368981"/>
                  </a:lnTo>
                  <a:lnTo>
                    <a:pt x="116132" y="393454"/>
                  </a:lnTo>
                  <a:lnTo>
                    <a:pt x="159753" y="409051"/>
                  </a:lnTo>
                  <a:lnTo>
                    <a:pt x="207263" y="414528"/>
                  </a:lnTo>
                  <a:lnTo>
                    <a:pt x="254774" y="409051"/>
                  </a:lnTo>
                  <a:lnTo>
                    <a:pt x="298395" y="393454"/>
                  </a:lnTo>
                  <a:lnTo>
                    <a:pt x="336879" y="368981"/>
                  </a:lnTo>
                  <a:lnTo>
                    <a:pt x="368981" y="336879"/>
                  </a:lnTo>
                  <a:lnTo>
                    <a:pt x="393454" y="298395"/>
                  </a:lnTo>
                  <a:lnTo>
                    <a:pt x="409051" y="254774"/>
                  </a:lnTo>
                  <a:lnTo>
                    <a:pt x="414528" y="207263"/>
                  </a:lnTo>
                  <a:lnTo>
                    <a:pt x="409051" y="159753"/>
                  </a:lnTo>
                  <a:lnTo>
                    <a:pt x="393454" y="116132"/>
                  </a:lnTo>
                  <a:lnTo>
                    <a:pt x="368981" y="77648"/>
                  </a:lnTo>
                  <a:lnTo>
                    <a:pt x="336879" y="45546"/>
                  </a:lnTo>
                  <a:lnTo>
                    <a:pt x="298395" y="21073"/>
                  </a:lnTo>
                  <a:lnTo>
                    <a:pt x="254774" y="5476"/>
                  </a:lnTo>
                  <a:lnTo>
                    <a:pt x="207263" y="0"/>
                  </a:lnTo>
                  <a:close/>
                </a:path>
              </a:pathLst>
            </a:custGeom>
            <a:solidFill>
              <a:srgbClr val="13299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2247138" y="4322825"/>
              <a:ext cx="414655" cy="414655"/>
            </a:xfrm>
            <a:custGeom>
              <a:avLst/>
              <a:gdLst/>
              <a:ahLst/>
              <a:cxnLst/>
              <a:rect l="l" t="t" r="r" b="b"/>
              <a:pathLst>
                <a:path w="414655" h="414654">
                  <a:moveTo>
                    <a:pt x="0" y="207263"/>
                  </a:moveTo>
                  <a:lnTo>
                    <a:pt x="5476" y="159753"/>
                  </a:lnTo>
                  <a:lnTo>
                    <a:pt x="21073" y="116132"/>
                  </a:lnTo>
                  <a:lnTo>
                    <a:pt x="45546" y="77648"/>
                  </a:lnTo>
                  <a:lnTo>
                    <a:pt x="77648" y="45546"/>
                  </a:lnTo>
                  <a:lnTo>
                    <a:pt x="116132" y="21073"/>
                  </a:lnTo>
                  <a:lnTo>
                    <a:pt x="159753" y="5476"/>
                  </a:lnTo>
                  <a:lnTo>
                    <a:pt x="207263" y="0"/>
                  </a:lnTo>
                  <a:lnTo>
                    <a:pt x="254774" y="5476"/>
                  </a:lnTo>
                  <a:lnTo>
                    <a:pt x="298395" y="21073"/>
                  </a:lnTo>
                  <a:lnTo>
                    <a:pt x="336879" y="45546"/>
                  </a:lnTo>
                  <a:lnTo>
                    <a:pt x="368981" y="77648"/>
                  </a:lnTo>
                  <a:lnTo>
                    <a:pt x="393454" y="116132"/>
                  </a:lnTo>
                  <a:lnTo>
                    <a:pt x="409051" y="159753"/>
                  </a:lnTo>
                  <a:lnTo>
                    <a:pt x="414528" y="207263"/>
                  </a:lnTo>
                  <a:lnTo>
                    <a:pt x="409051" y="254774"/>
                  </a:lnTo>
                  <a:lnTo>
                    <a:pt x="393454" y="298395"/>
                  </a:lnTo>
                  <a:lnTo>
                    <a:pt x="368981" y="336879"/>
                  </a:lnTo>
                  <a:lnTo>
                    <a:pt x="336879" y="368981"/>
                  </a:lnTo>
                  <a:lnTo>
                    <a:pt x="298395" y="393454"/>
                  </a:lnTo>
                  <a:lnTo>
                    <a:pt x="254774" y="409051"/>
                  </a:lnTo>
                  <a:lnTo>
                    <a:pt x="207263" y="414528"/>
                  </a:lnTo>
                  <a:lnTo>
                    <a:pt x="159753" y="409051"/>
                  </a:lnTo>
                  <a:lnTo>
                    <a:pt x="116132" y="393454"/>
                  </a:lnTo>
                  <a:lnTo>
                    <a:pt x="77648" y="368981"/>
                  </a:lnTo>
                  <a:lnTo>
                    <a:pt x="45546" y="336879"/>
                  </a:lnTo>
                  <a:lnTo>
                    <a:pt x="21073" y="298395"/>
                  </a:lnTo>
                  <a:lnTo>
                    <a:pt x="5476" y="254774"/>
                  </a:lnTo>
                  <a:lnTo>
                    <a:pt x="0" y="207263"/>
                  </a:lnTo>
                  <a:close/>
                </a:path>
              </a:pathLst>
            </a:custGeom>
            <a:ln w="19812">
              <a:solidFill>
                <a:srgbClr val="13299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1652016" y="2308859"/>
              <a:ext cx="2233930" cy="2258695"/>
            </a:xfrm>
            <a:custGeom>
              <a:avLst/>
              <a:gdLst/>
              <a:ahLst/>
              <a:cxnLst/>
              <a:rect l="l" t="t" r="r" b="b"/>
              <a:pathLst>
                <a:path w="2233929" h="2258695">
                  <a:moveTo>
                    <a:pt x="594106" y="2220468"/>
                  </a:moveTo>
                  <a:lnTo>
                    <a:pt x="581406" y="2214118"/>
                  </a:lnTo>
                  <a:lnTo>
                    <a:pt x="517906" y="2182368"/>
                  </a:lnTo>
                  <a:lnTo>
                    <a:pt x="517906" y="2214118"/>
                  </a:lnTo>
                  <a:lnTo>
                    <a:pt x="0" y="2214118"/>
                  </a:lnTo>
                  <a:lnTo>
                    <a:pt x="0" y="2226818"/>
                  </a:lnTo>
                  <a:lnTo>
                    <a:pt x="517906" y="2226818"/>
                  </a:lnTo>
                  <a:lnTo>
                    <a:pt x="517906" y="2258568"/>
                  </a:lnTo>
                  <a:lnTo>
                    <a:pt x="581406" y="2226818"/>
                  </a:lnTo>
                  <a:lnTo>
                    <a:pt x="594106" y="2220468"/>
                  </a:lnTo>
                  <a:close/>
                </a:path>
                <a:path w="2233929" h="2258695">
                  <a:moveTo>
                    <a:pt x="594106" y="1129284"/>
                  </a:moveTo>
                  <a:lnTo>
                    <a:pt x="581406" y="1122934"/>
                  </a:lnTo>
                  <a:lnTo>
                    <a:pt x="517906" y="1091184"/>
                  </a:lnTo>
                  <a:lnTo>
                    <a:pt x="517906" y="1122934"/>
                  </a:lnTo>
                  <a:lnTo>
                    <a:pt x="0" y="1122934"/>
                  </a:lnTo>
                  <a:lnTo>
                    <a:pt x="0" y="1135634"/>
                  </a:lnTo>
                  <a:lnTo>
                    <a:pt x="517906" y="1135634"/>
                  </a:lnTo>
                  <a:lnTo>
                    <a:pt x="517906" y="1167384"/>
                  </a:lnTo>
                  <a:lnTo>
                    <a:pt x="581406" y="1135634"/>
                  </a:lnTo>
                  <a:lnTo>
                    <a:pt x="594106" y="1129284"/>
                  </a:lnTo>
                  <a:close/>
                </a:path>
                <a:path w="2233929" h="2258695">
                  <a:moveTo>
                    <a:pt x="594106" y="38100"/>
                  </a:moveTo>
                  <a:lnTo>
                    <a:pt x="581406" y="31750"/>
                  </a:lnTo>
                  <a:lnTo>
                    <a:pt x="517906" y="0"/>
                  </a:lnTo>
                  <a:lnTo>
                    <a:pt x="517906" y="31750"/>
                  </a:lnTo>
                  <a:lnTo>
                    <a:pt x="0" y="31750"/>
                  </a:lnTo>
                  <a:lnTo>
                    <a:pt x="0" y="44450"/>
                  </a:lnTo>
                  <a:lnTo>
                    <a:pt x="517906" y="44450"/>
                  </a:lnTo>
                  <a:lnTo>
                    <a:pt x="517906" y="76200"/>
                  </a:lnTo>
                  <a:lnTo>
                    <a:pt x="581406" y="44450"/>
                  </a:lnTo>
                  <a:lnTo>
                    <a:pt x="594106" y="38100"/>
                  </a:lnTo>
                  <a:close/>
                </a:path>
                <a:path w="2233929" h="2258695">
                  <a:moveTo>
                    <a:pt x="2224405" y="1129284"/>
                  </a:moveTo>
                  <a:lnTo>
                    <a:pt x="2211705" y="1122934"/>
                  </a:lnTo>
                  <a:lnTo>
                    <a:pt x="2148205" y="1091184"/>
                  </a:lnTo>
                  <a:lnTo>
                    <a:pt x="2148205" y="1122934"/>
                  </a:lnTo>
                  <a:lnTo>
                    <a:pt x="1008888" y="1122934"/>
                  </a:lnTo>
                  <a:lnTo>
                    <a:pt x="1008888" y="1135634"/>
                  </a:lnTo>
                  <a:lnTo>
                    <a:pt x="2148205" y="1135634"/>
                  </a:lnTo>
                  <a:lnTo>
                    <a:pt x="2148205" y="1167384"/>
                  </a:lnTo>
                  <a:lnTo>
                    <a:pt x="2211705" y="1135634"/>
                  </a:lnTo>
                  <a:lnTo>
                    <a:pt x="2224405" y="1129284"/>
                  </a:lnTo>
                  <a:close/>
                </a:path>
                <a:path w="2233929" h="2258695">
                  <a:moveTo>
                    <a:pt x="2224405" y="1032256"/>
                  </a:moveTo>
                  <a:lnTo>
                    <a:pt x="2208530" y="996950"/>
                  </a:lnTo>
                  <a:lnTo>
                    <a:pt x="2189480" y="954532"/>
                  </a:lnTo>
                  <a:lnTo>
                    <a:pt x="2169426" y="979081"/>
                  </a:lnTo>
                  <a:lnTo>
                    <a:pt x="1012952" y="33147"/>
                  </a:lnTo>
                  <a:lnTo>
                    <a:pt x="1004824" y="43053"/>
                  </a:lnTo>
                  <a:lnTo>
                    <a:pt x="2161375" y="988936"/>
                  </a:lnTo>
                  <a:lnTo>
                    <a:pt x="2141347" y="1013460"/>
                  </a:lnTo>
                  <a:lnTo>
                    <a:pt x="2224405" y="1032256"/>
                  </a:lnTo>
                  <a:close/>
                </a:path>
                <a:path w="2233929" h="2258695">
                  <a:moveTo>
                    <a:pt x="2233422" y="1237488"/>
                  </a:moveTo>
                  <a:lnTo>
                    <a:pt x="2150237" y="1255534"/>
                  </a:lnTo>
                  <a:lnTo>
                    <a:pt x="2170036" y="1280248"/>
                  </a:lnTo>
                  <a:lnTo>
                    <a:pt x="1004951" y="2215642"/>
                  </a:lnTo>
                  <a:lnTo>
                    <a:pt x="1012825" y="2225548"/>
                  </a:lnTo>
                  <a:lnTo>
                    <a:pt x="2177999" y="1290180"/>
                  </a:lnTo>
                  <a:lnTo>
                    <a:pt x="2197862" y="1314958"/>
                  </a:lnTo>
                  <a:lnTo>
                    <a:pt x="2217445" y="1272298"/>
                  </a:lnTo>
                  <a:lnTo>
                    <a:pt x="2233422" y="1237488"/>
                  </a:lnTo>
                  <a:close/>
                </a:path>
              </a:pathLst>
            </a:custGeom>
            <a:solidFill>
              <a:srgbClr val="13299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3" name="object 23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915668" y="2281427"/>
              <a:ext cx="23622" cy="133350"/>
            </a:xfrm>
            <a:prstGeom prst="rect">
              <a:avLst/>
            </a:prstGeom>
          </p:spPr>
        </p:pic>
        <p:pic>
          <p:nvPicPr>
            <p:cNvPr id="24" name="object 24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915668" y="3380231"/>
              <a:ext cx="23622" cy="131825"/>
            </a:xfrm>
            <a:prstGeom prst="rect">
              <a:avLst/>
            </a:prstGeom>
          </p:spPr>
        </p:pic>
        <p:pic>
          <p:nvPicPr>
            <p:cNvPr id="25" name="object 25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915668" y="4471416"/>
              <a:ext cx="23622" cy="131825"/>
            </a:xfrm>
            <a:prstGeom prst="rect">
              <a:avLst/>
            </a:prstGeom>
          </p:spPr>
        </p:pic>
        <p:pic>
          <p:nvPicPr>
            <p:cNvPr id="26" name="object 26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3107436" y="2548127"/>
              <a:ext cx="151637" cy="131825"/>
            </a:xfrm>
            <a:prstGeom prst="rect">
              <a:avLst/>
            </a:prstGeom>
          </p:spPr>
        </p:pic>
        <p:pic>
          <p:nvPicPr>
            <p:cNvPr id="27" name="object 27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3127247" y="3267455"/>
              <a:ext cx="112013" cy="133350"/>
            </a:xfrm>
            <a:prstGeom prst="rect">
              <a:avLst/>
            </a:prstGeom>
          </p:spPr>
        </p:pic>
        <p:pic>
          <p:nvPicPr>
            <p:cNvPr id="28" name="object 28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3112008" y="4131563"/>
              <a:ext cx="147066" cy="133350"/>
            </a:xfrm>
            <a:prstGeom prst="rect">
              <a:avLst/>
            </a:prstGeom>
          </p:spPr>
        </p:pic>
        <p:pic>
          <p:nvPicPr>
            <p:cNvPr id="29" name="object 29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4658867" y="2548127"/>
              <a:ext cx="342138" cy="131825"/>
            </a:xfrm>
            <a:prstGeom prst="rect">
              <a:avLst/>
            </a:prstGeom>
          </p:spPr>
        </p:pic>
        <p:pic>
          <p:nvPicPr>
            <p:cNvPr id="30" name="object 30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4698492" y="3300983"/>
              <a:ext cx="262889" cy="133350"/>
            </a:xfrm>
            <a:prstGeom prst="rect">
              <a:avLst/>
            </a:prstGeom>
          </p:spPr>
        </p:pic>
        <p:pic>
          <p:nvPicPr>
            <p:cNvPr id="31" name="object 31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4666487" y="4131563"/>
              <a:ext cx="329946" cy="133350"/>
            </a:xfrm>
            <a:prstGeom prst="rect">
              <a:avLst/>
            </a:prstGeom>
          </p:spPr>
        </p:pic>
        <p:pic>
          <p:nvPicPr>
            <p:cNvPr id="32" name="object 32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5396484" y="2548127"/>
              <a:ext cx="151637" cy="131825"/>
            </a:xfrm>
            <a:prstGeom prst="rect">
              <a:avLst/>
            </a:prstGeom>
          </p:spPr>
        </p:pic>
        <p:pic>
          <p:nvPicPr>
            <p:cNvPr id="33" name="object 33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5344667" y="3296411"/>
              <a:ext cx="203453" cy="131825"/>
            </a:xfrm>
            <a:prstGeom prst="rect">
              <a:avLst/>
            </a:prstGeom>
          </p:spPr>
        </p:pic>
        <p:pic>
          <p:nvPicPr>
            <p:cNvPr id="34" name="object 34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5382767" y="4131563"/>
              <a:ext cx="168401" cy="133350"/>
            </a:xfrm>
            <a:prstGeom prst="rect">
              <a:avLst/>
            </a:prstGeom>
          </p:spPr>
        </p:pic>
        <p:pic>
          <p:nvPicPr>
            <p:cNvPr id="35" name="object 35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5195316" y="2974847"/>
              <a:ext cx="61722" cy="61722"/>
            </a:xfrm>
            <a:prstGeom prst="rect">
              <a:avLst/>
            </a:prstGeom>
          </p:spPr>
        </p:pic>
        <p:pic>
          <p:nvPicPr>
            <p:cNvPr id="36" name="object 36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5195316" y="3745991"/>
              <a:ext cx="61722" cy="61722"/>
            </a:xfrm>
            <a:prstGeom prst="rect">
              <a:avLst/>
            </a:prstGeom>
          </p:spPr>
        </p:pic>
        <p:sp>
          <p:nvSpPr>
            <p:cNvPr id="37" name="object 37"/>
            <p:cNvSpPr/>
            <p:nvPr/>
          </p:nvSpPr>
          <p:spPr>
            <a:xfrm>
              <a:off x="4532375" y="4636007"/>
              <a:ext cx="601980" cy="201295"/>
            </a:xfrm>
            <a:custGeom>
              <a:avLst/>
              <a:gdLst/>
              <a:ahLst/>
              <a:cxnLst/>
              <a:rect l="l" t="t" r="r" b="b"/>
              <a:pathLst>
                <a:path w="601979" h="201295">
                  <a:moveTo>
                    <a:pt x="601979" y="0"/>
                  </a:moveTo>
                  <a:lnTo>
                    <a:pt x="0" y="0"/>
                  </a:lnTo>
                  <a:lnTo>
                    <a:pt x="0" y="201168"/>
                  </a:lnTo>
                  <a:lnTo>
                    <a:pt x="601979" y="201168"/>
                  </a:lnTo>
                  <a:lnTo>
                    <a:pt x="601979" y="0"/>
                  </a:lnTo>
                  <a:close/>
                </a:path>
              </a:pathLst>
            </a:custGeom>
            <a:solidFill>
              <a:srgbClr val="FFC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8" name="object 38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4724399" y="4671059"/>
              <a:ext cx="217170" cy="133350"/>
            </a:xfrm>
            <a:prstGeom prst="rect">
              <a:avLst/>
            </a:prstGeom>
          </p:spPr>
        </p:pic>
        <p:sp>
          <p:nvSpPr>
            <p:cNvPr id="39" name="object 39"/>
            <p:cNvSpPr/>
            <p:nvPr/>
          </p:nvSpPr>
          <p:spPr>
            <a:xfrm>
              <a:off x="5134355" y="4636007"/>
              <a:ext cx="424180" cy="201295"/>
            </a:xfrm>
            <a:custGeom>
              <a:avLst/>
              <a:gdLst/>
              <a:ahLst/>
              <a:cxnLst/>
              <a:rect l="l" t="t" r="r" b="b"/>
              <a:pathLst>
                <a:path w="424179" h="201295">
                  <a:moveTo>
                    <a:pt x="423672" y="0"/>
                  </a:moveTo>
                  <a:lnTo>
                    <a:pt x="0" y="0"/>
                  </a:lnTo>
                  <a:lnTo>
                    <a:pt x="0" y="201168"/>
                  </a:lnTo>
                  <a:lnTo>
                    <a:pt x="423672" y="201168"/>
                  </a:lnTo>
                  <a:lnTo>
                    <a:pt x="423672" y="0"/>
                  </a:lnTo>
                  <a:close/>
                </a:path>
              </a:pathLst>
            </a:custGeom>
            <a:solidFill>
              <a:srgbClr val="FFC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0" name="object 40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5382767" y="4671059"/>
              <a:ext cx="166877" cy="131825"/>
            </a:xfrm>
            <a:prstGeom prst="rect">
              <a:avLst/>
            </a:prstGeom>
          </p:spPr>
        </p:pic>
        <p:pic>
          <p:nvPicPr>
            <p:cNvPr id="41" name="object 41"/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958596" y="2281427"/>
              <a:ext cx="422909" cy="148589"/>
            </a:xfrm>
            <a:prstGeom prst="rect">
              <a:avLst/>
            </a:prstGeom>
          </p:spPr>
        </p:pic>
        <p:pic>
          <p:nvPicPr>
            <p:cNvPr id="42" name="object 42"/>
            <p:cNvPicPr/>
            <p:nvPr/>
          </p:nvPicPr>
          <p:blipFill>
            <a:blip r:embed="rId22" cstate="print"/>
            <a:stretch>
              <a:fillRect/>
            </a:stretch>
          </p:blipFill>
          <p:spPr>
            <a:xfrm>
              <a:off x="1347216" y="3380231"/>
              <a:ext cx="78485" cy="131825"/>
            </a:xfrm>
            <a:prstGeom prst="rect">
              <a:avLst/>
            </a:prstGeom>
          </p:spPr>
        </p:pic>
        <p:pic>
          <p:nvPicPr>
            <p:cNvPr id="43" name="object 43"/>
            <p:cNvPicPr/>
            <p:nvPr/>
          </p:nvPicPr>
          <p:blipFill>
            <a:blip r:embed="rId23" cstate="print"/>
            <a:stretch>
              <a:fillRect/>
            </a:stretch>
          </p:blipFill>
          <p:spPr>
            <a:xfrm>
              <a:off x="1330452" y="4471416"/>
              <a:ext cx="113537" cy="131825"/>
            </a:xfrm>
            <a:prstGeom prst="rect">
              <a:avLst/>
            </a:prstGeom>
          </p:spPr>
        </p:pic>
        <p:pic>
          <p:nvPicPr>
            <p:cNvPr id="44" name="object 44"/>
            <p:cNvPicPr/>
            <p:nvPr/>
          </p:nvPicPr>
          <p:blipFill>
            <a:blip r:embed="rId24" cstate="print"/>
            <a:stretch>
              <a:fillRect/>
            </a:stretch>
          </p:blipFill>
          <p:spPr>
            <a:xfrm>
              <a:off x="3529584" y="2548127"/>
              <a:ext cx="153162" cy="131825"/>
            </a:xfrm>
            <a:prstGeom prst="rect">
              <a:avLst/>
            </a:prstGeom>
          </p:spPr>
        </p:pic>
        <p:pic>
          <p:nvPicPr>
            <p:cNvPr id="45" name="object 45"/>
            <p:cNvPicPr/>
            <p:nvPr/>
          </p:nvPicPr>
          <p:blipFill>
            <a:blip r:embed="rId25" cstate="print"/>
            <a:stretch>
              <a:fillRect/>
            </a:stretch>
          </p:blipFill>
          <p:spPr>
            <a:xfrm>
              <a:off x="3502152" y="3267455"/>
              <a:ext cx="204977" cy="133350"/>
            </a:xfrm>
            <a:prstGeom prst="rect">
              <a:avLst/>
            </a:prstGeom>
          </p:spPr>
        </p:pic>
        <p:pic>
          <p:nvPicPr>
            <p:cNvPr id="46" name="object 46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3521963" y="4131563"/>
              <a:ext cx="168401" cy="133350"/>
            </a:xfrm>
            <a:prstGeom prst="rect">
              <a:avLst/>
            </a:prstGeom>
          </p:spPr>
        </p:pic>
      </p:grpSp>
      <p:pic>
        <p:nvPicPr>
          <p:cNvPr id="47" name="object 47"/>
          <p:cNvPicPr/>
          <p:nvPr/>
        </p:nvPicPr>
        <p:blipFill>
          <a:blip r:embed="rId26" cstate="print"/>
          <a:stretch>
            <a:fillRect/>
          </a:stretch>
        </p:blipFill>
        <p:spPr>
          <a:xfrm>
            <a:off x="6184391" y="1892807"/>
            <a:ext cx="2058162" cy="162305"/>
          </a:xfrm>
          <a:prstGeom prst="rect">
            <a:avLst/>
          </a:prstGeom>
        </p:spPr>
      </p:pic>
      <p:grpSp>
        <p:nvGrpSpPr>
          <p:cNvPr id="48" name="object 48"/>
          <p:cNvGrpSpPr/>
          <p:nvPr/>
        </p:nvGrpSpPr>
        <p:grpSpPr>
          <a:xfrm>
            <a:off x="8561069" y="2144267"/>
            <a:ext cx="789305" cy="342900"/>
            <a:chOff x="8561069" y="2144267"/>
            <a:chExt cx="789305" cy="342900"/>
          </a:xfrm>
        </p:grpSpPr>
        <p:sp>
          <p:nvSpPr>
            <p:cNvPr id="49" name="object 49"/>
            <p:cNvSpPr/>
            <p:nvPr/>
          </p:nvSpPr>
          <p:spPr>
            <a:xfrm>
              <a:off x="8561069" y="2144267"/>
              <a:ext cx="789305" cy="342900"/>
            </a:xfrm>
            <a:custGeom>
              <a:avLst/>
              <a:gdLst/>
              <a:ahLst/>
              <a:cxnLst/>
              <a:rect l="l" t="t" r="r" b="b"/>
              <a:pathLst>
                <a:path w="789304" h="342900">
                  <a:moveTo>
                    <a:pt x="788962" y="0"/>
                  </a:moveTo>
                  <a:lnTo>
                    <a:pt x="0" y="0"/>
                  </a:lnTo>
                  <a:lnTo>
                    <a:pt x="0" y="342900"/>
                  </a:lnTo>
                  <a:lnTo>
                    <a:pt x="788962" y="342900"/>
                  </a:lnTo>
                  <a:lnTo>
                    <a:pt x="788962" y="0"/>
                  </a:lnTo>
                  <a:close/>
                </a:path>
              </a:pathLst>
            </a:custGeom>
            <a:solidFill>
              <a:srgbClr val="D9D9D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0" name="object 50"/>
            <p:cNvPicPr/>
            <p:nvPr/>
          </p:nvPicPr>
          <p:blipFill>
            <a:blip r:embed="rId27" cstate="print"/>
            <a:stretch>
              <a:fillRect/>
            </a:stretch>
          </p:blipFill>
          <p:spPr>
            <a:xfrm>
              <a:off x="8879204" y="2231770"/>
              <a:ext cx="202692" cy="165226"/>
            </a:xfrm>
            <a:prstGeom prst="rect">
              <a:avLst/>
            </a:prstGeom>
          </p:spPr>
        </p:pic>
      </p:grpSp>
      <p:graphicFrame>
        <p:nvGraphicFramePr>
          <p:cNvPr id="51" name="object 51"/>
          <p:cNvGraphicFramePr>
            <a:graphicFrameLocks noGrp="1"/>
          </p:cNvGraphicFramePr>
          <p:nvPr/>
        </p:nvGraphicFramePr>
        <p:xfrm>
          <a:off x="6192583" y="2137917"/>
          <a:ext cx="3157219" cy="150050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8930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8930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8930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8930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429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7E7E7E"/>
                      </a:solidFill>
                      <a:prstDash val="solid"/>
                    </a:lnL>
                    <a:lnR w="6350">
                      <a:solidFill>
                        <a:srgbClr val="BEBEBE"/>
                      </a:solidFill>
                      <a:prstDash val="solid"/>
                    </a:lnR>
                    <a:lnT w="12700">
                      <a:solidFill>
                        <a:srgbClr val="183DAF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BEBEBE"/>
                      </a:solidFill>
                      <a:prstDash val="solid"/>
                    </a:lnL>
                    <a:lnR w="6350">
                      <a:solidFill>
                        <a:srgbClr val="BEBEBE"/>
                      </a:solidFill>
                      <a:prstDash val="solid"/>
                    </a:lnR>
                    <a:lnT w="12700">
                      <a:solidFill>
                        <a:srgbClr val="183DAF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R="30480" algn="ctr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1400" spc="-50" dirty="0">
                          <a:latin typeface="Cambria Math"/>
                          <a:cs typeface="Cambria Math"/>
                        </a:rPr>
                        <a:t>𝑠</a:t>
                      </a:r>
                      <a:endParaRPr sz="1400">
                        <a:latin typeface="Cambria Math"/>
                        <a:cs typeface="Cambria Math"/>
                      </a:endParaRPr>
                    </a:p>
                  </a:txBody>
                  <a:tcPr marL="0" marR="0" marT="41910" marB="0">
                    <a:lnL w="6350">
                      <a:solidFill>
                        <a:srgbClr val="BEBEBE"/>
                      </a:solidFill>
                      <a:prstDash val="solid"/>
                    </a:lnL>
                    <a:lnR w="6350">
                      <a:solidFill>
                        <a:srgbClr val="BEBEBE"/>
                      </a:solidFill>
                      <a:prstDash val="solid"/>
                    </a:lnR>
                    <a:lnT w="12700">
                      <a:solidFill>
                        <a:srgbClr val="183DAF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217804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1400" dirty="0">
                          <a:latin typeface="Cambria Math"/>
                          <a:cs typeface="Cambria Math"/>
                        </a:rPr>
                        <a:t>𝜏</a:t>
                      </a:r>
                      <a:r>
                        <a:rPr sz="1400" spc="300" dirty="0">
                          <a:latin typeface="Cambria Math"/>
                          <a:cs typeface="Cambria Math"/>
                        </a:rPr>
                        <a:t> </a:t>
                      </a:r>
                      <a:r>
                        <a:rPr sz="1400" spc="-50" dirty="0">
                          <a:latin typeface="Cambria Math"/>
                          <a:cs typeface="Cambria Math"/>
                        </a:rPr>
                        <a:t>𝑠</a:t>
                      </a:r>
                      <a:endParaRPr sz="1400">
                        <a:latin typeface="Cambria Math"/>
                        <a:cs typeface="Cambria Math"/>
                      </a:endParaRPr>
                    </a:p>
                  </a:txBody>
                  <a:tcPr marL="0" marR="0" marT="41910" marB="0">
                    <a:lnL w="6350">
                      <a:solidFill>
                        <a:srgbClr val="BEBEBE"/>
                      </a:solidFill>
                      <a:prstDash val="solid"/>
                    </a:lnL>
                    <a:lnR w="3175">
                      <a:solidFill>
                        <a:srgbClr val="7E7E7E"/>
                      </a:solidFill>
                      <a:prstDash val="solid"/>
                    </a:lnR>
                    <a:lnT w="12700">
                      <a:solidFill>
                        <a:srgbClr val="183DAF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9560"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1300" dirty="0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0</a:t>
                      </a:r>
                      <a:endParaRPr sz="1300">
                        <a:latin typeface="Trebuchet MS"/>
                        <a:cs typeface="Trebuchet MS"/>
                      </a:endParaRPr>
                    </a:p>
                  </a:txBody>
                  <a:tcPr marL="0" marR="0" marT="33655" marB="0">
                    <a:lnL w="3175">
                      <a:solidFill>
                        <a:srgbClr val="7E7E7E"/>
                      </a:solidFill>
                      <a:prstDash val="solid"/>
                    </a:lnL>
                    <a:lnR w="6350">
                      <a:solidFill>
                        <a:srgbClr val="BEBEBE"/>
                      </a:solidFill>
                      <a:prstDash val="solid"/>
                    </a:lnR>
                    <a:lnT w="6350">
                      <a:solidFill>
                        <a:srgbClr val="BEBEBE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  <a:solidFill>
                      <a:srgbClr val="13299F"/>
                    </a:solidFill>
                  </a:tcPr>
                </a:tc>
                <a:tc>
                  <a:txBody>
                    <a:bodyPr/>
                    <a:lstStyle/>
                    <a:p>
                      <a:pPr marR="349885" algn="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1300" dirty="0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0</a:t>
                      </a:r>
                      <a:endParaRPr sz="1300">
                        <a:latin typeface="Trebuchet MS"/>
                        <a:cs typeface="Trebuchet MS"/>
                      </a:endParaRPr>
                    </a:p>
                  </a:txBody>
                  <a:tcPr marL="0" marR="0" marT="33655" marB="0">
                    <a:lnL w="6350">
                      <a:solidFill>
                        <a:srgbClr val="BEBEBE"/>
                      </a:solidFill>
                      <a:prstDash val="solid"/>
                    </a:lnL>
                    <a:lnR w="6350">
                      <a:solidFill>
                        <a:srgbClr val="BEBEBE"/>
                      </a:solidFill>
                      <a:prstDash val="solid"/>
                    </a:lnR>
                    <a:lnT w="6350">
                      <a:solidFill>
                        <a:srgbClr val="BEBEBE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  <a:solidFill>
                      <a:srgbClr val="13299F"/>
                    </a:solidFill>
                  </a:tcPr>
                </a:tc>
                <a:tc>
                  <a:txBody>
                    <a:bodyPr/>
                    <a:lstStyle/>
                    <a:p>
                      <a:pPr marR="85725" algn="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1300" spc="-25" dirty="0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0.5</a:t>
                      </a:r>
                      <a:endParaRPr sz="1300">
                        <a:latin typeface="Trebuchet MS"/>
                        <a:cs typeface="Trebuchet MS"/>
                      </a:endParaRPr>
                    </a:p>
                  </a:txBody>
                  <a:tcPr marL="0" marR="0" marT="33655" marB="0">
                    <a:lnL w="6350">
                      <a:solidFill>
                        <a:srgbClr val="BEBEBE"/>
                      </a:solidFill>
                      <a:prstDash val="solid"/>
                    </a:lnL>
                    <a:lnR w="6350">
                      <a:solidFill>
                        <a:srgbClr val="BEBEBE"/>
                      </a:solidFill>
                      <a:prstDash val="solid"/>
                    </a:lnR>
                    <a:lnT w="6350">
                      <a:solidFill>
                        <a:srgbClr val="BEBEBE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  <a:solidFill>
                      <a:srgbClr val="13299F"/>
                    </a:solidFill>
                  </a:tcPr>
                </a:tc>
                <a:tc>
                  <a:txBody>
                    <a:bodyPr/>
                    <a:lstStyle/>
                    <a:p>
                      <a:pPr marR="81915" algn="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1300" dirty="0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1</a:t>
                      </a:r>
                      <a:endParaRPr sz="1300">
                        <a:latin typeface="Trebuchet MS"/>
                        <a:cs typeface="Trebuchet MS"/>
                      </a:endParaRPr>
                    </a:p>
                  </a:txBody>
                  <a:tcPr marL="0" marR="0" marT="33655" marB="0">
                    <a:lnL w="6350">
                      <a:solidFill>
                        <a:srgbClr val="BEBEBE"/>
                      </a:solidFill>
                      <a:prstDash val="solid"/>
                    </a:lnL>
                    <a:lnR w="3175">
                      <a:solidFill>
                        <a:srgbClr val="7E7E7E"/>
                      </a:solidFill>
                      <a:prstDash val="solid"/>
                    </a:lnR>
                    <a:lnT w="6350">
                      <a:solidFill>
                        <a:srgbClr val="BEBEBE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  <a:solidFill>
                      <a:srgbClr val="13299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9560">
                <a:tc>
                  <a:txBody>
                    <a:bodyPr/>
                    <a:lstStyle/>
                    <a:p>
                      <a:pPr marL="3175"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1300" dirty="0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1</a:t>
                      </a:r>
                      <a:endParaRPr sz="1300">
                        <a:latin typeface="Trebuchet MS"/>
                        <a:cs typeface="Trebuchet MS"/>
                      </a:endParaRPr>
                    </a:p>
                  </a:txBody>
                  <a:tcPr marL="0" marR="0" marT="33655" marB="0">
                    <a:lnL w="3175">
                      <a:solidFill>
                        <a:srgbClr val="7E7E7E"/>
                      </a:solidFill>
                      <a:prstDash val="solid"/>
                    </a:lnL>
                    <a:lnR w="6350">
                      <a:solidFill>
                        <a:srgbClr val="BEBEBE"/>
                      </a:solidFill>
                      <a:prstDash val="solid"/>
                    </a:lnR>
                    <a:lnT w="6350">
                      <a:solidFill>
                        <a:srgbClr val="BEBEBE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  <a:solidFill>
                      <a:srgbClr val="13299F"/>
                    </a:solidFill>
                  </a:tcPr>
                </a:tc>
                <a:tc>
                  <a:txBody>
                    <a:bodyPr/>
                    <a:lstStyle/>
                    <a:p>
                      <a:pPr marR="349885" algn="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1300" dirty="0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0</a:t>
                      </a:r>
                      <a:endParaRPr sz="1300">
                        <a:latin typeface="Trebuchet MS"/>
                        <a:cs typeface="Trebuchet MS"/>
                      </a:endParaRPr>
                    </a:p>
                  </a:txBody>
                  <a:tcPr marL="0" marR="0" marT="33655" marB="0">
                    <a:lnL w="6350">
                      <a:solidFill>
                        <a:srgbClr val="BEBEBE"/>
                      </a:solidFill>
                      <a:prstDash val="solid"/>
                    </a:lnL>
                    <a:lnR w="6350">
                      <a:solidFill>
                        <a:srgbClr val="BEBEBE"/>
                      </a:solidFill>
                      <a:prstDash val="solid"/>
                    </a:lnR>
                    <a:lnT w="6350">
                      <a:solidFill>
                        <a:srgbClr val="BEBEBE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  <a:solidFill>
                      <a:srgbClr val="13299F"/>
                    </a:solidFill>
                  </a:tcPr>
                </a:tc>
                <a:tc>
                  <a:txBody>
                    <a:bodyPr/>
                    <a:lstStyle/>
                    <a:p>
                      <a:pPr marR="83820" algn="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1300" dirty="0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0</a:t>
                      </a:r>
                      <a:endParaRPr sz="1300">
                        <a:latin typeface="Trebuchet MS"/>
                        <a:cs typeface="Trebuchet MS"/>
                      </a:endParaRPr>
                    </a:p>
                  </a:txBody>
                  <a:tcPr marL="0" marR="0" marT="33655" marB="0">
                    <a:lnL w="6350">
                      <a:solidFill>
                        <a:srgbClr val="BEBEBE"/>
                      </a:solidFill>
                      <a:prstDash val="solid"/>
                    </a:lnL>
                    <a:lnR w="6350">
                      <a:solidFill>
                        <a:srgbClr val="BEBEBE"/>
                      </a:solidFill>
                      <a:prstDash val="solid"/>
                    </a:lnR>
                    <a:lnT w="6350">
                      <a:solidFill>
                        <a:srgbClr val="BEBEBE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  <a:solidFill>
                      <a:srgbClr val="13299F"/>
                    </a:solidFill>
                  </a:tcPr>
                </a:tc>
                <a:tc>
                  <a:txBody>
                    <a:bodyPr/>
                    <a:lstStyle/>
                    <a:p>
                      <a:pPr marR="81915" algn="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1300" dirty="0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1</a:t>
                      </a:r>
                      <a:endParaRPr sz="1300">
                        <a:latin typeface="Trebuchet MS"/>
                        <a:cs typeface="Trebuchet MS"/>
                      </a:endParaRPr>
                    </a:p>
                  </a:txBody>
                  <a:tcPr marL="0" marR="0" marT="33655" marB="0">
                    <a:lnL w="6350">
                      <a:solidFill>
                        <a:srgbClr val="BEBEBE"/>
                      </a:solidFill>
                      <a:prstDash val="solid"/>
                    </a:lnL>
                    <a:lnR w="3175">
                      <a:solidFill>
                        <a:srgbClr val="7E7E7E"/>
                      </a:solidFill>
                      <a:prstDash val="solid"/>
                    </a:lnR>
                    <a:lnT w="6350">
                      <a:solidFill>
                        <a:srgbClr val="BEBEBE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  <a:solidFill>
                      <a:srgbClr val="13299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9560"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1300" dirty="0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0</a:t>
                      </a:r>
                      <a:endParaRPr sz="1300">
                        <a:latin typeface="Trebuchet MS"/>
                        <a:cs typeface="Trebuchet MS"/>
                      </a:endParaRPr>
                    </a:p>
                  </a:txBody>
                  <a:tcPr marL="0" marR="0" marT="33655" marB="0">
                    <a:lnL w="3175">
                      <a:solidFill>
                        <a:srgbClr val="7E7E7E"/>
                      </a:solidFill>
                      <a:prstDash val="solid"/>
                    </a:lnL>
                    <a:lnR w="6350">
                      <a:solidFill>
                        <a:srgbClr val="BEBEBE"/>
                      </a:solidFill>
                      <a:prstDash val="solid"/>
                    </a:lnR>
                    <a:lnT w="6350">
                      <a:solidFill>
                        <a:srgbClr val="BEBEBE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  <a:solidFill>
                      <a:srgbClr val="13299F"/>
                    </a:solidFill>
                  </a:tcPr>
                </a:tc>
                <a:tc>
                  <a:txBody>
                    <a:bodyPr/>
                    <a:lstStyle/>
                    <a:p>
                      <a:pPr marR="368300" algn="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1300" dirty="0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1</a:t>
                      </a:r>
                      <a:endParaRPr sz="1300">
                        <a:latin typeface="Trebuchet MS"/>
                        <a:cs typeface="Trebuchet MS"/>
                      </a:endParaRPr>
                    </a:p>
                  </a:txBody>
                  <a:tcPr marL="0" marR="0" marT="33655" marB="0">
                    <a:lnL w="6350">
                      <a:solidFill>
                        <a:srgbClr val="BEBEBE"/>
                      </a:solidFill>
                      <a:prstDash val="solid"/>
                    </a:lnL>
                    <a:lnR w="6350">
                      <a:solidFill>
                        <a:srgbClr val="BEBEBE"/>
                      </a:solidFill>
                      <a:prstDash val="solid"/>
                    </a:lnR>
                    <a:lnT w="6350">
                      <a:solidFill>
                        <a:srgbClr val="BEBEBE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  <a:solidFill>
                      <a:srgbClr val="13299F"/>
                    </a:solidFill>
                  </a:tcPr>
                </a:tc>
                <a:tc>
                  <a:txBody>
                    <a:bodyPr/>
                    <a:lstStyle/>
                    <a:p>
                      <a:pPr marR="82550" algn="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1300" spc="-25" dirty="0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0.4</a:t>
                      </a:r>
                      <a:endParaRPr sz="1300">
                        <a:latin typeface="Trebuchet MS"/>
                        <a:cs typeface="Trebuchet MS"/>
                      </a:endParaRPr>
                    </a:p>
                  </a:txBody>
                  <a:tcPr marL="0" marR="0" marT="33655" marB="0">
                    <a:lnL w="6350">
                      <a:solidFill>
                        <a:srgbClr val="BEBEBE"/>
                      </a:solidFill>
                      <a:prstDash val="solid"/>
                    </a:lnL>
                    <a:lnR w="6350">
                      <a:solidFill>
                        <a:srgbClr val="BEBEBE"/>
                      </a:solidFill>
                      <a:prstDash val="solid"/>
                    </a:lnR>
                    <a:lnT w="6350">
                      <a:solidFill>
                        <a:srgbClr val="BEBEBE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  <a:solidFill>
                      <a:srgbClr val="13299F"/>
                    </a:solidFill>
                  </a:tcPr>
                </a:tc>
                <a:tc>
                  <a:txBody>
                    <a:bodyPr/>
                    <a:lstStyle/>
                    <a:p>
                      <a:pPr marR="81915" algn="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1300" dirty="0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1</a:t>
                      </a:r>
                      <a:endParaRPr sz="1300">
                        <a:latin typeface="Trebuchet MS"/>
                        <a:cs typeface="Trebuchet MS"/>
                      </a:endParaRPr>
                    </a:p>
                  </a:txBody>
                  <a:tcPr marL="0" marR="0" marT="33655" marB="0">
                    <a:lnL w="6350">
                      <a:solidFill>
                        <a:srgbClr val="BEBEBE"/>
                      </a:solidFill>
                      <a:prstDash val="solid"/>
                    </a:lnL>
                    <a:lnR w="3175">
                      <a:solidFill>
                        <a:srgbClr val="7E7E7E"/>
                      </a:solidFill>
                      <a:prstDash val="solid"/>
                    </a:lnR>
                    <a:lnT w="6350">
                      <a:solidFill>
                        <a:srgbClr val="BEBEBE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  <a:solidFill>
                      <a:srgbClr val="13299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8925">
                <a:tc>
                  <a:txBody>
                    <a:bodyPr/>
                    <a:lstStyle/>
                    <a:p>
                      <a:pPr marL="3175"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1300" dirty="0">
                          <a:solidFill>
                            <a:srgbClr val="252525"/>
                          </a:solidFill>
                          <a:latin typeface="Trebuchet MS"/>
                          <a:cs typeface="Trebuchet MS"/>
                        </a:rPr>
                        <a:t>1</a:t>
                      </a:r>
                      <a:endParaRPr sz="1300">
                        <a:latin typeface="Trebuchet MS"/>
                        <a:cs typeface="Trebuchet MS"/>
                      </a:endParaRPr>
                    </a:p>
                  </a:txBody>
                  <a:tcPr marL="0" marR="0" marT="33655" marB="0">
                    <a:lnL w="3175">
                      <a:solidFill>
                        <a:srgbClr val="7E7E7E"/>
                      </a:solidFill>
                      <a:prstDash val="solid"/>
                    </a:lnL>
                    <a:lnR w="6350">
                      <a:solidFill>
                        <a:srgbClr val="BEBEBE"/>
                      </a:solidFill>
                      <a:prstDash val="solid"/>
                    </a:lnR>
                    <a:lnT w="6350">
                      <a:solidFill>
                        <a:srgbClr val="BEBEBE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R="368300" algn="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1300" dirty="0">
                          <a:solidFill>
                            <a:srgbClr val="252525"/>
                          </a:solidFill>
                          <a:latin typeface="Trebuchet MS"/>
                          <a:cs typeface="Trebuchet MS"/>
                        </a:rPr>
                        <a:t>1</a:t>
                      </a:r>
                      <a:endParaRPr sz="1300">
                        <a:latin typeface="Trebuchet MS"/>
                        <a:cs typeface="Trebuchet MS"/>
                      </a:endParaRPr>
                    </a:p>
                  </a:txBody>
                  <a:tcPr marL="0" marR="0" marT="33655" marB="0">
                    <a:lnL w="6350">
                      <a:solidFill>
                        <a:srgbClr val="BEBEBE"/>
                      </a:solidFill>
                      <a:prstDash val="solid"/>
                    </a:lnL>
                    <a:lnR w="6350">
                      <a:solidFill>
                        <a:srgbClr val="BEBEBE"/>
                      </a:solidFill>
                      <a:prstDash val="solid"/>
                    </a:lnR>
                    <a:lnT w="6350">
                      <a:solidFill>
                        <a:srgbClr val="BEBEBE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R="81915" algn="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1300" spc="-105" dirty="0">
                          <a:solidFill>
                            <a:srgbClr val="252525"/>
                          </a:solidFill>
                          <a:latin typeface="Trebuchet MS"/>
                          <a:cs typeface="Trebuchet MS"/>
                        </a:rPr>
                        <a:t>-</a:t>
                      </a:r>
                      <a:r>
                        <a:rPr sz="1300" spc="-300" dirty="0">
                          <a:solidFill>
                            <a:srgbClr val="252525"/>
                          </a:solidFill>
                          <a:latin typeface="Trebuchet MS"/>
                          <a:cs typeface="Trebuchet MS"/>
                        </a:rPr>
                        <a:t>0.1</a:t>
                      </a:r>
                      <a:endParaRPr sz="1300">
                        <a:latin typeface="Trebuchet MS"/>
                        <a:cs typeface="Trebuchet MS"/>
                      </a:endParaRPr>
                    </a:p>
                  </a:txBody>
                  <a:tcPr marL="0" marR="0" marT="33655" marB="0">
                    <a:lnL w="6350">
                      <a:solidFill>
                        <a:srgbClr val="BEBEBE"/>
                      </a:solidFill>
                      <a:prstDash val="solid"/>
                    </a:lnL>
                    <a:lnR w="6350">
                      <a:solidFill>
                        <a:srgbClr val="BEBEBE"/>
                      </a:solidFill>
                      <a:prstDash val="solid"/>
                    </a:lnR>
                    <a:lnT w="6350">
                      <a:solidFill>
                        <a:srgbClr val="BEBEBE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R="81915" algn="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1300" spc="-105" dirty="0">
                          <a:solidFill>
                            <a:srgbClr val="252525"/>
                          </a:solidFill>
                          <a:latin typeface="Trebuchet MS"/>
                          <a:cs typeface="Trebuchet MS"/>
                        </a:rPr>
                        <a:t>-</a:t>
                      </a:r>
                      <a:r>
                        <a:rPr sz="1300" spc="-475" dirty="0">
                          <a:solidFill>
                            <a:srgbClr val="252525"/>
                          </a:solidFill>
                          <a:latin typeface="Trebuchet MS"/>
                          <a:cs typeface="Trebuchet MS"/>
                        </a:rPr>
                        <a:t>1</a:t>
                      </a:r>
                      <a:endParaRPr sz="1300">
                        <a:latin typeface="Trebuchet MS"/>
                        <a:cs typeface="Trebuchet MS"/>
                      </a:endParaRPr>
                    </a:p>
                  </a:txBody>
                  <a:tcPr marL="0" marR="0" marT="33655" marB="0">
                    <a:lnL w="6350">
                      <a:solidFill>
                        <a:srgbClr val="BEBEBE"/>
                      </a:solidFill>
                      <a:prstDash val="solid"/>
                    </a:lnL>
                    <a:lnR w="3175">
                      <a:solidFill>
                        <a:srgbClr val="7E7E7E"/>
                      </a:solidFill>
                      <a:prstDash val="solid"/>
                    </a:lnR>
                    <a:lnT w="6350">
                      <a:solidFill>
                        <a:srgbClr val="BEBEBE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pic>
        <p:nvPicPr>
          <p:cNvPr id="52" name="object 52"/>
          <p:cNvPicPr/>
          <p:nvPr/>
        </p:nvPicPr>
        <p:blipFill>
          <a:blip r:embed="rId28" cstate="print"/>
          <a:stretch>
            <a:fillRect/>
          </a:stretch>
        </p:blipFill>
        <p:spPr>
          <a:xfrm>
            <a:off x="6536435" y="2230501"/>
            <a:ext cx="98171" cy="136271"/>
          </a:xfrm>
          <a:prstGeom prst="rect">
            <a:avLst/>
          </a:prstGeom>
        </p:spPr>
      </p:pic>
      <p:pic>
        <p:nvPicPr>
          <p:cNvPr id="53" name="object 53"/>
          <p:cNvPicPr/>
          <p:nvPr/>
        </p:nvPicPr>
        <p:blipFill>
          <a:blip r:embed="rId29" cstate="print"/>
          <a:stretch>
            <a:fillRect/>
          </a:stretch>
        </p:blipFill>
        <p:spPr>
          <a:xfrm>
            <a:off x="7305675" y="2230501"/>
            <a:ext cx="137414" cy="136271"/>
          </a:xfrm>
          <a:prstGeom prst="rect">
            <a:avLst/>
          </a:prstGeom>
        </p:spPr>
      </p:pic>
      <p:pic>
        <p:nvPicPr>
          <p:cNvPr id="54" name="object 54"/>
          <p:cNvPicPr/>
          <p:nvPr/>
        </p:nvPicPr>
        <p:blipFill>
          <a:blip r:embed="rId30" cstate="print"/>
          <a:stretch>
            <a:fillRect/>
          </a:stretch>
        </p:blipFill>
        <p:spPr>
          <a:xfrm>
            <a:off x="6184391" y="3779520"/>
            <a:ext cx="1716786" cy="16383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361970" y="6524434"/>
            <a:ext cx="87590" cy="90487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54151" y="6527292"/>
            <a:ext cx="1794510" cy="142494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862571" y="6521195"/>
            <a:ext cx="2327910" cy="118110"/>
          </a:xfrm>
          <a:prstGeom prst="rect">
            <a:avLst/>
          </a:prstGeom>
        </p:spPr>
      </p:pic>
      <p:sp>
        <p:nvSpPr>
          <p:cNvPr id="5" name="object 5"/>
          <p:cNvSpPr/>
          <p:nvPr/>
        </p:nvSpPr>
        <p:spPr>
          <a:xfrm>
            <a:off x="559308" y="1440180"/>
            <a:ext cx="36830" cy="180340"/>
          </a:xfrm>
          <a:custGeom>
            <a:avLst/>
            <a:gdLst/>
            <a:ahLst/>
            <a:cxnLst/>
            <a:rect l="l" t="t" r="r" b="b"/>
            <a:pathLst>
              <a:path w="36829" h="180340">
                <a:moveTo>
                  <a:pt x="36576" y="0"/>
                </a:moveTo>
                <a:lnTo>
                  <a:pt x="0" y="0"/>
                </a:lnTo>
                <a:lnTo>
                  <a:pt x="0" y="179832"/>
                </a:lnTo>
                <a:lnTo>
                  <a:pt x="36576" y="179832"/>
                </a:lnTo>
                <a:lnTo>
                  <a:pt x="36576" y="0"/>
                </a:lnTo>
                <a:close/>
              </a:path>
            </a:pathLst>
          </a:custGeom>
          <a:solidFill>
            <a:srgbClr val="183DAF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6" name="object 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711708" y="1464563"/>
            <a:ext cx="793242" cy="174498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437489" y="431419"/>
            <a:ext cx="4145279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FFFFFF"/>
                </a:solidFill>
                <a:latin typeface="Ebrima"/>
                <a:cs typeface="Ebrima"/>
              </a:rPr>
              <a:t>1.1.</a:t>
            </a:r>
            <a:r>
              <a:rPr sz="1800" spc="-40" dirty="0">
                <a:solidFill>
                  <a:srgbClr val="FFFFFF"/>
                </a:solidFill>
                <a:latin typeface="Ebrima"/>
                <a:cs typeface="Ebrima"/>
              </a:rPr>
              <a:t> </a:t>
            </a:r>
            <a:r>
              <a:rPr sz="1800" dirty="0">
                <a:solidFill>
                  <a:srgbClr val="FFFFFF"/>
                </a:solidFill>
                <a:latin typeface="Ebrima"/>
                <a:cs typeface="Ebrima"/>
              </a:rPr>
              <a:t>Understanding</a:t>
            </a:r>
            <a:r>
              <a:rPr sz="1800" spc="-20" dirty="0">
                <a:solidFill>
                  <a:srgbClr val="FFFFFF"/>
                </a:solidFill>
                <a:latin typeface="Ebrima"/>
                <a:cs typeface="Ebrima"/>
              </a:rPr>
              <a:t> </a:t>
            </a:r>
            <a:r>
              <a:rPr sz="1800" dirty="0">
                <a:solidFill>
                  <a:srgbClr val="FFFFFF"/>
                </a:solidFill>
                <a:latin typeface="Ebrima"/>
                <a:cs typeface="Ebrima"/>
              </a:rPr>
              <a:t>Perceptron</a:t>
            </a:r>
            <a:r>
              <a:rPr sz="1800" spc="-20" dirty="0">
                <a:solidFill>
                  <a:srgbClr val="FFFFFF"/>
                </a:solidFill>
                <a:latin typeface="Ebrima"/>
                <a:cs typeface="Ebrima"/>
              </a:rPr>
              <a:t> </a:t>
            </a:r>
            <a:r>
              <a:rPr sz="1800" dirty="0">
                <a:solidFill>
                  <a:srgbClr val="FFFFFF"/>
                </a:solidFill>
                <a:latin typeface="Ebrima"/>
                <a:cs typeface="Ebrima"/>
              </a:rPr>
              <a:t>with</a:t>
            </a:r>
            <a:r>
              <a:rPr sz="1800" spc="-20" dirty="0">
                <a:solidFill>
                  <a:srgbClr val="FFFFFF"/>
                </a:solidFill>
                <a:latin typeface="Ebrima"/>
                <a:cs typeface="Ebrima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Ebrima"/>
                <a:cs typeface="Ebrima"/>
              </a:rPr>
              <a:t>Excel</a:t>
            </a:r>
            <a:endParaRPr sz="1800">
              <a:latin typeface="Ebrima"/>
              <a:cs typeface="Ebrim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8671941" y="463677"/>
            <a:ext cx="80962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dirty="0">
                <a:solidFill>
                  <a:srgbClr val="D9D9D9"/>
                </a:solidFill>
                <a:latin typeface="Ebrima"/>
                <a:cs typeface="Ebrima"/>
              </a:rPr>
              <a:t>UNIT</a:t>
            </a:r>
            <a:r>
              <a:rPr sz="1600" spc="400" dirty="0">
                <a:solidFill>
                  <a:srgbClr val="D9D9D9"/>
                </a:solidFill>
                <a:latin typeface="Ebrima"/>
                <a:cs typeface="Ebrima"/>
              </a:rPr>
              <a:t> </a:t>
            </a:r>
            <a:r>
              <a:rPr sz="1600" spc="-35" dirty="0">
                <a:solidFill>
                  <a:srgbClr val="D9D9D9"/>
                </a:solidFill>
                <a:latin typeface="Ebrima"/>
                <a:cs typeface="Ebrima"/>
              </a:rPr>
              <a:t>01</a:t>
            </a:r>
            <a:endParaRPr sz="1600">
              <a:latin typeface="Ebrima"/>
              <a:cs typeface="Ebrima"/>
            </a:endParaRPr>
          </a:p>
        </p:txBody>
      </p:sp>
      <p:pic>
        <p:nvPicPr>
          <p:cNvPr id="9" name="object 9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710183" y="1805939"/>
            <a:ext cx="5228082" cy="4142994"/>
          </a:xfrm>
          <a:prstGeom prst="rect">
            <a:avLst/>
          </a:prstGeom>
        </p:spPr>
      </p:pic>
      <p:graphicFrame>
        <p:nvGraphicFramePr>
          <p:cNvPr id="10" name="object 10"/>
          <p:cNvGraphicFramePr>
            <a:graphicFrameLocks noGrp="1"/>
          </p:cNvGraphicFramePr>
          <p:nvPr/>
        </p:nvGraphicFramePr>
        <p:xfrm>
          <a:off x="701357" y="2399157"/>
          <a:ext cx="3168014" cy="138049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9239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239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2016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6606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7E7E7E"/>
                      </a:solidFill>
                      <a:prstDash val="solid"/>
                    </a:lnL>
                    <a:lnR w="6350">
                      <a:solidFill>
                        <a:srgbClr val="BEBEBE"/>
                      </a:solidFill>
                      <a:prstDash val="solid"/>
                    </a:lnR>
                    <a:lnT w="12700">
                      <a:solidFill>
                        <a:srgbClr val="183DAF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BEBEBE"/>
                      </a:solidFill>
                      <a:prstDash val="solid"/>
                    </a:lnL>
                    <a:lnR w="6350">
                      <a:solidFill>
                        <a:srgbClr val="BEBEBE"/>
                      </a:solidFill>
                      <a:prstDash val="solid"/>
                    </a:lnR>
                    <a:lnT w="12700">
                      <a:solidFill>
                        <a:srgbClr val="183DAF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BEBEBE"/>
                      </a:solidFill>
                      <a:prstDash val="solid"/>
                    </a:lnL>
                    <a:lnR w="3175">
                      <a:solidFill>
                        <a:srgbClr val="7E7E7E"/>
                      </a:solidFill>
                      <a:prstDash val="solid"/>
                    </a:lnR>
                    <a:lnT w="12700">
                      <a:solidFill>
                        <a:srgbClr val="183DAF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8765">
                <a:tc>
                  <a:txBody>
                    <a:bodyPr/>
                    <a:lstStyle/>
                    <a:p>
                      <a:pPr marL="426084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sz="1300" dirty="0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0</a:t>
                      </a:r>
                      <a:endParaRPr sz="1300">
                        <a:latin typeface="Trebuchet MS"/>
                        <a:cs typeface="Trebuchet MS"/>
                      </a:endParaRPr>
                    </a:p>
                  </a:txBody>
                  <a:tcPr marL="0" marR="0" marT="27940" marB="0">
                    <a:lnL w="3175">
                      <a:solidFill>
                        <a:srgbClr val="7E7E7E"/>
                      </a:solidFill>
                      <a:prstDash val="solid"/>
                    </a:lnL>
                    <a:lnR w="6350">
                      <a:solidFill>
                        <a:srgbClr val="BEBEBE"/>
                      </a:solidFill>
                      <a:prstDash val="solid"/>
                    </a:lnR>
                    <a:lnT w="6350">
                      <a:solidFill>
                        <a:srgbClr val="BEBEBE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  <a:solidFill>
                      <a:srgbClr val="13299F"/>
                    </a:solidFill>
                  </a:tcPr>
                </a:tc>
                <a:tc>
                  <a:txBody>
                    <a:bodyPr/>
                    <a:lstStyle/>
                    <a:p>
                      <a:pPr marL="426084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sz="1300" dirty="0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0</a:t>
                      </a:r>
                      <a:endParaRPr sz="1300">
                        <a:latin typeface="Trebuchet MS"/>
                        <a:cs typeface="Trebuchet MS"/>
                      </a:endParaRPr>
                    </a:p>
                  </a:txBody>
                  <a:tcPr marL="0" marR="0" marT="27940" marB="0">
                    <a:lnL w="6350">
                      <a:solidFill>
                        <a:srgbClr val="BEBEBE"/>
                      </a:solidFill>
                      <a:prstDash val="solid"/>
                    </a:lnL>
                    <a:lnR w="6350">
                      <a:solidFill>
                        <a:srgbClr val="BEBEBE"/>
                      </a:solidFill>
                      <a:prstDash val="solid"/>
                    </a:lnR>
                    <a:lnT w="6350">
                      <a:solidFill>
                        <a:srgbClr val="BEBEBE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  <a:solidFill>
                      <a:srgbClr val="13299F"/>
                    </a:solidFill>
                  </a:tcPr>
                </a:tc>
                <a:tc>
                  <a:txBody>
                    <a:bodyPr/>
                    <a:lstStyle/>
                    <a:p>
                      <a:pPr marR="623570" algn="r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sz="1300" dirty="0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F</a:t>
                      </a:r>
                      <a:endParaRPr sz="1300">
                        <a:latin typeface="Trebuchet MS"/>
                        <a:cs typeface="Trebuchet MS"/>
                      </a:endParaRPr>
                    </a:p>
                  </a:txBody>
                  <a:tcPr marL="0" marR="0" marT="27940" marB="0">
                    <a:lnL w="6350">
                      <a:solidFill>
                        <a:srgbClr val="BEBEBE"/>
                      </a:solidFill>
                      <a:prstDash val="solid"/>
                    </a:lnL>
                    <a:lnR w="3175">
                      <a:solidFill>
                        <a:srgbClr val="7E7E7E"/>
                      </a:solidFill>
                      <a:prstDash val="solid"/>
                    </a:lnR>
                    <a:lnT w="6350">
                      <a:solidFill>
                        <a:srgbClr val="BEBEBE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  <a:solidFill>
                      <a:srgbClr val="13299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8765">
                <a:tc>
                  <a:txBody>
                    <a:bodyPr/>
                    <a:lstStyle/>
                    <a:p>
                      <a:pPr marL="446405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sz="1300" dirty="0">
                          <a:solidFill>
                            <a:srgbClr val="252525"/>
                          </a:solidFill>
                          <a:latin typeface="Trebuchet MS"/>
                          <a:cs typeface="Trebuchet MS"/>
                        </a:rPr>
                        <a:t>1</a:t>
                      </a:r>
                      <a:endParaRPr sz="1300">
                        <a:latin typeface="Trebuchet MS"/>
                        <a:cs typeface="Trebuchet MS"/>
                      </a:endParaRPr>
                    </a:p>
                  </a:txBody>
                  <a:tcPr marL="0" marR="0" marT="27940" marB="0">
                    <a:lnL w="3175">
                      <a:solidFill>
                        <a:srgbClr val="7E7E7E"/>
                      </a:solidFill>
                      <a:prstDash val="solid"/>
                    </a:lnL>
                    <a:lnR w="6350">
                      <a:solidFill>
                        <a:srgbClr val="BEBEBE"/>
                      </a:solidFill>
                      <a:prstDash val="solid"/>
                    </a:lnR>
                    <a:lnT w="6350">
                      <a:solidFill>
                        <a:srgbClr val="BEBEBE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426084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sz="1300" dirty="0">
                          <a:solidFill>
                            <a:srgbClr val="252525"/>
                          </a:solidFill>
                          <a:latin typeface="Trebuchet MS"/>
                          <a:cs typeface="Trebuchet MS"/>
                        </a:rPr>
                        <a:t>0</a:t>
                      </a:r>
                      <a:endParaRPr sz="1300">
                        <a:latin typeface="Trebuchet MS"/>
                        <a:cs typeface="Trebuchet MS"/>
                      </a:endParaRPr>
                    </a:p>
                  </a:txBody>
                  <a:tcPr marL="0" marR="0" marT="27940" marB="0">
                    <a:lnL w="6350">
                      <a:solidFill>
                        <a:srgbClr val="BEBEBE"/>
                      </a:solidFill>
                      <a:prstDash val="solid"/>
                    </a:lnL>
                    <a:lnR w="6350">
                      <a:solidFill>
                        <a:srgbClr val="BEBEBE"/>
                      </a:solidFill>
                      <a:prstDash val="solid"/>
                    </a:lnR>
                    <a:lnT w="6350">
                      <a:solidFill>
                        <a:srgbClr val="BEBEBE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R="622935" algn="r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sz="1300" dirty="0">
                          <a:solidFill>
                            <a:srgbClr val="252525"/>
                          </a:solidFill>
                          <a:latin typeface="Trebuchet MS"/>
                          <a:cs typeface="Trebuchet MS"/>
                        </a:rPr>
                        <a:t>T</a:t>
                      </a:r>
                      <a:endParaRPr sz="1300">
                        <a:latin typeface="Trebuchet MS"/>
                        <a:cs typeface="Trebuchet MS"/>
                      </a:endParaRPr>
                    </a:p>
                  </a:txBody>
                  <a:tcPr marL="0" marR="0" marT="27940" marB="0">
                    <a:lnL w="6350">
                      <a:solidFill>
                        <a:srgbClr val="BEBEBE"/>
                      </a:solidFill>
                      <a:prstDash val="solid"/>
                    </a:lnL>
                    <a:lnR w="3175">
                      <a:solidFill>
                        <a:srgbClr val="7E7E7E"/>
                      </a:solidFill>
                      <a:prstDash val="solid"/>
                    </a:lnR>
                    <a:lnT w="6350">
                      <a:solidFill>
                        <a:srgbClr val="BEBEBE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8130">
                <a:tc>
                  <a:txBody>
                    <a:bodyPr/>
                    <a:lstStyle/>
                    <a:p>
                      <a:pPr marL="426084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sz="1300" dirty="0">
                          <a:solidFill>
                            <a:srgbClr val="252525"/>
                          </a:solidFill>
                          <a:latin typeface="Trebuchet MS"/>
                          <a:cs typeface="Trebuchet MS"/>
                        </a:rPr>
                        <a:t>0</a:t>
                      </a:r>
                      <a:endParaRPr sz="1300">
                        <a:latin typeface="Trebuchet MS"/>
                        <a:cs typeface="Trebuchet MS"/>
                      </a:endParaRPr>
                    </a:p>
                  </a:txBody>
                  <a:tcPr marL="0" marR="0" marT="27940" marB="0">
                    <a:lnL w="3175">
                      <a:solidFill>
                        <a:srgbClr val="7E7E7E"/>
                      </a:solidFill>
                      <a:prstDash val="solid"/>
                    </a:lnL>
                    <a:lnR w="6350">
                      <a:solidFill>
                        <a:srgbClr val="BEBEBE"/>
                      </a:solidFill>
                      <a:prstDash val="solid"/>
                    </a:lnR>
                    <a:lnT w="6350">
                      <a:solidFill>
                        <a:srgbClr val="BEBEBE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446405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sz="1300" dirty="0">
                          <a:solidFill>
                            <a:srgbClr val="252525"/>
                          </a:solidFill>
                          <a:latin typeface="Trebuchet MS"/>
                          <a:cs typeface="Trebuchet MS"/>
                        </a:rPr>
                        <a:t>1</a:t>
                      </a:r>
                      <a:endParaRPr sz="1300">
                        <a:latin typeface="Trebuchet MS"/>
                        <a:cs typeface="Trebuchet MS"/>
                      </a:endParaRPr>
                    </a:p>
                  </a:txBody>
                  <a:tcPr marL="0" marR="0" marT="27940" marB="0">
                    <a:lnL w="6350">
                      <a:solidFill>
                        <a:srgbClr val="BEBEBE"/>
                      </a:solidFill>
                      <a:prstDash val="solid"/>
                    </a:lnL>
                    <a:lnR w="6350">
                      <a:solidFill>
                        <a:srgbClr val="BEBEBE"/>
                      </a:solidFill>
                      <a:prstDash val="solid"/>
                    </a:lnR>
                    <a:lnT w="6350">
                      <a:solidFill>
                        <a:srgbClr val="BEBEBE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R="622935" algn="r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sz="1300" dirty="0">
                          <a:solidFill>
                            <a:srgbClr val="252525"/>
                          </a:solidFill>
                          <a:latin typeface="Trebuchet MS"/>
                          <a:cs typeface="Trebuchet MS"/>
                        </a:rPr>
                        <a:t>T</a:t>
                      </a:r>
                      <a:endParaRPr sz="1300">
                        <a:latin typeface="Trebuchet MS"/>
                        <a:cs typeface="Trebuchet MS"/>
                      </a:endParaRPr>
                    </a:p>
                  </a:txBody>
                  <a:tcPr marL="0" marR="0" marT="27940" marB="0">
                    <a:lnL w="6350">
                      <a:solidFill>
                        <a:srgbClr val="BEBEBE"/>
                      </a:solidFill>
                      <a:prstDash val="solid"/>
                    </a:lnL>
                    <a:lnR w="3175">
                      <a:solidFill>
                        <a:srgbClr val="7E7E7E"/>
                      </a:solidFill>
                      <a:prstDash val="solid"/>
                    </a:lnR>
                    <a:lnT w="6350">
                      <a:solidFill>
                        <a:srgbClr val="BEBEBE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8765">
                <a:tc>
                  <a:txBody>
                    <a:bodyPr/>
                    <a:lstStyle/>
                    <a:p>
                      <a:pPr marL="446405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sz="1300" dirty="0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1</a:t>
                      </a:r>
                      <a:endParaRPr sz="1300">
                        <a:latin typeface="Trebuchet MS"/>
                        <a:cs typeface="Trebuchet MS"/>
                      </a:endParaRPr>
                    </a:p>
                  </a:txBody>
                  <a:tcPr marL="0" marR="0" marT="28575" marB="0">
                    <a:lnL w="3175">
                      <a:solidFill>
                        <a:srgbClr val="7E7E7E"/>
                      </a:solidFill>
                      <a:prstDash val="solid"/>
                    </a:lnL>
                    <a:lnR w="6350">
                      <a:solidFill>
                        <a:srgbClr val="BEBEBE"/>
                      </a:solidFill>
                      <a:prstDash val="solid"/>
                    </a:lnR>
                    <a:lnT w="6350">
                      <a:solidFill>
                        <a:srgbClr val="BEBEBE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  <a:solidFill>
                      <a:srgbClr val="13299F"/>
                    </a:solidFill>
                  </a:tcPr>
                </a:tc>
                <a:tc>
                  <a:txBody>
                    <a:bodyPr/>
                    <a:lstStyle/>
                    <a:p>
                      <a:pPr marL="446405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sz="1300" dirty="0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1</a:t>
                      </a:r>
                      <a:endParaRPr sz="1300">
                        <a:latin typeface="Trebuchet MS"/>
                        <a:cs typeface="Trebuchet MS"/>
                      </a:endParaRPr>
                    </a:p>
                  </a:txBody>
                  <a:tcPr marL="0" marR="0" marT="28575" marB="0">
                    <a:lnL w="6350">
                      <a:solidFill>
                        <a:srgbClr val="BEBEBE"/>
                      </a:solidFill>
                      <a:prstDash val="solid"/>
                    </a:lnL>
                    <a:lnR w="6350">
                      <a:solidFill>
                        <a:srgbClr val="BEBEBE"/>
                      </a:solidFill>
                      <a:prstDash val="solid"/>
                    </a:lnR>
                    <a:lnT w="6350">
                      <a:solidFill>
                        <a:srgbClr val="BEBEBE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  <a:solidFill>
                      <a:srgbClr val="13299F"/>
                    </a:solidFill>
                  </a:tcPr>
                </a:tc>
                <a:tc>
                  <a:txBody>
                    <a:bodyPr/>
                    <a:lstStyle/>
                    <a:p>
                      <a:pPr marR="623570" algn="r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sz="1300" dirty="0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F</a:t>
                      </a:r>
                      <a:endParaRPr sz="1300">
                        <a:latin typeface="Trebuchet MS"/>
                        <a:cs typeface="Trebuchet MS"/>
                      </a:endParaRPr>
                    </a:p>
                  </a:txBody>
                  <a:tcPr marL="0" marR="0" marT="28575" marB="0">
                    <a:lnL w="6350">
                      <a:solidFill>
                        <a:srgbClr val="BEBEBE"/>
                      </a:solidFill>
                      <a:prstDash val="solid"/>
                    </a:lnL>
                    <a:lnR w="3175">
                      <a:solidFill>
                        <a:srgbClr val="7E7E7E"/>
                      </a:solidFill>
                      <a:prstDash val="solid"/>
                    </a:lnR>
                    <a:lnT w="6350">
                      <a:solidFill>
                        <a:srgbClr val="BEBEBE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  <a:solidFill>
                      <a:srgbClr val="13299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pic>
        <p:nvPicPr>
          <p:cNvPr id="11" name="object 11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112278" y="2472435"/>
            <a:ext cx="98145" cy="136271"/>
          </a:xfrm>
          <a:prstGeom prst="rect">
            <a:avLst/>
          </a:prstGeom>
        </p:spPr>
      </p:pic>
      <p:pic>
        <p:nvPicPr>
          <p:cNvPr id="12" name="object 12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2016632" y="2472435"/>
            <a:ext cx="137414" cy="136271"/>
          </a:xfrm>
          <a:prstGeom prst="rect">
            <a:avLst/>
          </a:prstGeom>
        </p:spPr>
      </p:pic>
      <p:pic>
        <p:nvPicPr>
          <p:cNvPr id="13" name="object 13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2772536" y="2472435"/>
            <a:ext cx="871092" cy="168401"/>
          </a:xfrm>
          <a:prstGeom prst="rect">
            <a:avLst/>
          </a:prstGeom>
        </p:spPr>
      </p:pic>
      <p:grpSp>
        <p:nvGrpSpPr>
          <p:cNvPr id="14" name="object 14"/>
          <p:cNvGrpSpPr/>
          <p:nvPr/>
        </p:nvGrpSpPr>
        <p:grpSpPr>
          <a:xfrm>
            <a:off x="4158996" y="2404872"/>
            <a:ext cx="4699000" cy="2860675"/>
            <a:chOff x="4158996" y="2404872"/>
            <a:chExt cx="4699000" cy="2860675"/>
          </a:xfrm>
        </p:grpSpPr>
        <p:sp>
          <p:nvSpPr>
            <p:cNvPr id="15" name="object 15"/>
            <p:cNvSpPr/>
            <p:nvPr/>
          </p:nvSpPr>
          <p:spPr>
            <a:xfrm>
              <a:off x="4158996" y="2404872"/>
              <a:ext cx="4699000" cy="2860675"/>
            </a:xfrm>
            <a:custGeom>
              <a:avLst/>
              <a:gdLst/>
              <a:ahLst/>
              <a:cxnLst/>
              <a:rect l="l" t="t" r="r" b="b"/>
              <a:pathLst>
                <a:path w="4699000" h="2860675">
                  <a:moveTo>
                    <a:pt x="4698492" y="0"/>
                  </a:moveTo>
                  <a:lnTo>
                    <a:pt x="0" y="0"/>
                  </a:lnTo>
                  <a:lnTo>
                    <a:pt x="0" y="2860547"/>
                  </a:lnTo>
                  <a:lnTo>
                    <a:pt x="4698492" y="2860547"/>
                  </a:lnTo>
                  <a:lnTo>
                    <a:pt x="4698492" y="0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5285232" y="2732531"/>
              <a:ext cx="2414905" cy="1976755"/>
            </a:xfrm>
            <a:custGeom>
              <a:avLst/>
              <a:gdLst/>
              <a:ahLst/>
              <a:cxnLst/>
              <a:rect l="l" t="t" r="r" b="b"/>
              <a:pathLst>
                <a:path w="2414904" h="1976754">
                  <a:moveTo>
                    <a:pt x="0" y="0"/>
                  </a:moveTo>
                  <a:lnTo>
                    <a:pt x="0" y="1975865"/>
                  </a:lnTo>
                </a:path>
                <a:path w="2414904" h="1976754">
                  <a:moveTo>
                    <a:pt x="0" y="1976627"/>
                  </a:moveTo>
                  <a:lnTo>
                    <a:pt x="2414523" y="1976627"/>
                  </a:lnTo>
                </a:path>
              </a:pathLst>
            </a:custGeom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7" name="object 17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5233416" y="2729484"/>
              <a:ext cx="188976" cy="190500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7577328" y="2697480"/>
              <a:ext cx="188975" cy="188976"/>
            </a:xfrm>
            <a:prstGeom prst="rect">
              <a:avLst/>
            </a:prstGeom>
          </p:spPr>
        </p:pic>
        <p:pic>
          <p:nvPicPr>
            <p:cNvPr id="19" name="object 19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5237988" y="4599432"/>
              <a:ext cx="190500" cy="188976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7615428" y="4539995"/>
              <a:ext cx="188975" cy="188976"/>
            </a:xfrm>
            <a:prstGeom prst="rect">
              <a:avLst/>
            </a:prstGeom>
          </p:spPr>
        </p:pic>
        <p:pic>
          <p:nvPicPr>
            <p:cNvPr id="21" name="object 21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4803648" y="2790444"/>
              <a:ext cx="206501" cy="148589"/>
            </a:xfrm>
            <a:prstGeom prst="rect">
              <a:avLst/>
            </a:prstGeom>
          </p:spPr>
        </p:pic>
        <p:pic>
          <p:nvPicPr>
            <p:cNvPr id="22" name="object 22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4783836" y="4756404"/>
              <a:ext cx="246125" cy="148589"/>
            </a:xfrm>
            <a:prstGeom prst="rect">
              <a:avLst/>
            </a:prstGeom>
          </p:spPr>
        </p:pic>
        <p:pic>
          <p:nvPicPr>
            <p:cNvPr id="23" name="object 23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8026908" y="2790444"/>
              <a:ext cx="165353" cy="148589"/>
            </a:xfrm>
            <a:prstGeom prst="rect">
              <a:avLst/>
            </a:prstGeom>
          </p:spPr>
        </p:pic>
        <p:pic>
          <p:nvPicPr>
            <p:cNvPr id="24" name="object 24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8007096" y="4756404"/>
              <a:ext cx="204977" cy="148589"/>
            </a:xfrm>
            <a:prstGeom prst="rect">
              <a:avLst/>
            </a:prstGeom>
          </p:spPr>
        </p:pic>
        <p:sp>
          <p:nvSpPr>
            <p:cNvPr id="25" name="object 25"/>
            <p:cNvSpPr/>
            <p:nvPr/>
          </p:nvSpPr>
          <p:spPr>
            <a:xfrm>
              <a:off x="4706112" y="2979420"/>
              <a:ext cx="3644265" cy="873760"/>
            </a:xfrm>
            <a:custGeom>
              <a:avLst/>
              <a:gdLst/>
              <a:ahLst/>
              <a:cxnLst/>
              <a:rect l="l" t="t" r="r" b="b"/>
              <a:pathLst>
                <a:path w="3644265" h="873760">
                  <a:moveTo>
                    <a:pt x="0" y="873632"/>
                  </a:moveTo>
                  <a:lnTo>
                    <a:pt x="3644265" y="0"/>
                  </a:lnTo>
                </a:path>
              </a:pathLst>
            </a:custGeom>
            <a:ln w="609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359084" y="6524434"/>
            <a:ext cx="85905" cy="90487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54151" y="6527292"/>
            <a:ext cx="1794510" cy="142494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862571" y="6521195"/>
            <a:ext cx="2327910" cy="118110"/>
          </a:xfrm>
          <a:prstGeom prst="rect">
            <a:avLst/>
          </a:prstGeom>
        </p:spPr>
      </p:pic>
      <p:sp>
        <p:nvSpPr>
          <p:cNvPr id="5" name="object 5"/>
          <p:cNvSpPr/>
          <p:nvPr/>
        </p:nvSpPr>
        <p:spPr>
          <a:xfrm>
            <a:off x="559308" y="1312163"/>
            <a:ext cx="36830" cy="181610"/>
          </a:xfrm>
          <a:custGeom>
            <a:avLst/>
            <a:gdLst/>
            <a:ahLst/>
            <a:cxnLst/>
            <a:rect l="l" t="t" r="r" b="b"/>
            <a:pathLst>
              <a:path w="36829" h="181609">
                <a:moveTo>
                  <a:pt x="36576" y="0"/>
                </a:moveTo>
                <a:lnTo>
                  <a:pt x="0" y="0"/>
                </a:lnTo>
                <a:lnTo>
                  <a:pt x="0" y="181355"/>
                </a:lnTo>
                <a:lnTo>
                  <a:pt x="36576" y="181355"/>
                </a:lnTo>
                <a:lnTo>
                  <a:pt x="36576" y="0"/>
                </a:lnTo>
                <a:close/>
              </a:path>
            </a:pathLst>
          </a:custGeom>
          <a:solidFill>
            <a:srgbClr val="183DAF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6" name="object 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719327" y="1336547"/>
            <a:ext cx="2012442" cy="176022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717804" y="1680972"/>
            <a:ext cx="4994910" cy="1427226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437489" y="431419"/>
            <a:ext cx="4145279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FFFFFF"/>
                </a:solidFill>
                <a:latin typeface="Ebrima"/>
                <a:cs typeface="Ebrima"/>
              </a:rPr>
              <a:t>1.1.</a:t>
            </a:r>
            <a:r>
              <a:rPr sz="1800" spc="-40" dirty="0">
                <a:solidFill>
                  <a:srgbClr val="FFFFFF"/>
                </a:solidFill>
                <a:latin typeface="Ebrima"/>
                <a:cs typeface="Ebrima"/>
              </a:rPr>
              <a:t> </a:t>
            </a:r>
            <a:r>
              <a:rPr sz="1800" dirty="0">
                <a:solidFill>
                  <a:srgbClr val="FFFFFF"/>
                </a:solidFill>
                <a:latin typeface="Ebrima"/>
                <a:cs typeface="Ebrima"/>
              </a:rPr>
              <a:t>Understanding</a:t>
            </a:r>
            <a:r>
              <a:rPr sz="1800" spc="-20" dirty="0">
                <a:solidFill>
                  <a:srgbClr val="FFFFFF"/>
                </a:solidFill>
                <a:latin typeface="Ebrima"/>
                <a:cs typeface="Ebrima"/>
              </a:rPr>
              <a:t> </a:t>
            </a:r>
            <a:r>
              <a:rPr sz="1800" dirty="0">
                <a:solidFill>
                  <a:srgbClr val="FFFFFF"/>
                </a:solidFill>
                <a:latin typeface="Ebrima"/>
                <a:cs typeface="Ebrima"/>
              </a:rPr>
              <a:t>Perceptron</a:t>
            </a:r>
            <a:r>
              <a:rPr sz="1800" spc="-20" dirty="0">
                <a:solidFill>
                  <a:srgbClr val="FFFFFF"/>
                </a:solidFill>
                <a:latin typeface="Ebrima"/>
                <a:cs typeface="Ebrima"/>
              </a:rPr>
              <a:t> </a:t>
            </a:r>
            <a:r>
              <a:rPr sz="1800" dirty="0">
                <a:solidFill>
                  <a:srgbClr val="FFFFFF"/>
                </a:solidFill>
                <a:latin typeface="Ebrima"/>
                <a:cs typeface="Ebrima"/>
              </a:rPr>
              <a:t>with</a:t>
            </a:r>
            <a:r>
              <a:rPr sz="1800" spc="-20" dirty="0">
                <a:solidFill>
                  <a:srgbClr val="FFFFFF"/>
                </a:solidFill>
                <a:latin typeface="Ebrima"/>
                <a:cs typeface="Ebrima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Ebrima"/>
                <a:cs typeface="Ebrima"/>
              </a:rPr>
              <a:t>Excel</a:t>
            </a:r>
            <a:endParaRPr sz="1800">
              <a:latin typeface="Ebrima"/>
              <a:cs typeface="Ebrim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8671941" y="463677"/>
            <a:ext cx="80962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dirty="0">
                <a:solidFill>
                  <a:srgbClr val="D9D9D9"/>
                </a:solidFill>
                <a:latin typeface="Ebrima"/>
                <a:cs typeface="Ebrima"/>
              </a:rPr>
              <a:t>UNIT</a:t>
            </a:r>
            <a:r>
              <a:rPr sz="1600" spc="400" dirty="0">
                <a:solidFill>
                  <a:srgbClr val="D9D9D9"/>
                </a:solidFill>
                <a:latin typeface="Ebrima"/>
                <a:cs typeface="Ebrima"/>
              </a:rPr>
              <a:t> </a:t>
            </a:r>
            <a:r>
              <a:rPr sz="1600" spc="-35" dirty="0">
                <a:solidFill>
                  <a:srgbClr val="D9D9D9"/>
                </a:solidFill>
                <a:latin typeface="Ebrima"/>
                <a:cs typeface="Ebrima"/>
              </a:rPr>
              <a:t>01</a:t>
            </a:r>
            <a:endParaRPr sz="1600">
              <a:latin typeface="Ebrima"/>
              <a:cs typeface="Ebrima"/>
            </a:endParaRPr>
          </a:p>
        </p:txBody>
      </p:sp>
      <p:pic>
        <p:nvPicPr>
          <p:cNvPr id="10" name="object 10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818132" y="5590032"/>
            <a:ext cx="1518666" cy="162306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1982737" y="3509837"/>
            <a:ext cx="247636" cy="157668"/>
          </a:xfrm>
          <a:prstGeom prst="rect">
            <a:avLst/>
          </a:prstGeom>
        </p:spPr>
      </p:pic>
      <p:pic>
        <p:nvPicPr>
          <p:cNvPr id="12" name="object 12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3270514" y="3509837"/>
            <a:ext cx="329935" cy="157668"/>
          </a:xfrm>
          <a:prstGeom prst="rect">
            <a:avLst/>
          </a:prstGeom>
        </p:spPr>
      </p:pic>
      <p:grpSp>
        <p:nvGrpSpPr>
          <p:cNvPr id="13" name="object 13"/>
          <p:cNvGrpSpPr/>
          <p:nvPr/>
        </p:nvGrpSpPr>
        <p:grpSpPr>
          <a:xfrm>
            <a:off x="1673351" y="3730752"/>
            <a:ext cx="2310130" cy="1716405"/>
            <a:chOff x="1673351" y="3730752"/>
            <a:chExt cx="2310130" cy="1716405"/>
          </a:xfrm>
        </p:grpSpPr>
        <p:sp>
          <p:nvSpPr>
            <p:cNvPr id="14" name="object 14"/>
            <p:cNvSpPr/>
            <p:nvPr/>
          </p:nvSpPr>
          <p:spPr>
            <a:xfrm>
              <a:off x="1673351" y="4550664"/>
              <a:ext cx="2310130" cy="0"/>
            </a:xfrm>
            <a:custGeom>
              <a:avLst/>
              <a:gdLst/>
              <a:ahLst/>
              <a:cxnLst/>
              <a:rect l="l" t="t" r="r" b="b"/>
              <a:pathLst>
                <a:path w="2310129">
                  <a:moveTo>
                    <a:pt x="0" y="0"/>
                  </a:moveTo>
                  <a:lnTo>
                    <a:pt x="1046988" y="0"/>
                  </a:lnTo>
                </a:path>
                <a:path w="2310129">
                  <a:moveTo>
                    <a:pt x="1275588" y="0"/>
                  </a:moveTo>
                  <a:lnTo>
                    <a:pt x="2309876" y="0"/>
                  </a:lnTo>
                </a:path>
              </a:pathLst>
            </a:custGeom>
            <a:ln w="1219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1673351" y="3813048"/>
              <a:ext cx="1669414" cy="1550035"/>
            </a:xfrm>
            <a:custGeom>
              <a:avLst/>
              <a:gdLst/>
              <a:ahLst/>
              <a:cxnLst/>
              <a:rect l="l" t="t" r="r" b="b"/>
              <a:pathLst>
                <a:path w="1669414" h="1550035">
                  <a:moveTo>
                    <a:pt x="513588" y="0"/>
                  </a:moveTo>
                  <a:lnTo>
                    <a:pt x="1668907" y="737615"/>
                  </a:lnTo>
                </a:path>
                <a:path w="1669414" h="1550035">
                  <a:moveTo>
                    <a:pt x="513588" y="365759"/>
                  </a:moveTo>
                  <a:lnTo>
                    <a:pt x="1668907" y="737107"/>
                  </a:lnTo>
                </a:path>
                <a:path w="1669414" h="1550035">
                  <a:moveTo>
                    <a:pt x="513588" y="1549527"/>
                  </a:moveTo>
                  <a:lnTo>
                    <a:pt x="1668907" y="737615"/>
                  </a:lnTo>
                </a:path>
                <a:path w="1669414" h="1550035">
                  <a:moveTo>
                    <a:pt x="366903" y="0"/>
                  </a:moveTo>
                  <a:lnTo>
                    <a:pt x="0" y="0"/>
                  </a:lnTo>
                </a:path>
              </a:pathLst>
            </a:custGeom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6" name="object 16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2031491" y="3730752"/>
              <a:ext cx="166115" cy="166116"/>
            </a:xfrm>
            <a:prstGeom prst="rect">
              <a:avLst/>
            </a:prstGeom>
          </p:spPr>
        </p:pic>
        <p:sp>
          <p:nvSpPr>
            <p:cNvPr id="17" name="object 17"/>
            <p:cNvSpPr/>
            <p:nvPr/>
          </p:nvSpPr>
          <p:spPr>
            <a:xfrm>
              <a:off x="1673351" y="4178808"/>
              <a:ext cx="367030" cy="0"/>
            </a:xfrm>
            <a:custGeom>
              <a:avLst/>
              <a:gdLst/>
              <a:ahLst/>
              <a:cxnLst/>
              <a:rect l="l" t="t" r="r" b="b"/>
              <a:pathLst>
                <a:path w="367030">
                  <a:moveTo>
                    <a:pt x="366903" y="0"/>
                  </a:moveTo>
                  <a:lnTo>
                    <a:pt x="0" y="0"/>
                  </a:lnTo>
                </a:path>
              </a:pathLst>
            </a:custGeom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8" name="object 18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2031491" y="4098036"/>
              <a:ext cx="166115" cy="164592"/>
            </a:xfrm>
            <a:prstGeom prst="rect">
              <a:avLst/>
            </a:prstGeom>
          </p:spPr>
        </p:pic>
        <p:pic>
          <p:nvPicPr>
            <p:cNvPr id="19" name="object 19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2031491" y="4468368"/>
              <a:ext cx="166115" cy="166115"/>
            </a:xfrm>
            <a:prstGeom prst="rect">
              <a:avLst/>
            </a:prstGeom>
          </p:spPr>
        </p:pic>
        <p:sp>
          <p:nvSpPr>
            <p:cNvPr id="20" name="object 20"/>
            <p:cNvSpPr/>
            <p:nvPr/>
          </p:nvSpPr>
          <p:spPr>
            <a:xfrm>
              <a:off x="1673351" y="5362956"/>
              <a:ext cx="367030" cy="0"/>
            </a:xfrm>
            <a:custGeom>
              <a:avLst/>
              <a:gdLst/>
              <a:ahLst/>
              <a:cxnLst/>
              <a:rect l="l" t="t" r="r" b="b"/>
              <a:pathLst>
                <a:path w="367030">
                  <a:moveTo>
                    <a:pt x="366903" y="0"/>
                  </a:moveTo>
                  <a:lnTo>
                    <a:pt x="0" y="0"/>
                  </a:lnTo>
                </a:path>
              </a:pathLst>
            </a:custGeom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1" name="object 21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2031491" y="5280660"/>
              <a:ext cx="166115" cy="166115"/>
            </a:xfrm>
            <a:prstGeom prst="rect">
              <a:avLst/>
            </a:prstGeom>
          </p:spPr>
        </p:pic>
        <p:sp>
          <p:nvSpPr>
            <p:cNvPr id="22" name="object 22"/>
            <p:cNvSpPr/>
            <p:nvPr/>
          </p:nvSpPr>
          <p:spPr>
            <a:xfrm>
              <a:off x="3342894" y="4420362"/>
              <a:ext cx="264160" cy="262255"/>
            </a:xfrm>
            <a:custGeom>
              <a:avLst/>
              <a:gdLst/>
              <a:ahLst/>
              <a:cxnLst/>
              <a:rect l="l" t="t" r="r" b="b"/>
              <a:pathLst>
                <a:path w="264160" h="262254">
                  <a:moveTo>
                    <a:pt x="131825" y="0"/>
                  </a:moveTo>
                  <a:lnTo>
                    <a:pt x="80527" y="10298"/>
                  </a:lnTo>
                  <a:lnTo>
                    <a:pt x="38623" y="38385"/>
                  </a:lnTo>
                  <a:lnTo>
                    <a:pt x="10364" y="80045"/>
                  </a:lnTo>
                  <a:lnTo>
                    <a:pt x="0" y="131063"/>
                  </a:lnTo>
                  <a:lnTo>
                    <a:pt x="10364" y="182082"/>
                  </a:lnTo>
                  <a:lnTo>
                    <a:pt x="38623" y="223742"/>
                  </a:lnTo>
                  <a:lnTo>
                    <a:pt x="80527" y="251829"/>
                  </a:lnTo>
                  <a:lnTo>
                    <a:pt x="131825" y="262127"/>
                  </a:lnTo>
                  <a:lnTo>
                    <a:pt x="183124" y="251829"/>
                  </a:lnTo>
                  <a:lnTo>
                    <a:pt x="225028" y="223742"/>
                  </a:lnTo>
                  <a:lnTo>
                    <a:pt x="253287" y="182082"/>
                  </a:lnTo>
                  <a:lnTo>
                    <a:pt x="263651" y="131063"/>
                  </a:lnTo>
                  <a:lnTo>
                    <a:pt x="253287" y="80045"/>
                  </a:lnTo>
                  <a:lnTo>
                    <a:pt x="225028" y="38385"/>
                  </a:lnTo>
                  <a:lnTo>
                    <a:pt x="183124" y="10298"/>
                  </a:lnTo>
                  <a:lnTo>
                    <a:pt x="131825" y="0"/>
                  </a:lnTo>
                  <a:close/>
                </a:path>
              </a:pathLst>
            </a:custGeom>
            <a:solidFill>
              <a:srgbClr val="13299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3342894" y="4420362"/>
              <a:ext cx="264160" cy="262255"/>
            </a:xfrm>
            <a:custGeom>
              <a:avLst/>
              <a:gdLst/>
              <a:ahLst/>
              <a:cxnLst/>
              <a:rect l="l" t="t" r="r" b="b"/>
              <a:pathLst>
                <a:path w="264160" h="262254">
                  <a:moveTo>
                    <a:pt x="0" y="131063"/>
                  </a:moveTo>
                  <a:lnTo>
                    <a:pt x="10364" y="80045"/>
                  </a:lnTo>
                  <a:lnTo>
                    <a:pt x="38623" y="38385"/>
                  </a:lnTo>
                  <a:lnTo>
                    <a:pt x="80527" y="10298"/>
                  </a:lnTo>
                  <a:lnTo>
                    <a:pt x="131825" y="0"/>
                  </a:lnTo>
                  <a:lnTo>
                    <a:pt x="183124" y="10298"/>
                  </a:lnTo>
                  <a:lnTo>
                    <a:pt x="225028" y="38385"/>
                  </a:lnTo>
                  <a:lnTo>
                    <a:pt x="253287" y="80045"/>
                  </a:lnTo>
                  <a:lnTo>
                    <a:pt x="263651" y="131063"/>
                  </a:lnTo>
                  <a:lnTo>
                    <a:pt x="253287" y="182082"/>
                  </a:lnTo>
                  <a:lnTo>
                    <a:pt x="225028" y="223742"/>
                  </a:lnTo>
                  <a:lnTo>
                    <a:pt x="183124" y="251829"/>
                  </a:lnTo>
                  <a:lnTo>
                    <a:pt x="131825" y="262127"/>
                  </a:lnTo>
                  <a:lnTo>
                    <a:pt x="80527" y="251829"/>
                  </a:lnTo>
                  <a:lnTo>
                    <a:pt x="38623" y="223742"/>
                  </a:lnTo>
                  <a:lnTo>
                    <a:pt x="10364" y="182082"/>
                  </a:lnTo>
                  <a:lnTo>
                    <a:pt x="0" y="131063"/>
                  </a:lnTo>
                  <a:close/>
                </a:path>
              </a:pathLst>
            </a:custGeom>
            <a:ln w="1981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2720339" y="4428744"/>
              <a:ext cx="228600" cy="247015"/>
            </a:xfrm>
            <a:custGeom>
              <a:avLst/>
              <a:gdLst/>
              <a:ahLst/>
              <a:cxnLst/>
              <a:rect l="l" t="t" r="r" b="b"/>
              <a:pathLst>
                <a:path w="228600" h="247014">
                  <a:moveTo>
                    <a:pt x="228600" y="0"/>
                  </a:moveTo>
                  <a:lnTo>
                    <a:pt x="0" y="0"/>
                  </a:lnTo>
                  <a:lnTo>
                    <a:pt x="0" y="246887"/>
                  </a:lnTo>
                  <a:lnTo>
                    <a:pt x="228600" y="246887"/>
                  </a:lnTo>
                  <a:lnTo>
                    <a:pt x="22860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5" name="object 25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2721863" y="4530852"/>
              <a:ext cx="217169" cy="142494"/>
            </a:xfrm>
            <a:prstGeom prst="rect">
              <a:avLst/>
            </a:prstGeom>
          </p:spPr>
        </p:pic>
        <p:sp>
          <p:nvSpPr>
            <p:cNvPr id="26" name="object 26"/>
            <p:cNvSpPr/>
            <p:nvPr/>
          </p:nvSpPr>
          <p:spPr>
            <a:xfrm>
              <a:off x="2720339" y="4742688"/>
              <a:ext cx="228600" cy="247015"/>
            </a:xfrm>
            <a:custGeom>
              <a:avLst/>
              <a:gdLst/>
              <a:ahLst/>
              <a:cxnLst/>
              <a:rect l="l" t="t" r="r" b="b"/>
              <a:pathLst>
                <a:path w="228600" h="247014">
                  <a:moveTo>
                    <a:pt x="228600" y="0"/>
                  </a:moveTo>
                  <a:lnTo>
                    <a:pt x="0" y="0"/>
                  </a:lnTo>
                  <a:lnTo>
                    <a:pt x="0" y="246887"/>
                  </a:lnTo>
                  <a:lnTo>
                    <a:pt x="228600" y="246887"/>
                  </a:lnTo>
                  <a:lnTo>
                    <a:pt x="22860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7" name="object 27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2721863" y="4844796"/>
              <a:ext cx="235457" cy="144018"/>
            </a:xfrm>
            <a:prstGeom prst="rect">
              <a:avLst/>
            </a:prstGeom>
          </p:spPr>
        </p:pic>
        <p:pic>
          <p:nvPicPr>
            <p:cNvPr id="28" name="object 28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2100198" y="4690878"/>
              <a:ext cx="23494" cy="544823"/>
            </a:xfrm>
            <a:prstGeom prst="rect">
              <a:avLst/>
            </a:prstGeom>
          </p:spPr>
        </p:pic>
        <p:sp>
          <p:nvSpPr>
            <p:cNvPr id="29" name="object 29"/>
            <p:cNvSpPr/>
            <p:nvPr/>
          </p:nvSpPr>
          <p:spPr>
            <a:xfrm>
              <a:off x="2720339" y="4233672"/>
              <a:ext cx="228600" cy="247015"/>
            </a:xfrm>
            <a:custGeom>
              <a:avLst/>
              <a:gdLst/>
              <a:ahLst/>
              <a:cxnLst/>
              <a:rect l="l" t="t" r="r" b="b"/>
              <a:pathLst>
                <a:path w="228600" h="247014">
                  <a:moveTo>
                    <a:pt x="228600" y="0"/>
                  </a:moveTo>
                  <a:lnTo>
                    <a:pt x="0" y="0"/>
                  </a:lnTo>
                  <a:lnTo>
                    <a:pt x="0" y="246887"/>
                  </a:lnTo>
                  <a:lnTo>
                    <a:pt x="228600" y="246887"/>
                  </a:lnTo>
                  <a:lnTo>
                    <a:pt x="22860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0" name="object 30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2721863" y="4337304"/>
              <a:ext cx="215645" cy="142494"/>
            </a:xfrm>
            <a:prstGeom prst="rect">
              <a:avLst/>
            </a:prstGeom>
          </p:spPr>
        </p:pic>
        <p:sp>
          <p:nvSpPr>
            <p:cNvPr id="31" name="object 31"/>
            <p:cNvSpPr/>
            <p:nvPr/>
          </p:nvSpPr>
          <p:spPr>
            <a:xfrm>
              <a:off x="2720339" y="4062984"/>
              <a:ext cx="228600" cy="245745"/>
            </a:xfrm>
            <a:custGeom>
              <a:avLst/>
              <a:gdLst/>
              <a:ahLst/>
              <a:cxnLst/>
              <a:rect l="l" t="t" r="r" b="b"/>
              <a:pathLst>
                <a:path w="228600" h="245745">
                  <a:moveTo>
                    <a:pt x="228600" y="0"/>
                  </a:moveTo>
                  <a:lnTo>
                    <a:pt x="0" y="0"/>
                  </a:lnTo>
                  <a:lnTo>
                    <a:pt x="0" y="245363"/>
                  </a:lnTo>
                  <a:lnTo>
                    <a:pt x="228600" y="245363"/>
                  </a:lnTo>
                  <a:lnTo>
                    <a:pt x="22860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2" name="object 32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2721863" y="4165092"/>
              <a:ext cx="220218" cy="144018"/>
            </a:xfrm>
            <a:prstGeom prst="rect">
              <a:avLst/>
            </a:prstGeom>
          </p:spPr>
        </p:pic>
      </p:grpSp>
      <p:pic>
        <p:nvPicPr>
          <p:cNvPr id="33" name="object 33"/>
          <p:cNvPicPr/>
          <p:nvPr/>
        </p:nvPicPr>
        <p:blipFill>
          <a:blip r:embed="rId18" cstate="print"/>
          <a:stretch>
            <a:fillRect/>
          </a:stretch>
        </p:blipFill>
        <p:spPr>
          <a:xfrm>
            <a:off x="1025682" y="3755231"/>
            <a:ext cx="561563" cy="182022"/>
          </a:xfrm>
          <a:prstGeom prst="rect">
            <a:avLst/>
          </a:prstGeom>
        </p:spPr>
      </p:pic>
      <p:pic>
        <p:nvPicPr>
          <p:cNvPr id="34" name="object 34"/>
          <p:cNvPicPr/>
          <p:nvPr/>
        </p:nvPicPr>
        <p:blipFill>
          <a:blip r:embed="rId19" cstate="print"/>
          <a:stretch>
            <a:fillRect/>
          </a:stretch>
        </p:blipFill>
        <p:spPr>
          <a:xfrm>
            <a:off x="1409719" y="4139307"/>
            <a:ext cx="174478" cy="140847"/>
          </a:xfrm>
          <a:prstGeom prst="rect">
            <a:avLst/>
          </a:prstGeom>
        </p:spPr>
      </p:pic>
      <p:pic>
        <p:nvPicPr>
          <p:cNvPr id="35" name="object 35"/>
          <p:cNvPicPr/>
          <p:nvPr/>
        </p:nvPicPr>
        <p:blipFill>
          <a:blip r:embed="rId20" cstate="print"/>
          <a:stretch>
            <a:fillRect/>
          </a:stretch>
        </p:blipFill>
        <p:spPr>
          <a:xfrm>
            <a:off x="1405225" y="4530925"/>
            <a:ext cx="177448" cy="139372"/>
          </a:xfrm>
          <a:prstGeom prst="rect">
            <a:avLst/>
          </a:prstGeom>
        </p:spPr>
      </p:pic>
      <p:pic>
        <p:nvPicPr>
          <p:cNvPr id="36" name="object 36"/>
          <p:cNvPicPr/>
          <p:nvPr/>
        </p:nvPicPr>
        <p:blipFill>
          <a:blip r:embed="rId21" cstate="print"/>
          <a:stretch>
            <a:fillRect/>
          </a:stretch>
        </p:blipFill>
        <p:spPr>
          <a:xfrm>
            <a:off x="1403657" y="5344790"/>
            <a:ext cx="194256" cy="140847"/>
          </a:xfrm>
          <a:prstGeom prst="rect">
            <a:avLst/>
          </a:prstGeom>
        </p:spPr>
      </p:pic>
      <p:pic>
        <p:nvPicPr>
          <p:cNvPr id="37" name="object 37"/>
          <p:cNvPicPr/>
          <p:nvPr/>
        </p:nvPicPr>
        <p:blipFill>
          <a:blip r:embed="rId22" cstate="print"/>
          <a:stretch>
            <a:fillRect/>
          </a:stretch>
        </p:blipFill>
        <p:spPr>
          <a:xfrm>
            <a:off x="4034119" y="4530974"/>
            <a:ext cx="111922" cy="140847"/>
          </a:xfrm>
          <a:prstGeom prst="rect">
            <a:avLst/>
          </a:prstGeom>
        </p:spPr>
      </p:pic>
      <p:pic>
        <p:nvPicPr>
          <p:cNvPr id="38" name="object 38"/>
          <p:cNvPicPr/>
          <p:nvPr/>
        </p:nvPicPr>
        <p:blipFill>
          <a:blip r:embed="rId23" cstate="print"/>
          <a:stretch>
            <a:fillRect/>
          </a:stretch>
        </p:blipFill>
        <p:spPr>
          <a:xfrm>
            <a:off x="5236464" y="5583935"/>
            <a:ext cx="2897886" cy="148590"/>
          </a:xfrm>
          <a:prstGeom prst="rect">
            <a:avLst/>
          </a:prstGeom>
        </p:spPr>
      </p:pic>
      <p:grpSp>
        <p:nvGrpSpPr>
          <p:cNvPr id="39" name="object 39"/>
          <p:cNvGrpSpPr/>
          <p:nvPr/>
        </p:nvGrpSpPr>
        <p:grpSpPr>
          <a:xfrm>
            <a:off x="6042659" y="3532632"/>
            <a:ext cx="1368425" cy="1784985"/>
            <a:chOff x="6042659" y="3532632"/>
            <a:chExt cx="1368425" cy="1784985"/>
          </a:xfrm>
        </p:grpSpPr>
        <p:sp>
          <p:nvSpPr>
            <p:cNvPr id="40" name="object 40"/>
            <p:cNvSpPr/>
            <p:nvPr/>
          </p:nvSpPr>
          <p:spPr>
            <a:xfrm>
              <a:off x="6042660" y="3697223"/>
              <a:ext cx="1368425" cy="1620520"/>
            </a:xfrm>
            <a:custGeom>
              <a:avLst/>
              <a:gdLst/>
              <a:ahLst/>
              <a:cxnLst/>
              <a:rect l="l" t="t" r="r" b="b"/>
              <a:pathLst>
                <a:path w="1368425" h="1620520">
                  <a:moveTo>
                    <a:pt x="1368171" y="864108"/>
                  </a:moveTo>
                  <a:lnTo>
                    <a:pt x="1355471" y="857758"/>
                  </a:lnTo>
                  <a:lnTo>
                    <a:pt x="1291971" y="826008"/>
                  </a:lnTo>
                  <a:lnTo>
                    <a:pt x="1291971" y="857758"/>
                  </a:lnTo>
                  <a:lnTo>
                    <a:pt x="654050" y="857758"/>
                  </a:lnTo>
                  <a:lnTo>
                    <a:pt x="654050" y="76200"/>
                  </a:lnTo>
                  <a:lnTo>
                    <a:pt x="685800" y="76200"/>
                  </a:lnTo>
                  <a:lnTo>
                    <a:pt x="679450" y="63500"/>
                  </a:lnTo>
                  <a:lnTo>
                    <a:pt x="647700" y="0"/>
                  </a:lnTo>
                  <a:lnTo>
                    <a:pt x="609587" y="76200"/>
                  </a:lnTo>
                  <a:lnTo>
                    <a:pt x="641350" y="76200"/>
                  </a:lnTo>
                  <a:lnTo>
                    <a:pt x="641350" y="857758"/>
                  </a:lnTo>
                  <a:lnTo>
                    <a:pt x="0" y="857758"/>
                  </a:lnTo>
                  <a:lnTo>
                    <a:pt x="0" y="870458"/>
                  </a:lnTo>
                  <a:lnTo>
                    <a:pt x="641350" y="870458"/>
                  </a:lnTo>
                  <a:lnTo>
                    <a:pt x="641350" y="1620139"/>
                  </a:lnTo>
                  <a:lnTo>
                    <a:pt x="654050" y="1620139"/>
                  </a:lnTo>
                  <a:lnTo>
                    <a:pt x="654050" y="870458"/>
                  </a:lnTo>
                  <a:lnTo>
                    <a:pt x="1291971" y="870458"/>
                  </a:lnTo>
                  <a:lnTo>
                    <a:pt x="1291971" y="902208"/>
                  </a:lnTo>
                  <a:lnTo>
                    <a:pt x="1355471" y="870458"/>
                  </a:lnTo>
                  <a:lnTo>
                    <a:pt x="1368171" y="86410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6151625" y="4057650"/>
              <a:ext cx="1079500" cy="972185"/>
            </a:xfrm>
            <a:custGeom>
              <a:avLst/>
              <a:gdLst/>
              <a:ahLst/>
              <a:cxnLst/>
              <a:rect l="l" t="t" r="r" b="b"/>
              <a:pathLst>
                <a:path w="1079500" h="972185">
                  <a:moveTo>
                    <a:pt x="539496" y="972057"/>
                  </a:moveTo>
                  <a:lnTo>
                    <a:pt x="539496" y="0"/>
                  </a:lnTo>
                </a:path>
                <a:path w="1079500" h="972185">
                  <a:moveTo>
                    <a:pt x="540003" y="963168"/>
                  </a:moveTo>
                  <a:lnTo>
                    <a:pt x="0" y="963168"/>
                  </a:lnTo>
                </a:path>
                <a:path w="1079500" h="972185">
                  <a:moveTo>
                    <a:pt x="1079500" y="10668"/>
                  </a:moveTo>
                  <a:lnTo>
                    <a:pt x="539496" y="10668"/>
                  </a:lnTo>
                </a:path>
              </a:pathLst>
            </a:custGeom>
            <a:ln w="289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2" name="object 42"/>
            <p:cNvPicPr/>
            <p:nvPr/>
          </p:nvPicPr>
          <p:blipFill>
            <a:blip r:embed="rId24" cstate="print"/>
            <a:stretch>
              <a:fillRect/>
            </a:stretch>
          </p:blipFill>
          <p:spPr>
            <a:xfrm>
              <a:off x="6510680" y="3995954"/>
              <a:ext cx="18897" cy="128751"/>
            </a:xfrm>
            <a:prstGeom prst="rect">
              <a:avLst/>
            </a:prstGeom>
          </p:spPr>
        </p:pic>
        <p:pic>
          <p:nvPicPr>
            <p:cNvPr id="43" name="object 43"/>
            <p:cNvPicPr/>
            <p:nvPr/>
          </p:nvPicPr>
          <p:blipFill>
            <a:blip r:embed="rId25" cstate="print"/>
            <a:stretch>
              <a:fillRect/>
            </a:stretch>
          </p:blipFill>
          <p:spPr>
            <a:xfrm>
              <a:off x="6813956" y="4956184"/>
              <a:ext cx="66141" cy="127117"/>
            </a:xfrm>
            <a:prstGeom prst="rect">
              <a:avLst/>
            </a:prstGeom>
          </p:spPr>
        </p:pic>
        <p:pic>
          <p:nvPicPr>
            <p:cNvPr id="44" name="object 44"/>
            <p:cNvPicPr/>
            <p:nvPr/>
          </p:nvPicPr>
          <p:blipFill>
            <a:blip r:embed="rId26" cstate="print"/>
            <a:stretch>
              <a:fillRect/>
            </a:stretch>
          </p:blipFill>
          <p:spPr>
            <a:xfrm>
              <a:off x="6406895" y="3532632"/>
              <a:ext cx="544829" cy="168402"/>
            </a:xfrm>
            <a:prstGeom prst="rect">
              <a:avLst/>
            </a:prstGeom>
          </p:spPr>
        </p:pic>
      </p:grpSp>
      <p:pic>
        <p:nvPicPr>
          <p:cNvPr id="45" name="object 45"/>
          <p:cNvPicPr/>
          <p:nvPr/>
        </p:nvPicPr>
        <p:blipFill>
          <a:blip r:embed="rId27" cstate="print"/>
          <a:stretch>
            <a:fillRect/>
          </a:stretch>
        </p:blipFill>
        <p:spPr>
          <a:xfrm>
            <a:off x="7525712" y="4514117"/>
            <a:ext cx="85905" cy="115032"/>
          </a:xfrm>
          <a:prstGeom prst="rect">
            <a:avLst/>
          </a:prstGeom>
        </p:spPr>
      </p:pic>
      <p:sp>
        <p:nvSpPr>
          <p:cNvPr id="46" name="object 46"/>
          <p:cNvSpPr txBox="1"/>
          <p:nvPr/>
        </p:nvSpPr>
        <p:spPr>
          <a:xfrm>
            <a:off x="3998467" y="5910783"/>
            <a:ext cx="1688464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spc="-295" dirty="0">
                <a:latin typeface="Tahoma"/>
                <a:cs typeface="Tahoma"/>
              </a:rPr>
              <a:t>Mechanism</a:t>
            </a:r>
            <a:r>
              <a:rPr sz="1400" b="1" spc="-155" dirty="0">
                <a:latin typeface="Tahoma"/>
                <a:cs typeface="Tahoma"/>
              </a:rPr>
              <a:t> </a:t>
            </a:r>
            <a:r>
              <a:rPr sz="1400" b="1" spc="-245" dirty="0">
                <a:latin typeface="Tahoma"/>
                <a:cs typeface="Tahoma"/>
              </a:rPr>
              <a:t>of</a:t>
            </a:r>
            <a:r>
              <a:rPr sz="1400" b="1" spc="-125" dirty="0">
                <a:latin typeface="Tahoma"/>
                <a:cs typeface="Tahoma"/>
              </a:rPr>
              <a:t> </a:t>
            </a:r>
            <a:r>
              <a:rPr sz="1400" b="1" spc="-285" dirty="0">
                <a:latin typeface="Tahoma"/>
                <a:cs typeface="Tahoma"/>
              </a:rPr>
              <a:t>a</a:t>
            </a:r>
            <a:r>
              <a:rPr sz="1400" b="1" spc="-125" dirty="0">
                <a:latin typeface="Tahoma"/>
                <a:cs typeface="Tahoma"/>
              </a:rPr>
              <a:t> </a:t>
            </a:r>
            <a:r>
              <a:rPr sz="1400" b="1" spc="-220" dirty="0">
                <a:latin typeface="Tahoma"/>
                <a:cs typeface="Tahoma"/>
              </a:rPr>
              <a:t>perceptron</a:t>
            </a:r>
            <a:endParaRPr sz="14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902951" cy="2997319"/>
          </a:xfrm>
          <a:prstGeom prst="rect">
            <a:avLst/>
          </a:prstGeom>
        </p:spPr>
      </p:pic>
      <p:sp>
        <p:nvSpPr>
          <p:cNvPr id="3" name="object 3"/>
          <p:cNvSpPr/>
          <p:nvPr/>
        </p:nvSpPr>
        <p:spPr>
          <a:xfrm>
            <a:off x="449580" y="6425184"/>
            <a:ext cx="9001125" cy="0"/>
          </a:xfrm>
          <a:custGeom>
            <a:avLst/>
            <a:gdLst/>
            <a:ahLst/>
            <a:cxnLst/>
            <a:rect l="l" t="t" r="r" b="b"/>
            <a:pathLst>
              <a:path w="9001125">
                <a:moveTo>
                  <a:pt x="0" y="0"/>
                </a:moveTo>
                <a:lnTo>
                  <a:pt x="9000744" y="0"/>
                </a:lnTo>
              </a:path>
            </a:pathLst>
          </a:custGeom>
          <a:ln w="6096">
            <a:solidFill>
              <a:srgbClr val="BEBEB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357397" y="6524434"/>
            <a:ext cx="87590" cy="90487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54151" y="6527292"/>
            <a:ext cx="1794510" cy="142494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6862571" y="6521195"/>
            <a:ext cx="2327910" cy="118110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944880" y="3083039"/>
            <a:ext cx="4458470" cy="316242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929639" y="2670048"/>
            <a:ext cx="700278" cy="195834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986027" y="3663696"/>
            <a:ext cx="4947666" cy="2344674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366624" y="6524434"/>
            <a:ext cx="84461" cy="90487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54151" y="6527292"/>
            <a:ext cx="1794510" cy="142494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862571" y="6521195"/>
            <a:ext cx="2327910" cy="118110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1.2.</a:t>
            </a:r>
            <a:r>
              <a:rPr spc="-20" dirty="0"/>
              <a:t> </a:t>
            </a:r>
            <a:r>
              <a:rPr dirty="0"/>
              <a:t>Understanding</a:t>
            </a:r>
            <a:r>
              <a:rPr spc="-10" dirty="0"/>
              <a:t> </a:t>
            </a:r>
            <a:r>
              <a:rPr dirty="0"/>
              <a:t>Multilayer</a:t>
            </a:r>
            <a:r>
              <a:rPr spc="-30" dirty="0"/>
              <a:t> </a:t>
            </a:r>
            <a:r>
              <a:rPr dirty="0"/>
              <a:t>Perceptron with</a:t>
            </a:r>
            <a:r>
              <a:rPr spc="-5" dirty="0"/>
              <a:t> </a:t>
            </a:r>
            <a:r>
              <a:rPr spc="-10" dirty="0"/>
              <a:t>Excel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8671941" y="463677"/>
            <a:ext cx="80962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dirty="0">
                <a:solidFill>
                  <a:srgbClr val="D9D9D9"/>
                </a:solidFill>
                <a:latin typeface="Ebrima"/>
                <a:cs typeface="Ebrima"/>
              </a:rPr>
              <a:t>UNIT</a:t>
            </a:r>
            <a:r>
              <a:rPr sz="1600" spc="400" dirty="0">
                <a:solidFill>
                  <a:srgbClr val="D9D9D9"/>
                </a:solidFill>
                <a:latin typeface="Ebrima"/>
                <a:cs typeface="Ebrima"/>
              </a:rPr>
              <a:t> </a:t>
            </a:r>
            <a:r>
              <a:rPr sz="1600" spc="-35" dirty="0">
                <a:solidFill>
                  <a:srgbClr val="D9D9D9"/>
                </a:solidFill>
                <a:latin typeface="Ebrima"/>
                <a:cs typeface="Ebrima"/>
              </a:rPr>
              <a:t>01</a:t>
            </a:r>
            <a:endParaRPr sz="1600">
              <a:latin typeface="Ebrima"/>
              <a:cs typeface="Ebrima"/>
            </a:endParaRPr>
          </a:p>
        </p:txBody>
      </p:sp>
      <p:pic>
        <p:nvPicPr>
          <p:cNvPr id="7" name="object 7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710183" y="2310358"/>
            <a:ext cx="3949446" cy="409219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470916" y="1443177"/>
            <a:ext cx="5918454" cy="302564"/>
          </a:xfrm>
          <a:prstGeom prst="rect">
            <a:avLst/>
          </a:prstGeom>
        </p:spPr>
      </p:pic>
      <p:sp>
        <p:nvSpPr>
          <p:cNvPr id="9" name="object 9"/>
          <p:cNvSpPr/>
          <p:nvPr/>
        </p:nvSpPr>
        <p:spPr>
          <a:xfrm>
            <a:off x="559308" y="1914144"/>
            <a:ext cx="36830" cy="180340"/>
          </a:xfrm>
          <a:custGeom>
            <a:avLst/>
            <a:gdLst/>
            <a:ahLst/>
            <a:cxnLst/>
            <a:rect l="l" t="t" r="r" b="b"/>
            <a:pathLst>
              <a:path w="36829" h="180339">
                <a:moveTo>
                  <a:pt x="36576" y="0"/>
                </a:moveTo>
                <a:lnTo>
                  <a:pt x="0" y="0"/>
                </a:lnTo>
                <a:lnTo>
                  <a:pt x="0" y="179832"/>
                </a:lnTo>
                <a:lnTo>
                  <a:pt x="36576" y="179832"/>
                </a:lnTo>
                <a:lnTo>
                  <a:pt x="36576" y="0"/>
                </a:lnTo>
                <a:close/>
              </a:path>
            </a:pathLst>
          </a:custGeom>
          <a:solidFill>
            <a:srgbClr val="183DAF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0" name="object 10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719327" y="1937004"/>
            <a:ext cx="2538222" cy="176022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782456" y="3547378"/>
            <a:ext cx="8479188" cy="1635208"/>
          </a:xfrm>
          <a:prstGeom prst="rect">
            <a:avLst/>
          </a:prstGeom>
        </p:spPr>
      </p:pic>
      <p:sp>
        <p:nvSpPr>
          <p:cNvPr id="12" name="object 12"/>
          <p:cNvSpPr txBox="1"/>
          <p:nvPr/>
        </p:nvSpPr>
        <p:spPr>
          <a:xfrm>
            <a:off x="791057" y="5281421"/>
            <a:ext cx="1165225" cy="2235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300" spc="-160" dirty="0">
                <a:latin typeface="Trebuchet MS"/>
                <a:cs typeface="Trebuchet MS"/>
              </a:rPr>
              <a:t>(a)</a:t>
            </a:r>
            <a:r>
              <a:rPr sz="1300" spc="-125" dirty="0">
                <a:latin typeface="Trebuchet MS"/>
                <a:cs typeface="Trebuchet MS"/>
              </a:rPr>
              <a:t> </a:t>
            </a:r>
            <a:r>
              <a:rPr sz="1300" spc="-190" dirty="0">
                <a:latin typeface="Trebuchet MS"/>
                <a:cs typeface="Trebuchet MS"/>
              </a:rPr>
              <a:t>Linearly</a:t>
            </a:r>
            <a:r>
              <a:rPr sz="1300" spc="-110" dirty="0">
                <a:latin typeface="Trebuchet MS"/>
                <a:cs typeface="Trebuchet MS"/>
              </a:rPr>
              <a:t> </a:t>
            </a:r>
            <a:r>
              <a:rPr sz="1300" spc="-170" dirty="0">
                <a:latin typeface="Trebuchet MS"/>
                <a:cs typeface="Trebuchet MS"/>
              </a:rPr>
              <a:t>separable</a:t>
            </a:r>
            <a:endParaRPr sz="1300">
              <a:latin typeface="Trebuchet MS"/>
              <a:cs typeface="Trebuchet MS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4814696" y="5281421"/>
            <a:ext cx="1257935" cy="2235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300" spc="-185" dirty="0">
                <a:latin typeface="Trebuchet MS"/>
                <a:cs typeface="Trebuchet MS"/>
              </a:rPr>
              <a:t>(b)</a:t>
            </a:r>
            <a:r>
              <a:rPr sz="1300" spc="-110" dirty="0">
                <a:latin typeface="Trebuchet MS"/>
                <a:cs typeface="Trebuchet MS"/>
              </a:rPr>
              <a:t> </a:t>
            </a:r>
            <a:r>
              <a:rPr sz="1300" spc="-190" dirty="0">
                <a:latin typeface="Trebuchet MS"/>
                <a:cs typeface="Trebuchet MS"/>
              </a:rPr>
              <a:t>Linearly</a:t>
            </a:r>
            <a:r>
              <a:rPr sz="1300" spc="-95" dirty="0">
                <a:latin typeface="Trebuchet MS"/>
                <a:cs typeface="Trebuchet MS"/>
              </a:rPr>
              <a:t> </a:t>
            </a:r>
            <a:r>
              <a:rPr sz="1300" spc="-175" dirty="0">
                <a:latin typeface="Trebuchet MS"/>
                <a:cs typeface="Trebuchet MS"/>
              </a:rPr>
              <a:t>inseparable</a:t>
            </a:r>
            <a:endParaRPr sz="1300">
              <a:latin typeface="Trebuchet MS"/>
              <a:cs typeface="Trebuchet MS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306067" y="3604259"/>
            <a:ext cx="402590" cy="292735"/>
          </a:xfrm>
          <a:prstGeom prst="rect">
            <a:avLst/>
          </a:prstGeom>
          <a:solidFill>
            <a:srgbClr val="FFFFFF"/>
          </a:solidFill>
        </p:spPr>
        <p:txBody>
          <a:bodyPr vert="horz" wrap="square" lIns="0" tIns="46355" rIns="0" bIns="0" rtlCol="0">
            <a:spAutoFit/>
          </a:bodyPr>
          <a:lstStyle/>
          <a:p>
            <a:pPr marL="91440">
              <a:lnSpc>
                <a:spcPct val="100000"/>
              </a:lnSpc>
              <a:spcBef>
                <a:spcPts val="365"/>
              </a:spcBef>
            </a:pPr>
            <a:r>
              <a:rPr sz="1300" b="1" spc="-405" dirty="0">
                <a:latin typeface="Tahoma"/>
                <a:cs typeface="Tahoma"/>
              </a:rPr>
              <a:t>OR</a:t>
            </a:r>
            <a:endParaRPr sz="1300">
              <a:latin typeface="Tahoma"/>
              <a:cs typeface="Tahoma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5190744" y="3604259"/>
            <a:ext cx="502920" cy="292735"/>
          </a:xfrm>
          <a:prstGeom prst="rect">
            <a:avLst/>
          </a:prstGeom>
          <a:solidFill>
            <a:srgbClr val="FFFFFF"/>
          </a:solidFill>
        </p:spPr>
        <p:txBody>
          <a:bodyPr vert="horz" wrap="square" lIns="0" tIns="46355" rIns="0" bIns="0" rtlCol="0">
            <a:spAutoFit/>
          </a:bodyPr>
          <a:lstStyle/>
          <a:p>
            <a:pPr marL="92075">
              <a:lnSpc>
                <a:spcPct val="100000"/>
              </a:lnSpc>
              <a:spcBef>
                <a:spcPts val="365"/>
              </a:spcBef>
            </a:pPr>
            <a:r>
              <a:rPr sz="1300" b="1" spc="-395" dirty="0">
                <a:latin typeface="Tahoma"/>
                <a:cs typeface="Tahoma"/>
              </a:rPr>
              <a:t>XOR</a:t>
            </a:r>
            <a:endParaRPr sz="1300">
              <a:latin typeface="Tahoma"/>
              <a:cs typeface="Tahoma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591312" y="2997707"/>
            <a:ext cx="8829040" cy="2672080"/>
            <a:chOff x="591312" y="2997707"/>
            <a:chExt cx="8829040" cy="2672080"/>
          </a:xfrm>
        </p:grpSpPr>
        <p:sp>
          <p:nvSpPr>
            <p:cNvPr id="17" name="object 17"/>
            <p:cNvSpPr/>
            <p:nvPr/>
          </p:nvSpPr>
          <p:spPr>
            <a:xfrm>
              <a:off x="595884" y="3142487"/>
              <a:ext cx="8819515" cy="2522220"/>
            </a:xfrm>
            <a:custGeom>
              <a:avLst/>
              <a:gdLst/>
              <a:ahLst/>
              <a:cxnLst/>
              <a:rect l="l" t="t" r="r" b="b"/>
              <a:pathLst>
                <a:path w="8819515" h="2522220">
                  <a:moveTo>
                    <a:pt x="0" y="2522220"/>
                  </a:moveTo>
                  <a:lnTo>
                    <a:pt x="8819388" y="2522220"/>
                  </a:lnTo>
                  <a:lnTo>
                    <a:pt x="8819388" y="0"/>
                  </a:lnTo>
                  <a:lnTo>
                    <a:pt x="0" y="0"/>
                  </a:lnTo>
                  <a:lnTo>
                    <a:pt x="0" y="2522220"/>
                  </a:lnTo>
                  <a:close/>
                </a:path>
              </a:pathLst>
            </a:custGeom>
            <a:ln w="9144">
              <a:solidFill>
                <a:srgbClr val="D9D9D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2763012" y="2997707"/>
              <a:ext cx="4380230" cy="306705"/>
            </a:xfrm>
            <a:custGeom>
              <a:avLst/>
              <a:gdLst/>
              <a:ahLst/>
              <a:cxnLst/>
              <a:rect l="l" t="t" r="r" b="b"/>
              <a:pathLst>
                <a:path w="4380230" h="306704">
                  <a:moveTo>
                    <a:pt x="4379976" y="0"/>
                  </a:moveTo>
                  <a:lnTo>
                    <a:pt x="0" y="0"/>
                  </a:lnTo>
                  <a:lnTo>
                    <a:pt x="0" y="306324"/>
                  </a:lnTo>
                  <a:lnTo>
                    <a:pt x="4379976" y="306324"/>
                  </a:lnTo>
                  <a:lnTo>
                    <a:pt x="4379976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9" name="object 19"/>
          <p:cNvSpPr txBox="1"/>
          <p:nvPr/>
        </p:nvSpPr>
        <p:spPr>
          <a:xfrm>
            <a:off x="3308730" y="3029204"/>
            <a:ext cx="3284854" cy="444352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b="1" dirty="0">
                <a:latin typeface="Tahoma"/>
                <a:cs typeface="Tahoma"/>
              </a:rPr>
              <a:t>Linearly separable case and linearly inseparable case</a:t>
            </a:r>
            <a:endParaRPr sz="1400" dirty="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357397" y="6524434"/>
            <a:ext cx="87590" cy="90487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54151" y="6527292"/>
            <a:ext cx="1794510" cy="142494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862571" y="6521195"/>
            <a:ext cx="2327910" cy="118110"/>
          </a:xfrm>
          <a:prstGeom prst="rect">
            <a:avLst/>
          </a:prstGeom>
        </p:spPr>
      </p:pic>
      <p:sp>
        <p:nvSpPr>
          <p:cNvPr id="5" name="object 5"/>
          <p:cNvSpPr/>
          <p:nvPr/>
        </p:nvSpPr>
        <p:spPr>
          <a:xfrm>
            <a:off x="559308" y="1440180"/>
            <a:ext cx="36830" cy="180340"/>
          </a:xfrm>
          <a:custGeom>
            <a:avLst/>
            <a:gdLst/>
            <a:ahLst/>
            <a:cxnLst/>
            <a:rect l="l" t="t" r="r" b="b"/>
            <a:pathLst>
              <a:path w="36829" h="180340">
                <a:moveTo>
                  <a:pt x="36576" y="0"/>
                </a:moveTo>
                <a:lnTo>
                  <a:pt x="0" y="0"/>
                </a:lnTo>
                <a:lnTo>
                  <a:pt x="0" y="179832"/>
                </a:lnTo>
                <a:lnTo>
                  <a:pt x="36576" y="179832"/>
                </a:lnTo>
                <a:lnTo>
                  <a:pt x="36576" y="0"/>
                </a:lnTo>
                <a:close/>
              </a:path>
            </a:pathLst>
          </a:custGeom>
          <a:solidFill>
            <a:srgbClr val="183DAF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6" name="object 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719327" y="1464563"/>
            <a:ext cx="1209294" cy="174498"/>
          </a:xfrm>
          <a:prstGeom prst="rect">
            <a:avLst/>
          </a:prstGeom>
        </p:spPr>
      </p:pic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1.2.</a:t>
            </a:r>
            <a:r>
              <a:rPr spc="-40" dirty="0"/>
              <a:t> </a:t>
            </a:r>
            <a:r>
              <a:rPr dirty="0"/>
              <a:t>Understanding</a:t>
            </a:r>
            <a:r>
              <a:rPr spc="-30" dirty="0"/>
              <a:t> </a:t>
            </a:r>
            <a:r>
              <a:rPr dirty="0"/>
              <a:t>Multilayer</a:t>
            </a:r>
            <a:r>
              <a:rPr spc="-40" dirty="0"/>
              <a:t> </a:t>
            </a:r>
            <a:r>
              <a:rPr dirty="0"/>
              <a:t>Perceptron</a:t>
            </a:r>
            <a:r>
              <a:rPr spc="-20" dirty="0"/>
              <a:t> </a:t>
            </a:r>
            <a:r>
              <a:rPr dirty="0"/>
              <a:t>with</a:t>
            </a:r>
            <a:r>
              <a:rPr spc="-25" dirty="0"/>
              <a:t> </a:t>
            </a:r>
            <a:r>
              <a:rPr spc="-10" dirty="0"/>
              <a:t>Excel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8671941" y="463677"/>
            <a:ext cx="80962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dirty="0">
                <a:solidFill>
                  <a:srgbClr val="D9D9D9"/>
                </a:solidFill>
                <a:latin typeface="Ebrima"/>
                <a:cs typeface="Ebrima"/>
              </a:rPr>
              <a:t>UNIT</a:t>
            </a:r>
            <a:r>
              <a:rPr sz="1600" spc="400" dirty="0">
                <a:solidFill>
                  <a:srgbClr val="D9D9D9"/>
                </a:solidFill>
                <a:latin typeface="Ebrima"/>
                <a:cs typeface="Ebrima"/>
              </a:rPr>
              <a:t> </a:t>
            </a:r>
            <a:r>
              <a:rPr sz="1600" spc="-35" dirty="0">
                <a:solidFill>
                  <a:srgbClr val="D9D9D9"/>
                </a:solidFill>
                <a:latin typeface="Ebrima"/>
                <a:cs typeface="Ebrima"/>
              </a:rPr>
              <a:t>01</a:t>
            </a:r>
            <a:endParaRPr sz="1600">
              <a:latin typeface="Ebrima"/>
              <a:cs typeface="Ebrim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623316" y="2348483"/>
            <a:ext cx="8845550" cy="2376170"/>
          </a:xfrm>
          <a:prstGeom prst="rect">
            <a:avLst/>
          </a:prstGeom>
          <a:solidFill>
            <a:srgbClr val="F1F1F1"/>
          </a:solidFill>
        </p:spPr>
        <p:txBody>
          <a:bodyPr vert="horz" wrap="square" lIns="0" tIns="635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50"/>
              </a:spcBef>
            </a:pPr>
            <a:endParaRPr sz="2100" dirty="0">
              <a:latin typeface="Times New Roman"/>
              <a:cs typeface="Times New Roman"/>
            </a:endParaRPr>
          </a:p>
          <a:p>
            <a:pPr marL="429259" indent="-179070">
              <a:lnSpc>
                <a:spcPct val="100000"/>
              </a:lnSpc>
              <a:buClr>
                <a:srgbClr val="13299F"/>
              </a:buClr>
              <a:buFont typeface="Arial"/>
              <a:buChar char="•"/>
              <a:tabLst>
                <a:tab pos="429259" algn="l"/>
              </a:tabLst>
            </a:pPr>
            <a:r>
              <a:rPr sz="1300" dirty="0">
                <a:latin typeface="Trebuchet MS"/>
                <a:cs typeface="Trebuchet MS"/>
              </a:rPr>
              <a:t>This was claimed by Marvin Minsky, an MIT professor who was the pioneer of the AI field, in his book &lt;Perceptrons&gt;, published in 1969.</a:t>
            </a:r>
          </a:p>
          <a:p>
            <a:pPr marL="696595" marR="603885" indent="-266700">
              <a:lnSpc>
                <a:spcPct val="150000"/>
              </a:lnSpc>
              <a:spcBef>
                <a:spcPts val="1010"/>
              </a:spcBef>
            </a:pPr>
            <a:r>
              <a:rPr sz="1300" dirty="0">
                <a:solidFill>
                  <a:srgbClr val="13299F"/>
                </a:solidFill>
                <a:latin typeface="Wingdings"/>
                <a:cs typeface="Wingdings"/>
              </a:rPr>
              <a:t></a:t>
            </a:r>
            <a:r>
              <a:rPr sz="1300" dirty="0">
                <a:solidFill>
                  <a:srgbClr val="13299F"/>
                </a:solidFill>
                <a:latin typeface="Times New Roman"/>
                <a:cs typeface="Times New Roman"/>
              </a:rPr>
              <a:t>  </a:t>
            </a:r>
            <a:r>
              <a:rPr sz="1300" dirty="0">
                <a:latin typeface="Trebuchet MS"/>
                <a:cs typeface="Trebuchet MS"/>
              </a:rPr>
              <a:t>People realized that emulating the diagram of ‘neuron </a:t>
            </a:r>
            <a:r>
              <a:rPr sz="1300" dirty="0">
                <a:latin typeface="Wingdings"/>
                <a:cs typeface="Wingdings"/>
              </a:rPr>
              <a:t></a:t>
            </a:r>
            <a:r>
              <a:rPr sz="1300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rebuchet MS"/>
                <a:cs typeface="Trebuchet MS"/>
              </a:rPr>
              <a:t>neural network </a:t>
            </a:r>
            <a:r>
              <a:rPr sz="1300" dirty="0">
                <a:latin typeface="Wingdings"/>
                <a:cs typeface="Wingdings"/>
              </a:rPr>
              <a:t></a:t>
            </a:r>
            <a:r>
              <a:rPr sz="1300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rebuchet MS"/>
                <a:cs typeface="Trebuchet MS"/>
              </a:rPr>
              <a:t>intelligence’ through the diagram of ‘perceptron </a:t>
            </a:r>
            <a:r>
              <a:rPr sz="1300" dirty="0">
                <a:latin typeface="Wingdings"/>
                <a:cs typeface="Wingdings"/>
              </a:rPr>
              <a:t></a:t>
            </a:r>
            <a:r>
              <a:rPr sz="1300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rebuchet MS"/>
                <a:cs typeface="Trebuchet MS"/>
              </a:rPr>
              <a:t>artificial neural network </a:t>
            </a:r>
            <a:r>
              <a:rPr sz="1300" dirty="0">
                <a:latin typeface="Wingdings"/>
                <a:cs typeface="Wingdings"/>
              </a:rPr>
              <a:t></a:t>
            </a:r>
            <a:r>
              <a:rPr sz="1300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rebuchet MS"/>
                <a:cs typeface="Trebuchet MS"/>
              </a:rPr>
              <a:t>artificial intelligence’ was not an easy task.</a:t>
            </a: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1500" dirty="0">
              <a:latin typeface="Trebuchet MS"/>
              <a:cs typeface="Trebuchet MS"/>
            </a:endParaRPr>
          </a:p>
          <a:p>
            <a:pPr marL="429895">
              <a:lnSpc>
                <a:spcPct val="100000"/>
              </a:lnSpc>
            </a:pPr>
            <a:r>
              <a:rPr sz="1300" dirty="0">
                <a:latin typeface="Trebuchet MS"/>
                <a:cs typeface="Trebuchet MS"/>
              </a:rPr>
              <a:t>After this publication, research on AI took a downturn.</a:t>
            </a: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1500" dirty="0">
              <a:latin typeface="Trebuchet MS"/>
              <a:cs typeface="Trebuchet MS"/>
            </a:endParaRPr>
          </a:p>
          <a:p>
            <a:pPr marL="429895">
              <a:lnSpc>
                <a:spcPct val="100000"/>
              </a:lnSpc>
              <a:spcBef>
                <a:spcPts val="5"/>
              </a:spcBef>
            </a:pPr>
            <a:r>
              <a:rPr sz="1300" dirty="0">
                <a:latin typeface="Trebuchet MS"/>
                <a:cs typeface="Trebuchet MS"/>
              </a:rPr>
              <a:t>After 10 years, this problem was solved by a ‘multilayer’ perceptron.</a:t>
            </a:r>
          </a:p>
        </p:txBody>
      </p:sp>
      <p:pic>
        <p:nvPicPr>
          <p:cNvPr id="10" name="object 10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710183" y="1793735"/>
            <a:ext cx="2477262" cy="435114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357397" y="6524434"/>
            <a:ext cx="87590" cy="90487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54151" y="6527292"/>
            <a:ext cx="1794510" cy="142494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862571" y="6521195"/>
            <a:ext cx="2327910" cy="118110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1.2.</a:t>
            </a:r>
            <a:r>
              <a:rPr spc="-40" dirty="0"/>
              <a:t> </a:t>
            </a:r>
            <a:r>
              <a:rPr dirty="0"/>
              <a:t>Understanding</a:t>
            </a:r>
            <a:r>
              <a:rPr spc="-30" dirty="0"/>
              <a:t> </a:t>
            </a:r>
            <a:r>
              <a:rPr dirty="0"/>
              <a:t>Multilayer</a:t>
            </a:r>
            <a:r>
              <a:rPr spc="-40" dirty="0"/>
              <a:t> </a:t>
            </a:r>
            <a:r>
              <a:rPr dirty="0"/>
              <a:t>Perceptron</a:t>
            </a:r>
            <a:r>
              <a:rPr spc="-20" dirty="0"/>
              <a:t> </a:t>
            </a:r>
            <a:r>
              <a:rPr dirty="0"/>
              <a:t>with</a:t>
            </a:r>
            <a:r>
              <a:rPr spc="-25" dirty="0"/>
              <a:t> </a:t>
            </a:r>
            <a:r>
              <a:rPr spc="-10" dirty="0"/>
              <a:t>Excel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8671941" y="463677"/>
            <a:ext cx="80962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dirty="0">
                <a:solidFill>
                  <a:srgbClr val="D9D9D9"/>
                </a:solidFill>
                <a:latin typeface="Ebrima"/>
                <a:cs typeface="Ebrima"/>
              </a:rPr>
              <a:t>UNIT</a:t>
            </a:r>
            <a:r>
              <a:rPr sz="1600" spc="400" dirty="0">
                <a:solidFill>
                  <a:srgbClr val="D9D9D9"/>
                </a:solidFill>
                <a:latin typeface="Ebrima"/>
                <a:cs typeface="Ebrima"/>
              </a:rPr>
              <a:t> </a:t>
            </a:r>
            <a:r>
              <a:rPr sz="1600" spc="-35" dirty="0">
                <a:solidFill>
                  <a:srgbClr val="D9D9D9"/>
                </a:solidFill>
                <a:latin typeface="Ebrima"/>
                <a:cs typeface="Ebrima"/>
              </a:rPr>
              <a:t>01</a:t>
            </a:r>
            <a:endParaRPr sz="1600">
              <a:latin typeface="Ebrima"/>
              <a:cs typeface="Ebrima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559308" y="1440180"/>
            <a:ext cx="36830" cy="180340"/>
          </a:xfrm>
          <a:custGeom>
            <a:avLst/>
            <a:gdLst/>
            <a:ahLst/>
            <a:cxnLst/>
            <a:rect l="l" t="t" r="r" b="b"/>
            <a:pathLst>
              <a:path w="36829" h="180340">
                <a:moveTo>
                  <a:pt x="36576" y="0"/>
                </a:moveTo>
                <a:lnTo>
                  <a:pt x="0" y="0"/>
                </a:lnTo>
                <a:lnTo>
                  <a:pt x="0" y="179832"/>
                </a:lnTo>
                <a:lnTo>
                  <a:pt x="36576" y="179832"/>
                </a:lnTo>
                <a:lnTo>
                  <a:pt x="36576" y="0"/>
                </a:lnTo>
                <a:close/>
              </a:path>
            </a:pathLst>
          </a:custGeom>
          <a:solidFill>
            <a:srgbClr val="183DAF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8" name="object 8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719327" y="1464563"/>
            <a:ext cx="1209294" cy="174498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710183" y="1793748"/>
            <a:ext cx="6159245" cy="709422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355949" y="6524434"/>
            <a:ext cx="89038" cy="90487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54151" y="6527292"/>
            <a:ext cx="1794510" cy="142494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862571" y="6521195"/>
            <a:ext cx="2327910" cy="118110"/>
          </a:xfrm>
          <a:prstGeom prst="rect">
            <a:avLst/>
          </a:prstGeom>
        </p:spPr>
      </p:pic>
      <p:sp>
        <p:nvSpPr>
          <p:cNvPr id="5" name="object 5"/>
          <p:cNvSpPr/>
          <p:nvPr/>
        </p:nvSpPr>
        <p:spPr>
          <a:xfrm>
            <a:off x="559308" y="1440180"/>
            <a:ext cx="36830" cy="180340"/>
          </a:xfrm>
          <a:custGeom>
            <a:avLst/>
            <a:gdLst/>
            <a:ahLst/>
            <a:cxnLst/>
            <a:rect l="l" t="t" r="r" b="b"/>
            <a:pathLst>
              <a:path w="36829" h="180340">
                <a:moveTo>
                  <a:pt x="36576" y="0"/>
                </a:moveTo>
                <a:lnTo>
                  <a:pt x="0" y="0"/>
                </a:lnTo>
                <a:lnTo>
                  <a:pt x="0" y="179832"/>
                </a:lnTo>
                <a:lnTo>
                  <a:pt x="36576" y="179832"/>
                </a:lnTo>
                <a:lnTo>
                  <a:pt x="36576" y="0"/>
                </a:lnTo>
                <a:close/>
              </a:path>
            </a:pathLst>
          </a:custGeom>
          <a:solidFill>
            <a:srgbClr val="183DAF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6" name="object 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719327" y="1464563"/>
            <a:ext cx="1610106" cy="174498"/>
          </a:xfrm>
          <a:prstGeom prst="rect">
            <a:avLst/>
          </a:prstGeom>
        </p:spPr>
      </p:pic>
      <p:grpSp>
        <p:nvGrpSpPr>
          <p:cNvPr id="7" name="object 7"/>
          <p:cNvGrpSpPr/>
          <p:nvPr/>
        </p:nvGrpSpPr>
        <p:grpSpPr>
          <a:xfrm>
            <a:off x="710183" y="1805939"/>
            <a:ext cx="7734300" cy="3148330"/>
            <a:chOff x="710183" y="1805939"/>
            <a:chExt cx="7734300" cy="3148330"/>
          </a:xfrm>
        </p:grpSpPr>
        <p:pic>
          <p:nvPicPr>
            <p:cNvPr id="8" name="object 8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710183" y="1805939"/>
              <a:ext cx="5612130" cy="3147822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495043" y="2564891"/>
              <a:ext cx="6949440" cy="1903475"/>
            </a:xfrm>
            <a:prstGeom prst="rect">
              <a:avLst/>
            </a:prstGeom>
          </p:spPr>
        </p:pic>
      </p:grpSp>
      <p:sp>
        <p:nvSpPr>
          <p:cNvPr id="10" name="object 10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1.2.</a:t>
            </a:r>
            <a:r>
              <a:rPr spc="-40" dirty="0"/>
              <a:t> </a:t>
            </a:r>
            <a:r>
              <a:rPr dirty="0"/>
              <a:t>Understanding</a:t>
            </a:r>
            <a:r>
              <a:rPr spc="-30" dirty="0"/>
              <a:t> </a:t>
            </a:r>
            <a:r>
              <a:rPr dirty="0"/>
              <a:t>Multilayer</a:t>
            </a:r>
            <a:r>
              <a:rPr spc="-40" dirty="0"/>
              <a:t> </a:t>
            </a:r>
            <a:r>
              <a:rPr dirty="0"/>
              <a:t>Perceptron</a:t>
            </a:r>
            <a:r>
              <a:rPr spc="-20" dirty="0"/>
              <a:t> </a:t>
            </a:r>
            <a:r>
              <a:rPr dirty="0"/>
              <a:t>with</a:t>
            </a:r>
            <a:r>
              <a:rPr spc="-25" dirty="0"/>
              <a:t> </a:t>
            </a:r>
            <a:r>
              <a:rPr spc="-10" dirty="0"/>
              <a:t>Excel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8671941" y="463677"/>
            <a:ext cx="80962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dirty="0">
                <a:solidFill>
                  <a:srgbClr val="D9D9D9"/>
                </a:solidFill>
                <a:latin typeface="Ebrima"/>
                <a:cs typeface="Ebrima"/>
              </a:rPr>
              <a:t>UNIT</a:t>
            </a:r>
            <a:r>
              <a:rPr sz="1600" spc="400" dirty="0">
                <a:solidFill>
                  <a:srgbClr val="D9D9D9"/>
                </a:solidFill>
                <a:latin typeface="Ebrima"/>
                <a:cs typeface="Ebrima"/>
              </a:rPr>
              <a:t> </a:t>
            </a:r>
            <a:r>
              <a:rPr sz="1600" spc="-35" dirty="0">
                <a:solidFill>
                  <a:srgbClr val="D9D9D9"/>
                </a:solidFill>
                <a:latin typeface="Ebrima"/>
                <a:cs typeface="Ebrima"/>
              </a:rPr>
              <a:t>01</a:t>
            </a:r>
            <a:endParaRPr sz="1600">
              <a:latin typeface="Ebrima"/>
              <a:cs typeface="Ebrima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383431" y="6524434"/>
            <a:ext cx="61558" cy="90487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54151" y="6527292"/>
            <a:ext cx="1794510" cy="142494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862571" y="6521195"/>
            <a:ext cx="2327910" cy="118110"/>
          </a:xfrm>
          <a:prstGeom prst="rect">
            <a:avLst/>
          </a:prstGeom>
        </p:spPr>
      </p:pic>
      <p:sp>
        <p:nvSpPr>
          <p:cNvPr id="5" name="object 5"/>
          <p:cNvSpPr/>
          <p:nvPr/>
        </p:nvSpPr>
        <p:spPr>
          <a:xfrm>
            <a:off x="559308" y="1440180"/>
            <a:ext cx="36830" cy="180340"/>
          </a:xfrm>
          <a:custGeom>
            <a:avLst/>
            <a:gdLst/>
            <a:ahLst/>
            <a:cxnLst/>
            <a:rect l="l" t="t" r="r" b="b"/>
            <a:pathLst>
              <a:path w="36829" h="180340">
                <a:moveTo>
                  <a:pt x="36576" y="0"/>
                </a:moveTo>
                <a:lnTo>
                  <a:pt x="0" y="0"/>
                </a:lnTo>
                <a:lnTo>
                  <a:pt x="0" y="179832"/>
                </a:lnTo>
                <a:lnTo>
                  <a:pt x="36576" y="179832"/>
                </a:lnTo>
                <a:lnTo>
                  <a:pt x="36576" y="0"/>
                </a:lnTo>
                <a:close/>
              </a:path>
            </a:pathLst>
          </a:custGeom>
          <a:solidFill>
            <a:srgbClr val="183DAF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6" name="object 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719327" y="1464563"/>
            <a:ext cx="1610106" cy="174498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710183" y="1805939"/>
            <a:ext cx="3615690" cy="709422"/>
          </a:xfrm>
          <a:prstGeom prst="rect">
            <a:avLst/>
          </a:prstGeom>
        </p:spPr>
      </p:pic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1.2.</a:t>
            </a:r>
            <a:r>
              <a:rPr spc="-40" dirty="0"/>
              <a:t> </a:t>
            </a:r>
            <a:r>
              <a:rPr dirty="0"/>
              <a:t>Understanding</a:t>
            </a:r>
            <a:r>
              <a:rPr spc="-30" dirty="0"/>
              <a:t> </a:t>
            </a:r>
            <a:r>
              <a:rPr dirty="0"/>
              <a:t>Multilayer</a:t>
            </a:r>
            <a:r>
              <a:rPr spc="-40" dirty="0"/>
              <a:t> </a:t>
            </a:r>
            <a:r>
              <a:rPr dirty="0"/>
              <a:t>Perceptron</a:t>
            </a:r>
            <a:r>
              <a:rPr spc="-20" dirty="0"/>
              <a:t> </a:t>
            </a:r>
            <a:r>
              <a:rPr dirty="0"/>
              <a:t>with</a:t>
            </a:r>
            <a:r>
              <a:rPr spc="-25" dirty="0"/>
              <a:t> </a:t>
            </a:r>
            <a:r>
              <a:rPr spc="-10" dirty="0"/>
              <a:t>Excel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8671941" y="463677"/>
            <a:ext cx="80962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dirty="0">
                <a:solidFill>
                  <a:srgbClr val="D9D9D9"/>
                </a:solidFill>
                <a:latin typeface="Ebrima"/>
                <a:cs typeface="Ebrima"/>
              </a:rPr>
              <a:t>UNIT</a:t>
            </a:r>
            <a:r>
              <a:rPr sz="1600" spc="400" dirty="0">
                <a:solidFill>
                  <a:srgbClr val="D9D9D9"/>
                </a:solidFill>
                <a:latin typeface="Ebrima"/>
                <a:cs typeface="Ebrima"/>
              </a:rPr>
              <a:t> </a:t>
            </a:r>
            <a:r>
              <a:rPr sz="1600" spc="-35" dirty="0">
                <a:solidFill>
                  <a:srgbClr val="D9D9D9"/>
                </a:solidFill>
                <a:latin typeface="Ebrima"/>
                <a:cs typeface="Ebrima"/>
              </a:rPr>
              <a:t>01</a:t>
            </a:r>
            <a:endParaRPr sz="1600">
              <a:latin typeface="Ebrima"/>
              <a:cs typeface="Ebrima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1743358" y="3116579"/>
            <a:ext cx="6198870" cy="2441575"/>
            <a:chOff x="1743358" y="3116579"/>
            <a:chExt cx="6198870" cy="2441575"/>
          </a:xfrm>
        </p:grpSpPr>
        <p:pic>
          <p:nvPicPr>
            <p:cNvPr id="11" name="object 11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743358" y="3146587"/>
              <a:ext cx="6198302" cy="2411532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1996440" y="3116579"/>
              <a:ext cx="1237615" cy="368935"/>
            </a:xfrm>
            <a:custGeom>
              <a:avLst/>
              <a:gdLst/>
              <a:ahLst/>
              <a:cxnLst/>
              <a:rect l="l" t="t" r="r" b="b"/>
              <a:pathLst>
                <a:path w="1237614" h="368935">
                  <a:moveTo>
                    <a:pt x="1237488" y="0"/>
                  </a:moveTo>
                  <a:lnTo>
                    <a:pt x="0" y="0"/>
                  </a:lnTo>
                  <a:lnTo>
                    <a:pt x="0" y="368808"/>
                  </a:lnTo>
                  <a:lnTo>
                    <a:pt x="1237488" y="368808"/>
                  </a:lnTo>
                  <a:lnTo>
                    <a:pt x="123748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/>
          <p:nvPr/>
        </p:nvSpPr>
        <p:spPr>
          <a:xfrm>
            <a:off x="2254122" y="3181350"/>
            <a:ext cx="1055243" cy="22890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b="1" dirty="0">
                <a:solidFill>
                  <a:srgbClr val="13299F"/>
                </a:solidFill>
                <a:latin typeface="Tahoma"/>
                <a:cs typeface="Tahoma"/>
              </a:rPr>
              <a:t>Perceptron</a:t>
            </a:r>
            <a:endParaRPr sz="1400" dirty="0">
              <a:latin typeface="Tahoma"/>
              <a:cs typeface="Tahoma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1566672" y="5141976"/>
            <a:ext cx="664845" cy="338455"/>
          </a:xfrm>
          <a:custGeom>
            <a:avLst/>
            <a:gdLst/>
            <a:ahLst/>
            <a:cxnLst/>
            <a:rect l="l" t="t" r="r" b="b"/>
            <a:pathLst>
              <a:path w="664844" h="338454">
                <a:moveTo>
                  <a:pt x="664464" y="0"/>
                </a:moveTo>
                <a:lnTo>
                  <a:pt x="0" y="0"/>
                </a:lnTo>
                <a:lnTo>
                  <a:pt x="0" y="338328"/>
                </a:lnTo>
                <a:lnTo>
                  <a:pt x="664464" y="338328"/>
                </a:lnTo>
                <a:lnTo>
                  <a:pt x="664464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1745107" y="5189601"/>
            <a:ext cx="584326" cy="22826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latin typeface="Trebuchet MS"/>
                <a:cs typeface="Trebuchet MS"/>
              </a:rPr>
              <a:t>Input</a:t>
            </a:r>
          </a:p>
        </p:txBody>
      </p:sp>
      <p:sp>
        <p:nvSpPr>
          <p:cNvPr id="16" name="object 16"/>
          <p:cNvSpPr txBox="1"/>
          <p:nvPr/>
        </p:nvSpPr>
        <p:spPr>
          <a:xfrm>
            <a:off x="2935223" y="4544567"/>
            <a:ext cx="746760" cy="485140"/>
          </a:xfrm>
          <a:prstGeom prst="rect">
            <a:avLst/>
          </a:prstGeom>
          <a:solidFill>
            <a:srgbClr val="FFFFFF"/>
          </a:solidFill>
        </p:spPr>
        <p:txBody>
          <a:bodyPr vert="horz" wrap="square" lIns="0" tIns="133985" rIns="0" bIns="0" rtlCol="0">
            <a:spAutoFit/>
          </a:bodyPr>
          <a:lstStyle/>
          <a:p>
            <a:pPr marL="186690">
              <a:lnSpc>
                <a:spcPct val="100000"/>
              </a:lnSpc>
              <a:spcBef>
                <a:spcPts val="1055"/>
              </a:spcBef>
            </a:pPr>
            <a:r>
              <a:rPr sz="1400" spc="-90" dirty="0">
                <a:latin typeface="Trebuchet MS"/>
                <a:cs typeface="Trebuchet MS"/>
              </a:rPr>
              <a:t>Output</a:t>
            </a:r>
            <a:endParaRPr sz="1400">
              <a:latin typeface="Trebuchet MS"/>
              <a:cs typeface="Trebuchet MS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5326379" y="3128772"/>
            <a:ext cx="2179320" cy="338455"/>
          </a:xfrm>
          <a:custGeom>
            <a:avLst/>
            <a:gdLst/>
            <a:ahLst/>
            <a:cxnLst/>
            <a:rect l="l" t="t" r="r" b="b"/>
            <a:pathLst>
              <a:path w="2179320" h="338454">
                <a:moveTo>
                  <a:pt x="2179320" y="0"/>
                </a:moveTo>
                <a:lnTo>
                  <a:pt x="0" y="0"/>
                </a:lnTo>
                <a:lnTo>
                  <a:pt x="0" y="338327"/>
                </a:lnTo>
                <a:lnTo>
                  <a:pt x="2179320" y="338327"/>
                </a:lnTo>
                <a:lnTo>
                  <a:pt x="217932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 txBox="1"/>
          <p:nvPr/>
        </p:nvSpPr>
        <p:spPr>
          <a:xfrm>
            <a:off x="5733669" y="3178556"/>
            <a:ext cx="1363980" cy="444352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b="1" dirty="0">
                <a:solidFill>
                  <a:srgbClr val="13299F"/>
                </a:solidFill>
                <a:latin typeface="Tahoma"/>
                <a:cs typeface="Tahoma"/>
              </a:rPr>
              <a:t>Multilayer Perceptron</a:t>
            </a:r>
            <a:endParaRPr sz="1400" dirty="0">
              <a:latin typeface="Tahoma"/>
              <a:cs typeface="Tahoma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5818632" y="5289803"/>
            <a:ext cx="1193800" cy="307975"/>
          </a:xfrm>
          <a:custGeom>
            <a:avLst/>
            <a:gdLst/>
            <a:ahLst/>
            <a:cxnLst/>
            <a:rect l="l" t="t" r="r" b="b"/>
            <a:pathLst>
              <a:path w="1193800" h="307975">
                <a:moveTo>
                  <a:pt x="1193291" y="0"/>
                </a:moveTo>
                <a:lnTo>
                  <a:pt x="0" y="0"/>
                </a:lnTo>
                <a:lnTo>
                  <a:pt x="0" y="307848"/>
                </a:lnTo>
                <a:lnTo>
                  <a:pt x="1193291" y="307848"/>
                </a:lnTo>
                <a:lnTo>
                  <a:pt x="1193291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 txBox="1"/>
          <p:nvPr/>
        </p:nvSpPr>
        <p:spPr>
          <a:xfrm>
            <a:off x="6054344" y="5322189"/>
            <a:ext cx="723900" cy="44371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latin typeface="Trebuchet MS"/>
                <a:cs typeface="Trebuchet MS"/>
              </a:rPr>
              <a:t>Hidden layer</a:t>
            </a:r>
          </a:p>
        </p:txBody>
      </p:sp>
      <p:sp>
        <p:nvSpPr>
          <p:cNvPr id="21" name="object 21"/>
          <p:cNvSpPr/>
          <p:nvPr/>
        </p:nvSpPr>
        <p:spPr>
          <a:xfrm>
            <a:off x="7110983" y="5288279"/>
            <a:ext cx="1188720" cy="307975"/>
          </a:xfrm>
          <a:custGeom>
            <a:avLst/>
            <a:gdLst/>
            <a:ahLst/>
            <a:cxnLst/>
            <a:rect l="l" t="t" r="r" b="b"/>
            <a:pathLst>
              <a:path w="1188720" h="307975">
                <a:moveTo>
                  <a:pt x="1188720" y="0"/>
                </a:moveTo>
                <a:lnTo>
                  <a:pt x="0" y="0"/>
                </a:lnTo>
                <a:lnTo>
                  <a:pt x="0" y="307848"/>
                </a:lnTo>
                <a:lnTo>
                  <a:pt x="1188720" y="307848"/>
                </a:lnTo>
                <a:lnTo>
                  <a:pt x="118872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 txBox="1"/>
          <p:nvPr/>
        </p:nvSpPr>
        <p:spPr>
          <a:xfrm>
            <a:off x="7346950" y="5320665"/>
            <a:ext cx="716915" cy="44371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latin typeface="Trebuchet MS"/>
                <a:cs typeface="Trebuchet MS"/>
              </a:rPr>
              <a:t>Output layer</a:t>
            </a:r>
          </a:p>
        </p:txBody>
      </p:sp>
      <p:sp>
        <p:nvSpPr>
          <p:cNvPr id="23" name="object 23"/>
          <p:cNvSpPr/>
          <p:nvPr/>
        </p:nvSpPr>
        <p:spPr>
          <a:xfrm>
            <a:off x="4582667" y="5294376"/>
            <a:ext cx="1042669" cy="307975"/>
          </a:xfrm>
          <a:custGeom>
            <a:avLst/>
            <a:gdLst/>
            <a:ahLst/>
            <a:cxnLst/>
            <a:rect l="l" t="t" r="r" b="b"/>
            <a:pathLst>
              <a:path w="1042670" h="307975">
                <a:moveTo>
                  <a:pt x="1042415" y="0"/>
                </a:moveTo>
                <a:lnTo>
                  <a:pt x="0" y="0"/>
                </a:lnTo>
                <a:lnTo>
                  <a:pt x="0" y="307848"/>
                </a:lnTo>
                <a:lnTo>
                  <a:pt x="1042415" y="307848"/>
                </a:lnTo>
                <a:lnTo>
                  <a:pt x="1042415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 txBox="1"/>
          <p:nvPr/>
        </p:nvSpPr>
        <p:spPr>
          <a:xfrm>
            <a:off x="4791202" y="5327396"/>
            <a:ext cx="626745" cy="44371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latin typeface="Trebuchet MS"/>
                <a:cs typeface="Trebuchet MS"/>
              </a:rPr>
              <a:t>Input layer</a:t>
            </a:r>
          </a:p>
        </p:txBody>
      </p:sp>
      <p:sp>
        <p:nvSpPr>
          <p:cNvPr id="25" name="object 25"/>
          <p:cNvSpPr/>
          <p:nvPr/>
        </p:nvSpPr>
        <p:spPr>
          <a:xfrm>
            <a:off x="595883" y="2932176"/>
            <a:ext cx="8819515" cy="2773680"/>
          </a:xfrm>
          <a:custGeom>
            <a:avLst/>
            <a:gdLst/>
            <a:ahLst/>
            <a:cxnLst/>
            <a:rect l="l" t="t" r="r" b="b"/>
            <a:pathLst>
              <a:path w="8819515" h="2773679">
                <a:moveTo>
                  <a:pt x="0" y="2773680"/>
                </a:moveTo>
                <a:lnTo>
                  <a:pt x="8819388" y="2773680"/>
                </a:lnTo>
                <a:lnTo>
                  <a:pt x="8819388" y="0"/>
                </a:lnTo>
                <a:lnTo>
                  <a:pt x="0" y="0"/>
                </a:lnTo>
                <a:lnTo>
                  <a:pt x="0" y="2773680"/>
                </a:lnTo>
                <a:close/>
              </a:path>
            </a:pathLst>
          </a:custGeom>
          <a:ln w="9143">
            <a:solidFill>
              <a:srgbClr val="D9D9D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 txBox="1"/>
          <p:nvPr/>
        </p:nvSpPr>
        <p:spPr>
          <a:xfrm>
            <a:off x="3717416" y="2813050"/>
            <a:ext cx="2249805" cy="444352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b="1" dirty="0">
                <a:latin typeface="Tahoma"/>
                <a:cs typeface="Tahoma"/>
              </a:rPr>
              <a:t>Perceptron to Multilayer Perceptron</a:t>
            </a:r>
            <a:endParaRPr sz="1400" dirty="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360448" y="6524434"/>
            <a:ext cx="83017" cy="90487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54151" y="6527292"/>
            <a:ext cx="1794510" cy="142494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862571" y="6521195"/>
            <a:ext cx="2327910" cy="118110"/>
          </a:xfrm>
          <a:prstGeom prst="rect">
            <a:avLst/>
          </a:prstGeom>
        </p:spPr>
      </p:pic>
      <p:sp>
        <p:nvSpPr>
          <p:cNvPr id="5" name="object 5"/>
          <p:cNvSpPr/>
          <p:nvPr/>
        </p:nvSpPr>
        <p:spPr>
          <a:xfrm>
            <a:off x="559308" y="1440180"/>
            <a:ext cx="36830" cy="180340"/>
          </a:xfrm>
          <a:custGeom>
            <a:avLst/>
            <a:gdLst/>
            <a:ahLst/>
            <a:cxnLst/>
            <a:rect l="l" t="t" r="r" b="b"/>
            <a:pathLst>
              <a:path w="36829" h="180340">
                <a:moveTo>
                  <a:pt x="36576" y="0"/>
                </a:moveTo>
                <a:lnTo>
                  <a:pt x="0" y="0"/>
                </a:lnTo>
                <a:lnTo>
                  <a:pt x="0" y="179832"/>
                </a:lnTo>
                <a:lnTo>
                  <a:pt x="36576" y="179832"/>
                </a:lnTo>
                <a:lnTo>
                  <a:pt x="36576" y="0"/>
                </a:lnTo>
                <a:close/>
              </a:path>
            </a:pathLst>
          </a:custGeom>
          <a:solidFill>
            <a:srgbClr val="183DAF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6" name="object 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719327" y="1464563"/>
            <a:ext cx="1610106" cy="174498"/>
          </a:xfrm>
          <a:prstGeom prst="rect">
            <a:avLst/>
          </a:prstGeom>
        </p:spPr>
      </p:pic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1.2.</a:t>
            </a:r>
            <a:r>
              <a:rPr spc="-40" dirty="0"/>
              <a:t> </a:t>
            </a:r>
            <a:r>
              <a:rPr dirty="0"/>
              <a:t>Understanding</a:t>
            </a:r>
            <a:r>
              <a:rPr spc="-30" dirty="0"/>
              <a:t> </a:t>
            </a:r>
            <a:r>
              <a:rPr dirty="0"/>
              <a:t>Multilayer</a:t>
            </a:r>
            <a:r>
              <a:rPr spc="-40" dirty="0"/>
              <a:t> </a:t>
            </a:r>
            <a:r>
              <a:rPr dirty="0"/>
              <a:t>Perceptron</a:t>
            </a:r>
            <a:r>
              <a:rPr spc="-20" dirty="0"/>
              <a:t> </a:t>
            </a:r>
            <a:r>
              <a:rPr dirty="0"/>
              <a:t>with</a:t>
            </a:r>
            <a:r>
              <a:rPr spc="-25" dirty="0"/>
              <a:t> </a:t>
            </a:r>
            <a:r>
              <a:rPr spc="-10" dirty="0"/>
              <a:t>Excel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8671941" y="463677"/>
            <a:ext cx="80962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dirty="0">
                <a:solidFill>
                  <a:srgbClr val="D9D9D9"/>
                </a:solidFill>
                <a:latin typeface="Ebrima"/>
                <a:cs typeface="Ebrima"/>
              </a:rPr>
              <a:t>UNIT</a:t>
            </a:r>
            <a:r>
              <a:rPr sz="1600" spc="400" dirty="0">
                <a:solidFill>
                  <a:srgbClr val="D9D9D9"/>
                </a:solidFill>
                <a:latin typeface="Ebrima"/>
                <a:cs typeface="Ebrima"/>
              </a:rPr>
              <a:t> </a:t>
            </a:r>
            <a:r>
              <a:rPr sz="1600" spc="-35" dirty="0">
                <a:solidFill>
                  <a:srgbClr val="D9D9D9"/>
                </a:solidFill>
                <a:latin typeface="Ebrima"/>
                <a:cs typeface="Ebrima"/>
              </a:rPr>
              <a:t>01</a:t>
            </a:r>
            <a:endParaRPr sz="1600">
              <a:latin typeface="Ebrima"/>
              <a:cs typeface="Ebrima"/>
            </a:endParaRPr>
          </a:p>
        </p:txBody>
      </p:sp>
      <p:pic>
        <p:nvPicPr>
          <p:cNvPr id="9" name="object 9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710183" y="1805939"/>
            <a:ext cx="8454390" cy="358901"/>
          </a:xfrm>
          <a:prstGeom prst="rect">
            <a:avLst/>
          </a:prstGeom>
        </p:spPr>
      </p:pic>
      <p:grpSp>
        <p:nvGrpSpPr>
          <p:cNvPr id="10" name="object 10"/>
          <p:cNvGrpSpPr/>
          <p:nvPr/>
        </p:nvGrpSpPr>
        <p:grpSpPr>
          <a:xfrm>
            <a:off x="1478054" y="2836164"/>
            <a:ext cx="7858125" cy="2164080"/>
            <a:chOff x="1478054" y="2836164"/>
            <a:chExt cx="7858125" cy="2164080"/>
          </a:xfrm>
        </p:grpSpPr>
        <p:pic>
          <p:nvPicPr>
            <p:cNvPr id="11" name="object 11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478054" y="2836164"/>
              <a:ext cx="7857969" cy="2164080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3812286" y="3053334"/>
              <a:ext cx="2232660" cy="1800225"/>
            </a:xfrm>
            <a:custGeom>
              <a:avLst/>
              <a:gdLst/>
              <a:ahLst/>
              <a:cxnLst/>
              <a:rect l="l" t="t" r="r" b="b"/>
              <a:pathLst>
                <a:path w="2232660" h="1800225">
                  <a:moveTo>
                    <a:pt x="2232279" y="0"/>
                  </a:moveTo>
                  <a:lnTo>
                    <a:pt x="0" y="1800224"/>
                  </a:lnTo>
                </a:path>
              </a:pathLst>
            </a:custGeom>
            <a:ln w="19812">
              <a:solidFill>
                <a:srgbClr val="6FAC4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/>
          <p:nvPr/>
        </p:nvSpPr>
        <p:spPr>
          <a:xfrm>
            <a:off x="1999614" y="5021960"/>
            <a:ext cx="328930" cy="45148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1675"/>
              </a:lnSpc>
              <a:spcBef>
                <a:spcPts val="100"/>
              </a:spcBef>
            </a:pPr>
            <a:r>
              <a:rPr sz="1400" b="1" spc="-330" dirty="0">
                <a:latin typeface="Tahoma"/>
                <a:cs typeface="Tahoma"/>
              </a:rPr>
              <a:t>Input</a:t>
            </a:r>
            <a:endParaRPr sz="1400">
              <a:latin typeface="Tahoma"/>
              <a:cs typeface="Tahoma"/>
            </a:endParaRPr>
          </a:p>
          <a:p>
            <a:pPr marL="82550">
              <a:lnSpc>
                <a:spcPts val="1675"/>
              </a:lnSpc>
            </a:pPr>
            <a:r>
              <a:rPr sz="1400" spc="-25" dirty="0">
                <a:latin typeface="Trebuchet MS"/>
                <a:cs typeface="Trebuchet MS"/>
              </a:rPr>
              <a:t>(2)</a:t>
            </a:r>
            <a:endParaRPr sz="1400">
              <a:latin typeface="Trebuchet MS"/>
              <a:cs typeface="Trebuchet MS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4785486" y="5021960"/>
            <a:ext cx="657860" cy="45148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ts val="1675"/>
              </a:lnSpc>
              <a:spcBef>
                <a:spcPts val="100"/>
              </a:spcBef>
            </a:pPr>
            <a:r>
              <a:rPr sz="1400" b="1" spc="-295" dirty="0">
                <a:latin typeface="Tahoma"/>
                <a:cs typeface="Tahoma"/>
              </a:rPr>
              <a:t>hidden</a:t>
            </a:r>
            <a:endParaRPr sz="1400">
              <a:latin typeface="Tahoma"/>
              <a:cs typeface="Tahoma"/>
            </a:endParaRPr>
          </a:p>
          <a:p>
            <a:pPr algn="ctr">
              <a:lnSpc>
                <a:spcPts val="1675"/>
              </a:lnSpc>
            </a:pPr>
            <a:r>
              <a:rPr sz="1400" spc="-180" dirty="0">
                <a:latin typeface="Trebuchet MS"/>
                <a:cs typeface="Trebuchet MS"/>
              </a:rPr>
              <a:t>(2</a:t>
            </a:r>
            <a:r>
              <a:rPr sz="1400" spc="-140" dirty="0">
                <a:latin typeface="Trebuchet MS"/>
                <a:cs typeface="Trebuchet MS"/>
              </a:rPr>
              <a:t> </a:t>
            </a:r>
            <a:r>
              <a:rPr sz="1400" spc="-170" dirty="0">
                <a:latin typeface="Trebuchet MS"/>
                <a:cs typeface="Trebuchet MS"/>
              </a:rPr>
              <a:t>sigmoid)</a:t>
            </a:r>
            <a:endParaRPr sz="1400">
              <a:latin typeface="Trebuchet MS"/>
              <a:cs typeface="Trebuchet MS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7699375" y="5021960"/>
            <a:ext cx="624840" cy="45148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16205">
              <a:lnSpc>
                <a:spcPts val="1675"/>
              </a:lnSpc>
              <a:spcBef>
                <a:spcPts val="100"/>
              </a:spcBef>
            </a:pPr>
            <a:r>
              <a:rPr sz="1400" b="1" spc="-290" dirty="0">
                <a:latin typeface="Tahoma"/>
                <a:cs typeface="Tahoma"/>
              </a:rPr>
              <a:t>output</a:t>
            </a:r>
            <a:endParaRPr sz="1400">
              <a:latin typeface="Tahoma"/>
              <a:cs typeface="Tahoma"/>
            </a:endParaRPr>
          </a:p>
          <a:p>
            <a:pPr marL="12700">
              <a:lnSpc>
                <a:spcPts val="1675"/>
              </a:lnSpc>
            </a:pPr>
            <a:r>
              <a:rPr sz="1400" spc="-305" dirty="0">
                <a:latin typeface="Trebuchet MS"/>
                <a:cs typeface="Trebuchet MS"/>
              </a:rPr>
              <a:t>(1</a:t>
            </a:r>
            <a:r>
              <a:rPr sz="1400" spc="-150" dirty="0">
                <a:latin typeface="Trebuchet MS"/>
                <a:cs typeface="Trebuchet MS"/>
              </a:rPr>
              <a:t> </a:t>
            </a:r>
            <a:r>
              <a:rPr sz="1400" spc="-185" dirty="0">
                <a:latin typeface="Trebuchet MS"/>
                <a:cs typeface="Trebuchet MS"/>
              </a:rPr>
              <a:t>sigmoid)</a:t>
            </a:r>
            <a:endParaRPr sz="1400">
              <a:latin typeface="Trebuchet MS"/>
              <a:cs typeface="Trebuchet MS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595883" y="2624327"/>
            <a:ext cx="8819515" cy="3057525"/>
          </a:xfrm>
          <a:custGeom>
            <a:avLst/>
            <a:gdLst/>
            <a:ahLst/>
            <a:cxnLst/>
            <a:rect l="l" t="t" r="r" b="b"/>
            <a:pathLst>
              <a:path w="8819515" h="3057525">
                <a:moveTo>
                  <a:pt x="0" y="3057144"/>
                </a:moveTo>
                <a:lnTo>
                  <a:pt x="8819388" y="3057144"/>
                </a:lnTo>
                <a:lnTo>
                  <a:pt x="8819388" y="0"/>
                </a:lnTo>
                <a:lnTo>
                  <a:pt x="0" y="0"/>
                </a:lnTo>
                <a:lnTo>
                  <a:pt x="0" y="3057144"/>
                </a:lnTo>
                <a:close/>
              </a:path>
            </a:pathLst>
          </a:custGeom>
          <a:ln w="9144">
            <a:solidFill>
              <a:srgbClr val="D9D9D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 txBox="1"/>
          <p:nvPr/>
        </p:nvSpPr>
        <p:spPr>
          <a:xfrm>
            <a:off x="3717416" y="2505201"/>
            <a:ext cx="2249805" cy="2393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b="1" spc="-240" dirty="0">
                <a:latin typeface="Tahoma"/>
                <a:cs typeface="Tahoma"/>
              </a:rPr>
              <a:t>Perceptron</a:t>
            </a:r>
            <a:r>
              <a:rPr sz="1400" b="1" spc="-114" dirty="0">
                <a:latin typeface="Tahoma"/>
                <a:cs typeface="Tahoma"/>
              </a:rPr>
              <a:t> </a:t>
            </a:r>
            <a:r>
              <a:rPr sz="1400" b="1" spc="-254" dirty="0">
                <a:latin typeface="Tahoma"/>
                <a:cs typeface="Tahoma"/>
              </a:rPr>
              <a:t>to</a:t>
            </a:r>
            <a:r>
              <a:rPr sz="1400" b="1" spc="-95" dirty="0">
                <a:latin typeface="Tahoma"/>
                <a:cs typeface="Tahoma"/>
              </a:rPr>
              <a:t> </a:t>
            </a:r>
            <a:r>
              <a:rPr sz="1400" b="1" spc="-245" dirty="0">
                <a:latin typeface="Tahoma"/>
                <a:cs typeface="Tahoma"/>
              </a:rPr>
              <a:t>Multilayer</a:t>
            </a:r>
            <a:r>
              <a:rPr sz="1400" b="1" spc="-80" dirty="0">
                <a:latin typeface="Tahoma"/>
                <a:cs typeface="Tahoma"/>
              </a:rPr>
              <a:t> </a:t>
            </a:r>
            <a:r>
              <a:rPr sz="1400" b="1" spc="-215" dirty="0">
                <a:latin typeface="Tahoma"/>
                <a:cs typeface="Tahoma"/>
              </a:rPr>
              <a:t>Perceptron</a:t>
            </a:r>
            <a:endParaRPr sz="14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357397" y="6524434"/>
            <a:ext cx="87590" cy="90487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54151" y="6527292"/>
            <a:ext cx="1794510" cy="142494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862571" y="6521195"/>
            <a:ext cx="2327910" cy="118110"/>
          </a:xfrm>
          <a:prstGeom prst="rect">
            <a:avLst/>
          </a:prstGeom>
        </p:spPr>
      </p:pic>
      <p:sp>
        <p:nvSpPr>
          <p:cNvPr id="5" name="object 5"/>
          <p:cNvSpPr/>
          <p:nvPr/>
        </p:nvSpPr>
        <p:spPr>
          <a:xfrm>
            <a:off x="559308" y="1440180"/>
            <a:ext cx="36830" cy="180340"/>
          </a:xfrm>
          <a:custGeom>
            <a:avLst/>
            <a:gdLst/>
            <a:ahLst/>
            <a:cxnLst/>
            <a:rect l="l" t="t" r="r" b="b"/>
            <a:pathLst>
              <a:path w="36829" h="180340">
                <a:moveTo>
                  <a:pt x="36576" y="0"/>
                </a:moveTo>
                <a:lnTo>
                  <a:pt x="0" y="0"/>
                </a:lnTo>
                <a:lnTo>
                  <a:pt x="0" y="179832"/>
                </a:lnTo>
                <a:lnTo>
                  <a:pt x="36576" y="179832"/>
                </a:lnTo>
                <a:lnTo>
                  <a:pt x="36576" y="0"/>
                </a:lnTo>
                <a:close/>
              </a:path>
            </a:pathLst>
          </a:custGeom>
          <a:solidFill>
            <a:srgbClr val="183DAF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6" name="object 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719327" y="1464563"/>
            <a:ext cx="1610106" cy="174498"/>
          </a:xfrm>
          <a:prstGeom prst="rect">
            <a:avLst/>
          </a:prstGeom>
        </p:spPr>
      </p:pic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1.2.</a:t>
            </a:r>
            <a:r>
              <a:rPr spc="-40" dirty="0"/>
              <a:t> </a:t>
            </a:r>
            <a:r>
              <a:rPr dirty="0"/>
              <a:t>Understanding</a:t>
            </a:r>
            <a:r>
              <a:rPr spc="-30" dirty="0"/>
              <a:t> </a:t>
            </a:r>
            <a:r>
              <a:rPr dirty="0"/>
              <a:t>Multilayer</a:t>
            </a:r>
            <a:r>
              <a:rPr spc="-40" dirty="0"/>
              <a:t> </a:t>
            </a:r>
            <a:r>
              <a:rPr dirty="0"/>
              <a:t>Perceptron</a:t>
            </a:r>
            <a:r>
              <a:rPr spc="-20" dirty="0"/>
              <a:t> </a:t>
            </a:r>
            <a:r>
              <a:rPr dirty="0"/>
              <a:t>with</a:t>
            </a:r>
            <a:r>
              <a:rPr spc="-25" dirty="0"/>
              <a:t> </a:t>
            </a:r>
            <a:r>
              <a:rPr spc="-10" dirty="0"/>
              <a:t>Excel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8671941" y="463677"/>
            <a:ext cx="80962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dirty="0">
                <a:solidFill>
                  <a:srgbClr val="D9D9D9"/>
                </a:solidFill>
                <a:latin typeface="Ebrima"/>
                <a:cs typeface="Ebrima"/>
              </a:rPr>
              <a:t>UNIT</a:t>
            </a:r>
            <a:r>
              <a:rPr sz="1600" spc="400" dirty="0">
                <a:solidFill>
                  <a:srgbClr val="D9D9D9"/>
                </a:solidFill>
                <a:latin typeface="Ebrima"/>
                <a:cs typeface="Ebrima"/>
              </a:rPr>
              <a:t> </a:t>
            </a:r>
            <a:r>
              <a:rPr sz="1600" spc="-35" dirty="0">
                <a:solidFill>
                  <a:srgbClr val="D9D9D9"/>
                </a:solidFill>
                <a:latin typeface="Ebrima"/>
                <a:cs typeface="Ebrima"/>
              </a:rPr>
              <a:t>01</a:t>
            </a:r>
            <a:endParaRPr sz="1600">
              <a:latin typeface="Ebrima"/>
              <a:cs typeface="Ebrima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702563" y="1807464"/>
            <a:ext cx="8641080" cy="803275"/>
            <a:chOff x="702563" y="1807464"/>
            <a:chExt cx="8641080" cy="803275"/>
          </a:xfrm>
        </p:grpSpPr>
        <p:sp>
          <p:nvSpPr>
            <p:cNvPr id="10" name="object 10"/>
            <p:cNvSpPr/>
            <p:nvPr/>
          </p:nvSpPr>
          <p:spPr>
            <a:xfrm>
              <a:off x="702563" y="1807464"/>
              <a:ext cx="8641080" cy="803275"/>
            </a:xfrm>
            <a:custGeom>
              <a:avLst/>
              <a:gdLst/>
              <a:ahLst/>
              <a:cxnLst/>
              <a:rect l="l" t="t" r="r" b="b"/>
              <a:pathLst>
                <a:path w="8641080" h="803275">
                  <a:moveTo>
                    <a:pt x="8641080" y="0"/>
                  </a:moveTo>
                  <a:lnTo>
                    <a:pt x="0" y="0"/>
                  </a:lnTo>
                  <a:lnTo>
                    <a:pt x="0" y="803148"/>
                  </a:lnTo>
                  <a:lnTo>
                    <a:pt x="8641080" y="803148"/>
                  </a:lnTo>
                  <a:lnTo>
                    <a:pt x="8641080" y="0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" name="object 11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890015" y="2004034"/>
              <a:ext cx="4142994" cy="477799"/>
            </a:xfrm>
            <a:prstGeom prst="rect">
              <a:avLst/>
            </a:prstGeom>
          </p:spPr>
        </p:pic>
      </p:grpSp>
      <p:sp>
        <p:nvSpPr>
          <p:cNvPr id="12" name="object 12"/>
          <p:cNvSpPr txBox="1"/>
          <p:nvPr/>
        </p:nvSpPr>
        <p:spPr>
          <a:xfrm>
            <a:off x="4017645" y="5434990"/>
            <a:ext cx="1786889" cy="44371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dirty="0">
                <a:latin typeface="Tahoma"/>
                <a:cs typeface="Tahoma"/>
              </a:rPr>
              <a:t>Solution for the XOR problem</a:t>
            </a:r>
            <a:endParaRPr sz="1400" dirty="0">
              <a:latin typeface="Tahoma"/>
              <a:cs typeface="Tahoma"/>
            </a:endParaRPr>
          </a:p>
        </p:txBody>
      </p:sp>
      <p:pic>
        <p:nvPicPr>
          <p:cNvPr id="13" name="object 13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773935" y="4799050"/>
            <a:ext cx="1239774" cy="358927"/>
          </a:xfrm>
          <a:prstGeom prst="rect">
            <a:avLst/>
          </a:prstGeom>
        </p:spPr>
      </p:pic>
      <p:grpSp>
        <p:nvGrpSpPr>
          <p:cNvPr id="14" name="object 14"/>
          <p:cNvGrpSpPr/>
          <p:nvPr/>
        </p:nvGrpSpPr>
        <p:grpSpPr>
          <a:xfrm>
            <a:off x="4194047" y="3351276"/>
            <a:ext cx="1981835" cy="1225550"/>
            <a:chOff x="4194047" y="3351276"/>
            <a:chExt cx="1981835" cy="1225550"/>
          </a:xfrm>
        </p:grpSpPr>
        <p:sp>
          <p:nvSpPr>
            <p:cNvPr id="15" name="object 15"/>
            <p:cNvSpPr/>
            <p:nvPr/>
          </p:nvSpPr>
          <p:spPr>
            <a:xfrm>
              <a:off x="4194047" y="3971544"/>
              <a:ext cx="1981835" cy="0"/>
            </a:xfrm>
            <a:custGeom>
              <a:avLst/>
              <a:gdLst/>
              <a:ahLst/>
              <a:cxnLst/>
              <a:rect l="l" t="t" r="r" b="b"/>
              <a:pathLst>
                <a:path w="1981835">
                  <a:moveTo>
                    <a:pt x="0" y="0"/>
                  </a:moveTo>
                  <a:lnTo>
                    <a:pt x="771143" y="0"/>
                  </a:lnTo>
                </a:path>
                <a:path w="1981835">
                  <a:moveTo>
                    <a:pt x="1071371" y="0"/>
                  </a:moveTo>
                  <a:lnTo>
                    <a:pt x="1981453" y="0"/>
                  </a:lnTo>
                </a:path>
              </a:pathLst>
            </a:custGeom>
            <a:ln w="1219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4194047" y="3422904"/>
              <a:ext cx="1431925" cy="1080770"/>
            </a:xfrm>
            <a:custGeom>
              <a:avLst/>
              <a:gdLst/>
              <a:ahLst/>
              <a:cxnLst/>
              <a:rect l="l" t="t" r="r" b="b"/>
              <a:pathLst>
                <a:path w="1431925" h="1080770">
                  <a:moveTo>
                    <a:pt x="440436" y="0"/>
                  </a:moveTo>
                  <a:lnTo>
                    <a:pt x="1431543" y="548386"/>
                  </a:lnTo>
                </a:path>
                <a:path w="1431925" h="1080770">
                  <a:moveTo>
                    <a:pt x="440436" y="1080262"/>
                  </a:moveTo>
                  <a:lnTo>
                    <a:pt x="1431543" y="548640"/>
                  </a:lnTo>
                </a:path>
                <a:path w="1431925" h="1080770">
                  <a:moveTo>
                    <a:pt x="314705" y="0"/>
                  </a:moveTo>
                  <a:lnTo>
                    <a:pt x="0" y="0"/>
                  </a:lnTo>
                </a:path>
              </a:pathLst>
            </a:custGeom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7" name="object 17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4498847" y="3351276"/>
              <a:ext cx="146303" cy="144779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4498847" y="3898392"/>
              <a:ext cx="146303" cy="146303"/>
            </a:xfrm>
            <a:prstGeom prst="rect">
              <a:avLst/>
            </a:prstGeom>
          </p:spPr>
        </p:pic>
        <p:sp>
          <p:nvSpPr>
            <p:cNvPr id="19" name="object 19"/>
            <p:cNvSpPr/>
            <p:nvPr/>
          </p:nvSpPr>
          <p:spPr>
            <a:xfrm>
              <a:off x="4194047" y="4501896"/>
              <a:ext cx="314960" cy="0"/>
            </a:xfrm>
            <a:custGeom>
              <a:avLst/>
              <a:gdLst/>
              <a:ahLst/>
              <a:cxnLst/>
              <a:rect l="l" t="t" r="r" b="b"/>
              <a:pathLst>
                <a:path w="314960">
                  <a:moveTo>
                    <a:pt x="314705" y="0"/>
                  </a:moveTo>
                  <a:lnTo>
                    <a:pt x="0" y="0"/>
                  </a:lnTo>
                </a:path>
              </a:pathLst>
            </a:custGeom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0" name="object 20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4498847" y="4430268"/>
              <a:ext cx="146303" cy="146304"/>
            </a:xfrm>
            <a:prstGeom prst="rect">
              <a:avLst/>
            </a:prstGeom>
          </p:spPr>
        </p:pic>
        <p:pic>
          <p:nvPicPr>
            <p:cNvPr id="21" name="object 21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5615939" y="3849624"/>
              <a:ext cx="245363" cy="245363"/>
            </a:xfrm>
            <a:prstGeom prst="rect">
              <a:avLst/>
            </a:prstGeom>
          </p:spPr>
        </p:pic>
        <p:sp>
          <p:nvSpPr>
            <p:cNvPr id="22" name="object 22"/>
            <p:cNvSpPr/>
            <p:nvPr/>
          </p:nvSpPr>
          <p:spPr>
            <a:xfrm>
              <a:off x="4965191" y="3573780"/>
              <a:ext cx="300355" cy="200025"/>
            </a:xfrm>
            <a:custGeom>
              <a:avLst/>
              <a:gdLst/>
              <a:ahLst/>
              <a:cxnLst/>
              <a:rect l="l" t="t" r="r" b="b"/>
              <a:pathLst>
                <a:path w="300354" h="200025">
                  <a:moveTo>
                    <a:pt x="300227" y="0"/>
                  </a:moveTo>
                  <a:lnTo>
                    <a:pt x="0" y="0"/>
                  </a:lnTo>
                  <a:lnTo>
                    <a:pt x="0" y="199644"/>
                  </a:lnTo>
                  <a:lnTo>
                    <a:pt x="300227" y="199644"/>
                  </a:lnTo>
                  <a:lnTo>
                    <a:pt x="300227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3" name="object 23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5050535" y="3607308"/>
              <a:ext cx="204977" cy="133350"/>
            </a:xfrm>
            <a:prstGeom prst="rect">
              <a:avLst/>
            </a:prstGeom>
          </p:spPr>
        </p:pic>
        <p:sp>
          <p:nvSpPr>
            <p:cNvPr id="24" name="object 24"/>
            <p:cNvSpPr/>
            <p:nvPr/>
          </p:nvSpPr>
          <p:spPr>
            <a:xfrm>
              <a:off x="4965191" y="3864864"/>
              <a:ext cx="300355" cy="200025"/>
            </a:xfrm>
            <a:custGeom>
              <a:avLst/>
              <a:gdLst/>
              <a:ahLst/>
              <a:cxnLst/>
              <a:rect l="l" t="t" r="r" b="b"/>
              <a:pathLst>
                <a:path w="300354" h="200025">
                  <a:moveTo>
                    <a:pt x="300227" y="0"/>
                  </a:moveTo>
                  <a:lnTo>
                    <a:pt x="0" y="0"/>
                  </a:lnTo>
                  <a:lnTo>
                    <a:pt x="0" y="199644"/>
                  </a:lnTo>
                  <a:lnTo>
                    <a:pt x="300227" y="199644"/>
                  </a:lnTo>
                  <a:lnTo>
                    <a:pt x="300227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5" name="object 25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5137403" y="3898392"/>
              <a:ext cx="119634" cy="133350"/>
            </a:xfrm>
            <a:prstGeom prst="rect">
              <a:avLst/>
            </a:prstGeom>
          </p:spPr>
        </p:pic>
        <p:sp>
          <p:nvSpPr>
            <p:cNvPr id="26" name="object 26"/>
            <p:cNvSpPr/>
            <p:nvPr/>
          </p:nvSpPr>
          <p:spPr>
            <a:xfrm>
              <a:off x="4965191" y="4178808"/>
              <a:ext cx="300355" cy="200025"/>
            </a:xfrm>
            <a:custGeom>
              <a:avLst/>
              <a:gdLst/>
              <a:ahLst/>
              <a:cxnLst/>
              <a:rect l="l" t="t" r="r" b="b"/>
              <a:pathLst>
                <a:path w="300354" h="200025">
                  <a:moveTo>
                    <a:pt x="300227" y="0"/>
                  </a:moveTo>
                  <a:lnTo>
                    <a:pt x="0" y="0"/>
                  </a:lnTo>
                  <a:lnTo>
                    <a:pt x="0" y="199644"/>
                  </a:lnTo>
                  <a:lnTo>
                    <a:pt x="300227" y="199644"/>
                  </a:lnTo>
                  <a:lnTo>
                    <a:pt x="300227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7" name="object 27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5137403" y="4213860"/>
              <a:ext cx="119634" cy="131825"/>
            </a:xfrm>
            <a:prstGeom prst="rect">
              <a:avLst/>
            </a:prstGeom>
          </p:spPr>
        </p:pic>
      </p:grpSp>
      <p:pic>
        <p:nvPicPr>
          <p:cNvPr id="28" name="object 28"/>
          <p:cNvPicPr/>
          <p:nvPr/>
        </p:nvPicPr>
        <p:blipFill>
          <a:blip r:embed="rId15" cstate="print"/>
          <a:stretch>
            <a:fillRect/>
          </a:stretch>
        </p:blipFill>
        <p:spPr>
          <a:xfrm>
            <a:off x="3627141" y="3371196"/>
            <a:ext cx="491468" cy="159149"/>
          </a:xfrm>
          <a:prstGeom prst="rect">
            <a:avLst/>
          </a:prstGeom>
        </p:spPr>
      </p:pic>
      <p:pic>
        <p:nvPicPr>
          <p:cNvPr id="29" name="object 29"/>
          <p:cNvPicPr/>
          <p:nvPr/>
        </p:nvPicPr>
        <p:blipFill>
          <a:blip r:embed="rId16" cstate="print"/>
          <a:stretch>
            <a:fillRect/>
          </a:stretch>
        </p:blipFill>
        <p:spPr>
          <a:xfrm>
            <a:off x="3962467" y="3951759"/>
            <a:ext cx="153094" cy="124178"/>
          </a:xfrm>
          <a:prstGeom prst="rect">
            <a:avLst/>
          </a:prstGeom>
        </p:spPr>
      </p:pic>
      <p:pic>
        <p:nvPicPr>
          <p:cNvPr id="30" name="object 30"/>
          <p:cNvPicPr/>
          <p:nvPr/>
        </p:nvPicPr>
        <p:blipFill>
          <a:blip r:embed="rId17" cstate="print"/>
          <a:stretch>
            <a:fillRect/>
          </a:stretch>
        </p:blipFill>
        <p:spPr>
          <a:xfrm>
            <a:off x="3957849" y="4485159"/>
            <a:ext cx="156188" cy="124178"/>
          </a:xfrm>
          <a:prstGeom prst="rect">
            <a:avLst/>
          </a:prstGeom>
        </p:spPr>
      </p:pic>
      <p:pic>
        <p:nvPicPr>
          <p:cNvPr id="31" name="object 31"/>
          <p:cNvPicPr/>
          <p:nvPr/>
        </p:nvPicPr>
        <p:blipFill>
          <a:blip r:embed="rId18" cstate="print"/>
          <a:stretch>
            <a:fillRect/>
          </a:stretch>
        </p:blipFill>
        <p:spPr>
          <a:xfrm>
            <a:off x="6246899" y="3953397"/>
            <a:ext cx="142470" cy="122540"/>
          </a:xfrm>
          <a:prstGeom prst="rect">
            <a:avLst/>
          </a:prstGeom>
        </p:spPr>
      </p:pic>
      <p:pic>
        <p:nvPicPr>
          <p:cNvPr id="32" name="object 32"/>
          <p:cNvPicPr/>
          <p:nvPr/>
        </p:nvPicPr>
        <p:blipFill>
          <a:blip r:embed="rId19" cstate="print"/>
          <a:stretch>
            <a:fillRect/>
          </a:stretch>
        </p:blipFill>
        <p:spPr>
          <a:xfrm>
            <a:off x="5708903" y="4797552"/>
            <a:ext cx="1047750" cy="162306"/>
          </a:xfrm>
          <a:prstGeom prst="rect">
            <a:avLst/>
          </a:prstGeom>
        </p:spPr>
      </p:pic>
      <p:grpSp>
        <p:nvGrpSpPr>
          <p:cNvPr id="33" name="object 33"/>
          <p:cNvGrpSpPr/>
          <p:nvPr/>
        </p:nvGrpSpPr>
        <p:grpSpPr>
          <a:xfrm>
            <a:off x="6999731" y="3351276"/>
            <a:ext cx="2155825" cy="1225550"/>
            <a:chOff x="6999731" y="3351276"/>
            <a:chExt cx="2155825" cy="1225550"/>
          </a:xfrm>
        </p:grpSpPr>
        <p:sp>
          <p:nvSpPr>
            <p:cNvPr id="34" name="object 34"/>
            <p:cNvSpPr/>
            <p:nvPr/>
          </p:nvSpPr>
          <p:spPr>
            <a:xfrm>
              <a:off x="6999731" y="3971544"/>
              <a:ext cx="1981835" cy="0"/>
            </a:xfrm>
            <a:custGeom>
              <a:avLst/>
              <a:gdLst/>
              <a:ahLst/>
              <a:cxnLst/>
              <a:rect l="l" t="t" r="r" b="b"/>
              <a:pathLst>
                <a:path w="1981834">
                  <a:moveTo>
                    <a:pt x="0" y="0"/>
                  </a:moveTo>
                  <a:lnTo>
                    <a:pt x="771144" y="0"/>
                  </a:lnTo>
                </a:path>
                <a:path w="1981834">
                  <a:moveTo>
                    <a:pt x="1071372" y="0"/>
                  </a:moveTo>
                  <a:lnTo>
                    <a:pt x="1981453" y="0"/>
                  </a:lnTo>
                </a:path>
              </a:pathLst>
            </a:custGeom>
            <a:ln w="1219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6999731" y="3422904"/>
              <a:ext cx="1431925" cy="1080770"/>
            </a:xfrm>
            <a:custGeom>
              <a:avLst/>
              <a:gdLst/>
              <a:ahLst/>
              <a:cxnLst/>
              <a:rect l="l" t="t" r="r" b="b"/>
              <a:pathLst>
                <a:path w="1431925" h="1080770">
                  <a:moveTo>
                    <a:pt x="440436" y="0"/>
                  </a:moveTo>
                  <a:lnTo>
                    <a:pt x="1431544" y="548386"/>
                  </a:lnTo>
                </a:path>
                <a:path w="1431925" h="1080770">
                  <a:moveTo>
                    <a:pt x="440436" y="1080262"/>
                  </a:moveTo>
                  <a:lnTo>
                    <a:pt x="1431544" y="548640"/>
                  </a:lnTo>
                </a:path>
                <a:path w="1431925" h="1080770">
                  <a:moveTo>
                    <a:pt x="314706" y="0"/>
                  </a:moveTo>
                  <a:lnTo>
                    <a:pt x="0" y="0"/>
                  </a:lnTo>
                </a:path>
              </a:pathLst>
            </a:custGeom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6" name="object 36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7304531" y="3351276"/>
              <a:ext cx="146303" cy="144779"/>
            </a:xfrm>
            <a:prstGeom prst="rect">
              <a:avLst/>
            </a:prstGeom>
          </p:spPr>
        </p:pic>
        <p:pic>
          <p:nvPicPr>
            <p:cNvPr id="37" name="object 37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7304531" y="3898392"/>
              <a:ext cx="146303" cy="146303"/>
            </a:xfrm>
            <a:prstGeom prst="rect">
              <a:avLst/>
            </a:prstGeom>
          </p:spPr>
        </p:pic>
        <p:sp>
          <p:nvSpPr>
            <p:cNvPr id="38" name="object 38"/>
            <p:cNvSpPr/>
            <p:nvPr/>
          </p:nvSpPr>
          <p:spPr>
            <a:xfrm>
              <a:off x="6999731" y="4501896"/>
              <a:ext cx="314960" cy="0"/>
            </a:xfrm>
            <a:custGeom>
              <a:avLst/>
              <a:gdLst/>
              <a:ahLst/>
              <a:cxnLst/>
              <a:rect l="l" t="t" r="r" b="b"/>
              <a:pathLst>
                <a:path w="314959">
                  <a:moveTo>
                    <a:pt x="314706" y="0"/>
                  </a:moveTo>
                  <a:lnTo>
                    <a:pt x="0" y="0"/>
                  </a:lnTo>
                </a:path>
              </a:pathLst>
            </a:custGeom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9" name="object 39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7304531" y="4430268"/>
              <a:ext cx="146303" cy="146304"/>
            </a:xfrm>
            <a:prstGeom prst="rect">
              <a:avLst/>
            </a:prstGeom>
          </p:spPr>
        </p:pic>
        <p:pic>
          <p:nvPicPr>
            <p:cNvPr id="40" name="object 40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8421623" y="3849624"/>
              <a:ext cx="245363" cy="245363"/>
            </a:xfrm>
            <a:prstGeom prst="rect">
              <a:avLst/>
            </a:prstGeom>
          </p:spPr>
        </p:pic>
        <p:pic>
          <p:nvPicPr>
            <p:cNvPr id="41" name="object 41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9008386" y="3953397"/>
              <a:ext cx="147042" cy="122540"/>
            </a:xfrm>
            <a:prstGeom prst="rect">
              <a:avLst/>
            </a:prstGeom>
          </p:spPr>
        </p:pic>
        <p:sp>
          <p:nvSpPr>
            <p:cNvPr id="42" name="object 42"/>
            <p:cNvSpPr/>
            <p:nvPr/>
          </p:nvSpPr>
          <p:spPr>
            <a:xfrm>
              <a:off x="7770875" y="3573780"/>
              <a:ext cx="300355" cy="200025"/>
            </a:xfrm>
            <a:custGeom>
              <a:avLst/>
              <a:gdLst/>
              <a:ahLst/>
              <a:cxnLst/>
              <a:rect l="l" t="t" r="r" b="b"/>
              <a:pathLst>
                <a:path w="300354" h="200025">
                  <a:moveTo>
                    <a:pt x="300227" y="0"/>
                  </a:moveTo>
                  <a:lnTo>
                    <a:pt x="0" y="0"/>
                  </a:lnTo>
                  <a:lnTo>
                    <a:pt x="0" y="199644"/>
                  </a:lnTo>
                  <a:lnTo>
                    <a:pt x="300227" y="199644"/>
                  </a:lnTo>
                  <a:lnTo>
                    <a:pt x="300227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3" name="object 43"/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7943087" y="3607308"/>
              <a:ext cx="118109" cy="133350"/>
            </a:xfrm>
            <a:prstGeom prst="rect">
              <a:avLst/>
            </a:prstGeom>
          </p:spPr>
        </p:pic>
        <p:sp>
          <p:nvSpPr>
            <p:cNvPr id="44" name="object 44"/>
            <p:cNvSpPr/>
            <p:nvPr/>
          </p:nvSpPr>
          <p:spPr>
            <a:xfrm>
              <a:off x="7770875" y="3864864"/>
              <a:ext cx="300355" cy="200025"/>
            </a:xfrm>
            <a:custGeom>
              <a:avLst/>
              <a:gdLst/>
              <a:ahLst/>
              <a:cxnLst/>
              <a:rect l="l" t="t" r="r" b="b"/>
              <a:pathLst>
                <a:path w="300354" h="200025">
                  <a:moveTo>
                    <a:pt x="300227" y="0"/>
                  </a:moveTo>
                  <a:lnTo>
                    <a:pt x="0" y="0"/>
                  </a:lnTo>
                  <a:lnTo>
                    <a:pt x="0" y="199644"/>
                  </a:lnTo>
                  <a:lnTo>
                    <a:pt x="300227" y="199644"/>
                  </a:lnTo>
                  <a:lnTo>
                    <a:pt x="300227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5" name="object 45"/>
            <p:cNvPicPr/>
            <p:nvPr/>
          </p:nvPicPr>
          <p:blipFill>
            <a:blip r:embed="rId22" cstate="print"/>
            <a:stretch>
              <a:fillRect/>
            </a:stretch>
          </p:blipFill>
          <p:spPr>
            <a:xfrm>
              <a:off x="7894319" y="3898392"/>
              <a:ext cx="168401" cy="133350"/>
            </a:xfrm>
            <a:prstGeom prst="rect">
              <a:avLst/>
            </a:prstGeom>
          </p:spPr>
        </p:pic>
        <p:sp>
          <p:nvSpPr>
            <p:cNvPr id="46" name="object 46"/>
            <p:cNvSpPr/>
            <p:nvPr/>
          </p:nvSpPr>
          <p:spPr>
            <a:xfrm>
              <a:off x="7770875" y="4178808"/>
              <a:ext cx="300355" cy="200025"/>
            </a:xfrm>
            <a:custGeom>
              <a:avLst/>
              <a:gdLst/>
              <a:ahLst/>
              <a:cxnLst/>
              <a:rect l="l" t="t" r="r" b="b"/>
              <a:pathLst>
                <a:path w="300354" h="200025">
                  <a:moveTo>
                    <a:pt x="300227" y="0"/>
                  </a:moveTo>
                  <a:lnTo>
                    <a:pt x="0" y="0"/>
                  </a:lnTo>
                  <a:lnTo>
                    <a:pt x="0" y="199644"/>
                  </a:lnTo>
                  <a:lnTo>
                    <a:pt x="300227" y="199644"/>
                  </a:lnTo>
                  <a:lnTo>
                    <a:pt x="300227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7" name="object 47"/>
            <p:cNvPicPr/>
            <p:nvPr/>
          </p:nvPicPr>
          <p:blipFill>
            <a:blip r:embed="rId23" cstate="print"/>
            <a:stretch>
              <a:fillRect/>
            </a:stretch>
          </p:blipFill>
          <p:spPr>
            <a:xfrm>
              <a:off x="7894319" y="4213860"/>
              <a:ext cx="168401" cy="131825"/>
            </a:xfrm>
            <a:prstGeom prst="rect">
              <a:avLst/>
            </a:prstGeom>
          </p:spPr>
        </p:pic>
      </p:grpSp>
      <p:pic>
        <p:nvPicPr>
          <p:cNvPr id="48" name="object 48"/>
          <p:cNvPicPr/>
          <p:nvPr/>
        </p:nvPicPr>
        <p:blipFill>
          <a:blip r:embed="rId15" cstate="print"/>
          <a:stretch>
            <a:fillRect/>
          </a:stretch>
        </p:blipFill>
        <p:spPr>
          <a:xfrm>
            <a:off x="6432825" y="3371196"/>
            <a:ext cx="491468" cy="159149"/>
          </a:xfrm>
          <a:prstGeom prst="rect">
            <a:avLst/>
          </a:prstGeom>
        </p:spPr>
      </p:pic>
      <p:pic>
        <p:nvPicPr>
          <p:cNvPr id="49" name="object 49"/>
          <p:cNvPicPr/>
          <p:nvPr/>
        </p:nvPicPr>
        <p:blipFill>
          <a:blip r:embed="rId16" cstate="print"/>
          <a:stretch>
            <a:fillRect/>
          </a:stretch>
        </p:blipFill>
        <p:spPr>
          <a:xfrm>
            <a:off x="6768151" y="3951759"/>
            <a:ext cx="153094" cy="124178"/>
          </a:xfrm>
          <a:prstGeom prst="rect">
            <a:avLst/>
          </a:prstGeom>
        </p:spPr>
      </p:pic>
      <p:pic>
        <p:nvPicPr>
          <p:cNvPr id="50" name="object 50"/>
          <p:cNvPicPr/>
          <p:nvPr/>
        </p:nvPicPr>
        <p:blipFill>
          <a:blip r:embed="rId17" cstate="print"/>
          <a:stretch>
            <a:fillRect/>
          </a:stretch>
        </p:blipFill>
        <p:spPr>
          <a:xfrm>
            <a:off x="6763533" y="4485159"/>
            <a:ext cx="156188" cy="124178"/>
          </a:xfrm>
          <a:prstGeom prst="rect">
            <a:avLst/>
          </a:prstGeom>
        </p:spPr>
      </p:pic>
      <p:pic>
        <p:nvPicPr>
          <p:cNvPr id="51" name="object 51"/>
          <p:cNvPicPr/>
          <p:nvPr/>
        </p:nvPicPr>
        <p:blipFill>
          <a:blip r:embed="rId24" cstate="print"/>
          <a:stretch>
            <a:fillRect/>
          </a:stretch>
        </p:blipFill>
        <p:spPr>
          <a:xfrm>
            <a:off x="7368540" y="2936748"/>
            <a:ext cx="805433" cy="188213"/>
          </a:xfrm>
          <a:prstGeom prst="rect">
            <a:avLst/>
          </a:prstGeom>
        </p:spPr>
      </p:pic>
      <p:grpSp>
        <p:nvGrpSpPr>
          <p:cNvPr id="52" name="object 52"/>
          <p:cNvGrpSpPr/>
          <p:nvPr/>
        </p:nvGrpSpPr>
        <p:grpSpPr>
          <a:xfrm>
            <a:off x="1687067" y="2907823"/>
            <a:ext cx="1555750" cy="1666875"/>
            <a:chOff x="1687067" y="2907823"/>
            <a:chExt cx="1555750" cy="1666875"/>
          </a:xfrm>
        </p:grpSpPr>
        <p:sp>
          <p:nvSpPr>
            <p:cNvPr id="53" name="object 53"/>
            <p:cNvSpPr/>
            <p:nvPr/>
          </p:nvSpPr>
          <p:spPr>
            <a:xfrm>
              <a:off x="1687068" y="3019043"/>
              <a:ext cx="1555750" cy="1555750"/>
            </a:xfrm>
            <a:custGeom>
              <a:avLst/>
              <a:gdLst/>
              <a:ahLst/>
              <a:cxnLst/>
              <a:rect l="l" t="t" r="r" b="b"/>
              <a:pathLst>
                <a:path w="1555750" h="1555750">
                  <a:moveTo>
                    <a:pt x="1555369" y="1232916"/>
                  </a:moveTo>
                  <a:lnTo>
                    <a:pt x="1542669" y="1226566"/>
                  </a:lnTo>
                  <a:lnTo>
                    <a:pt x="1479169" y="1194816"/>
                  </a:lnTo>
                  <a:lnTo>
                    <a:pt x="1479169" y="1226566"/>
                  </a:lnTo>
                  <a:lnTo>
                    <a:pt x="268478" y="1226566"/>
                  </a:lnTo>
                  <a:lnTo>
                    <a:pt x="268478" y="76200"/>
                  </a:lnTo>
                  <a:lnTo>
                    <a:pt x="300228" y="76200"/>
                  </a:lnTo>
                  <a:lnTo>
                    <a:pt x="293878" y="63500"/>
                  </a:lnTo>
                  <a:lnTo>
                    <a:pt x="262128" y="0"/>
                  </a:lnTo>
                  <a:lnTo>
                    <a:pt x="224028" y="76200"/>
                  </a:lnTo>
                  <a:lnTo>
                    <a:pt x="255778" y="76200"/>
                  </a:lnTo>
                  <a:lnTo>
                    <a:pt x="255778" y="1226566"/>
                  </a:lnTo>
                  <a:lnTo>
                    <a:pt x="0" y="1226566"/>
                  </a:lnTo>
                  <a:lnTo>
                    <a:pt x="0" y="1239266"/>
                  </a:lnTo>
                  <a:lnTo>
                    <a:pt x="255778" y="1239266"/>
                  </a:lnTo>
                  <a:lnTo>
                    <a:pt x="255778" y="1555369"/>
                  </a:lnTo>
                  <a:lnTo>
                    <a:pt x="268478" y="1555369"/>
                  </a:lnTo>
                  <a:lnTo>
                    <a:pt x="268478" y="1239266"/>
                  </a:lnTo>
                  <a:lnTo>
                    <a:pt x="1479169" y="1239266"/>
                  </a:lnTo>
                  <a:lnTo>
                    <a:pt x="1479169" y="1271016"/>
                  </a:lnTo>
                  <a:lnTo>
                    <a:pt x="1542669" y="1239266"/>
                  </a:lnTo>
                  <a:lnTo>
                    <a:pt x="1555369" y="123291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4" name="object 54"/>
            <p:cNvPicPr/>
            <p:nvPr/>
          </p:nvPicPr>
          <p:blipFill>
            <a:blip r:embed="rId25" cstate="print"/>
            <a:stretch>
              <a:fillRect/>
            </a:stretch>
          </p:blipFill>
          <p:spPr>
            <a:xfrm>
              <a:off x="1889759" y="3523487"/>
              <a:ext cx="126491" cy="126492"/>
            </a:xfrm>
            <a:prstGeom prst="rect">
              <a:avLst/>
            </a:prstGeom>
          </p:spPr>
        </p:pic>
        <p:pic>
          <p:nvPicPr>
            <p:cNvPr id="55" name="object 55"/>
            <p:cNvPicPr/>
            <p:nvPr/>
          </p:nvPicPr>
          <p:blipFill>
            <a:blip r:embed="rId26" cstate="print"/>
            <a:stretch>
              <a:fillRect/>
            </a:stretch>
          </p:blipFill>
          <p:spPr>
            <a:xfrm>
              <a:off x="1897456" y="2907823"/>
              <a:ext cx="134797" cy="105886"/>
            </a:xfrm>
            <a:prstGeom prst="rect">
              <a:avLst/>
            </a:prstGeom>
          </p:spPr>
        </p:pic>
        <p:sp>
          <p:nvSpPr>
            <p:cNvPr id="56" name="object 56"/>
            <p:cNvSpPr/>
            <p:nvPr/>
          </p:nvSpPr>
          <p:spPr>
            <a:xfrm>
              <a:off x="1890521" y="4173473"/>
              <a:ext cx="127000" cy="125095"/>
            </a:xfrm>
            <a:custGeom>
              <a:avLst/>
              <a:gdLst/>
              <a:ahLst/>
              <a:cxnLst/>
              <a:rect l="l" t="t" r="r" b="b"/>
              <a:pathLst>
                <a:path w="127000" h="125095">
                  <a:moveTo>
                    <a:pt x="126492" y="0"/>
                  </a:moveTo>
                  <a:lnTo>
                    <a:pt x="0" y="0"/>
                  </a:lnTo>
                  <a:lnTo>
                    <a:pt x="0" y="124968"/>
                  </a:lnTo>
                  <a:lnTo>
                    <a:pt x="126492" y="124968"/>
                  </a:lnTo>
                  <a:lnTo>
                    <a:pt x="12649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7" name="object 57"/>
            <p:cNvSpPr/>
            <p:nvPr/>
          </p:nvSpPr>
          <p:spPr>
            <a:xfrm>
              <a:off x="1890521" y="4173473"/>
              <a:ext cx="127000" cy="125095"/>
            </a:xfrm>
            <a:custGeom>
              <a:avLst/>
              <a:gdLst/>
              <a:ahLst/>
              <a:cxnLst/>
              <a:rect l="l" t="t" r="r" b="b"/>
              <a:pathLst>
                <a:path w="127000" h="125095">
                  <a:moveTo>
                    <a:pt x="0" y="124968"/>
                  </a:moveTo>
                  <a:lnTo>
                    <a:pt x="126492" y="124968"/>
                  </a:lnTo>
                  <a:lnTo>
                    <a:pt x="126492" y="0"/>
                  </a:lnTo>
                  <a:lnTo>
                    <a:pt x="0" y="0"/>
                  </a:lnTo>
                  <a:lnTo>
                    <a:pt x="0" y="124968"/>
                  </a:lnTo>
                  <a:close/>
                </a:path>
              </a:pathLst>
            </a:custGeom>
            <a:ln w="1981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8" name="object 58"/>
            <p:cNvPicPr/>
            <p:nvPr/>
          </p:nvPicPr>
          <p:blipFill>
            <a:blip r:embed="rId27" cstate="print"/>
            <a:stretch>
              <a:fillRect/>
            </a:stretch>
          </p:blipFill>
          <p:spPr>
            <a:xfrm>
              <a:off x="2511551" y="4172711"/>
              <a:ext cx="126492" cy="124968"/>
            </a:xfrm>
            <a:prstGeom prst="rect">
              <a:avLst/>
            </a:prstGeom>
          </p:spPr>
        </p:pic>
        <p:pic>
          <p:nvPicPr>
            <p:cNvPr id="59" name="object 59"/>
            <p:cNvPicPr/>
            <p:nvPr/>
          </p:nvPicPr>
          <p:blipFill>
            <a:blip r:embed="rId28" cstate="print"/>
            <a:stretch>
              <a:fillRect/>
            </a:stretch>
          </p:blipFill>
          <p:spPr>
            <a:xfrm>
              <a:off x="2139886" y="4313056"/>
              <a:ext cx="52387" cy="127117"/>
            </a:xfrm>
            <a:prstGeom prst="rect">
              <a:avLst/>
            </a:prstGeom>
          </p:spPr>
        </p:pic>
        <p:sp>
          <p:nvSpPr>
            <p:cNvPr id="60" name="object 60"/>
            <p:cNvSpPr/>
            <p:nvPr/>
          </p:nvSpPr>
          <p:spPr>
            <a:xfrm>
              <a:off x="2507741" y="3541013"/>
              <a:ext cx="127000" cy="125095"/>
            </a:xfrm>
            <a:custGeom>
              <a:avLst/>
              <a:gdLst/>
              <a:ahLst/>
              <a:cxnLst/>
              <a:rect l="l" t="t" r="r" b="b"/>
              <a:pathLst>
                <a:path w="127000" h="125095">
                  <a:moveTo>
                    <a:pt x="0" y="124968"/>
                  </a:moveTo>
                  <a:lnTo>
                    <a:pt x="126492" y="124968"/>
                  </a:lnTo>
                  <a:lnTo>
                    <a:pt x="126492" y="0"/>
                  </a:lnTo>
                  <a:lnTo>
                    <a:pt x="0" y="0"/>
                  </a:lnTo>
                  <a:lnTo>
                    <a:pt x="0" y="124968"/>
                  </a:lnTo>
                  <a:close/>
                </a:path>
              </a:pathLst>
            </a:custGeom>
            <a:ln w="1981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1" name="object 61"/>
            <p:cNvPicPr/>
            <p:nvPr/>
          </p:nvPicPr>
          <p:blipFill>
            <a:blip r:embed="rId29" cstate="print"/>
            <a:stretch>
              <a:fillRect/>
            </a:stretch>
          </p:blipFill>
          <p:spPr>
            <a:xfrm>
              <a:off x="2222167" y="3788690"/>
              <a:ext cx="56974" cy="128751"/>
            </a:xfrm>
            <a:prstGeom prst="rect">
              <a:avLst/>
            </a:prstGeom>
          </p:spPr>
        </p:pic>
        <p:pic>
          <p:nvPicPr>
            <p:cNvPr id="62" name="object 62"/>
            <p:cNvPicPr/>
            <p:nvPr/>
          </p:nvPicPr>
          <p:blipFill>
            <a:blip r:embed="rId30" cstate="print"/>
            <a:stretch>
              <a:fillRect/>
            </a:stretch>
          </p:blipFill>
          <p:spPr>
            <a:xfrm>
              <a:off x="2342578" y="3284246"/>
              <a:ext cx="52387" cy="128751"/>
            </a:xfrm>
            <a:prstGeom prst="rect">
              <a:avLst/>
            </a:prstGeom>
          </p:spPr>
        </p:pic>
        <p:pic>
          <p:nvPicPr>
            <p:cNvPr id="63" name="object 63"/>
            <p:cNvPicPr/>
            <p:nvPr/>
          </p:nvPicPr>
          <p:blipFill>
            <a:blip r:embed="rId31" cstate="print"/>
            <a:stretch>
              <a:fillRect/>
            </a:stretch>
          </p:blipFill>
          <p:spPr>
            <a:xfrm>
              <a:off x="2365268" y="4355767"/>
              <a:ext cx="169905" cy="56974"/>
            </a:xfrm>
            <a:prstGeom prst="rect">
              <a:avLst/>
            </a:prstGeom>
          </p:spPr>
        </p:pic>
        <p:pic>
          <p:nvPicPr>
            <p:cNvPr id="64" name="object 64"/>
            <p:cNvPicPr/>
            <p:nvPr/>
          </p:nvPicPr>
          <p:blipFill>
            <a:blip r:embed="rId32" cstate="print"/>
            <a:stretch>
              <a:fillRect/>
            </a:stretch>
          </p:blipFill>
          <p:spPr>
            <a:xfrm>
              <a:off x="2848458" y="4355767"/>
              <a:ext cx="168299" cy="56974"/>
            </a:xfrm>
            <a:prstGeom prst="rect">
              <a:avLst/>
            </a:prstGeom>
          </p:spPr>
        </p:pic>
        <p:sp>
          <p:nvSpPr>
            <p:cNvPr id="65" name="object 65"/>
            <p:cNvSpPr/>
            <p:nvPr/>
          </p:nvSpPr>
          <p:spPr>
            <a:xfrm>
              <a:off x="1719071" y="3112007"/>
              <a:ext cx="1291590" cy="1354455"/>
            </a:xfrm>
            <a:custGeom>
              <a:avLst/>
              <a:gdLst/>
              <a:ahLst/>
              <a:cxnLst/>
              <a:rect l="l" t="t" r="r" b="b"/>
              <a:pathLst>
                <a:path w="1291589" h="1354454">
                  <a:moveTo>
                    <a:pt x="0" y="513587"/>
                  </a:moveTo>
                  <a:lnTo>
                    <a:pt x="806576" y="1354200"/>
                  </a:lnTo>
                </a:path>
                <a:path w="1291589" h="1354454">
                  <a:moveTo>
                    <a:pt x="0" y="0"/>
                  </a:moveTo>
                  <a:lnTo>
                    <a:pt x="1291463" y="1346072"/>
                  </a:lnTo>
                </a:path>
              </a:pathLst>
            </a:custGeom>
            <a:ln w="12192">
              <a:solidFill>
                <a:srgbClr val="13299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66" name="object 66"/>
          <p:cNvPicPr/>
          <p:nvPr/>
        </p:nvPicPr>
        <p:blipFill>
          <a:blip r:embed="rId33" cstate="print"/>
          <a:stretch>
            <a:fillRect/>
          </a:stretch>
        </p:blipFill>
        <p:spPr>
          <a:xfrm>
            <a:off x="3348359" y="4227607"/>
            <a:ext cx="131694" cy="105886"/>
          </a:xfrm>
          <a:prstGeom prst="rect">
            <a:avLst/>
          </a:prstGeom>
        </p:spPr>
      </p:pic>
      <p:pic>
        <p:nvPicPr>
          <p:cNvPr id="67" name="object 67"/>
          <p:cNvPicPr/>
          <p:nvPr/>
        </p:nvPicPr>
        <p:blipFill>
          <a:blip r:embed="rId34" cstate="print"/>
          <a:stretch>
            <a:fillRect/>
          </a:stretch>
        </p:blipFill>
        <p:spPr>
          <a:xfrm>
            <a:off x="4488179" y="2941320"/>
            <a:ext cx="803910" cy="188213"/>
          </a:xfrm>
          <a:prstGeom prst="rect">
            <a:avLst/>
          </a:prstGeom>
        </p:spPr>
      </p:pic>
      <p:pic>
        <p:nvPicPr>
          <p:cNvPr id="68" name="object 68"/>
          <p:cNvPicPr/>
          <p:nvPr/>
        </p:nvPicPr>
        <p:blipFill>
          <a:blip r:embed="rId24" cstate="print"/>
          <a:stretch>
            <a:fillRect/>
          </a:stretch>
        </p:blipFill>
        <p:spPr>
          <a:xfrm>
            <a:off x="809244" y="3011423"/>
            <a:ext cx="805434" cy="188213"/>
          </a:xfrm>
          <a:prstGeom prst="rect">
            <a:avLst/>
          </a:prstGeom>
        </p:spPr>
      </p:pic>
      <p:pic>
        <p:nvPicPr>
          <p:cNvPr id="69" name="object 69"/>
          <p:cNvPicPr/>
          <p:nvPr/>
        </p:nvPicPr>
        <p:blipFill>
          <a:blip r:embed="rId35" cstate="print"/>
          <a:stretch>
            <a:fillRect/>
          </a:stretch>
        </p:blipFill>
        <p:spPr>
          <a:xfrm>
            <a:off x="809244" y="3540252"/>
            <a:ext cx="805434" cy="188214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361970" y="6524434"/>
            <a:ext cx="87590" cy="90487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54151" y="6527292"/>
            <a:ext cx="1794510" cy="142494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862571" y="6521195"/>
            <a:ext cx="2327910" cy="118110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1.2.</a:t>
            </a:r>
            <a:r>
              <a:rPr spc="-40" dirty="0"/>
              <a:t> </a:t>
            </a:r>
            <a:r>
              <a:rPr dirty="0"/>
              <a:t>Understanding</a:t>
            </a:r>
            <a:r>
              <a:rPr spc="-30" dirty="0"/>
              <a:t> </a:t>
            </a:r>
            <a:r>
              <a:rPr dirty="0"/>
              <a:t>Multilayer</a:t>
            </a:r>
            <a:r>
              <a:rPr spc="-40" dirty="0"/>
              <a:t> </a:t>
            </a:r>
            <a:r>
              <a:rPr dirty="0"/>
              <a:t>Perceptron</a:t>
            </a:r>
            <a:r>
              <a:rPr spc="-20" dirty="0"/>
              <a:t> </a:t>
            </a:r>
            <a:r>
              <a:rPr dirty="0"/>
              <a:t>with</a:t>
            </a:r>
            <a:r>
              <a:rPr spc="-25" dirty="0"/>
              <a:t> </a:t>
            </a:r>
            <a:r>
              <a:rPr spc="-10" dirty="0"/>
              <a:t>Excel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8671941" y="463677"/>
            <a:ext cx="80962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dirty="0">
                <a:solidFill>
                  <a:srgbClr val="D9D9D9"/>
                </a:solidFill>
                <a:latin typeface="Ebrima"/>
                <a:cs typeface="Ebrima"/>
              </a:rPr>
              <a:t>UNIT</a:t>
            </a:r>
            <a:r>
              <a:rPr sz="1600" spc="400" dirty="0">
                <a:solidFill>
                  <a:srgbClr val="D9D9D9"/>
                </a:solidFill>
                <a:latin typeface="Ebrima"/>
                <a:cs typeface="Ebrima"/>
              </a:rPr>
              <a:t> </a:t>
            </a:r>
            <a:r>
              <a:rPr sz="1600" spc="-35" dirty="0">
                <a:solidFill>
                  <a:srgbClr val="D9D9D9"/>
                </a:solidFill>
                <a:latin typeface="Ebrima"/>
                <a:cs typeface="Ebrima"/>
              </a:rPr>
              <a:t>01</a:t>
            </a:r>
            <a:endParaRPr sz="1600">
              <a:latin typeface="Ebrima"/>
              <a:cs typeface="Ebrima"/>
            </a:endParaRPr>
          </a:p>
        </p:txBody>
      </p:sp>
      <p:graphicFrame>
        <p:nvGraphicFramePr>
          <p:cNvPr id="7" name="object 7"/>
          <p:cNvGraphicFramePr>
            <a:graphicFrameLocks noGrp="1"/>
          </p:cNvGraphicFramePr>
          <p:nvPr/>
        </p:nvGraphicFramePr>
        <p:xfrm>
          <a:off x="694181" y="4141089"/>
          <a:ext cx="915668" cy="91376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5783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783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8288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7E7E7E"/>
                      </a:solidFill>
                      <a:prstDash val="solid"/>
                    </a:lnL>
                    <a:lnR w="6350">
                      <a:solidFill>
                        <a:srgbClr val="BEBEBE"/>
                      </a:solidFill>
                      <a:prstDash val="solid"/>
                    </a:lnR>
                    <a:lnT w="12700">
                      <a:solidFill>
                        <a:srgbClr val="183DAF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BEBEBE"/>
                      </a:solidFill>
                      <a:prstDash val="solid"/>
                    </a:lnL>
                    <a:lnR w="3175">
                      <a:solidFill>
                        <a:srgbClr val="7E7E7E"/>
                      </a:solidFill>
                      <a:prstDash val="solid"/>
                    </a:lnR>
                    <a:lnT w="12700">
                      <a:solidFill>
                        <a:srgbClr val="183DAF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195580">
                        <a:lnSpc>
                          <a:spcPts val="1340"/>
                        </a:lnSpc>
                      </a:pPr>
                      <a:r>
                        <a:rPr sz="1200" dirty="0">
                          <a:solidFill>
                            <a:srgbClr val="252525"/>
                          </a:solidFill>
                          <a:latin typeface="Trebuchet MS"/>
                          <a:cs typeface="Trebuchet MS"/>
                        </a:rPr>
                        <a:t>0</a:t>
                      </a:r>
                      <a:endParaRPr sz="1200"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lnL w="3175">
                      <a:solidFill>
                        <a:srgbClr val="7E7E7E"/>
                      </a:solidFill>
                      <a:prstDash val="solid"/>
                    </a:lnL>
                    <a:lnR w="6350">
                      <a:solidFill>
                        <a:srgbClr val="BEBEBE"/>
                      </a:solidFill>
                      <a:prstDash val="solid"/>
                    </a:lnR>
                    <a:lnT w="6350">
                      <a:solidFill>
                        <a:srgbClr val="BEBEBE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40"/>
                        </a:lnSpc>
                      </a:pPr>
                      <a:r>
                        <a:rPr sz="1200" dirty="0">
                          <a:solidFill>
                            <a:srgbClr val="252525"/>
                          </a:solidFill>
                          <a:latin typeface="Trebuchet MS"/>
                          <a:cs typeface="Trebuchet MS"/>
                        </a:rPr>
                        <a:t>0</a:t>
                      </a:r>
                      <a:endParaRPr sz="1200"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lnL w="6350">
                      <a:solidFill>
                        <a:srgbClr val="BEBEBE"/>
                      </a:solidFill>
                      <a:prstDash val="solid"/>
                    </a:lnL>
                    <a:lnR w="3175">
                      <a:solidFill>
                        <a:srgbClr val="7E7E7E"/>
                      </a:solidFill>
                      <a:prstDash val="solid"/>
                    </a:lnR>
                    <a:lnT w="6350">
                      <a:solidFill>
                        <a:srgbClr val="BEBEBE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195580">
                        <a:lnSpc>
                          <a:spcPts val="1340"/>
                        </a:lnSpc>
                      </a:pPr>
                      <a:r>
                        <a:rPr sz="1200" dirty="0">
                          <a:solidFill>
                            <a:srgbClr val="252525"/>
                          </a:solidFill>
                          <a:latin typeface="Trebuchet MS"/>
                          <a:cs typeface="Trebuchet MS"/>
                        </a:rPr>
                        <a:t>0</a:t>
                      </a:r>
                      <a:endParaRPr sz="1200"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lnL w="3175">
                      <a:solidFill>
                        <a:srgbClr val="7E7E7E"/>
                      </a:solidFill>
                      <a:prstDash val="solid"/>
                    </a:lnL>
                    <a:lnR w="6350">
                      <a:solidFill>
                        <a:srgbClr val="BEBEBE"/>
                      </a:solidFill>
                      <a:prstDash val="solid"/>
                    </a:lnR>
                    <a:lnT w="6350">
                      <a:solidFill>
                        <a:srgbClr val="BEBEBE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40"/>
                        </a:lnSpc>
                      </a:pPr>
                      <a:r>
                        <a:rPr sz="1200" dirty="0">
                          <a:solidFill>
                            <a:srgbClr val="252525"/>
                          </a:solidFill>
                          <a:latin typeface="Trebuchet MS"/>
                          <a:cs typeface="Trebuchet MS"/>
                        </a:rPr>
                        <a:t>1</a:t>
                      </a:r>
                      <a:endParaRPr sz="1200"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lnL w="6350">
                      <a:solidFill>
                        <a:srgbClr val="BEBEBE"/>
                      </a:solidFill>
                      <a:prstDash val="solid"/>
                    </a:lnL>
                    <a:lnR w="3175">
                      <a:solidFill>
                        <a:srgbClr val="7E7E7E"/>
                      </a:solidFill>
                      <a:prstDash val="solid"/>
                    </a:lnR>
                    <a:lnT w="6350">
                      <a:solidFill>
                        <a:srgbClr val="BEBEBE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82245">
                <a:tc>
                  <a:txBody>
                    <a:bodyPr/>
                    <a:lstStyle/>
                    <a:p>
                      <a:pPr marL="212725">
                        <a:lnSpc>
                          <a:spcPts val="1340"/>
                        </a:lnSpc>
                      </a:pPr>
                      <a:r>
                        <a:rPr sz="1200" dirty="0">
                          <a:solidFill>
                            <a:srgbClr val="252525"/>
                          </a:solidFill>
                          <a:latin typeface="Trebuchet MS"/>
                          <a:cs typeface="Trebuchet MS"/>
                        </a:rPr>
                        <a:t>1</a:t>
                      </a:r>
                      <a:endParaRPr sz="1200"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lnL w="3175">
                      <a:solidFill>
                        <a:srgbClr val="7E7E7E"/>
                      </a:solidFill>
                      <a:prstDash val="solid"/>
                    </a:lnL>
                    <a:lnR w="6350">
                      <a:solidFill>
                        <a:srgbClr val="BEBEBE"/>
                      </a:solidFill>
                      <a:prstDash val="solid"/>
                    </a:lnR>
                    <a:lnT w="6350">
                      <a:solidFill>
                        <a:srgbClr val="BEBEBE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40"/>
                        </a:lnSpc>
                      </a:pPr>
                      <a:r>
                        <a:rPr sz="1200" dirty="0">
                          <a:solidFill>
                            <a:srgbClr val="252525"/>
                          </a:solidFill>
                          <a:latin typeface="Trebuchet MS"/>
                          <a:cs typeface="Trebuchet MS"/>
                        </a:rPr>
                        <a:t>0</a:t>
                      </a:r>
                      <a:endParaRPr sz="1200"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lnL w="6350">
                      <a:solidFill>
                        <a:srgbClr val="BEBEBE"/>
                      </a:solidFill>
                      <a:prstDash val="solid"/>
                    </a:lnL>
                    <a:lnR w="3175">
                      <a:solidFill>
                        <a:srgbClr val="7E7E7E"/>
                      </a:solidFill>
                      <a:prstDash val="solid"/>
                    </a:lnR>
                    <a:lnT w="6350">
                      <a:solidFill>
                        <a:srgbClr val="BEBEBE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212725">
                        <a:lnSpc>
                          <a:spcPts val="1340"/>
                        </a:lnSpc>
                      </a:pPr>
                      <a:r>
                        <a:rPr sz="1200" dirty="0">
                          <a:solidFill>
                            <a:srgbClr val="252525"/>
                          </a:solidFill>
                          <a:latin typeface="Trebuchet MS"/>
                          <a:cs typeface="Trebuchet MS"/>
                        </a:rPr>
                        <a:t>1</a:t>
                      </a:r>
                      <a:endParaRPr sz="1200"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lnL w="3175">
                      <a:solidFill>
                        <a:srgbClr val="7E7E7E"/>
                      </a:solidFill>
                      <a:prstDash val="solid"/>
                    </a:lnL>
                    <a:lnR w="6350">
                      <a:solidFill>
                        <a:srgbClr val="BEBEBE"/>
                      </a:solidFill>
                      <a:prstDash val="solid"/>
                    </a:lnR>
                    <a:lnT w="6350">
                      <a:solidFill>
                        <a:srgbClr val="BEBEBE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40"/>
                        </a:lnSpc>
                      </a:pPr>
                      <a:r>
                        <a:rPr sz="1200" dirty="0">
                          <a:solidFill>
                            <a:srgbClr val="252525"/>
                          </a:solidFill>
                          <a:latin typeface="Trebuchet MS"/>
                          <a:cs typeface="Trebuchet MS"/>
                        </a:rPr>
                        <a:t>1</a:t>
                      </a:r>
                      <a:endParaRPr sz="1200"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lnL w="6350">
                      <a:solidFill>
                        <a:srgbClr val="BEBEBE"/>
                      </a:solidFill>
                      <a:prstDash val="solid"/>
                    </a:lnL>
                    <a:lnR w="3175">
                      <a:solidFill>
                        <a:srgbClr val="7E7E7E"/>
                      </a:solidFill>
                      <a:prstDash val="solid"/>
                    </a:lnR>
                    <a:lnT w="6350">
                      <a:solidFill>
                        <a:srgbClr val="BEBEBE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pic>
        <p:nvPicPr>
          <p:cNvPr id="8" name="object 8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879411" y="4181855"/>
            <a:ext cx="82956" cy="116458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318767" y="4181855"/>
            <a:ext cx="116585" cy="116458"/>
          </a:xfrm>
          <a:prstGeom prst="rect">
            <a:avLst/>
          </a:prstGeom>
        </p:spPr>
      </p:pic>
      <p:grpSp>
        <p:nvGrpSpPr>
          <p:cNvPr id="10" name="object 10"/>
          <p:cNvGrpSpPr/>
          <p:nvPr/>
        </p:nvGrpSpPr>
        <p:grpSpPr>
          <a:xfrm>
            <a:off x="1881949" y="4141089"/>
            <a:ext cx="572135" cy="923925"/>
            <a:chOff x="1881949" y="4141089"/>
            <a:chExt cx="572135" cy="923925"/>
          </a:xfrm>
        </p:grpSpPr>
        <p:sp>
          <p:nvSpPr>
            <p:cNvPr id="11" name="object 11"/>
            <p:cNvSpPr/>
            <p:nvPr/>
          </p:nvSpPr>
          <p:spPr>
            <a:xfrm>
              <a:off x="1883536" y="4147439"/>
              <a:ext cx="567055" cy="182880"/>
            </a:xfrm>
            <a:custGeom>
              <a:avLst/>
              <a:gdLst/>
              <a:ahLst/>
              <a:cxnLst/>
              <a:rect l="l" t="t" r="r" b="b"/>
              <a:pathLst>
                <a:path w="567055" h="182879">
                  <a:moveTo>
                    <a:pt x="567042" y="0"/>
                  </a:moveTo>
                  <a:lnTo>
                    <a:pt x="0" y="0"/>
                  </a:lnTo>
                  <a:lnTo>
                    <a:pt x="0" y="182880"/>
                  </a:lnTo>
                  <a:lnTo>
                    <a:pt x="567042" y="182880"/>
                  </a:lnTo>
                  <a:lnTo>
                    <a:pt x="567042" y="0"/>
                  </a:lnTo>
                  <a:close/>
                </a:path>
              </a:pathLst>
            </a:custGeom>
            <a:solidFill>
              <a:srgbClr val="D9D9D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1882012" y="4330319"/>
              <a:ext cx="572135" cy="548640"/>
            </a:xfrm>
            <a:custGeom>
              <a:avLst/>
              <a:gdLst/>
              <a:ahLst/>
              <a:cxnLst/>
              <a:rect l="l" t="t" r="r" b="b"/>
              <a:pathLst>
                <a:path w="572135" h="548639">
                  <a:moveTo>
                    <a:pt x="0" y="0"/>
                  </a:moveTo>
                  <a:lnTo>
                    <a:pt x="571754" y="0"/>
                  </a:lnTo>
                </a:path>
                <a:path w="572135" h="548639">
                  <a:moveTo>
                    <a:pt x="0" y="182879"/>
                  </a:moveTo>
                  <a:lnTo>
                    <a:pt x="571754" y="182879"/>
                  </a:lnTo>
                </a:path>
                <a:path w="572135" h="548639">
                  <a:moveTo>
                    <a:pt x="0" y="365759"/>
                  </a:moveTo>
                  <a:lnTo>
                    <a:pt x="571754" y="365759"/>
                  </a:lnTo>
                </a:path>
                <a:path w="572135" h="548639">
                  <a:moveTo>
                    <a:pt x="0" y="548639"/>
                  </a:moveTo>
                  <a:lnTo>
                    <a:pt x="571754" y="548639"/>
                  </a:lnTo>
                </a:path>
              </a:pathLst>
            </a:custGeom>
            <a:ln w="6350">
              <a:solidFill>
                <a:srgbClr val="BEBEB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1883536" y="4141089"/>
              <a:ext cx="0" cy="923925"/>
            </a:xfrm>
            <a:custGeom>
              <a:avLst/>
              <a:gdLst/>
              <a:ahLst/>
              <a:cxnLst/>
              <a:rect l="l" t="t" r="r" b="b"/>
              <a:pathLst>
                <a:path h="923925">
                  <a:moveTo>
                    <a:pt x="0" y="0"/>
                  </a:moveTo>
                  <a:lnTo>
                    <a:pt x="0" y="923925"/>
                  </a:lnTo>
                </a:path>
              </a:pathLst>
            </a:custGeom>
            <a:ln w="3175">
              <a:solidFill>
                <a:srgbClr val="7E7E7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2450591" y="4141089"/>
              <a:ext cx="0" cy="923925"/>
            </a:xfrm>
            <a:custGeom>
              <a:avLst/>
              <a:gdLst/>
              <a:ahLst/>
              <a:cxnLst/>
              <a:rect l="l" t="t" r="r" b="b"/>
              <a:pathLst>
                <a:path h="923925">
                  <a:moveTo>
                    <a:pt x="0" y="0"/>
                  </a:moveTo>
                  <a:lnTo>
                    <a:pt x="0" y="923925"/>
                  </a:lnTo>
                </a:path>
              </a:pathLst>
            </a:custGeom>
            <a:ln w="6350">
              <a:solidFill>
                <a:srgbClr val="BEBEB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1882012" y="4141089"/>
              <a:ext cx="572135" cy="12700"/>
            </a:xfrm>
            <a:custGeom>
              <a:avLst/>
              <a:gdLst/>
              <a:ahLst/>
              <a:cxnLst/>
              <a:rect l="l" t="t" r="r" b="b"/>
              <a:pathLst>
                <a:path w="572135" h="12700">
                  <a:moveTo>
                    <a:pt x="0" y="12700"/>
                  </a:moveTo>
                  <a:lnTo>
                    <a:pt x="571754" y="12700"/>
                  </a:lnTo>
                  <a:lnTo>
                    <a:pt x="571754" y="0"/>
                  </a:lnTo>
                  <a:lnTo>
                    <a:pt x="0" y="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183DA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1882012" y="5061839"/>
              <a:ext cx="572135" cy="0"/>
            </a:xfrm>
            <a:custGeom>
              <a:avLst/>
              <a:gdLst/>
              <a:ahLst/>
              <a:cxnLst/>
              <a:rect l="l" t="t" r="r" b="b"/>
              <a:pathLst>
                <a:path w="572135">
                  <a:moveTo>
                    <a:pt x="0" y="0"/>
                  </a:moveTo>
                  <a:lnTo>
                    <a:pt x="571754" y="0"/>
                  </a:lnTo>
                </a:path>
              </a:pathLst>
            </a:custGeom>
            <a:ln w="6350">
              <a:solidFill>
                <a:srgbClr val="BEBEB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7" name="object 17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2108072" y="4181856"/>
              <a:ext cx="113664" cy="116586"/>
            </a:xfrm>
            <a:prstGeom prst="rect">
              <a:avLst/>
            </a:prstGeom>
          </p:spPr>
        </p:pic>
      </p:grpSp>
      <p:sp>
        <p:nvSpPr>
          <p:cNvPr id="18" name="object 18"/>
          <p:cNvSpPr txBox="1"/>
          <p:nvPr/>
        </p:nvSpPr>
        <p:spPr>
          <a:xfrm>
            <a:off x="1885124" y="4306570"/>
            <a:ext cx="56261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R="62865" algn="r">
              <a:lnSpc>
                <a:spcPct val="100000"/>
              </a:lnSpc>
              <a:spcBef>
                <a:spcPts val="100"/>
              </a:spcBef>
            </a:pPr>
            <a:r>
              <a:rPr sz="1200" spc="-90" dirty="0">
                <a:solidFill>
                  <a:srgbClr val="252525"/>
                </a:solidFill>
                <a:latin typeface="Trebuchet MS"/>
                <a:cs typeface="Trebuchet MS"/>
              </a:rPr>
              <a:t>-</a:t>
            </a:r>
            <a:r>
              <a:rPr sz="1200" spc="-50" dirty="0">
                <a:solidFill>
                  <a:srgbClr val="252525"/>
                </a:solidFill>
                <a:latin typeface="Trebuchet MS"/>
                <a:cs typeface="Trebuchet MS"/>
              </a:rPr>
              <a:t>2</a:t>
            </a:r>
            <a:endParaRPr sz="1200">
              <a:latin typeface="Trebuchet MS"/>
              <a:cs typeface="Trebuchet MS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1885124" y="4489450"/>
            <a:ext cx="56261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R="62865" algn="r">
              <a:lnSpc>
                <a:spcPct val="100000"/>
              </a:lnSpc>
              <a:spcBef>
                <a:spcPts val="100"/>
              </a:spcBef>
            </a:pPr>
            <a:r>
              <a:rPr sz="1200" spc="-165" dirty="0">
                <a:solidFill>
                  <a:srgbClr val="252525"/>
                </a:solidFill>
                <a:latin typeface="Trebuchet MS"/>
                <a:cs typeface="Trebuchet MS"/>
              </a:rPr>
              <a:t>2</a:t>
            </a:r>
            <a:endParaRPr sz="1200">
              <a:latin typeface="Trebuchet MS"/>
              <a:cs typeface="Trebuchet MS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1885124" y="4672329"/>
            <a:ext cx="56261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R="62865" algn="r">
              <a:lnSpc>
                <a:spcPct val="100000"/>
              </a:lnSpc>
              <a:spcBef>
                <a:spcPts val="100"/>
              </a:spcBef>
            </a:pPr>
            <a:r>
              <a:rPr sz="1200" spc="-90" dirty="0">
                <a:solidFill>
                  <a:srgbClr val="252525"/>
                </a:solidFill>
                <a:latin typeface="Trebuchet MS"/>
                <a:cs typeface="Trebuchet MS"/>
              </a:rPr>
              <a:t>-</a:t>
            </a:r>
            <a:r>
              <a:rPr sz="1200" spc="-50" dirty="0">
                <a:solidFill>
                  <a:srgbClr val="252525"/>
                </a:solidFill>
                <a:latin typeface="Trebuchet MS"/>
                <a:cs typeface="Trebuchet MS"/>
              </a:rPr>
              <a:t>2</a:t>
            </a:r>
            <a:endParaRPr sz="1200">
              <a:latin typeface="Trebuchet MS"/>
              <a:cs typeface="Trebuchet MS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1885124" y="4855209"/>
            <a:ext cx="56261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R="62865" algn="r">
              <a:lnSpc>
                <a:spcPct val="100000"/>
              </a:lnSpc>
              <a:spcBef>
                <a:spcPts val="100"/>
              </a:spcBef>
            </a:pPr>
            <a:r>
              <a:rPr sz="1200" spc="-165" dirty="0">
                <a:solidFill>
                  <a:srgbClr val="252525"/>
                </a:solidFill>
                <a:latin typeface="Trebuchet MS"/>
                <a:cs typeface="Trebuchet MS"/>
              </a:rPr>
              <a:t>2</a:t>
            </a:r>
            <a:endParaRPr sz="1200">
              <a:latin typeface="Trebuchet MS"/>
              <a:cs typeface="Trebuchet MS"/>
            </a:endParaRPr>
          </a:p>
        </p:txBody>
      </p:sp>
      <p:grpSp>
        <p:nvGrpSpPr>
          <p:cNvPr id="22" name="object 22"/>
          <p:cNvGrpSpPr/>
          <p:nvPr/>
        </p:nvGrpSpPr>
        <p:grpSpPr>
          <a:xfrm>
            <a:off x="2854070" y="4141089"/>
            <a:ext cx="572135" cy="923925"/>
            <a:chOff x="2854070" y="4141089"/>
            <a:chExt cx="572135" cy="923925"/>
          </a:xfrm>
        </p:grpSpPr>
        <p:sp>
          <p:nvSpPr>
            <p:cNvPr id="23" name="object 23"/>
            <p:cNvSpPr/>
            <p:nvPr/>
          </p:nvSpPr>
          <p:spPr>
            <a:xfrm>
              <a:off x="2855721" y="4147439"/>
              <a:ext cx="567055" cy="182880"/>
            </a:xfrm>
            <a:custGeom>
              <a:avLst/>
              <a:gdLst/>
              <a:ahLst/>
              <a:cxnLst/>
              <a:rect l="l" t="t" r="r" b="b"/>
              <a:pathLst>
                <a:path w="567054" h="182879">
                  <a:moveTo>
                    <a:pt x="567042" y="0"/>
                  </a:moveTo>
                  <a:lnTo>
                    <a:pt x="0" y="0"/>
                  </a:lnTo>
                  <a:lnTo>
                    <a:pt x="0" y="182880"/>
                  </a:lnTo>
                  <a:lnTo>
                    <a:pt x="567042" y="182880"/>
                  </a:lnTo>
                  <a:lnTo>
                    <a:pt x="567042" y="0"/>
                  </a:lnTo>
                  <a:close/>
                </a:path>
              </a:pathLst>
            </a:custGeom>
            <a:solidFill>
              <a:srgbClr val="D9D9D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2854070" y="4330319"/>
              <a:ext cx="572135" cy="548640"/>
            </a:xfrm>
            <a:custGeom>
              <a:avLst/>
              <a:gdLst/>
              <a:ahLst/>
              <a:cxnLst/>
              <a:rect l="l" t="t" r="r" b="b"/>
              <a:pathLst>
                <a:path w="572135" h="548639">
                  <a:moveTo>
                    <a:pt x="0" y="0"/>
                  </a:moveTo>
                  <a:lnTo>
                    <a:pt x="571881" y="0"/>
                  </a:lnTo>
                </a:path>
                <a:path w="572135" h="548639">
                  <a:moveTo>
                    <a:pt x="0" y="182879"/>
                  </a:moveTo>
                  <a:lnTo>
                    <a:pt x="571881" y="182879"/>
                  </a:lnTo>
                </a:path>
                <a:path w="572135" h="548639">
                  <a:moveTo>
                    <a:pt x="0" y="365759"/>
                  </a:moveTo>
                  <a:lnTo>
                    <a:pt x="571881" y="365759"/>
                  </a:lnTo>
                </a:path>
                <a:path w="572135" h="548639">
                  <a:moveTo>
                    <a:pt x="0" y="548639"/>
                  </a:moveTo>
                  <a:lnTo>
                    <a:pt x="571881" y="548639"/>
                  </a:lnTo>
                </a:path>
              </a:pathLst>
            </a:custGeom>
            <a:ln w="6350">
              <a:solidFill>
                <a:srgbClr val="BEBEB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2855721" y="4141089"/>
              <a:ext cx="0" cy="923925"/>
            </a:xfrm>
            <a:custGeom>
              <a:avLst/>
              <a:gdLst/>
              <a:ahLst/>
              <a:cxnLst/>
              <a:rect l="l" t="t" r="r" b="b"/>
              <a:pathLst>
                <a:path h="923925">
                  <a:moveTo>
                    <a:pt x="0" y="0"/>
                  </a:moveTo>
                  <a:lnTo>
                    <a:pt x="0" y="923925"/>
                  </a:lnTo>
                </a:path>
              </a:pathLst>
            </a:custGeom>
            <a:ln w="3175">
              <a:solidFill>
                <a:srgbClr val="7E7E7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3422776" y="4141089"/>
              <a:ext cx="0" cy="923925"/>
            </a:xfrm>
            <a:custGeom>
              <a:avLst/>
              <a:gdLst/>
              <a:ahLst/>
              <a:cxnLst/>
              <a:rect l="l" t="t" r="r" b="b"/>
              <a:pathLst>
                <a:path h="923925">
                  <a:moveTo>
                    <a:pt x="0" y="0"/>
                  </a:moveTo>
                  <a:lnTo>
                    <a:pt x="0" y="923925"/>
                  </a:lnTo>
                </a:path>
              </a:pathLst>
            </a:custGeom>
            <a:ln w="6350">
              <a:solidFill>
                <a:srgbClr val="BEBEB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2854070" y="4141089"/>
              <a:ext cx="572135" cy="12700"/>
            </a:xfrm>
            <a:custGeom>
              <a:avLst/>
              <a:gdLst/>
              <a:ahLst/>
              <a:cxnLst/>
              <a:rect l="l" t="t" r="r" b="b"/>
              <a:pathLst>
                <a:path w="572135" h="12700">
                  <a:moveTo>
                    <a:pt x="0" y="12700"/>
                  </a:moveTo>
                  <a:lnTo>
                    <a:pt x="571881" y="12700"/>
                  </a:lnTo>
                  <a:lnTo>
                    <a:pt x="571881" y="0"/>
                  </a:lnTo>
                  <a:lnTo>
                    <a:pt x="0" y="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183DA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2854070" y="5061839"/>
              <a:ext cx="572135" cy="0"/>
            </a:xfrm>
            <a:custGeom>
              <a:avLst/>
              <a:gdLst/>
              <a:ahLst/>
              <a:cxnLst/>
              <a:rect l="l" t="t" r="r" b="b"/>
              <a:pathLst>
                <a:path w="572135">
                  <a:moveTo>
                    <a:pt x="0" y="0"/>
                  </a:moveTo>
                  <a:lnTo>
                    <a:pt x="571881" y="0"/>
                  </a:lnTo>
                </a:path>
              </a:pathLst>
            </a:custGeom>
            <a:ln w="6350">
              <a:solidFill>
                <a:srgbClr val="BEBEB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9" name="object 29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3061842" y="4181856"/>
              <a:ext cx="145795" cy="116586"/>
            </a:xfrm>
            <a:prstGeom prst="rect">
              <a:avLst/>
            </a:prstGeom>
          </p:spPr>
        </p:pic>
      </p:grpSp>
      <p:sp>
        <p:nvSpPr>
          <p:cNvPr id="30" name="object 30"/>
          <p:cNvSpPr txBox="1"/>
          <p:nvPr/>
        </p:nvSpPr>
        <p:spPr>
          <a:xfrm>
            <a:off x="2857309" y="4489450"/>
            <a:ext cx="56261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R="60960" algn="r">
              <a:lnSpc>
                <a:spcPct val="100000"/>
              </a:lnSpc>
              <a:spcBef>
                <a:spcPts val="100"/>
              </a:spcBef>
            </a:pPr>
            <a:r>
              <a:rPr sz="1200" spc="-390" dirty="0">
                <a:solidFill>
                  <a:srgbClr val="252525"/>
                </a:solidFill>
                <a:latin typeface="Trebuchet MS"/>
                <a:cs typeface="Trebuchet MS"/>
              </a:rPr>
              <a:t>1</a:t>
            </a:r>
            <a:endParaRPr sz="1200">
              <a:latin typeface="Trebuchet MS"/>
              <a:cs typeface="Trebuchet MS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2857309" y="4672329"/>
            <a:ext cx="56261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R="60960" algn="r">
              <a:lnSpc>
                <a:spcPct val="100000"/>
              </a:lnSpc>
              <a:spcBef>
                <a:spcPts val="100"/>
              </a:spcBef>
            </a:pPr>
            <a:r>
              <a:rPr sz="1200" spc="-390" dirty="0">
                <a:solidFill>
                  <a:srgbClr val="252525"/>
                </a:solidFill>
                <a:latin typeface="Trebuchet MS"/>
                <a:cs typeface="Trebuchet MS"/>
              </a:rPr>
              <a:t>1</a:t>
            </a:r>
            <a:endParaRPr sz="1200">
              <a:latin typeface="Trebuchet MS"/>
              <a:cs typeface="Trebuchet MS"/>
            </a:endParaRPr>
          </a:p>
        </p:txBody>
      </p:sp>
      <p:grpSp>
        <p:nvGrpSpPr>
          <p:cNvPr id="32" name="object 32"/>
          <p:cNvGrpSpPr/>
          <p:nvPr/>
        </p:nvGrpSpPr>
        <p:grpSpPr>
          <a:xfrm>
            <a:off x="1881949" y="5150865"/>
            <a:ext cx="572135" cy="558165"/>
            <a:chOff x="1881949" y="5150865"/>
            <a:chExt cx="572135" cy="558165"/>
          </a:xfrm>
        </p:grpSpPr>
        <p:sp>
          <p:nvSpPr>
            <p:cNvPr id="33" name="object 33"/>
            <p:cNvSpPr/>
            <p:nvPr/>
          </p:nvSpPr>
          <p:spPr>
            <a:xfrm>
              <a:off x="1883536" y="5157215"/>
              <a:ext cx="567055" cy="182880"/>
            </a:xfrm>
            <a:custGeom>
              <a:avLst/>
              <a:gdLst/>
              <a:ahLst/>
              <a:cxnLst/>
              <a:rect l="l" t="t" r="r" b="b"/>
              <a:pathLst>
                <a:path w="567055" h="182879">
                  <a:moveTo>
                    <a:pt x="567042" y="0"/>
                  </a:moveTo>
                  <a:lnTo>
                    <a:pt x="0" y="0"/>
                  </a:lnTo>
                  <a:lnTo>
                    <a:pt x="0" y="182879"/>
                  </a:lnTo>
                  <a:lnTo>
                    <a:pt x="567042" y="182879"/>
                  </a:lnTo>
                  <a:lnTo>
                    <a:pt x="567042" y="0"/>
                  </a:lnTo>
                  <a:close/>
                </a:path>
              </a:pathLst>
            </a:custGeom>
            <a:solidFill>
              <a:srgbClr val="D9D9D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1882012" y="5340095"/>
              <a:ext cx="572135" cy="182880"/>
            </a:xfrm>
            <a:custGeom>
              <a:avLst/>
              <a:gdLst/>
              <a:ahLst/>
              <a:cxnLst/>
              <a:rect l="l" t="t" r="r" b="b"/>
              <a:pathLst>
                <a:path w="572135" h="182879">
                  <a:moveTo>
                    <a:pt x="0" y="0"/>
                  </a:moveTo>
                  <a:lnTo>
                    <a:pt x="571754" y="0"/>
                  </a:lnTo>
                </a:path>
                <a:path w="572135" h="182879">
                  <a:moveTo>
                    <a:pt x="0" y="182879"/>
                  </a:moveTo>
                  <a:lnTo>
                    <a:pt x="571754" y="182879"/>
                  </a:lnTo>
                </a:path>
              </a:pathLst>
            </a:custGeom>
            <a:ln w="6350">
              <a:solidFill>
                <a:srgbClr val="BEBEB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1883536" y="5150865"/>
              <a:ext cx="0" cy="558165"/>
            </a:xfrm>
            <a:custGeom>
              <a:avLst/>
              <a:gdLst/>
              <a:ahLst/>
              <a:cxnLst/>
              <a:rect l="l" t="t" r="r" b="b"/>
              <a:pathLst>
                <a:path h="558164">
                  <a:moveTo>
                    <a:pt x="0" y="0"/>
                  </a:moveTo>
                  <a:lnTo>
                    <a:pt x="0" y="558139"/>
                  </a:lnTo>
                </a:path>
              </a:pathLst>
            </a:custGeom>
            <a:ln w="3175">
              <a:solidFill>
                <a:srgbClr val="7E7E7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2450591" y="5150865"/>
              <a:ext cx="0" cy="558165"/>
            </a:xfrm>
            <a:custGeom>
              <a:avLst/>
              <a:gdLst/>
              <a:ahLst/>
              <a:cxnLst/>
              <a:rect l="l" t="t" r="r" b="b"/>
              <a:pathLst>
                <a:path h="558164">
                  <a:moveTo>
                    <a:pt x="0" y="0"/>
                  </a:moveTo>
                  <a:lnTo>
                    <a:pt x="0" y="558139"/>
                  </a:lnTo>
                </a:path>
              </a:pathLst>
            </a:custGeom>
            <a:ln w="6350">
              <a:solidFill>
                <a:srgbClr val="BEBEB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1882012" y="5150865"/>
              <a:ext cx="572135" cy="12700"/>
            </a:xfrm>
            <a:custGeom>
              <a:avLst/>
              <a:gdLst/>
              <a:ahLst/>
              <a:cxnLst/>
              <a:rect l="l" t="t" r="r" b="b"/>
              <a:pathLst>
                <a:path w="572135" h="12700">
                  <a:moveTo>
                    <a:pt x="0" y="12699"/>
                  </a:moveTo>
                  <a:lnTo>
                    <a:pt x="571754" y="12699"/>
                  </a:lnTo>
                  <a:lnTo>
                    <a:pt x="571754" y="0"/>
                  </a:lnTo>
                  <a:lnTo>
                    <a:pt x="0" y="0"/>
                  </a:lnTo>
                  <a:lnTo>
                    <a:pt x="0" y="12699"/>
                  </a:lnTo>
                  <a:close/>
                </a:path>
              </a:pathLst>
            </a:custGeom>
            <a:solidFill>
              <a:srgbClr val="183DA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1882012" y="5705830"/>
              <a:ext cx="572135" cy="0"/>
            </a:xfrm>
            <a:custGeom>
              <a:avLst/>
              <a:gdLst/>
              <a:ahLst/>
              <a:cxnLst/>
              <a:rect l="l" t="t" r="r" b="b"/>
              <a:pathLst>
                <a:path w="572135">
                  <a:moveTo>
                    <a:pt x="0" y="0"/>
                  </a:moveTo>
                  <a:lnTo>
                    <a:pt x="571754" y="0"/>
                  </a:lnTo>
                </a:path>
              </a:pathLst>
            </a:custGeom>
            <a:ln w="6350">
              <a:solidFill>
                <a:srgbClr val="BEBEB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9" name="object 39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2123566" y="5191632"/>
              <a:ext cx="84455" cy="116459"/>
            </a:xfrm>
            <a:prstGeom prst="rect">
              <a:avLst/>
            </a:prstGeom>
          </p:spPr>
        </p:pic>
      </p:grpSp>
      <p:sp>
        <p:nvSpPr>
          <p:cNvPr id="40" name="object 40"/>
          <p:cNvSpPr txBox="1"/>
          <p:nvPr/>
        </p:nvSpPr>
        <p:spPr>
          <a:xfrm>
            <a:off x="1885124" y="5316169"/>
            <a:ext cx="562610" cy="208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R="62230" algn="r">
              <a:lnSpc>
                <a:spcPct val="100000"/>
              </a:lnSpc>
              <a:spcBef>
                <a:spcPts val="100"/>
              </a:spcBef>
            </a:pPr>
            <a:r>
              <a:rPr sz="1200" spc="-125" dirty="0">
                <a:solidFill>
                  <a:srgbClr val="252525"/>
                </a:solidFill>
                <a:latin typeface="Trebuchet MS"/>
                <a:cs typeface="Trebuchet MS"/>
              </a:rPr>
              <a:t>3</a:t>
            </a:r>
            <a:endParaRPr sz="1200">
              <a:latin typeface="Trebuchet MS"/>
              <a:cs typeface="Trebuchet MS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1885124" y="5499608"/>
            <a:ext cx="56261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R="60960" algn="r">
              <a:lnSpc>
                <a:spcPct val="100000"/>
              </a:lnSpc>
              <a:spcBef>
                <a:spcPts val="100"/>
              </a:spcBef>
            </a:pPr>
            <a:r>
              <a:rPr sz="1200" spc="-90" dirty="0">
                <a:solidFill>
                  <a:srgbClr val="252525"/>
                </a:solidFill>
                <a:latin typeface="Trebuchet MS"/>
                <a:cs typeface="Trebuchet MS"/>
              </a:rPr>
              <a:t>-</a:t>
            </a:r>
            <a:r>
              <a:rPr sz="1200" spc="-445" dirty="0">
                <a:solidFill>
                  <a:srgbClr val="252525"/>
                </a:solidFill>
                <a:latin typeface="Trebuchet MS"/>
                <a:cs typeface="Trebuchet MS"/>
              </a:rPr>
              <a:t>1</a:t>
            </a:r>
            <a:endParaRPr sz="1200">
              <a:latin typeface="Trebuchet MS"/>
              <a:cs typeface="Trebuchet MS"/>
            </a:endParaRPr>
          </a:p>
        </p:txBody>
      </p:sp>
      <p:grpSp>
        <p:nvGrpSpPr>
          <p:cNvPr id="42" name="object 42"/>
          <p:cNvGrpSpPr/>
          <p:nvPr/>
        </p:nvGrpSpPr>
        <p:grpSpPr>
          <a:xfrm>
            <a:off x="2854070" y="5150865"/>
            <a:ext cx="572135" cy="558165"/>
            <a:chOff x="2854070" y="5150865"/>
            <a:chExt cx="572135" cy="558165"/>
          </a:xfrm>
        </p:grpSpPr>
        <p:sp>
          <p:nvSpPr>
            <p:cNvPr id="43" name="object 43"/>
            <p:cNvSpPr/>
            <p:nvPr/>
          </p:nvSpPr>
          <p:spPr>
            <a:xfrm>
              <a:off x="2855721" y="5157215"/>
              <a:ext cx="567055" cy="182880"/>
            </a:xfrm>
            <a:custGeom>
              <a:avLst/>
              <a:gdLst/>
              <a:ahLst/>
              <a:cxnLst/>
              <a:rect l="l" t="t" r="r" b="b"/>
              <a:pathLst>
                <a:path w="567054" h="182879">
                  <a:moveTo>
                    <a:pt x="567042" y="0"/>
                  </a:moveTo>
                  <a:lnTo>
                    <a:pt x="0" y="0"/>
                  </a:lnTo>
                  <a:lnTo>
                    <a:pt x="0" y="182879"/>
                  </a:lnTo>
                  <a:lnTo>
                    <a:pt x="567042" y="182879"/>
                  </a:lnTo>
                  <a:lnTo>
                    <a:pt x="567042" y="0"/>
                  </a:lnTo>
                  <a:close/>
                </a:path>
              </a:pathLst>
            </a:custGeom>
            <a:solidFill>
              <a:srgbClr val="D9D9D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object 44"/>
            <p:cNvSpPr/>
            <p:nvPr/>
          </p:nvSpPr>
          <p:spPr>
            <a:xfrm>
              <a:off x="2854070" y="5340095"/>
              <a:ext cx="572135" cy="182880"/>
            </a:xfrm>
            <a:custGeom>
              <a:avLst/>
              <a:gdLst/>
              <a:ahLst/>
              <a:cxnLst/>
              <a:rect l="l" t="t" r="r" b="b"/>
              <a:pathLst>
                <a:path w="572135" h="182879">
                  <a:moveTo>
                    <a:pt x="0" y="0"/>
                  </a:moveTo>
                  <a:lnTo>
                    <a:pt x="571881" y="0"/>
                  </a:lnTo>
                </a:path>
                <a:path w="572135" h="182879">
                  <a:moveTo>
                    <a:pt x="0" y="182879"/>
                  </a:moveTo>
                  <a:lnTo>
                    <a:pt x="571881" y="182879"/>
                  </a:lnTo>
                </a:path>
              </a:pathLst>
            </a:custGeom>
            <a:ln w="6350">
              <a:solidFill>
                <a:srgbClr val="BEBEB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" name="object 45"/>
            <p:cNvSpPr/>
            <p:nvPr/>
          </p:nvSpPr>
          <p:spPr>
            <a:xfrm>
              <a:off x="2855721" y="5150865"/>
              <a:ext cx="0" cy="558165"/>
            </a:xfrm>
            <a:custGeom>
              <a:avLst/>
              <a:gdLst/>
              <a:ahLst/>
              <a:cxnLst/>
              <a:rect l="l" t="t" r="r" b="b"/>
              <a:pathLst>
                <a:path h="558164">
                  <a:moveTo>
                    <a:pt x="0" y="0"/>
                  </a:moveTo>
                  <a:lnTo>
                    <a:pt x="0" y="558139"/>
                  </a:lnTo>
                </a:path>
              </a:pathLst>
            </a:custGeom>
            <a:ln w="3175">
              <a:solidFill>
                <a:srgbClr val="7E7E7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" name="object 46"/>
            <p:cNvSpPr/>
            <p:nvPr/>
          </p:nvSpPr>
          <p:spPr>
            <a:xfrm>
              <a:off x="3422776" y="5150865"/>
              <a:ext cx="0" cy="558165"/>
            </a:xfrm>
            <a:custGeom>
              <a:avLst/>
              <a:gdLst/>
              <a:ahLst/>
              <a:cxnLst/>
              <a:rect l="l" t="t" r="r" b="b"/>
              <a:pathLst>
                <a:path h="558164">
                  <a:moveTo>
                    <a:pt x="0" y="0"/>
                  </a:moveTo>
                  <a:lnTo>
                    <a:pt x="0" y="558139"/>
                  </a:lnTo>
                </a:path>
              </a:pathLst>
            </a:custGeom>
            <a:ln w="6350">
              <a:solidFill>
                <a:srgbClr val="BEBEB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7" name="object 47"/>
            <p:cNvSpPr/>
            <p:nvPr/>
          </p:nvSpPr>
          <p:spPr>
            <a:xfrm>
              <a:off x="2854070" y="5150865"/>
              <a:ext cx="572135" cy="12700"/>
            </a:xfrm>
            <a:custGeom>
              <a:avLst/>
              <a:gdLst/>
              <a:ahLst/>
              <a:cxnLst/>
              <a:rect l="l" t="t" r="r" b="b"/>
              <a:pathLst>
                <a:path w="572135" h="12700">
                  <a:moveTo>
                    <a:pt x="0" y="12699"/>
                  </a:moveTo>
                  <a:lnTo>
                    <a:pt x="571881" y="12699"/>
                  </a:lnTo>
                  <a:lnTo>
                    <a:pt x="571881" y="0"/>
                  </a:lnTo>
                  <a:lnTo>
                    <a:pt x="0" y="0"/>
                  </a:lnTo>
                  <a:lnTo>
                    <a:pt x="0" y="12699"/>
                  </a:lnTo>
                  <a:close/>
                </a:path>
              </a:pathLst>
            </a:custGeom>
            <a:solidFill>
              <a:srgbClr val="183DA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8" name="object 48"/>
            <p:cNvSpPr/>
            <p:nvPr/>
          </p:nvSpPr>
          <p:spPr>
            <a:xfrm>
              <a:off x="2854070" y="5705830"/>
              <a:ext cx="572135" cy="0"/>
            </a:xfrm>
            <a:custGeom>
              <a:avLst/>
              <a:gdLst/>
              <a:ahLst/>
              <a:cxnLst/>
              <a:rect l="l" t="t" r="r" b="b"/>
              <a:pathLst>
                <a:path w="572135">
                  <a:moveTo>
                    <a:pt x="0" y="0"/>
                  </a:moveTo>
                  <a:lnTo>
                    <a:pt x="571881" y="0"/>
                  </a:lnTo>
                </a:path>
              </a:pathLst>
            </a:custGeom>
            <a:ln w="6350">
              <a:solidFill>
                <a:srgbClr val="BEBEB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9" name="object 49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3078987" y="5191632"/>
              <a:ext cx="118110" cy="116459"/>
            </a:xfrm>
            <a:prstGeom prst="rect">
              <a:avLst/>
            </a:prstGeom>
          </p:spPr>
        </p:pic>
      </p:grpSp>
      <p:sp>
        <p:nvSpPr>
          <p:cNvPr id="50" name="object 50"/>
          <p:cNvSpPr txBox="1"/>
          <p:nvPr/>
        </p:nvSpPr>
        <p:spPr>
          <a:xfrm>
            <a:off x="2857309" y="5316169"/>
            <a:ext cx="562610" cy="208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R="60960" algn="r">
              <a:lnSpc>
                <a:spcPct val="100000"/>
              </a:lnSpc>
              <a:spcBef>
                <a:spcPts val="100"/>
              </a:spcBef>
            </a:pPr>
            <a:r>
              <a:rPr sz="1200" spc="-90" dirty="0">
                <a:solidFill>
                  <a:srgbClr val="252525"/>
                </a:solidFill>
                <a:latin typeface="Trebuchet MS"/>
                <a:cs typeface="Trebuchet MS"/>
              </a:rPr>
              <a:t>-</a:t>
            </a:r>
            <a:r>
              <a:rPr sz="1200" spc="-445" dirty="0">
                <a:solidFill>
                  <a:srgbClr val="252525"/>
                </a:solidFill>
                <a:latin typeface="Trebuchet MS"/>
                <a:cs typeface="Trebuchet MS"/>
              </a:rPr>
              <a:t>1</a:t>
            </a:r>
            <a:endParaRPr sz="1200">
              <a:latin typeface="Trebuchet MS"/>
              <a:cs typeface="Trebuchet MS"/>
            </a:endParaRPr>
          </a:p>
        </p:txBody>
      </p:sp>
      <p:sp>
        <p:nvSpPr>
          <p:cNvPr id="51" name="object 51"/>
          <p:cNvSpPr/>
          <p:nvPr/>
        </p:nvSpPr>
        <p:spPr>
          <a:xfrm>
            <a:off x="664463" y="2121407"/>
            <a:ext cx="8696325" cy="1833880"/>
          </a:xfrm>
          <a:custGeom>
            <a:avLst/>
            <a:gdLst/>
            <a:ahLst/>
            <a:cxnLst/>
            <a:rect l="l" t="t" r="r" b="b"/>
            <a:pathLst>
              <a:path w="8696325" h="1833879">
                <a:moveTo>
                  <a:pt x="8695944" y="0"/>
                </a:moveTo>
                <a:lnTo>
                  <a:pt x="0" y="0"/>
                </a:lnTo>
                <a:lnTo>
                  <a:pt x="0" y="1833372"/>
                </a:lnTo>
                <a:lnTo>
                  <a:pt x="8695944" y="1833372"/>
                </a:lnTo>
                <a:lnTo>
                  <a:pt x="8695944" y="0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2" name="object 52"/>
          <p:cNvSpPr txBox="1"/>
          <p:nvPr/>
        </p:nvSpPr>
        <p:spPr>
          <a:xfrm>
            <a:off x="815644" y="2204719"/>
            <a:ext cx="675005" cy="412292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sz="1300" b="1" dirty="0">
                <a:latin typeface="Tahoma"/>
                <a:cs typeface="Tahoma"/>
              </a:rPr>
              <a:t>Solving XOR</a:t>
            </a:r>
            <a:endParaRPr sz="1300" dirty="0">
              <a:latin typeface="Tahoma"/>
              <a:cs typeface="Tahoma"/>
            </a:endParaRPr>
          </a:p>
        </p:txBody>
      </p:sp>
      <p:sp>
        <p:nvSpPr>
          <p:cNvPr id="53" name="object 53"/>
          <p:cNvSpPr txBox="1"/>
          <p:nvPr/>
        </p:nvSpPr>
        <p:spPr>
          <a:xfrm>
            <a:off x="5846698" y="2105917"/>
            <a:ext cx="1610488" cy="642483"/>
          </a:xfrm>
          <a:prstGeom prst="rect">
            <a:avLst/>
          </a:prstGeom>
        </p:spPr>
        <p:txBody>
          <a:bodyPr vert="horz" wrap="square" lIns="0" tIns="110489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869"/>
              </a:spcBef>
            </a:pPr>
            <a:r>
              <a:rPr sz="1300" b="1" dirty="0">
                <a:latin typeface="Tahoma"/>
                <a:cs typeface="Tahoma"/>
              </a:rPr>
              <a:t>Sigmoid function</a:t>
            </a:r>
            <a:endParaRPr sz="1300" dirty="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850"/>
              </a:spcBef>
            </a:pPr>
            <a:r>
              <a:rPr sz="1400" b="1" u="sng" dirty="0">
                <a:solidFill>
                  <a:srgbClr val="13299F"/>
                </a:solidFill>
                <a:uFill>
                  <a:solidFill>
                    <a:srgbClr val="13299F"/>
                  </a:solidFill>
                </a:uFill>
                <a:latin typeface="Tahoma"/>
                <a:cs typeface="Tahoma"/>
              </a:rPr>
              <a:t>=1/(1+exp(-x))</a:t>
            </a:r>
            <a:endParaRPr sz="1400" dirty="0">
              <a:latin typeface="Tahoma"/>
              <a:cs typeface="Tahoma"/>
            </a:endParaRPr>
          </a:p>
        </p:txBody>
      </p:sp>
      <p:grpSp>
        <p:nvGrpSpPr>
          <p:cNvPr id="54" name="object 54"/>
          <p:cNvGrpSpPr/>
          <p:nvPr/>
        </p:nvGrpSpPr>
        <p:grpSpPr>
          <a:xfrm>
            <a:off x="3658870" y="3055366"/>
            <a:ext cx="485140" cy="506730"/>
            <a:chOff x="3658870" y="3055366"/>
            <a:chExt cx="485140" cy="506730"/>
          </a:xfrm>
        </p:grpSpPr>
        <p:sp>
          <p:nvSpPr>
            <p:cNvPr id="55" name="object 55"/>
            <p:cNvSpPr/>
            <p:nvPr/>
          </p:nvSpPr>
          <p:spPr>
            <a:xfrm>
              <a:off x="3669030" y="3065526"/>
              <a:ext cx="464820" cy="486409"/>
            </a:xfrm>
            <a:custGeom>
              <a:avLst/>
              <a:gdLst/>
              <a:ahLst/>
              <a:cxnLst/>
              <a:rect l="l" t="t" r="r" b="b"/>
              <a:pathLst>
                <a:path w="464820" h="486410">
                  <a:moveTo>
                    <a:pt x="232410" y="0"/>
                  </a:moveTo>
                  <a:lnTo>
                    <a:pt x="185559" y="4938"/>
                  </a:lnTo>
                  <a:lnTo>
                    <a:pt x="141928" y="19103"/>
                  </a:lnTo>
                  <a:lnTo>
                    <a:pt x="102449" y="41516"/>
                  </a:lnTo>
                  <a:lnTo>
                    <a:pt x="68056" y="71199"/>
                  </a:lnTo>
                  <a:lnTo>
                    <a:pt x="39681" y="107174"/>
                  </a:lnTo>
                  <a:lnTo>
                    <a:pt x="18258" y="148464"/>
                  </a:lnTo>
                  <a:lnTo>
                    <a:pt x="4720" y="194091"/>
                  </a:lnTo>
                  <a:lnTo>
                    <a:pt x="0" y="243077"/>
                  </a:lnTo>
                  <a:lnTo>
                    <a:pt x="4720" y="292064"/>
                  </a:lnTo>
                  <a:lnTo>
                    <a:pt x="18258" y="337691"/>
                  </a:lnTo>
                  <a:lnTo>
                    <a:pt x="39681" y="378981"/>
                  </a:lnTo>
                  <a:lnTo>
                    <a:pt x="68056" y="414956"/>
                  </a:lnTo>
                  <a:lnTo>
                    <a:pt x="102449" y="444639"/>
                  </a:lnTo>
                  <a:lnTo>
                    <a:pt x="141928" y="467052"/>
                  </a:lnTo>
                  <a:lnTo>
                    <a:pt x="185559" y="481217"/>
                  </a:lnTo>
                  <a:lnTo>
                    <a:pt x="232410" y="486156"/>
                  </a:lnTo>
                  <a:lnTo>
                    <a:pt x="279260" y="481217"/>
                  </a:lnTo>
                  <a:lnTo>
                    <a:pt x="322891" y="467052"/>
                  </a:lnTo>
                  <a:lnTo>
                    <a:pt x="362370" y="444639"/>
                  </a:lnTo>
                  <a:lnTo>
                    <a:pt x="396763" y="414956"/>
                  </a:lnTo>
                  <a:lnTo>
                    <a:pt x="425138" y="378981"/>
                  </a:lnTo>
                  <a:lnTo>
                    <a:pt x="446561" y="337691"/>
                  </a:lnTo>
                  <a:lnTo>
                    <a:pt x="460099" y="292064"/>
                  </a:lnTo>
                  <a:lnTo>
                    <a:pt x="464820" y="243077"/>
                  </a:lnTo>
                  <a:lnTo>
                    <a:pt x="460099" y="194091"/>
                  </a:lnTo>
                  <a:lnTo>
                    <a:pt x="446561" y="148464"/>
                  </a:lnTo>
                  <a:lnTo>
                    <a:pt x="425138" y="107174"/>
                  </a:lnTo>
                  <a:lnTo>
                    <a:pt x="396763" y="71199"/>
                  </a:lnTo>
                  <a:lnTo>
                    <a:pt x="362370" y="41516"/>
                  </a:lnTo>
                  <a:lnTo>
                    <a:pt x="322891" y="19103"/>
                  </a:lnTo>
                  <a:lnTo>
                    <a:pt x="279260" y="4938"/>
                  </a:lnTo>
                  <a:lnTo>
                    <a:pt x="232410" y="0"/>
                  </a:lnTo>
                  <a:close/>
                </a:path>
              </a:pathLst>
            </a:custGeom>
            <a:solidFill>
              <a:srgbClr val="FFC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6" name="object 56"/>
            <p:cNvSpPr/>
            <p:nvPr/>
          </p:nvSpPr>
          <p:spPr>
            <a:xfrm>
              <a:off x="3669030" y="3065526"/>
              <a:ext cx="464820" cy="486409"/>
            </a:xfrm>
            <a:custGeom>
              <a:avLst/>
              <a:gdLst/>
              <a:ahLst/>
              <a:cxnLst/>
              <a:rect l="l" t="t" r="r" b="b"/>
              <a:pathLst>
                <a:path w="464820" h="486410">
                  <a:moveTo>
                    <a:pt x="0" y="243077"/>
                  </a:moveTo>
                  <a:lnTo>
                    <a:pt x="4720" y="194091"/>
                  </a:lnTo>
                  <a:lnTo>
                    <a:pt x="18258" y="148464"/>
                  </a:lnTo>
                  <a:lnTo>
                    <a:pt x="39681" y="107174"/>
                  </a:lnTo>
                  <a:lnTo>
                    <a:pt x="68056" y="71199"/>
                  </a:lnTo>
                  <a:lnTo>
                    <a:pt x="102449" y="41516"/>
                  </a:lnTo>
                  <a:lnTo>
                    <a:pt x="141928" y="19103"/>
                  </a:lnTo>
                  <a:lnTo>
                    <a:pt x="185559" y="4938"/>
                  </a:lnTo>
                  <a:lnTo>
                    <a:pt x="232410" y="0"/>
                  </a:lnTo>
                  <a:lnTo>
                    <a:pt x="279260" y="4938"/>
                  </a:lnTo>
                  <a:lnTo>
                    <a:pt x="322891" y="19103"/>
                  </a:lnTo>
                  <a:lnTo>
                    <a:pt x="362370" y="41516"/>
                  </a:lnTo>
                  <a:lnTo>
                    <a:pt x="396763" y="71199"/>
                  </a:lnTo>
                  <a:lnTo>
                    <a:pt x="425138" y="107174"/>
                  </a:lnTo>
                  <a:lnTo>
                    <a:pt x="446561" y="148464"/>
                  </a:lnTo>
                  <a:lnTo>
                    <a:pt x="460099" y="194091"/>
                  </a:lnTo>
                  <a:lnTo>
                    <a:pt x="464820" y="243077"/>
                  </a:lnTo>
                  <a:lnTo>
                    <a:pt x="460099" y="292064"/>
                  </a:lnTo>
                  <a:lnTo>
                    <a:pt x="446561" y="337691"/>
                  </a:lnTo>
                  <a:lnTo>
                    <a:pt x="425138" y="378981"/>
                  </a:lnTo>
                  <a:lnTo>
                    <a:pt x="396763" y="414956"/>
                  </a:lnTo>
                  <a:lnTo>
                    <a:pt x="362370" y="444639"/>
                  </a:lnTo>
                  <a:lnTo>
                    <a:pt x="322891" y="467052"/>
                  </a:lnTo>
                  <a:lnTo>
                    <a:pt x="279260" y="481217"/>
                  </a:lnTo>
                  <a:lnTo>
                    <a:pt x="232410" y="486156"/>
                  </a:lnTo>
                  <a:lnTo>
                    <a:pt x="185559" y="481217"/>
                  </a:lnTo>
                  <a:lnTo>
                    <a:pt x="141928" y="467052"/>
                  </a:lnTo>
                  <a:lnTo>
                    <a:pt x="102449" y="444639"/>
                  </a:lnTo>
                  <a:lnTo>
                    <a:pt x="68056" y="414956"/>
                  </a:lnTo>
                  <a:lnTo>
                    <a:pt x="39681" y="378981"/>
                  </a:lnTo>
                  <a:lnTo>
                    <a:pt x="18258" y="337691"/>
                  </a:lnTo>
                  <a:lnTo>
                    <a:pt x="4720" y="292064"/>
                  </a:lnTo>
                  <a:lnTo>
                    <a:pt x="0" y="243077"/>
                  </a:lnTo>
                  <a:close/>
                </a:path>
              </a:pathLst>
            </a:custGeom>
            <a:ln w="19812">
              <a:solidFill>
                <a:srgbClr val="FFC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7" name="object 57"/>
          <p:cNvSpPr txBox="1"/>
          <p:nvPr/>
        </p:nvSpPr>
        <p:spPr>
          <a:xfrm>
            <a:off x="3790060" y="3235198"/>
            <a:ext cx="234315" cy="2235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95"/>
              </a:spcBef>
            </a:pPr>
            <a:r>
              <a:rPr sz="1950" spc="-127" baseline="12820" dirty="0">
                <a:latin typeface="Trebuchet MS"/>
                <a:cs typeface="Trebuchet MS"/>
              </a:rPr>
              <a:t>y</a:t>
            </a:r>
            <a:r>
              <a:rPr sz="850" spc="-85" dirty="0">
                <a:latin typeface="Trebuchet MS"/>
                <a:cs typeface="Trebuchet MS"/>
              </a:rPr>
              <a:t>out</a:t>
            </a:r>
            <a:endParaRPr sz="850">
              <a:latin typeface="Trebuchet MS"/>
              <a:cs typeface="Trebuchet MS"/>
            </a:endParaRPr>
          </a:p>
        </p:txBody>
      </p:sp>
      <p:grpSp>
        <p:nvGrpSpPr>
          <p:cNvPr id="58" name="object 58"/>
          <p:cNvGrpSpPr/>
          <p:nvPr/>
        </p:nvGrpSpPr>
        <p:grpSpPr>
          <a:xfrm>
            <a:off x="2614929" y="2880105"/>
            <a:ext cx="355600" cy="880110"/>
            <a:chOff x="2614929" y="2880105"/>
            <a:chExt cx="355600" cy="880110"/>
          </a:xfrm>
        </p:grpSpPr>
        <p:sp>
          <p:nvSpPr>
            <p:cNvPr id="59" name="object 59"/>
            <p:cNvSpPr/>
            <p:nvPr/>
          </p:nvSpPr>
          <p:spPr>
            <a:xfrm>
              <a:off x="2625089" y="2890265"/>
              <a:ext cx="335280" cy="352425"/>
            </a:xfrm>
            <a:custGeom>
              <a:avLst/>
              <a:gdLst/>
              <a:ahLst/>
              <a:cxnLst/>
              <a:rect l="l" t="t" r="r" b="b"/>
              <a:pathLst>
                <a:path w="335280" h="352425">
                  <a:moveTo>
                    <a:pt x="167640" y="0"/>
                  </a:moveTo>
                  <a:lnTo>
                    <a:pt x="123075" y="6291"/>
                  </a:lnTo>
                  <a:lnTo>
                    <a:pt x="83029" y="24045"/>
                  </a:lnTo>
                  <a:lnTo>
                    <a:pt x="49101" y="51577"/>
                  </a:lnTo>
                  <a:lnTo>
                    <a:pt x="22888" y="87206"/>
                  </a:lnTo>
                  <a:lnTo>
                    <a:pt x="5988" y="129248"/>
                  </a:lnTo>
                  <a:lnTo>
                    <a:pt x="0" y="176022"/>
                  </a:lnTo>
                  <a:lnTo>
                    <a:pt x="5988" y="222795"/>
                  </a:lnTo>
                  <a:lnTo>
                    <a:pt x="22888" y="264837"/>
                  </a:lnTo>
                  <a:lnTo>
                    <a:pt x="49101" y="300466"/>
                  </a:lnTo>
                  <a:lnTo>
                    <a:pt x="83029" y="327998"/>
                  </a:lnTo>
                  <a:lnTo>
                    <a:pt x="123075" y="345752"/>
                  </a:lnTo>
                  <a:lnTo>
                    <a:pt x="167640" y="352044"/>
                  </a:lnTo>
                  <a:lnTo>
                    <a:pt x="212204" y="345752"/>
                  </a:lnTo>
                  <a:lnTo>
                    <a:pt x="252250" y="327998"/>
                  </a:lnTo>
                  <a:lnTo>
                    <a:pt x="286178" y="300466"/>
                  </a:lnTo>
                  <a:lnTo>
                    <a:pt x="312391" y="264837"/>
                  </a:lnTo>
                  <a:lnTo>
                    <a:pt x="329291" y="222795"/>
                  </a:lnTo>
                  <a:lnTo>
                    <a:pt x="335280" y="176022"/>
                  </a:lnTo>
                  <a:lnTo>
                    <a:pt x="329291" y="129248"/>
                  </a:lnTo>
                  <a:lnTo>
                    <a:pt x="312391" y="87206"/>
                  </a:lnTo>
                  <a:lnTo>
                    <a:pt x="286178" y="51577"/>
                  </a:lnTo>
                  <a:lnTo>
                    <a:pt x="252250" y="24045"/>
                  </a:lnTo>
                  <a:lnTo>
                    <a:pt x="212204" y="6291"/>
                  </a:lnTo>
                  <a:lnTo>
                    <a:pt x="167640" y="0"/>
                  </a:lnTo>
                  <a:close/>
                </a:path>
              </a:pathLst>
            </a:custGeom>
            <a:solidFill>
              <a:srgbClr val="13299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0" name="object 60"/>
            <p:cNvSpPr/>
            <p:nvPr/>
          </p:nvSpPr>
          <p:spPr>
            <a:xfrm>
              <a:off x="2625089" y="2890265"/>
              <a:ext cx="335280" cy="352425"/>
            </a:xfrm>
            <a:custGeom>
              <a:avLst/>
              <a:gdLst/>
              <a:ahLst/>
              <a:cxnLst/>
              <a:rect l="l" t="t" r="r" b="b"/>
              <a:pathLst>
                <a:path w="335280" h="352425">
                  <a:moveTo>
                    <a:pt x="0" y="176022"/>
                  </a:moveTo>
                  <a:lnTo>
                    <a:pt x="5988" y="129248"/>
                  </a:lnTo>
                  <a:lnTo>
                    <a:pt x="22888" y="87206"/>
                  </a:lnTo>
                  <a:lnTo>
                    <a:pt x="49101" y="51577"/>
                  </a:lnTo>
                  <a:lnTo>
                    <a:pt x="83029" y="24045"/>
                  </a:lnTo>
                  <a:lnTo>
                    <a:pt x="123075" y="6291"/>
                  </a:lnTo>
                  <a:lnTo>
                    <a:pt x="167640" y="0"/>
                  </a:lnTo>
                  <a:lnTo>
                    <a:pt x="212204" y="6291"/>
                  </a:lnTo>
                  <a:lnTo>
                    <a:pt x="252250" y="24045"/>
                  </a:lnTo>
                  <a:lnTo>
                    <a:pt x="286178" y="51577"/>
                  </a:lnTo>
                  <a:lnTo>
                    <a:pt x="312391" y="87206"/>
                  </a:lnTo>
                  <a:lnTo>
                    <a:pt x="329291" y="129248"/>
                  </a:lnTo>
                  <a:lnTo>
                    <a:pt x="335280" y="176022"/>
                  </a:lnTo>
                  <a:lnTo>
                    <a:pt x="329291" y="222795"/>
                  </a:lnTo>
                  <a:lnTo>
                    <a:pt x="312391" y="264837"/>
                  </a:lnTo>
                  <a:lnTo>
                    <a:pt x="286178" y="300466"/>
                  </a:lnTo>
                  <a:lnTo>
                    <a:pt x="252250" y="327998"/>
                  </a:lnTo>
                  <a:lnTo>
                    <a:pt x="212204" y="345752"/>
                  </a:lnTo>
                  <a:lnTo>
                    <a:pt x="167640" y="352044"/>
                  </a:lnTo>
                  <a:lnTo>
                    <a:pt x="123075" y="345752"/>
                  </a:lnTo>
                  <a:lnTo>
                    <a:pt x="83029" y="327998"/>
                  </a:lnTo>
                  <a:lnTo>
                    <a:pt x="49101" y="300466"/>
                  </a:lnTo>
                  <a:lnTo>
                    <a:pt x="22888" y="264837"/>
                  </a:lnTo>
                  <a:lnTo>
                    <a:pt x="5988" y="222795"/>
                  </a:lnTo>
                  <a:lnTo>
                    <a:pt x="0" y="176022"/>
                  </a:lnTo>
                  <a:close/>
                </a:path>
              </a:pathLst>
            </a:custGeom>
            <a:ln w="19812">
              <a:solidFill>
                <a:srgbClr val="13299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1" name="object 61"/>
            <p:cNvSpPr/>
            <p:nvPr/>
          </p:nvSpPr>
          <p:spPr>
            <a:xfrm>
              <a:off x="2625089" y="3399281"/>
              <a:ext cx="335280" cy="350520"/>
            </a:xfrm>
            <a:custGeom>
              <a:avLst/>
              <a:gdLst/>
              <a:ahLst/>
              <a:cxnLst/>
              <a:rect l="l" t="t" r="r" b="b"/>
              <a:pathLst>
                <a:path w="335280" h="350520">
                  <a:moveTo>
                    <a:pt x="167640" y="0"/>
                  </a:moveTo>
                  <a:lnTo>
                    <a:pt x="123075" y="6261"/>
                  </a:lnTo>
                  <a:lnTo>
                    <a:pt x="83029" y="23932"/>
                  </a:lnTo>
                  <a:lnTo>
                    <a:pt x="49101" y="51339"/>
                  </a:lnTo>
                  <a:lnTo>
                    <a:pt x="22888" y="86811"/>
                  </a:lnTo>
                  <a:lnTo>
                    <a:pt x="5988" y="128675"/>
                  </a:lnTo>
                  <a:lnTo>
                    <a:pt x="0" y="175259"/>
                  </a:lnTo>
                  <a:lnTo>
                    <a:pt x="5988" y="221844"/>
                  </a:lnTo>
                  <a:lnTo>
                    <a:pt x="22888" y="263708"/>
                  </a:lnTo>
                  <a:lnTo>
                    <a:pt x="49101" y="299180"/>
                  </a:lnTo>
                  <a:lnTo>
                    <a:pt x="83029" y="326587"/>
                  </a:lnTo>
                  <a:lnTo>
                    <a:pt x="123075" y="344258"/>
                  </a:lnTo>
                  <a:lnTo>
                    <a:pt x="167640" y="350519"/>
                  </a:lnTo>
                  <a:lnTo>
                    <a:pt x="212204" y="344258"/>
                  </a:lnTo>
                  <a:lnTo>
                    <a:pt x="252250" y="326587"/>
                  </a:lnTo>
                  <a:lnTo>
                    <a:pt x="286178" y="299180"/>
                  </a:lnTo>
                  <a:lnTo>
                    <a:pt x="312391" y="263708"/>
                  </a:lnTo>
                  <a:lnTo>
                    <a:pt x="329291" y="221844"/>
                  </a:lnTo>
                  <a:lnTo>
                    <a:pt x="335280" y="175259"/>
                  </a:lnTo>
                  <a:lnTo>
                    <a:pt x="329291" y="128675"/>
                  </a:lnTo>
                  <a:lnTo>
                    <a:pt x="312391" y="86811"/>
                  </a:lnTo>
                  <a:lnTo>
                    <a:pt x="286178" y="51339"/>
                  </a:lnTo>
                  <a:lnTo>
                    <a:pt x="252250" y="23932"/>
                  </a:lnTo>
                  <a:lnTo>
                    <a:pt x="212204" y="6261"/>
                  </a:lnTo>
                  <a:lnTo>
                    <a:pt x="167640" y="0"/>
                  </a:lnTo>
                  <a:close/>
                </a:path>
              </a:pathLst>
            </a:custGeom>
            <a:solidFill>
              <a:srgbClr val="13299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2" name="object 62"/>
            <p:cNvSpPr/>
            <p:nvPr/>
          </p:nvSpPr>
          <p:spPr>
            <a:xfrm>
              <a:off x="2625089" y="3399281"/>
              <a:ext cx="335280" cy="350520"/>
            </a:xfrm>
            <a:custGeom>
              <a:avLst/>
              <a:gdLst/>
              <a:ahLst/>
              <a:cxnLst/>
              <a:rect l="l" t="t" r="r" b="b"/>
              <a:pathLst>
                <a:path w="335280" h="350520">
                  <a:moveTo>
                    <a:pt x="0" y="175259"/>
                  </a:moveTo>
                  <a:lnTo>
                    <a:pt x="5988" y="128675"/>
                  </a:lnTo>
                  <a:lnTo>
                    <a:pt x="22888" y="86811"/>
                  </a:lnTo>
                  <a:lnTo>
                    <a:pt x="49101" y="51339"/>
                  </a:lnTo>
                  <a:lnTo>
                    <a:pt x="83029" y="23932"/>
                  </a:lnTo>
                  <a:lnTo>
                    <a:pt x="123075" y="6261"/>
                  </a:lnTo>
                  <a:lnTo>
                    <a:pt x="167640" y="0"/>
                  </a:lnTo>
                  <a:lnTo>
                    <a:pt x="212204" y="6261"/>
                  </a:lnTo>
                  <a:lnTo>
                    <a:pt x="252250" y="23932"/>
                  </a:lnTo>
                  <a:lnTo>
                    <a:pt x="286178" y="51339"/>
                  </a:lnTo>
                  <a:lnTo>
                    <a:pt x="312391" y="86811"/>
                  </a:lnTo>
                  <a:lnTo>
                    <a:pt x="329291" y="128675"/>
                  </a:lnTo>
                  <a:lnTo>
                    <a:pt x="335280" y="175259"/>
                  </a:lnTo>
                  <a:lnTo>
                    <a:pt x="329291" y="221844"/>
                  </a:lnTo>
                  <a:lnTo>
                    <a:pt x="312391" y="263708"/>
                  </a:lnTo>
                  <a:lnTo>
                    <a:pt x="286178" y="299180"/>
                  </a:lnTo>
                  <a:lnTo>
                    <a:pt x="252250" y="326587"/>
                  </a:lnTo>
                  <a:lnTo>
                    <a:pt x="212204" y="344258"/>
                  </a:lnTo>
                  <a:lnTo>
                    <a:pt x="167640" y="350519"/>
                  </a:lnTo>
                  <a:lnTo>
                    <a:pt x="123075" y="344258"/>
                  </a:lnTo>
                  <a:lnTo>
                    <a:pt x="83029" y="326587"/>
                  </a:lnTo>
                  <a:lnTo>
                    <a:pt x="49101" y="299180"/>
                  </a:lnTo>
                  <a:lnTo>
                    <a:pt x="22888" y="263708"/>
                  </a:lnTo>
                  <a:lnTo>
                    <a:pt x="5988" y="221844"/>
                  </a:lnTo>
                  <a:lnTo>
                    <a:pt x="0" y="175259"/>
                  </a:lnTo>
                  <a:close/>
                </a:path>
              </a:pathLst>
            </a:custGeom>
            <a:ln w="19812">
              <a:solidFill>
                <a:srgbClr val="13299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3" name="object 63"/>
          <p:cNvSpPr txBox="1"/>
          <p:nvPr/>
        </p:nvSpPr>
        <p:spPr>
          <a:xfrm>
            <a:off x="2728214" y="3461384"/>
            <a:ext cx="139700" cy="2235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sz="1300" spc="-180" dirty="0">
                <a:solidFill>
                  <a:srgbClr val="FFFFFF"/>
                </a:solidFill>
                <a:latin typeface="Trebuchet MS"/>
                <a:cs typeface="Trebuchet MS"/>
              </a:rPr>
              <a:t>n2</a:t>
            </a:r>
            <a:endParaRPr sz="1300">
              <a:latin typeface="Trebuchet MS"/>
              <a:cs typeface="Trebuchet MS"/>
            </a:endParaRPr>
          </a:p>
        </p:txBody>
      </p:sp>
      <p:grpSp>
        <p:nvGrpSpPr>
          <p:cNvPr id="64" name="object 64"/>
          <p:cNvGrpSpPr/>
          <p:nvPr/>
        </p:nvGrpSpPr>
        <p:grpSpPr>
          <a:xfrm>
            <a:off x="1577086" y="2880105"/>
            <a:ext cx="2092325" cy="880110"/>
            <a:chOff x="1577086" y="2880105"/>
            <a:chExt cx="2092325" cy="880110"/>
          </a:xfrm>
        </p:grpSpPr>
        <p:sp>
          <p:nvSpPr>
            <p:cNvPr id="65" name="object 65"/>
            <p:cNvSpPr/>
            <p:nvPr/>
          </p:nvSpPr>
          <p:spPr>
            <a:xfrm>
              <a:off x="1587246" y="2890265"/>
              <a:ext cx="2082164" cy="690245"/>
            </a:xfrm>
            <a:custGeom>
              <a:avLst/>
              <a:gdLst/>
              <a:ahLst/>
              <a:cxnLst/>
              <a:rect l="l" t="t" r="r" b="b"/>
              <a:pathLst>
                <a:path w="2082164" h="690245">
                  <a:moveTo>
                    <a:pt x="335280" y="176022"/>
                  </a:moveTo>
                  <a:lnTo>
                    <a:pt x="329285" y="129260"/>
                  </a:lnTo>
                  <a:lnTo>
                    <a:pt x="312381" y="87210"/>
                  </a:lnTo>
                  <a:lnTo>
                    <a:pt x="286169" y="51587"/>
                  </a:lnTo>
                  <a:lnTo>
                    <a:pt x="252247" y="24053"/>
                  </a:lnTo>
                  <a:lnTo>
                    <a:pt x="212204" y="6299"/>
                  </a:lnTo>
                  <a:lnTo>
                    <a:pt x="167640" y="0"/>
                  </a:lnTo>
                  <a:lnTo>
                    <a:pt x="123063" y="6299"/>
                  </a:lnTo>
                  <a:lnTo>
                    <a:pt x="83019" y="24053"/>
                  </a:lnTo>
                  <a:lnTo>
                    <a:pt x="49098" y="51587"/>
                  </a:lnTo>
                  <a:lnTo>
                    <a:pt x="22885" y="87210"/>
                  </a:lnTo>
                  <a:lnTo>
                    <a:pt x="5981" y="129260"/>
                  </a:lnTo>
                  <a:lnTo>
                    <a:pt x="0" y="176022"/>
                  </a:lnTo>
                  <a:lnTo>
                    <a:pt x="5981" y="222796"/>
                  </a:lnTo>
                  <a:lnTo>
                    <a:pt x="22885" y="264845"/>
                  </a:lnTo>
                  <a:lnTo>
                    <a:pt x="49098" y="300469"/>
                  </a:lnTo>
                  <a:lnTo>
                    <a:pt x="83019" y="328002"/>
                  </a:lnTo>
                  <a:lnTo>
                    <a:pt x="123063" y="345757"/>
                  </a:lnTo>
                  <a:lnTo>
                    <a:pt x="167640" y="352044"/>
                  </a:lnTo>
                  <a:lnTo>
                    <a:pt x="212204" y="345757"/>
                  </a:lnTo>
                  <a:lnTo>
                    <a:pt x="252247" y="328002"/>
                  </a:lnTo>
                  <a:lnTo>
                    <a:pt x="286169" y="300469"/>
                  </a:lnTo>
                  <a:lnTo>
                    <a:pt x="312381" y="264845"/>
                  </a:lnTo>
                  <a:lnTo>
                    <a:pt x="329285" y="222796"/>
                  </a:lnTo>
                  <a:lnTo>
                    <a:pt x="335280" y="176022"/>
                  </a:lnTo>
                  <a:close/>
                </a:path>
                <a:path w="2082164" h="690245">
                  <a:moveTo>
                    <a:pt x="2082165" y="417068"/>
                  </a:moveTo>
                  <a:lnTo>
                    <a:pt x="2067864" y="402590"/>
                  </a:lnTo>
                  <a:lnTo>
                    <a:pt x="2022348" y="356489"/>
                  </a:lnTo>
                  <a:lnTo>
                    <a:pt x="2012099" y="386422"/>
                  </a:lnTo>
                  <a:lnTo>
                    <a:pt x="1374394" y="168529"/>
                  </a:lnTo>
                  <a:lnTo>
                    <a:pt x="1370330" y="180467"/>
                  </a:lnTo>
                  <a:lnTo>
                    <a:pt x="2007984" y="398462"/>
                  </a:lnTo>
                  <a:lnTo>
                    <a:pt x="2003983" y="410146"/>
                  </a:lnTo>
                  <a:lnTo>
                    <a:pt x="1997456" y="409448"/>
                  </a:lnTo>
                  <a:lnTo>
                    <a:pt x="2000986" y="418909"/>
                  </a:lnTo>
                  <a:lnTo>
                    <a:pt x="1997710" y="428498"/>
                  </a:lnTo>
                  <a:lnTo>
                    <a:pt x="2004237" y="427621"/>
                  </a:lnTo>
                  <a:lnTo>
                    <a:pt x="2008568" y="439166"/>
                  </a:lnTo>
                  <a:lnTo>
                    <a:pt x="1370076" y="678307"/>
                  </a:lnTo>
                  <a:lnTo>
                    <a:pt x="1374648" y="690245"/>
                  </a:lnTo>
                  <a:lnTo>
                    <a:pt x="2013000" y="450989"/>
                  </a:lnTo>
                  <a:lnTo>
                    <a:pt x="2024126" y="480695"/>
                  </a:lnTo>
                  <a:lnTo>
                    <a:pt x="2066912" y="434721"/>
                  </a:lnTo>
                  <a:lnTo>
                    <a:pt x="2082165" y="418338"/>
                  </a:lnTo>
                  <a:lnTo>
                    <a:pt x="2076869" y="417791"/>
                  </a:lnTo>
                  <a:lnTo>
                    <a:pt x="2082165" y="417068"/>
                  </a:lnTo>
                  <a:close/>
                </a:path>
              </a:pathLst>
            </a:custGeom>
            <a:solidFill>
              <a:srgbClr val="13299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6" name="object 66"/>
            <p:cNvSpPr/>
            <p:nvPr/>
          </p:nvSpPr>
          <p:spPr>
            <a:xfrm>
              <a:off x="1587246" y="2890265"/>
              <a:ext cx="335280" cy="352425"/>
            </a:xfrm>
            <a:custGeom>
              <a:avLst/>
              <a:gdLst/>
              <a:ahLst/>
              <a:cxnLst/>
              <a:rect l="l" t="t" r="r" b="b"/>
              <a:pathLst>
                <a:path w="335280" h="352425">
                  <a:moveTo>
                    <a:pt x="0" y="176022"/>
                  </a:moveTo>
                  <a:lnTo>
                    <a:pt x="5988" y="129248"/>
                  </a:lnTo>
                  <a:lnTo>
                    <a:pt x="22888" y="87206"/>
                  </a:lnTo>
                  <a:lnTo>
                    <a:pt x="49101" y="51577"/>
                  </a:lnTo>
                  <a:lnTo>
                    <a:pt x="83029" y="24045"/>
                  </a:lnTo>
                  <a:lnTo>
                    <a:pt x="123075" y="6291"/>
                  </a:lnTo>
                  <a:lnTo>
                    <a:pt x="167640" y="0"/>
                  </a:lnTo>
                  <a:lnTo>
                    <a:pt x="212204" y="6291"/>
                  </a:lnTo>
                  <a:lnTo>
                    <a:pt x="252250" y="24045"/>
                  </a:lnTo>
                  <a:lnTo>
                    <a:pt x="286178" y="51577"/>
                  </a:lnTo>
                  <a:lnTo>
                    <a:pt x="312391" y="87206"/>
                  </a:lnTo>
                  <a:lnTo>
                    <a:pt x="329291" y="129248"/>
                  </a:lnTo>
                  <a:lnTo>
                    <a:pt x="335279" y="176022"/>
                  </a:lnTo>
                  <a:lnTo>
                    <a:pt x="329291" y="222795"/>
                  </a:lnTo>
                  <a:lnTo>
                    <a:pt x="312391" y="264837"/>
                  </a:lnTo>
                  <a:lnTo>
                    <a:pt x="286178" y="300466"/>
                  </a:lnTo>
                  <a:lnTo>
                    <a:pt x="252250" y="327998"/>
                  </a:lnTo>
                  <a:lnTo>
                    <a:pt x="212204" y="345752"/>
                  </a:lnTo>
                  <a:lnTo>
                    <a:pt x="167640" y="352044"/>
                  </a:lnTo>
                  <a:lnTo>
                    <a:pt x="123075" y="345752"/>
                  </a:lnTo>
                  <a:lnTo>
                    <a:pt x="83029" y="327998"/>
                  </a:lnTo>
                  <a:lnTo>
                    <a:pt x="49101" y="300466"/>
                  </a:lnTo>
                  <a:lnTo>
                    <a:pt x="22888" y="264837"/>
                  </a:lnTo>
                  <a:lnTo>
                    <a:pt x="5988" y="222795"/>
                  </a:lnTo>
                  <a:lnTo>
                    <a:pt x="0" y="176022"/>
                  </a:lnTo>
                  <a:close/>
                </a:path>
              </a:pathLst>
            </a:custGeom>
            <a:ln w="19812">
              <a:solidFill>
                <a:srgbClr val="13299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7" name="object 67"/>
            <p:cNvSpPr/>
            <p:nvPr/>
          </p:nvSpPr>
          <p:spPr>
            <a:xfrm>
              <a:off x="1587246" y="3399281"/>
              <a:ext cx="335280" cy="350520"/>
            </a:xfrm>
            <a:custGeom>
              <a:avLst/>
              <a:gdLst/>
              <a:ahLst/>
              <a:cxnLst/>
              <a:rect l="l" t="t" r="r" b="b"/>
              <a:pathLst>
                <a:path w="335280" h="350520">
                  <a:moveTo>
                    <a:pt x="167640" y="0"/>
                  </a:moveTo>
                  <a:lnTo>
                    <a:pt x="123075" y="6261"/>
                  </a:lnTo>
                  <a:lnTo>
                    <a:pt x="83029" y="23932"/>
                  </a:lnTo>
                  <a:lnTo>
                    <a:pt x="49101" y="51339"/>
                  </a:lnTo>
                  <a:lnTo>
                    <a:pt x="22888" y="86811"/>
                  </a:lnTo>
                  <a:lnTo>
                    <a:pt x="5988" y="128675"/>
                  </a:lnTo>
                  <a:lnTo>
                    <a:pt x="0" y="175259"/>
                  </a:lnTo>
                  <a:lnTo>
                    <a:pt x="5988" y="221844"/>
                  </a:lnTo>
                  <a:lnTo>
                    <a:pt x="22888" y="263708"/>
                  </a:lnTo>
                  <a:lnTo>
                    <a:pt x="49101" y="299180"/>
                  </a:lnTo>
                  <a:lnTo>
                    <a:pt x="83029" y="326587"/>
                  </a:lnTo>
                  <a:lnTo>
                    <a:pt x="123075" y="344258"/>
                  </a:lnTo>
                  <a:lnTo>
                    <a:pt x="167640" y="350519"/>
                  </a:lnTo>
                  <a:lnTo>
                    <a:pt x="212204" y="344258"/>
                  </a:lnTo>
                  <a:lnTo>
                    <a:pt x="252250" y="326587"/>
                  </a:lnTo>
                  <a:lnTo>
                    <a:pt x="286178" y="299180"/>
                  </a:lnTo>
                  <a:lnTo>
                    <a:pt x="312391" y="263708"/>
                  </a:lnTo>
                  <a:lnTo>
                    <a:pt x="329291" y="221844"/>
                  </a:lnTo>
                  <a:lnTo>
                    <a:pt x="335279" y="175259"/>
                  </a:lnTo>
                  <a:lnTo>
                    <a:pt x="329291" y="128675"/>
                  </a:lnTo>
                  <a:lnTo>
                    <a:pt x="312391" y="86811"/>
                  </a:lnTo>
                  <a:lnTo>
                    <a:pt x="286178" y="51339"/>
                  </a:lnTo>
                  <a:lnTo>
                    <a:pt x="252250" y="23932"/>
                  </a:lnTo>
                  <a:lnTo>
                    <a:pt x="212204" y="6261"/>
                  </a:lnTo>
                  <a:lnTo>
                    <a:pt x="167640" y="0"/>
                  </a:lnTo>
                  <a:close/>
                </a:path>
              </a:pathLst>
            </a:custGeom>
            <a:solidFill>
              <a:srgbClr val="13299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8" name="object 68"/>
            <p:cNvSpPr/>
            <p:nvPr/>
          </p:nvSpPr>
          <p:spPr>
            <a:xfrm>
              <a:off x="1587246" y="3399281"/>
              <a:ext cx="335280" cy="350520"/>
            </a:xfrm>
            <a:custGeom>
              <a:avLst/>
              <a:gdLst/>
              <a:ahLst/>
              <a:cxnLst/>
              <a:rect l="l" t="t" r="r" b="b"/>
              <a:pathLst>
                <a:path w="335280" h="350520">
                  <a:moveTo>
                    <a:pt x="0" y="175259"/>
                  </a:moveTo>
                  <a:lnTo>
                    <a:pt x="5988" y="128675"/>
                  </a:lnTo>
                  <a:lnTo>
                    <a:pt x="22888" y="86811"/>
                  </a:lnTo>
                  <a:lnTo>
                    <a:pt x="49101" y="51339"/>
                  </a:lnTo>
                  <a:lnTo>
                    <a:pt x="83029" y="23932"/>
                  </a:lnTo>
                  <a:lnTo>
                    <a:pt x="123075" y="6261"/>
                  </a:lnTo>
                  <a:lnTo>
                    <a:pt x="167640" y="0"/>
                  </a:lnTo>
                  <a:lnTo>
                    <a:pt x="212204" y="6261"/>
                  </a:lnTo>
                  <a:lnTo>
                    <a:pt x="252250" y="23932"/>
                  </a:lnTo>
                  <a:lnTo>
                    <a:pt x="286178" y="51339"/>
                  </a:lnTo>
                  <a:lnTo>
                    <a:pt x="312391" y="86811"/>
                  </a:lnTo>
                  <a:lnTo>
                    <a:pt x="329291" y="128675"/>
                  </a:lnTo>
                  <a:lnTo>
                    <a:pt x="335279" y="175259"/>
                  </a:lnTo>
                  <a:lnTo>
                    <a:pt x="329291" y="221844"/>
                  </a:lnTo>
                  <a:lnTo>
                    <a:pt x="312391" y="263708"/>
                  </a:lnTo>
                  <a:lnTo>
                    <a:pt x="286178" y="299180"/>
                  </a:lnTo>
                  <a:lnTo>
                    <a:pt x="252250" y="326587"/>
                  </a:lnTo>
                  <a:lnTo>
                    <a:pt x="212204" y="344258"/>
                  </a:lnTo>
                  <a:lnTo>
                    <a:pt x="167640" y="350519"/>
                  </a:lnTo>
                  <a:lnTo>
                    <a:pt x="123075" y="344258"/>
                  </a:lnTo>
                  <a:lnTo>
                    <a:pt x="83029" y="326587"/>
                  </a:lnTo>
                  <a:lnTo>
                    <a:pt x="49101" y="299180"/>
                  </a:lnTo>
                  <a:lnTo>
                    <a:pt x="22888" y="263708"/>
                  </a:lnTo>
                  <a:lnTo>
                    <a:pt x="5988" y="221844"/>
                  </a:lnTo>
                  <a:lnTo>
                    <a:pt x="0" y="175259"/>
                  </a:lnTo>
                  <a:close/>
                </a:path>
              </a:pathLst>
            </a:custGeom>
            <a:ln w="19812">
              <a:solidFill>
                <a:srgbClr val="13299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9" name="object 69"/>
          <p:cNvSpPr txBox="1"/>
          <p:nvPr/>
        </p:nvSpPr>
        <p:spPr>
          <a:xfrm>
            <a:off x="1695323" y="3461384"/>
            <a:ext cx="129539" cy="2235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sz="1300" spc="-190" dirty="0">
                <a:solidFill>
                  <a:srgbClr val="FFFFFF"/>
                </a:solidFill>
                <a:latin typeface="Trebuchet MS"/>
                <a:cs typeface="Trebuchet MS"/>
              </a:rPr>
              <a:t>x2</a:t>
            </a:r>
            <a:endParaRPr sz="1300">
              <a:latin typeface="Trebuchet MS"/>
              <a:cs typeface="Trebuchet MS"/>
            </a:endParaRPr>
          </a:p>
        </p:txBody>
      </p:sp>
      <p:grpSp>
        <p:nvGrpSpPr>
          <p:cNvPr id="70" name="object 70"/>
          <p:cNvGrpSpPr/>
          <p:nvPr/>
        </p:nvGrpSpPr>
        <p:grpSpPr>
          <a:xfrm>
            <a:off x="1918080" y="2317750"/>
            <a:ext cx="1421765" cy="1294130"/>
            <a:chOff x="1918080" y="2317750"/>
            <a:chExt cx="1421765" cy="1294130"/>
          </a:xfrm>
        </p:grpSpPr>
        <p:sp>
          <p:nvSpPr>
            <p:cNvPr id="71" name="object 71"/>
            <p:cNvSpPr/>
            <p:nvPr/>
          </p:nvSpPr>
          <p:spPr>
            <a:xfrm>
              <a:off x="1918081" y="3026663"/>
              <a:ext cx="706120" cy="585470"/>
            </a:xfrm>
            <a:custGeom>
              <a:avLst/>
              <a:gdLst/>
              <a:ahLst/>
              <a:cxnLst/>
              <a:rect l="l" t="t" r="r" b="b"/>
              <a:pathLst>
                <a:path w="706119" h="585470">
                  <a:moveTo>
                    <a:pt x="705739" y="38100"/>
                  </a:moveTo>
                  <a:lnTo>
                    <a:pt x="693039" y="31750"/>
                  </a:lnTo>
                  <a:lnTo>
                    <a:pt x="640308" y="5384"/>
                  </a:lnTo>
                  <a:lnTo>
                    <a:pt x="640308" y="77698"/>
                  </a:lnTo>
                  <a:lnTo>
                    <a:pt x="354711" y="284581"/>
                  </a:lnTo>
                  <a:lnTo>
                    <a:pt x="23139" y="44450"/>
                  </a:lnTo>
                  <a:lnTo>
                    <a:pt x="629539" y="44450"/>
                  </a:lnTo>
                  <a:lnTo>
                    <a:pt x="629539" y="50647"/>
                  </a:lnTo>
                  <a:lnTo>
                    <a:pt x="621665" y="51943"/>
                  </a:lnTo>
                  <a:lnTo>
                    <a:pt x="629539" y="62826"/>
                  </a:lnTo>
                  <a:lnTo>
                    <a:pt x="629539" y="76200"/>
                  </a:lnTo>
                  <a:lnTo>
                    <a:pt x="636638" y="72656"/>
                  </a:lnTo>
                  <a:lnTo>
                    <a:pt x="640308" y="77698"/>
                  </a:lnTo>
                  <a:lnTo>
                    <a:pt x="640308" y="5384"/>
                  </a:lnTo>
                  <a:lnTo>
                    <a:pt x="629539" y="0"/>
                  </a:lnTo>
                  <a:lnTo>
                    <a:pt x="629539" y="31750"/>
                  </a:lnTo>
                  <a:lnTo>
                    <a:pt x="3683" y="31750"/>
                  </a:lnTo>
                  <a:lnTo>
                    <a:pt x="3683" y="38100"/>
                  </a:lnTo>
                  <a:lnTo>
                    <a:pt x="0" y="43180"/>
                  </a:lnTo>
                  <a:lnTo>
                    <a:pt x="343966" y="292366"/>
                  </a:lnTo>
                  <a:lnTo>
                    <a:pt x="0" y="541528"/>
                  </a:lnTo>
                  <a:lnTo>
                    <a:pt x="3683" y="546671"/>
                  </a:lnTo>
                  <a:lnTo>
                    <a:pt x="3683" y="553466"/>
                  </a:lnTo>
                  <a:lnTo>
                    <a:pt x="629539" y="553466"/>
                  </a:lnTo>
                  <a:lnTo>
                    <a:pt x="629539" y="585216"/>
                  </a:lnTo>
                  <a:lnTo>
                    <a:pt x="693039" y="553466"/>
                  </a:lnTo>
                  <a:lnTo>
                    <a:pt x="705739" y="547116"/>
                  </a:lnTo>
                  <a:lnTo>
                    <a:pt x="704215" y="546366"/>
                  </a:lnTo>
                  <a:lnTo>
                    <a:pt x="705739" y="546608"/>
                  </a:lnTo>
                  <a:lnTo>
                    <a:pt x="688987" y="514477"/>
                  </a:lnTo>
                  <a:lnTo>
                    <a:pt x="666369" y="471043"/>
                  </a:lnTo>
                  <a:lnTo>
                    <a:pt x="647725" y="496773"/>
                  </a:lnTo>
                  <a:lnTo>
                    <a:pt x="640308" y="491413"/>
                  </a:lnTo>
                  <a:lnTo>
                    <a:pt x="640308" y="507022"/>
                  </a:lnTo>
                  <a:lnTo>
                    <a:pt x="636384" y="512445"/>
                  </a:lnTo>
                  <a:lnTo>
                    <a:pt x="629539" y="509016"/>
                  </a:lnTo>
                  <a:lnTo>
                    <a:pt x="629539" y="521893"/>
                  </a:lnTo>
                  <a:lnTo>
                    <a:pt x="621665" y="532765"/>
                  </a:lnTo>
                  <a:lnTo>
                    <a:pt x="629539" y="534073"/>
                  </a:lnTo>
                  <a:lnTo>
                    <a:pt x="629539" y="540766"/>
                  </a:lnTo>
                  <a:lnTo>
                    <a:pt x="22618" y="540766"/>
                  </a:lnTo>
                  <a:lnTo>
                    <a:pt x="354761" y="300177"/>
                  </a:lnTo>
                  <a:lnTo>
                    <a:pt x="640308" y="507022"/>
                  </a:lnTo>
                  <a:lnTo>
                    <a:pt x="640308" y="491413"/>
                  </a:lnTo>
                  <a:lnTo>
                    <a:pt x="365506" y="292392"/>
                  </a:lnTo>
                  <a:lnTo>
                    <a:pt x="647738" y="87947"/>
                  </a:lnTo>
                  <a:lnTo>
                    <a:pt x="666369" y="113665"/>
                  </a:lnTo>
                  <a:lnTo>
                    <a:pt x="688987" y="70231"/>
                  </a:lnTo>
                  <a:lnTo>
                    <a:pt x="705739" y="38100"/>
                  </a:lnTo>
                  <a:close/>
                </a:path>
              </a:pathLst>
            </a:custGeom>
            <a:solidFill>
              <a:srgbClr val="13299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2" name="object 72"/>
            <p:cNvSpPr/>
            <p:nvPr/>
          </p:nvSpPr>
          <p:spPr>
            <a:xfrm>
              <a:off x="2993897" y="2327910"/>
              <a:ext cx="335280" cy="352425"/>
            </a:xfrm>
            <a:custGeom>
              <a:avLst/>
              <a:gdLst/>
              <a:ahLst/>
              <a:cxnLst/>
              <a:rect l="l" t="t" r="r" b="b"/>
              <a:pathLst>
                <a:path w="335279" h="352425">
                  <a:moveTo>
                    <a:pt x="167639" y="0"/>
                  </a:moveTo>
                  <a:lnTo>
                    <a:pt x="123075" y="6291"/>
                  </a:lnTo>
                  <a:lnTo>
                    <a:pt x="83029" y="24045"/>
                  </a:lnTo>
                  <a:lnTo>
                    <a:pt x="49101" y="51577"/>
                  </a:lnTo>
                  <a:lnTo>
                    <a:pt x="22888" y="87206"/>
                  </a:lnTo>
                  <a:lnTo>
                    <a:pt x="5988" y="129248"/>
                  </a:lnTo>
                  <a:lnTo>
                    <a:pt x="0" y="176022"/>
                  </a:lnTo>
                  <a:lnTo>
                    <a:pt x="5988" y="222795"/>
                  </a:lnTo>
                  <a:lnTo>
                    <a:pt x="22888" y="264837"/>
                  </a:lnTo>
                  <a:lnTo>
                    <a:pt x="49101" y="300466"/>
                  </a:lnTo>
                  <a:lnTo>
                    <a:pt x="83029" y="327998"/>
                  </a:lnTo>
                  <a:lnTo>
                    <a:pt x="123075" y="345752"/>
                  </a:lnTo>
                  <a:lnTo>
                    <a:pt x="167639" y="352043"/>
                  </a:lnTo>
                  <a:lnTo>
                    <a:pt x="212204" y="345752"/>
                  </a:lnTo>
                  <a:lnTo>
                    <a:pt x="252250" y="327998"/>
                  </a:lnTo>
                  <a:lnTo>
                    <a:pt x="286178" y="300466"/>
                  </a:lnTo>
                  <a:lnTo>
                    <a:pt x="312391" y="264837"/>
                  </a:lnTo>
                  <a:lnTo>
                    <a:pt x="329291" y="222795"/>
                  </a:lnTo>
                  <a:lnTo>
                    <a:pt x="335279" y="176022"/>
                  </a:lnTo>
                  <a:lnTo>
                    <a:pt x="329291" y="129248"/>
                  </a:lnTo>
                  <a:lnTo>
                    <a:pt x="312391" y="87206"/>
                  </a:lnTo>
                  <a:lnTo>
                    <a:pt x="286178" y="51577"/>
                  </a:lnTo>
                  <a:lnTo>
                    <a:pt x="252250" y="24045"/>
                  </a:lnTo>
                  <a:lnTo>
                    <a:pt x="212204" y="6291"/>
                  </a:lnTo>
                  <a:lnTo>
                    <a:pt x="167639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3" name="object 73"/>
            <p:cNvSpPr/>
            <p:nvPr/>
          </p:nvSpPr>
          <p:spPr>
            <a:xfrm>
              <a:off x="2993897" y="2327910"/>
              <a:ext cx="335280" cy="352425"/>
            </a:xfrm>
            <a:custGeom>
              <a:avLst/>
              <a:gdLst/>
              <a:ahLst/>
              <a:cxnLst/>
              <a:rect l="l" t="t" r="r" b="b"/>
              <a:pathLst>
                <a:path w="335279" h="352425">
                  <a:moveTo>
                    <a:pt x="0" y="176022"/>
                  </a:moveTo>
                  <a:lnTo>
                    <a:pt x="5988" y="129248"/>
                  </a:lnTo>
                  <a:lnTo>
                    <a:pt x="22888" y="87206"/>
                  </a:lnTo>
                  <a:lnTo>
                    <a:pt x="49101" y="51577"/>
                  </a:lnTo>
                  <a:lnTo>
                    <a:pt x="83029" y="24045"/>
                  </a:lnTo>
                  <a:lnTo>
                    <a:pt x="123075" y="6291"/>
                  </a:lnTo>
                  <a:lnTo>
                    <a:pt x="167639" y="0"/>
                  </a:lnTo>
                  <a:lnTo>
                    <a:pt x="212204" y="6291"/>
                  </a:lnTo>
                  <a:lnTo>
                    <a:pt x="252250" y="24045"/>
                  </a:lnTo>
                  <a:lnTo>
                    <a:pt x="286178" y="51577"/>
                  </a:lnTo>
                  <a:lnTo>
                    <a:pt x="312391" y="87206"/>
                  </a:lnTo>
                  <a:lnTo>
                    <a:pt x="329291" y="129248"/>
                  </a:lnTo>
                  <a:lnTo>
                    <a:pt x="335279" y="176022"/>
                  </a:lnTo>
                  <a:lnTo>
                    <a:pt x="329291" y="222795"/>
                  </a:lnTo>
                  <a:lnTo>
                    <a:pt x="312391" y="264837"/>
                  </a:lnTo>
                  <a:lnTo>
                    <a:pt x="286178" y="300466"/>
                  </a:lnTo>
                  <a:lnTo>
                    <a:pt x="252250" y="327998"/>
                  </a:lnTo>
                  <a:lnTo>
                    <a:pt x="212204" y="345752"/>
                  </a:lnTo>
                  <a:lnTo>
                    <a:pt x="167639" y="352043"/>
                  </a:lnTo>
                  <a:lnTo>
                    <a:pt x="123075" y="345752"/>
                  </a:lnTo>
                  <a:lnTo>
                    <a:pt x="83029" y="327998"/>
                  </a:lnTo>
                  <a:lnTo>
                    <a:pt x="49101" y="300466"/>
                  </a:lnTo>
                  <a:lnTo>
                    <a:pt x="22888" y="264837"/>
                  </a:lnTo>
                  <a:lnTo>
                    <a:pt x="5988" y="222795"/>
                  </a:lnTo>
                  <a:lnTo>
                    <a:pt x="0" y="176022"/>
                  </a:lnTo>
                  <a:close/>
                </a:path>
              </a:pathLst>
            </a:custGeom>
            <a:ln w="19812">
              <a:solidFill>
                <a:srgbClr val="C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4" name="object 74"/>
          <p:cNvSpPr txBox="1"/>
          <p:nvPr/>
        </p:nvSpPr>
        <p:spPr>
          <a:xfrm>
            <a:off x="3098292" y="2390393"/>
            <a:ext cx="139700" cy="2235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sz="1300" spc="-185" dirty="0">
                <a:solidFill>
                  <a:srgbClr val="FFFFFF"/>
                </a:solidFill>
                <a:latin typeface="Trebuchet MS"/>
                <a:cs typeface="Trebuchet MS"/>
              </a:rPr>
              <a:t>b2</a:t>
            </a:r>
            <a:endParaRPr sz="1300">
              <a:latin typeface="Trebuchet MS"/>
              <a:cs typeface="Trebuchet MS"/>
            </a:endParaRPr>
          </a:p>
        </p:txBody>
      </p:sp>
      <p:grpSp>
        <p:nvGrpSpPr>
          <p:cNvPr id="75" name="object 75"/>
          <p:cNvGrpSpPr/>
          <p:nvPr/>
        </p:nvGrpSpPr>
        <p:grpSpPr>
          <a:xfrm>
            <a:off x="2070861" y="2317750"/>
            <a:ext cx="357505" cy="372745"/>
            <a:chOff x="2070861" y="2317750"/>
            <a:chExt cx="357505" cy="372745"/>
          </a:xfrm>
        </p:grpSpPr>
        <p:sp>
          <p:nvSpPr>
            <p:cNvPr id="76" name="object 76"/>
            <p:cNvSpPr/>
            <p:nvPr/>
          </p:nvSpPr>
          <p:spPr>
            <a:xfrm>
              <a:off x="2081021" y="2327910"/>
              <a:ext cx="337185" cy="352425"/>
            </a:xfrm>
            <a:custGeom>
              <a:avLst/>
              <a:gdLst/>
              <a:ahLst/>
              <a:cxnLst/>
              <a:rect l="l" t="t" r="r" b="b"/>
              <a:pathLst>
                <a:path w="337185" h="352425">
                  <a:moveTo>
                    <a:pt x="168401" y="0"/>
                  </a:moveTo>
                  <a:lnTo>
                    <a:pt x="123648" y="6291"/>
                  </a:lnTo>
                  <a:lnTo>
                    <a:pt x="83424" y="24045"/>
                  </a:lnTo>
                  <a:lnTo>
                    <a:pt x="49339" y="51577"/>
                  </a:lnTo>
                  <a:lnTo>
                    <a:pt x="23001" y="87206"/>
                  </a:lnTo>
                  <a:lnTo>
                    <a:pt x="6018" y="129248"/>
                  </a:lnTo>
                  <a:lnTo>
                    <a:pt x="0" y="176022"/>
                  </a:lnTo>
                  <a:lnTo>
                    <a:pt x="6018" y="222795"/>
                  </a:lnTo>
                  <a:lnTo>
                    <a:pt x="23001" y="264837"/>
                  </a:lnTo>
                  <a:lnTo>
                    <a:pt x="49339" y="300466"/>
                  </a:lnTo>
                  <a:lnTo>
                    <a:pt x="83424" y="327998"/>
                  </a:lnTo>
                  <a:lnTo>
                    <a:pt x="123648" y="345752"/>
                  </a:lnTo>
                  <a:lnTo>
                    <a:pt x="168401" y="352043"/>
                  </a:lnTo>
                  <a:lnTo>
                    <a:pt x="213155" y="345752"/>
                  </a:lnTo>
                  <a:lnTo>
                    <a:pt x="253379" y="327998"/>
                  </a:lnTo>
                  <a:lnTo>
                    <a:pt x="287464" y="300466"/>
                  </a:lnTo>
                  <a:lnTo>
                    <a:pt x="313802" y="264837"/>
                  </a:lnTo>
                  <a:lnTo>
                    <a:pt x="330785" y="222795"/>
                  </a:lnTo>
                  <a:lnTo>
                    <a:pt x="336803" y="176022"/>
                  </a:lnTo>
                  <a:lnTo>
                    <a:pt x="330785" y="129248"/>
                  </a:lnTo>
                  <a:lnTo>
                    <a:pt x="313802" y="87206"/>
                  </a:lnTo>
                  <a:lnTo>
                    <a:pt x="287464" y="51577"/>
                  </a:lnTo>
                  <a:lnTo>
                    <a:pt x="253379" y="24045"/>
                  </a:lnTo>
                  <a:lnTo>
                    <a:pt x="213155" y="6291"/>
                  </a:lnTo>
                  <a:lnTo>
                    <a:pt x="168401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7" name="object 77"/>
            <p:cNvSpPr/>
            <p:nvPr/>
          </p:nvSpPr>
          <p:spPr>
            <a:xfrm>
              <a:off x="2081021" y="2327910"/>
              <a:ext cx="337185" cy="352425"/>
            </a:xfrm>
            <a:custGeom>
              <a:avLst/>
              <a:gdLst/>
              <a:ahLst/>
              <a:cxnLst/>
              <a:rect l="l" t="t" r="r" b="b"/>
              <a:pathLst>
                <a:path w="337185" h="352425">
                  <a:moveTo>
                    <a:pt x="0" y="176022"/>
                  </a:moveTo>
                  <a:lnTo>
                    <a:pt x="6018" y="129248"/>
                  </a:lnTo>
                  <a:lnTo>
                    <a:pt x="23001" y="87206"/>
                  </a:lnTo>
                  <a:lnTo>
                    <a:pt x="49339" y="51577"/>
                  </a:lnTo>
                  <a:lnTo>
                    <a:pt x="83424" y="24045"/>
                  </a:lnTo>
                  <a:lnTo>
                    <a:pt x="123648" y="6291"/>
                  </a:lnTo>
                  <a:lnTo>
                    <a:pt x="168401" y="0"/>
                  </a:lnTo>
                  <a:lnTo>
                    <a:pt x="213155" y="6291"/>
                  </a:lnTo>
                  <a:lnTo>
                    <a:pt x="253379" y="24045"/>
                  </a:lnTo>
                  <a:lnTo>
                    <a:pt x="287464" y="51577"/>
                  </a:lnTo>
                  <a:lnTo>
                    <a:pt x="313802" y="87206"/>
                  </a:lnTo>
                  <a:lnTo>
                    <a:pt x="330785" y="129248"/>
                  </a:lnTo>
                  <a:lnTo>
                    <a:pt x="336803" y="176022"/>
                  </a:lnTo>
                  <a:lnTo>
                    <a:pt x="330785" y="222795"/>
                  </a:lnTo>
                  <a:lnTo>
                    <a:pt x="313802" y="264837"/>
                  </a:lnTo>
                  <a:lnTo>
                    <a:pt x="287464" y="300466"/>
                  </a:lnTo>
                  <a:lnTo>
                    <a:pt x="253379" y="327998"/>
                  </a:lnTo>
                  <a:lnTo>
                    <a:pt x="213155" y="345752"/>
                  </a:lnTo>
                  <a:lnTo>
                    <a:pt x="168401" y="352043"/>
                  </a:lnTo>
                  <a:lnTo>
                    <a:pt x="123648" y="345752"/>
                  </a:lnTo>
                  <a:lnTo>
                    <a:pt x="83424" y="327998"/>
                  </a:lnTo>
                  <a:lnTo>
                    <a:pt x="49339" y="300466"/>
                  </a:lnTo>
                  <a:lnTo>
                    <a:pt x="23001" y="264837"/>
                  </a:lnTo>
                  <a:lnTo>
                    <a:pt x="6018" y="222795"/>
                  </a:lnTo>
                  <a:lnTo>
                    <a:pt x="0" y="176022"/>
                  </a:lnTo>
                  <a:close/>
                </a:path>
              </a:pathLst>
            </a:custGeom>
            <a:ln w="19812">
              <a:solidFill>
                <a:srgbClr val="C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8" name="object 78"/>
          <p:cNvSpPr txBox="1"/>
          <p:nvPr/>
        </p:nvSpPr>
        <p:spPr>
          <a:xfrm>
            <a:off x="2200655" y="2390393"/>
            <a:ext cx="109220" cy="2235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sz="1300" spc="-360" dirty="0">
                <a:solidFill>
                  <a:srgbClr val="FFFFFF"/>
                </a:solidFill>
                <a:latin typeface="Trebuchet MS"/>
                <a:cs typeface="Trebuchet MS"/>
              </a:rPr>
              <a:t>b1</a:t>
            </a:r>
            <a:endParaRPr sz="1300">
              <a:latin typeface="Trebuchet MS"/>
              <a:cs typeface="Trebuchet MS"/>
            </a:endParaRPr>
          </a:p>
        </p:txBody>
      </p:sp>
      <p:grpSp>
        <p:nvGrpSpPr>
          <p:cNvPr id="79" name="object 79"/>
          <p:cNvGrpSpPr/>
          <p:nvPr/>
        </p:nvGrpSpPr>
        <p:grpSpPr>
          <a:xfrm>
            <a:off x="2360676" y="2624201"/>
            <a:ext cx="1308100" cy="949960"/>
            <a:chOff x="2360676" y="2624201"/>
            <a:chExt cx="1308100" cy="949960"/>
          </a:xfrm>
        </p:grpSpPr>
        <p:sp>
          <p:nvSpPr>
            <p:cNvPr id="80" name="object 80"/>
            <p:cNvSpPr/>
            <p:nvPr/>
          </p:nvSpPr>
          <p:spPr>
            <a:xfrm>
              <a:off x="2360676" y="2624200"/>
              <a:ext cx="279400" cy="949960"/>
            </a:xfrm>
            <a:custGeom>
              <a:avLst/>
              <a:gdLst/>
              <a:ahLst/>
              <a:cxnLst/>
              <a:rect l="l" t="t" r="r" b="b"/>
              <a:pathLst>
                <a:path w="279400" h="949960">
                  <a:moveTo>
                    <a:pt x="279400" y="866394"/>
                  </a:moveTo>
                  <a:lnTo>
                    <a:pt x="248767" y="874699"/>
                  </a:lnTo>
                  <a:lnTo>
                    <a:pt x="24587" y="47320"/>
                  </a:lnTo>
                  <a:lnTo>
                    <a:pt x="218516" y="378828"/>
                  </a:lnTo>
                  <a:lnTo>
                    <a:pt x="191135" y="394843"/>
                  </a:lnTo>
                  <a:lnTo>
                    <a:pt x="262509" y="441325"/>
                  </a:lnTo>
                  <a:lnTo>
                    <a:pt x="259105" y="389763"/>
                  </a:lnTo>
                  <a:lnTo>
                    <a:pt x="256921" y="356362"/>
                  </a:lnTo>
                  <a:lnTo>
                    <a:pt x="229565" y="372364"/>
                  </a:lnTo>
                  <a:lnTo>
                    <a:pt x="11557" y="0"/>
                  </a:lnTo>
                  <a:lnTo>
                    <a:pt x="6096" y="3175"/>
                  </a:lnTo>
                  <a:lnTo>
                    <a:pt x="0" y="4826"/>
                  </a:lnTo>
                  <a:lnTo>
                    <a:pt x="236461" y="878039"/>
                  </a:lnTo>
                  <a:lnTo>
                    <a:pt x="205867" y="886333"/>
                  </a:lnTo>
                  <a:lnTo>
                    <a:pt x="262509" y="949845"/>
                  </a:lnTo>
                  <a:lnTo>
                    <a:pt x="274561" y="890270"/>
                  </a:lnTo>
                  <a:lnTo>
                    <a:pt x="279400" y="866394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1" name="object 81"/>
            <p:cNvSpPr/>
            <p:nvPr/>
          </p:nvSpPr>
          <p:spPr>
            <a:xfrm>
              <a:off x="3274187" y="2624201"/>
              <a:ext cx="394970" cy="683895"/>
            </a:xfrm>
            <a:custGeom>
              <a:avLst/>
              <a:gdLst/>
              <a:ahLst/>
              <a:cxnLst/>
              <a:rect l="l" t="t" r="r" b="b"/>
              <a:pathLst>
                <a:path w="394970" h="683895">
                  <a:moveTo>
                    <a:pt x="351216" y="620947"/>
                  </a:moveTo>
                  <a:lnTo>
                    <a:pt x="323723" y="636651"/>
                  </a:lnTo>
                  <a:lnTo>
                    <a:pt x="394588" y="683895"/>
                  </a:lnTo>
                  <a:lnTo>
                    <a:pt x="391638" y="631951"/>
                  </a:lnTo>
                  <a:lnTo>
                    <a:pt x="357504" y="631951"/>
                  </a:lnTo>
                  <a:lnTo>
                    <a:pt x="351216" y="620947"/>
                  </a:lnTo>
                  <a:close/>
                </a:path>
                <a:path w="394970" h="683895">
                  <a:moveTo>
                    <a:pt x="362280" y="614628"/>
                  </a:moveTo>
                  <a:lnTo>
                    <a:pt x="351216" y="620947"/>
                  </a:lnTo>
                  <a:lnTo>
                    <a:pt x="357504" y="631951"/>
                  </a:lnTo>
                  <a:lnTo>
                    <a:pt x="368553" y="625601"/>
                  </a:lnTo>
                  <a:lnTo>
                    <a:pt x="362280" y="614628"/>
                  </a:lnTo>
                  <a:close/>
                </a:path>
                <a:path w="394970" h="683895">
                  <a:moveTo>
                    <a:pt x="389763" y="598932"/>
                  </a:moveTo>
                  <a:lnTo>
                    <a:pt x="362280" y="614628"/>
                  </a:lnTo>
                  <a:lnTo>
                    <a:pt x="368553" y="625601"/>
                  </a:lnTo>
                  <a:lnTo>
                    <a:pt x="357504" y="631951"/>
                  </a:lnTo>
                  <a:lnTo>
                    <a:pt x="391638" y="631951"/>
                  </a:lnTo>
                  <a:lnTo>
                    <a:pt x="389763" y="598932"/>
                  </a:lnTo>
                  <a:close/>
                </a:path>
                <a:path w="394970" h="683895">
                  <a:moveTo>
                    <a:pt x="10922" y="0"/>
                  </a:moveTo>
                  <a:lnTo>
                    <a:pt x="0" y="6350"/>
                  </a:lnTo>
                  <a:lnTo>
                    <a:pt x="351216" y="620947"/>
                  </a:lnTo>
                  <a:lnTo>
                    <a:pt x="362280" y="614628"/>
                  </a:lnTo>
                  <a:lnTo>
                    <a:pt x="10922" y="0"/>
                  </a:lnTo>
                  <a:close/>
                </a:path>
              </a:pathLst>
            </a:custGeom>
            <a:solidFill>
              <a:srgbClr val="13299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2" name="object 82"/>
          <p:cNvSpPr txBox="1"/>
          <p:nvPr/>
        </p:nvSpPr>
        <p:spPr>
          <a:xfrm>
            <a:off x="1143000" y="2590536"/>
            <a:ext cx="527685" cy="758541"/>
          </a:xfrm>
          <a:prstGeom prst="rect">
            <a:avLst/>
          </a:prstGeom>
        </p:spPr>
        <p:txBody>
          <a:bodyPr vert="horz" wrap="square" lIns="0" tIns="98425" rIns="0" bIns="0" rtlCol="0">
            <a:spAutoFit/>
          </a:bodyPr>
          <a:lstStyle/>
          <a:p>
            <a:pPr marR="5080" algn="ctr">
              <a:lnSpc>
                <a:spcPct val="100000"/>
              </a:lnSpc>
              <a:spcBef>
                <a:spcPts val="775"/>
              </a:spcBef>
            </a:pPr>
            <a:r>
              <a:rPr sz="1200" dirty="0">
                <a:latin typeface="Trebuchet MS"/>
                <a:cs typeface="Trebuchet MS"/>
              </a:rPr>
              <a:t>Input layer</a:t>
            </a:r>
          </a:p>
          <a:p>
            <a:pPr marL="41910" algn="ctr">
              <a:lnSpc>
                <a:spcPct val="100000"/>
              </a:lnSpc>
              <a:spcBef>
                <a:spcPts val="730"/>
              </a:spcBef>
            </a:pPr>
            <a:r>
              <a:rPr sz="1300" dirty="0">
                <a:solidFill>
                  <a:srgbClr val="FFFFFF"/>
                </a:solidFill>
                <a:latin typeface="Trebuchet MS"/>
                <a:cs typeface="Trebuchet MS"/>
              </a:rPr>
              <a:t>x1</a:t>
            </a:r>
            <a:endParaRPr sz="1300" dirty="0">
              <a:latin typeface="Trebuchet MS"/>
              <a:cs typeface="Trebuchet MS"/>
            </a:endParaRPr>
          </a:p>
        </p:txBody>
      </p:sp>
      <p:sp>
        <p:nvSpPr>
          <p:cNvPr id="83" name="object 83"/>
          <p:cNvSpPr txBox="1"/>
          <p:nvPr/>
        </p:nvSpPr>
        <p:spPr>
          <a:xfrm>
            <a:off x="3578097" y="2676525"/>
            <a:ext cx="603885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latin typeface="Trebuchet MS"/>
                <a:cs typeface="Trebuchet MS"/>
              </a:rPr>
              <a:t>Output layer</a:t>
            </a:r>
          </a:p>
        </p:txBody>
      </p:sp>
      <p:sp>
        <p:nvSpPr>
          <p:cNvPr id="84" name="object 84"/>
          <p:cNvSpPr txBox="1"/>
          <p:nvPr/>
        </p:nvSpPr>
        <p:spPr>
          <a:xfrm>
            <a:off x="2448814" y="2365659"/>
            <a:ext cx="610235" cy="758541"/>
          </a:xfrm>
          <a:prstGeom prst="rect">
            <a:avLst/>
          </a:prstGeom>
        </p:spPr>
        <p:txBody>
          <a:bodyPr vert="horz" wrap="square" lIns="0" tIns="98425" rIns="0" bIns="0" rtlCol="0">
            <a:spAutoFit/>
          </a:bodyPr>
          <a:lstStyle/>
          <a:p>
            <a:pPr marR="5080" algn="ctr">
              <a:lnSpc>
                <a:spcPct val="100000"/>
              </a:lnSpc>
              <a:spcBef>
                <a:spcPts val="775"/>
              </a:spcBef>
            </a:pPr>
            <a:r>
              <a:rPr sz="1200" dirty="0">
                <a:latin typeface="Trebuchet MS"/>
                <a:cs typeface="Trebuchet MS"/>
              </a:rPr>
              <a:t>Hidden layer</a:t>
            </a:r>
          </a:p>
          <a:p>
            <a:pPr marL="75565" algn="ctr">
              <a:lnSpc>
                <a:spcPct val="100000"/>
              </a:lnSpc>
              <a:spcBef>
                <a:spcPts val="730"/>
              </a:spcBef>
            </a:pPr>
            <a:r>
              <a:rPr sz="1300" dirty="0">
                <a:solidFill>
                  <a:srgbClr val="FFFFFF"/>
                </a:solidFill>
                <a:latin typeface="Trebuchet MS"/>
                <a:cs typeface="Trebuchet MS"/>
              </a:rPr>
              <a:t>n1</a:t>
            </a:r>
            <a:endParaRPr sz="1300" dirty="0">
              <a:latin typeface="Trebuchet MS"/>
              <a:cs typeface="Trebuchet MS"/>
            </a:endParaRPr>
          </a:p>
        </p:txBody>
      </p:sp>
      <p:sp>
        <p:nvSpPr>
          <p:cNvPr id="85" name="object 85"/>
          <p:cNvSpPr txBox="1"/>
          <p:nvPr/>
        </p:nvSpPr>
        <p:spPr>
          <a:xfrm>
            <a:off x="2057654" y="2875864"/>
            <a:ext cx="133985" cy="208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200" spc="-385" dirty="0">
                <a:latin typeface="Trebuchet MS"/>
                <a:cs typeface="Trebuchet MS"/>
              </a:rPr>
              <a:t>W1</a:t>
            </a:r>
            <a:endParaRPr sz="1200">
              <a:latin typeface="Trebuchet MS"/>
              <a:cs typeface="Trebuchet MS"/>
            </a:endParaRPr>
          </a:p>
        </p:txBody>
      </p:sp>
      <p:sp>
        <p:nvSpPr>
          <p:cNvPr id="86" name="object 86"/>
          <p:cNvSpPr txBox="1"/>
          <p:nvPr/>
        </p:nvSpPr>
        <p:spPr>
          <a:xfrm>
            <a:off x="3099561" y="2875864"/>
            <a:ext cx="162560" cy="208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200" spc="-220" dirty="0">
                <a:latin typeface="Trebuchet MS"/>
                <a:cs typeface="Trebuchet MS"/>
              </a:rPr>
              <a:t>W2</a:t>
            </a:r>
            <a:endParaRPr sz="1200">
              <a:latin typeface="Trebuchet MS"/>
              <a:cs typeface="Trebuchet MS"/>
            </a:endParaRPr>
          </a:p>
        </p:txBody>
      </p:sp>
      <p:graphicFrame>
        <p:nvGraphicFramePr>
          <p:cNvPr id="87" name="object 87"/>
          <p:cNvGraphicFramePr>
            <a:graphicFrameLocks noGrp="1"/>
          </p:cNvGraphicFramePr>
          <p:nvPr/>
        </p:nvGraphicFramePr>
        <p:xfrm>
          <a:off x="6094793" y="4141089"/>
          <a:ext cx="1406525" cy="91376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927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1978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400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82880">
                <a:tc gridSpan="3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7E7E7E"/>
                      </a:solidFill>
                      <a:prstDash val="solid"/>
                    </a:lnL>
                    <a:lnR w="3175">
                      <a:solidFill>
                        <a:srgbClr val="7E7E7E"/>
                      </a:solidFill>
                      <a:prstDash val="solid"/>
                    </a:lnR>
                    <a:lnT w="12700">
                      <a:solidFill>
                        <a:srgbClr val="183DAF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R="63500" algn="r">
                        <a:lnSpc>
                          <a:spcPts val="1340"/>
                        </a:lnSpc>
                      </a:pPr>
                      <a:r>
                        <a:rPr sz="1200" spc="-90" dirty="0">
                          <a:solidFill>
                            <a:srgbClr val="252525"/>
                          </a:solidFill>
                          <a:latin typeface="Trebuchet MS"/>
                          <a:cs typeface="Trebuchet MS"/>
                        </a:rPr>
                        <a:t>-</a:t>
                      </a:r>
                      <a:r>
                        <a:rPr sz="1200" spc="-445" dirty="0">
                          <a:solidFill>
                            <a:srgbClr val="252525"/>
                          </a:solidFill>
                          <a:latin typeface="Trebuchet MS"/>
                          <a:cs typeface="Trebuchet MS"/>
                        </a:rPr>
                        <a:t>1</a:t>
                      </a:r>
                      <a:endParaRPr sz="1200"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lnL w="3175">
                      <a:solidFill>
                        <a:srgbClr val="7E7E7E"/>
                      </a:solidFill>
                      <a:prstDash val="solid"/>
                    </a:lnL>
                    <a:lnR w="6350">
                      <a:solidFill>
                        <a:srgbClr val="BEBEBE"/>
                      </a:solidFill>
                      <a:prstDash val="solid"/>
                    </a:lnR>
                    <a:lnT w="6350">
                      <a:solidFill>
                        <a:srgbClr val="BEBEBE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62865" algn="r">
                        <a:lnSpc>
                          <a:spcPts val="1340"/>
                        </a:lnSpc>
                      </a:pPr>
                      <a:r>
                        <a:rPr sz="1200" spc="-65" dirty="0">
                          <a:solidFill>
                            <a:srgbClr val="252525"/>
                          </a:solidFill>
                          <a:latin typeface="Trebuchet MS"/>
                          <a:cs typeface="Trebuchet MS"/>
                        </a:rPr>
                        <a:t>0.268941</a:t>
                      </a:r>
                      <a:endParaRPr sz="1200"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lnL w="6350">
                      <a:solidFill>
                        <a:srgbClr val="BEBEBE"/>
                      </a:solidFill>
                      <a:prstDash val="solid"/>
                    </a:lnL>
                    <a:lnR w="6350">
                      <a:solidFill>
                        <a:srgbClr val="BEBEBE"/>
                      </a:solidFill>
                      <a:prstDash val="solid"/>
                    </a:lnR>
                    <a:lnT w="6350">
                      <a:solidFill>
                        <a:srgbClr val="BEBEBE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62865" algn="r">
                        <a:lnSpc>
                          <a:spcPts val="1340"/>
                        </a:lnSpc>
                      </a:pPr>
                      <a:r>
                        <a:rPr sz="1200" dirty="0">
                          <a:solidFill>
                            <a:srgbClr val="252525"/>
                          </a:solidFill>
                          <a:latin typeface="Trebuchet MS"/>
                          <a:cs typeface="Trebuchet MS"/>
                        </a:rPr>
                        <a:t>0</a:t>
                      </a:r>
                      <a:endParaRPr sz="1200"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lnL w="6350">
                      <a:solidFill>
                        <a:srgbClr val="BEBEBE"/>
                      </a:solidFill>
                      <a:prstDash val="solid"/>
                    </a:lnL>
                    <a:lnR w="3175">
                      <a:solidFill>
                        <a:srgbClr val="7E7E7E"/>
                      </a:solidFill>
                      <a:prstDash val="solid"/>
                    </a:lnR>
                    <a:lnT w="6350">
                      <a:solidFill>
                        <a:srgbClr val="BEBEBE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R="63500" algn="r">
                        <a:lnSpc>
                          <a:spcPts val="1340"/>
                        </a:lnSpc>
                      </a:pPr>
                      <a:r>
                        <a:rPr sz="1200" dirty="0">
                          <a:solidFill>
                            <a:srgbClr val="252525"/>
                          </a:solidFill>
                          <a:latin typeface="Trebuchet MS"/>
                          <a:cs typeface="Trebuchet MS"/>
                        </a:rPr>
                        <a:t>1</a:t>
                      </a:r>
                      <a:endParaRPr sz="1200"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lnL w="3175">
                      <a:solidFill>
                        <a:srgbClr val="7E7E7E"/>
                      </a:solidFill>
                      <a:prstDash val="solid"/>
                    </a:lnL>
                    <a:lnR w="6350">
                      <a:solidFill>
                        <a:srgbClr val="BEBEBE"/>
                      </a:solidFill>
                      <a:prstDash val="solid"/>
                    </a:lnR>
                    <a:lnT w="6350">
                      <a:solidFill>
                        <a:srgbClr val="BEBEBE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64769" algn="r">
                        <a:lnSpc>
                          <a:spcPts val="1340"/>
                        </a:lnSpc>
                      </a:pPr>
                      <a:r>
                        <a:rPr sz="1200" spc="-65" dirty="0">
                          <a:solidFill>
                            <a:srgbClr val="252525"/>
                          </a:solidFill>
                          <a:latin typeface="Trebuchet MS"/>
                          <a:cs typeface="Trebuchet MS"/>
                        </a:rPr>
                        <a:t>0.731059</a:t>
                      </a:r>
                      <a:endParaRPr sz="1200"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lnL w="6350">
                      <a:solidFill>
                        <a:srgbClr val="BEBEBE"/>
                      </a:solidFill>
                      <a:prstDash val="solid"/>
                    </a:lnL>
                    <a:lnR w="6350">
                      <a:solidFill>
                        <a:srgbClr val="BEBEBE"/>
                      </a:solidFill>
                      <a:prstDash val="solid"/>
                    </a:lnR>
                    <a:lnT w="6350">
                      <a:solidFill>
                        <a:srgbClr val="BEBEBE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62865" algn="r">
                        <a:lnSpc>
                          <a:spcPts val="1340"/>
                        </a:lnSpc>
                      </a:pPr>
                      <a:r>
                        <a:rPr sz="1200" dirty="0">
                          <a:solidFill>
                            <a:srgbClr val="252525"/>
                          </a:solidFill>
                          <a:latin typeface="Trebuchet MS"/>
                          <a:cs typeface="Trebuchet MS"/>
                        </a:rPr>
                        <a:t>1</a:t>
                      </a:r>
                      <a:endParaRPr sz="1200"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lnL w="6350">
                      <a:solidFill>
                        <a:srgbClr val="BEBEBE"/>
                      </a:solidFill>
                      <a:prstDash val="solid"/>
                    </a:lnL>
                    <a:lnR w="3175">
                      <a:solidFill>
                        <a:srgbClr val="7E7E7E"/>
                      </a:solidFill>
                      <a:prstDash val="solid"/>
                    </a:lnR>
                    <a:lnT w="6350">
                      <a:solidFill>
                        <a:srgbClr val="BEBEBE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82245">
                <a:tc>
                  <a:txBody>
                    <a:bodyPr/>
                    <a:lstStyle/>
                    <a:p>
                      <a:pPr marR="63500" algn="r">
                        <a:lnSpc>
                          <a:spcPts val="1340"/>
                        </a:lnSpc>
                      </a:pPr>
                      <a:r>
                        <a:rPr sz="1200" dirty="0">
                          <a:solidFill>
                            <a:srgbClr val="252525"/>
                          </a:solidFill>
                          <a:latin typeface="Trebuchet MS"/>
                          <a:cs typeface="Trebuchet MS"/>
                        </a:rPr>
                        <a:t>1</a:t>
                      </a:r>
                      <a:endParaRPr sz="1200"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lnL w="3175">
                      <a:solidFill>
                        <a:srgbClr val="7E7E7E"/>
                      </a:solidFill>
                      <a:prstDash val="solid"/>
                    </a:lnL>
                    <a:lnR w="6350">
                      <a:solidFill>
                        <a:srgbClr val="BEBEBE"/>
                      </a:solidFill>
                      <a:prstDash val="solid"/>
                    </a:lnR>
                    <a:lnT w="6350">
                      <a:solidFill>
                        <a:srgbClr val="BEBEBE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64769" algn="r">
                        <a:lnSpc>
                          <a:spcPts val="1340"/>
                        </a:lnSpc>
                      </a:pPr>
                      <a:r>
                        <a:rPr sz="1200" spc="-65" dirty="0">
                          <a:solidFill>
                            <a:srgbClr val="252525"/>
                          </a:solidFill>
                          <a:latin typeface="Trebuchet MS"/>
                          <a:cs typeface="Trebuchet MS"/>
                        </a:rPr>
                        <a:t>0.731059</a:t>
                      </a:r>
                      <a:endParaRPr sz="1200"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lnL w="6350">
                      <a:solidFill>
                        <a:srgbClr val="BEBEBE"/>
                      </a:solidFill>
                      <a:prstDash val="solid"/>
                    </a:lnL>
                    <a:lnR w="6350">
                      <a:solidFill>
                        <a:srgbClr val="BEBEBE"/>
                      </a:solidFill>
                      <a:prstDash val="solid"/>
                    </a:lnR>
                    <a:lnT w="6350">
                      <a:solidFill>
                        <a:srgbClr val="BEBEBE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62865" algn="r">
                        <a:lnSpc>
                          <a:spcPts val="1340"/>
                        </a:lnSpc>
                      </a:pPr>
                      <a:r>
                        <a:rPr sz="1200" dirty="0">
                          <a:solidFill>
                            <a:srgbClr val="252525"/>
                          </a:solidFill>
                          <a:latin typeface="Trebuchet MS"/>
                          <a:cs typeface="Trebuchet MS"/>
                        </a:rPr>
                        <a:t>1</a:t>
                      </a:r>
                      <a:endParaRPr sz="1200"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lnL w="6350">
                      <a:solidFill>
                        <a:srgbClr val="BEBEBE"/>
                      </a:solidFill>
                      <a:prstDash val="solid"/>
                    </a:lnL>
                    <a:lnR w="3175">
                      <a:solidFill>
                        <a:srgbClr val="7E7E7E"/>
                      </a:solidFill>
                      <a:prstDash val="solid"/>
                    </a:lnR>
                    <a:lnT w="6350">
                      <a:solidFill>
                        <a:srgbClr val="BEBEBE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R="65405" algn="r">
                        <a:lnSpc>
                          <a:spcPts val="1340"/>
                        </a:lnSpc>
                      </a:pPr>
                      <a:r>
                        <a:rPr sz="1200" dirty="0">
                          <a:solidFill>
                            <a:srgbClr val="252525"/>
                          </a:solidFill>
                          <a:latin typeface="Trebuchet MS"/>
                          <a:cs typeface="Trebuchet MS"/>
                        </a:rPr>
                        <a:t>3</a:t>
                      </a:r>
                      <a:endParaRPr sz="1200"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lnL w="3175">
                      <a:solidFill>
                        <a:srgbClr val="7E7E7E"/>
                      </a:solidFill>
                      <a:prstDash val="solid"/>
                    </a:lnL>
                    <a:lnR w="6350">
                      <a:solidFill>
                        <a:srgbClr val="BEBEBE"/>
                      </a:solidFill>
                      <a:prstDash val="solid"/>
                    </a:lnR>
                    <a:lnT w="6350">
                      <a:solidFill>
                        <a:srgbClr val="BEBEBE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63500" algn="r">
                        <a:lnSpc>
                          <a:spcPts val="1340"/>
                        </a:lnSpc>
                      </a:pPr>
                      <a:r>
                        <a:rPr sz="1200" spc="-45" dirty="0">
                          <a:solidFill>
                            <a:srgbClr val="252525"/>
                          </a:solidFill>
                          <a:latin typeface="Trebuchet MS"/>
                          <a:cs typeface="Trebuchet MS"/>
                        </a:rPr>
                        <a:t>0.952574</a:t>
                      </a:r>
                      <a:endParaRPr sz="1200"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lnL w="6350">
                      <a:solidFill>
                        <a:srgbClr val="BEBEBE"/>
                      </a:solidFill>
                      <a:prstDash val="solid"/>
                    </a:lnL>
                    <a:lnR w="6350">
                      <a:solidFill>
                        <a:srgbClr val="BEBEBE"/>
                      </a:solidFill>
                      <a:prstDash val="solid"/>
                    </a:lnR>
                    <a:lnT w="6350">
                      <a:solidFill>
                        <a:srgbClr val="BEBEBE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62865" algn="r">
                        <a:lnSpc>
                          <a:spcPts val="1340"/>
                        </a:lnSpc>
                      </a:pPr>
                      <a:r>
                        <a:rPr sz="1200" dirty="0">
                          <a:solidFill>
                            <a:srgbClr val="252525"/>
                          </a:solidFill>
                          <a:latin typeface="Trebuchet MS"/>
                          <a:cs typeface="Trebuchet MS"/>
                        </a:rPr>
                        <a:t>1</a:t>
                      </a:r>
                      <a:endParaRPr sz="1200"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lnL w="6350">
                      <a:solidFill>
                        <a:srgbClr val="BEBEBE"/>
                      </a:solidFill>
                      <a:prstDash val="solid"/>
                    </a:lnL>
                    <a:lnR w="3175">
                      <a:solidFill>
                        <a:srgbClr val="7E7E7E"/>
                      </a:solidFill>
                      <a:prstDash val="solid"/>
                    </a:lnR>
                    <a:lnT w="6350">
                      <a:solidFill>
                        <a:srgbClr val="BEBEBE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pic>
        <p:nvPicPr>
          <p:cNvPr id="88" name="object 88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6738873" y="4181855"/>
            <a:ext cx="117982" cy="116458"/>
          </a:xfrm>
          <a:prstGeom prst="rect">
            <a:avLst/>
          </a:prstGeom>
        </p:spPr>
      </p:pic>
      <p:grpSp>
        <p:nvGrpSpPr>
          <p:cNvPr id="89" name="object 89"/>
          <p:cNvGrpSpPr/>
          <p:nvPr/>
        </p:nvGrpSpPr>
        <p:grpSpPr>
          <a:xfrm>
            <a:off x="7557896" y="4141089"/>
            <a:ext cx="634365" cy="923925"/>
            <a:chOff x="7557896" y="4141089"/>
            <a:chExt cx="634365" cy="923925"/>
          </a:xfrm>
        </p:grpSpPr>
        <p:sp>
          <p:nvSpPr>
            <p:cNvPr id="90" name="object 90"/>
            <p:cNvSpPr/>
            <p:nvPr/>
          </p:nvSpPr>
          <p:spPr>
            <a:xfrm>
              <a:off x="7559547" y="4147439"/>
              <a:ext cx="629285" cy="182880"/>
            </a:xfrm>
            <a:custGeom>
              <a:avLst/>
              <a:gdLst/>
              <a:ahLst/>
              <a:cxnLst/>
              <a:rect l="l" t="t" r="r" b="b"/>
              <a:pathLst>
                <a:path w="629284" h="182879">
                  <a:moveTo>
                    <a:pt x="629221" y="0"/>
                  </a:moveTo>
                  <a:lnTo>
                    <a:pt x="0" y="0"/>
                  </a:lnTo>
                  <a:lnTo>
                    <a:pt x="0" y="182880"/>
                  </a:lnTo>
                  <a:lnTo>
                    <a:pt x="629221" y="182880"/>
                  </a:lnTo>
                  <a:lnTo>
                    <a:pt x="629221" y="0"/>
                  </a:lnTo>
                  <a:close/>
                </a:path>
              </a:pathLst>
            </a:custGeom>
            <a:solidFill>
              <a:srgbClr val="D9D9D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1" name="object 91"/>
            <p:cNvSpPr/>
            <p:nvPr/>
          </p:nvSpPr>
          <p:spPr>
            <a:xfrm>
              <a:off x="7557896" y="4330319"/>
              <a:ext cx="634365" cy="548640"/>
            </a:xfrm>
            <a:custGeom>
              <a:avLst/>
              <a:gdLst/>
              <a:ahLst/>
              <a:cxnLst/>
              <a:rect l="l" t="t" r="r" b="b"/>
              <a:pathLst>
                <a:path w="634365" h="548639">
                  <a:moveTo>
                    <a:pt x="0" y="0"/>
                  </a:moveTo>
                  <a:lnTo>
                    <a:pt x="633983" y="0"/>
                  </a:lnTo>
                </a:path>
                <a:path w="634365" h="548639">
                  <a:moveTo>
                    <a:pt x="0" y="182879"/>
                  </a:moveTo>
                  <a:lnTo>
                    <a:pt x="633983" y="182879"/>
                  </a:lnTo>
                </a:path>
                <a:path w="634365" h="548639">
                  <a:moveTo>
                    <a:pt x="0" y="365759"/>
                  </a:moveTo>
                  <a:lnTo>
                    <a:pt x="633983" y="365759"/>
                  </a:lnTo>
                </a:path>
                <a:path w="634365" h="548639">
                  <a:moveTo>
                    <a:pt x="0" y="548639"/>
                  </a:moveTo>
                  <a:lnTo>
                    <a:pt x="633983" y="548639"/>
                  </a:lnTo>
                </a:path>
              </a:pathLst>
            </a:custGeom>
            <a:ln w="6350">
              <a:solidFill>
                <a:srgbClr val="BEBEB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2" name="object 92"/>
            <p:cNvSpPr/>
            <p:nvPr/>
          </p:nvSpPr>
          <p:spPr>
            <a:xfrm>
              <a:off x="7559547" y="4141089"/>
              <a:ext cx="0" cy="923925"/>
            </a:xfrm>
            <a:custGeom>
              <a:avLst/>
              <a:gdLst/>
              <a:ahLst/>
              <a:cxnLst/>
              <a:rect l="l" t="t" r="r" b="b"/>
              <a:pathLst>
                <a:path h="923925">
                  <a:moveTo>
                    <a:pt x="0" y="0"/>
                  </a:moveTo>
                  <a:lnTo>
                    <a:pt x="0" y="923925"/>
                  </a:lnTo>
                </a:path>
              </a:pathLst>
            </a:custGeom>
            <a:ln w="3175">
              <a:solidFill>
                <a:srgbClr val="7E7E7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3" name="object 93"/>
            <p:cNvSpPr/>
            <p:nvPr/>
          </p:nvSpPr>
          <p:spPr>
            <a:xfrm>
              <a:off x="8188705" y="4141089"/>
              <a:ext cx="0" cy="923925"/>
            </a:xfrm>
            <a:custGeom>
              <a:avLst/>
              <a:gdLst/>
              <a:ahLst/>
              <a:cxnLst/>
              <a:rect l="l" t="t" r="r" b="b"/>
              <a:pathLst>
                <a:path h="923925">
                  <a:moveTo>
                    <a:pt x="0" y="0"/>
                  </a:moveTo>
                  <a:lnTo>
                    <a:pt x="0" y="923925"/>
                  </a:lnTo>
                </a:path>
              </a:pathLst>
            </a:custGeom>
            <a:ln w="6350">
              <a:solidFill>
                <a:srgbClr val="BEBEB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4" name="object 94"/>
            <p:cNvSpPr/>
            <p:nvPr/>
          </p:nvSpPr>
          <p:spPr>
            <a:xfrm>
              <a:off x="7557896" y="4141089"/>
              <a:ext cx="634365" cy="12700"/>
            </a:xfrm>
            <a:custGeom>
              <a:avLst/>
              <a:gdLst/>
              <a:ahLst/>
              <a:cxnLst/>
              <a:rect l="l" t="t" r="r" b="b"/>
              <a:pathLst>
                <a:path w="634365" h="12700">
                  <a:moveTo>
                    <a:pt x="0" y="12700"/>
                  </a:moveTo>
                  <a:lnTo>
                    <a:pt x="633983" y="12700"/>
                  </a:lnTo>
                  <a:lnTo>
                    <a:pt x="633983" y="0"/>
                  </a:lnTo>
                  <a:lnTo>
                    <a:pt x="0" y="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183DA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5" name="object 95"/>
            <p:cNvSpPr/>
            <p:nvPr/>
          </p:nvSpPr>
          <p:spPr>
            <a:xfrm>
              <a:off x="7557896" y="5061839"/>
              <a:ext cx="634365" cy="0"/>
            </a:xfrm>
            <a:custGeom>
              <a:avLst/>
              <a:gdLst/>
              <a:ahLst/>
              <a:cxnLst/>
              <a:rect l="l" t="t" r="r" b="b"/>
              <a:pathLst>
                <a:path w="634365">
                  <a:moveTo>
                    <a:pt x="0" y="0"/>
                  </a:moveTo>
                  <a:lnTo>
                    <a:pt x="633983" y="0"/>
                  </a:lnTo>
                </a:path>
              </a:pathLst>
            </a:custGeom>
            <a:ln w="6350">
              <a:solidFill>
                <a:srgbClr val="BEBEB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6" name="object 96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7714360" y="4202684"/>
              <a:ext cx="323596" cy="123063"/>
            </a:xfrm>
            <a:prstGeom prst="rect">
              <a:avLst/>
            </a:prstGeom>
          </p:spPr>
        </p:pic>
      </p:grpSp>
      <p:sp>
        <p:nvSpPr>
          <p:cNvPr id="97" name="object 97"/>
          <p:cNvSpPr txBox="1"/>
          <p:nvPr/>
        </p:nvSpPr>
        <p:spPr>
          <a:xfrm>
            <a:off x="7561135" y="4306570"/>
            <a:ext cx="62484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R="59690" algn="r">
              <a:lnSpc>
                <a:spcPct val="100000"/>
              </a:lnSpc>
              <a:spcBef>
                <a:spcPts val="100"/>
              </a:spcBef>
            </a:pPr>
            <a:r>
              <a:rPr sz="1200" spc="-110" dirty="0">
                <a:solidFill>
                  <a:srgbClr val="252525"/>
                </a:solidFill>
                <a:latin typeface="Trebuchet MS"/>
                <a:cs typeface="Trebuchet MS"/>
              </a:rPr>
              <a:t>0</a:t>
            </a:r>
            <a:endParaRPr sz="1200">
              <a:latin typeface="Trebuchet MS"/>
              <a:cs typeface="Trebuchet MS"/>
            </a:endParaRPr>
          </a:p>
        </p:txBody>
      </p:sp>
      <p:sp>
        <p:nvSpPr>
          <p:cNvPr id="98" name="object 98"/>
          <p:cNvSpPr txBox="1"/>
          <p:nvPr/>
        </p:nvSpPr>
        <p:spPr>
          <a:xfrm>
            <a:off x="7561135" y="4489450"/>
            <a:ext cx="62484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R="60325" algn="r">
              <a:lnSpc>
                <a:spcPct val="100000"/>
              </a:lnSpc>
              <a:spcBef>
                <a:spcPts val="100"/>
              </a:spcBef>
            </a:pPr>
            <a:r>
              <a:rPr sz="1200" spc="-390" dirty="0">
                <a:solidFill>
                  <a:srgbClr val="252525"/>
                </a:solidFill>
                <a:latin typeface="Trebuchet MS"/>
                <a:cs typeface="Trebuchet MS"/>
              </a:rPr>
              <a:t>1</a:t>
            </a:r>
            <a:endParaRPr sz="1200">
              <a:latin typeface="Trebuchet MS"/>
              <a:cs typeface="Trebuchet MS"/>
            </a:endParaRPr>
          </a:p>
        </p:txBody>
      </p:sp>
      <p:sp>
        <p:nvSpPr>
          <p:cNvPr id="99" name="object 99"/>
          <p:cNvSpPr txBox="1"/>
          <p:nvPr/>
        </p:nvSpPr>
        <p:spPr>
          <a:xfrm>
            <a:off x="7561135" y="4672329"/>
            <a:ext cx="62484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R="60325" algn="r">
              <a:lnSpc>
                <a:spcPct val="100000"/>
              </a:lnSpc>
              <a:spcBef>
                <a:spcPts val="100"/>
              </a:spcBef>
            </a:pPr>
            <a:r>
              <a:rPr sz="1200" spc="-390" dirty="0">
                <a:solidFill>
                  <a:srgbClr val="252525"/>
                </a:solidFill>
                <a:latin typeface="Trebuchet MS"/>
                <a:cs typeface="Trebuchet MS"/>
              </a:rPr>
              <a:t>1</a:t>
            </a:r>
            <a:endParaRPr sz="1200">
              <a:latin typeface="Trebuchet MS"/>
              <a:cs typeface="Trebuchet MS"/>
            </a:endParaRPr>
          </a:p>
        </p:txBody>
      </p:sp>
      <p:sp>
        <p:nvSpPr>
          <p:cNvPr id="100" name="object 100"/>
          <p:cNvSpPr txBox="1"/>
          <p:nvPr/>
        </p:nvSpPr>
        <p:spPr>
          <a:xfrm>
            <a:off x="7561135" y="4855209"/>
            <a:ext cx="62484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R="59690" algn="r">
              <a:lnSpc>
                <a:spcPct val="100000"/>
              </a:lnSpc>
              <a:spcBef>
                <a:spcPts val="100"/>
              </a:spcBef>
            </a:pPr>
            <a:r>
              <a:rPr sz="1200" spc="-110" dirty="0">
                <a:solidFill>
                  <a:srgbClr val="252525"/>
                </a:solidFill>
                <a:latin typeface="Trebuchet MS"/>
                <a:cs typeface="Trebuchet MS"/>
              </a:rPr>
              <a:t>0</a:t>
            </a:r>
            <a:endParaRPr sz="1200">
              <a:latin typeface="Trebuchet MS"/>
              <a:cs typeface="Trebuchet MS"/>
            </a:endParaRPr>
          </a:p>
        </p:txBody>
      </p:sp>
      <p:grpSp>
        <p:nvGrpSpPr>
          <p:cNvPr id="101" name="object 101"/>
          <p:cNvGrpSpPr/>
          <p:nvPr/>
        </p:nvGrpSpPr>
        <p:grpSpPr>
          <a:xfrm>
            <a:off x="8244840" y="4141089"/>
            <a:ext cx="1095375" cy="923925"/>
            <a:chOff x="8244840" y="4141089"/>
            <a:chExt cx="1095375" cy="923925"/>
          </a:xfrm>
        </p:grpSpPr>
        <p:sp>
          <p:nvSpPr>
            <p:cNvPr id="102" name="object 102"/>
            <p:cNvSpPr/>
            <p:nvPr/>
          </p:nvSpPr>
          <p:spPr>
            <a:xfrm>
              <a:off x="8246491" y="4147439"/>
              <a:ext cx="1090295" cy="182880"/>
            </a:xfrm>
            <a:custGeom>
              <a:avLst/>
              <a:gdLst/>
              <a:ahLst/>
              <a:cxnLst/>
              <a:rect l="l" t="t" r="r" b="b"/>
              <a:pathLst>
                <a:path w="1090295" h="182879">
                  <a:moveTo>
                    <a:pt x="1090041" y="0"/>
                  </a:moveTo>
                  <a:lnTo>
                    <a:pt x="0" y="0"/>
                  </a:lnTo>
                  <a:lnTo>
                    <a:pt x="0" y="182880"/>
                  </a:lnTo>
                  <a:lnTo>
                    <a:pt x="1090041" y="182880"/>
                  </a:lnTo>
                  <a:lnTo>
                    <a:pt x="1090041" y="0"/>
                  </a:lnTo>
                  <a:close/>
                </a:path>
              </a:pathLst>
            </a:custGeom>
            <a:solidFill>
              <a:srgbClr val="D9D9D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3" name="object 103"/>
            <p:cNvSpPr/>
            <p:nvPr/>
          </p:nvSpPr>
          <p:spPr>
            <a:xfrm>
              <a:off x="8244840" y="4330319"/>
              <a:ext cx="1095375" cy="548640"/>
            </a:xfrm>
            <a:custGeom>
              <a:avLst/>
              <a:gdLst/>
              <a:ahLst/>
              <a:cxnLst/>
              <a:rect l="l" t="t" r="r" b="b"/>
              <a:pathLst>
                <a:path w="1095375" h="548639">
                  <a:moveTo>
                    <a:pt x="0" y="0"/>
                  </a:moveTo>
                  <a:lnTo>
                    <a:pt x="1094866" y="0"/>
                  </a:lnTo>
                </a:path>
                <a:path w="1095375" h="548639">
                  <a:moveTo>
                    <a:pt x="0" y="182879"/>
                  </a:moveTo>
                  <a:lnTo>
                    <a:pt x="1094866" y="182879"/>
                  </a:lnTo>
                </a:path>
                <a:path w="1095375" h="548639">
                  <a:moveTo>
                    <a:pt x="0" y="365759"/>
                  </a:moveTo>
                  <a:lnTo>
                    <a:pt x="1094866" y="365759"/>
                  </a:lnTo>
                </a:path>
                <a:path w="1095375" h="548639">
                  <a:moveTo>
                    <a:pt x="0" y="548639"/>
                  </a:moveTo>
                  <a:lnTo>
                    <a:pt x="1094866" y="548639"/>
                  </a:lnTo>
                </a:path>
              </a:pathLst>
            </a:custGeom>
            <a:ln w="6350">
              <a:solidFill>
                <a:srgbClr val="BEBEB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4" name="object 104"/>
            <p:cNvSpPr/>
            <p:nvPr/>
          </p:nvSpPr>
          <p:spPr>
            <a:xfrm>
              <a:off x="8246491" y="4141089"/>
              <a:ext cx="0" cy="923925"/>
            </a:xfrm>
            <a:custGeom>
              <a:avLst/>
              <a:gdLst/>
              <a:ahLst/>
              <a:cxnLst/>
              <a:rect l="l" t="t" r="r" b="b"/>
              <a:pathLst>
                <a:path h="923925">
                  <a:moveTo>
                    <a:pt x="0" y="0"/>
                  </a:moveTo>
                  <a:lnTo>
                    <a:pt x="0" y="923925"/>
                  </a:lnTo>
                </a:path>
              </a:pathLst>
            </a:custGeom>
            <a:ln w="3175">
              <a:solidFill>
                <a:srgbClr val="7E7E7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5" name="object 105"/>
            <p:cNvSpPr/>
            <p:nvPr/>
          </p:nvSpPr>
          <p:spPr>
            <a:xfrm>
              <a:off x="9336532" y="4141089"/>
              <a:ext cx="0" cy="923925"/>
            </a:xfrm>
            <a:custGeom>
              <a:avLst/>
              <a:gdLst/>
              <a:ahLst/>
              <a:cxnLst/>
              <a:rect l="l" t="t" r="r" b="b"/>
              <a:pathLst>
                <a:path h="923925">
                  <a:moveTo>
                    <a:pt x="0" y="0"/>
                  </a:moveTo>
                  <a:lnTo>
                    <a:pt x="0" y="923925"/>
                  </a:lnTo>
                </a:path>
              </a:pathLst>
            </a:custGeom>
            <a:ln w="6350">
              <a:solidFill>
                <a:srgbClr val="BEBEB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6" name="object 106"/>
            <p:cNvSpPr/>
            <p:nvPr/>
          </p:nvSpPr>
          <p:spPr>
            <a:xfrm>
              <a:off x="8244840" y="4141089"/>
              <a:ext cx="1095375" cy="12700"/>
            </a:xfrm>
            <a:custGeom>
              <a:avLst/>
              <a:gdLst/>
              <a:ahLst/>
              <a:cxnLst/>
              <a:rect l="l" t="t" r="r" b="b"/>
              <a:pathLst>
                <a:path w="1095375" h="12700">
                  <a:moveTo>
                    <a:pt x="0" y="12700"/>
                  </a:moveTo>
                  <a:lnTo>
                    <a:pt x="1094866" y="12700"/>
                  </a:lnTo>
                  <a:lnTo>
                    <a:pt x="1094866" y="0"/>
                  </a:lnTo>
                  <a:lnTo>
                    <a:pt x="0" y="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183DA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7" name="object 107"/>
            <p:cNvSpPr/>
            <p:nvPr/>
          </p:nvSpPr>
          <p:spPr>
            <a:xfrm>
              <a:off x="8244840" y="5061839"/>
              <a:ext cx="1095375" cy="0"/>
            </a:xfrm>
            <a:custGeom>
              <a:avLst/>
              <a:gdLst/>
              <a:ahLst/>
              <a:cxnLst/>
              <a:rect l="l" t="t" r="r" b="b"/>
              <a:pathLst>
                <a:path w="1095375">
                  <a:moveTo>
                    <a:pt x="0" y="0"/>
                  </a:moveTo>
                  <a:lnTo>
                    <a:pt x="1094866" y="0"/>
                  </a:lnTo>
                </a:path>
              </a:pathLst>
            </a:custGeom>
            <a:ln w="6350">
              <a:solidFill>
                <a:srgbClr val="BEBEB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8" name="object 108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8448167" y="4181856"/>
              <a:ext cx="686180" cy="116839"/>
            </a:xfrm>
            <a:prstGeom prst="rect">
              <a:avLst/>
            </a:prstGeom>
          </p:spPr>
        </p:pic>
      </p:grpSp>
      <p:sp>
        <p:nvSpPr>
          <p:cNvPr id="109" name="object 109"/>
          <p:cNvSpPr txBox="1"/>
          <p:nvPr/>
        </p:nvSpPr>
        <p:spPr>
          <a:xfrm>
            <a:off x="8248078" y="4306570"/>
            <a:ext cx="108585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R="60325" algn="r">
              <a:lnSpc>
                <a:spcPct val="100000"/>
              </a:lnSpc>
              <a:spcBef>
                <a:spcPts val="100"/>
              </a:spcBef>
            </a:pPr>
            <a:r>
              <a:rPr sz="1200" spc="-110" dirty="0">
                <a:solidFill>
                  <a:srgbClr val="252525"/>
                </a:solidFill>
                <a:latin typeface="Trebuchet MS"/>
                <a:cs typeface="Trebuchet MS"/>
              </a:rPr>
              <a:t>0</a:t>
            </a:r>
            <a:endParaRPr sz="1200">
              <a:latin typeface="Trebuchet MS"/>
              <a:cs typeface="Trebuchet MS"/>
            </a:endParaRPr>
          </a:p>
        </p:txBody>
      </p:sp>
      <p:sp>
        <p:nvSpPr>
          <p:cNvPr id="110" name="object 110"/>
          <p:cNvSpPr txBox="1"/>
          <p:nvPr/>
        </p:nvSpPr>
        <p:spPr>
          <a:xfrm>
            <a:off x="8248078" y="4489450"/>
            <a:ext cx="108585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R="60325" algn="r">
              <a:lnSpc>
                <a:spcPct val="100000"/>
              </a:lnSpc>
              <a:spcBef>
                <a:spcPts val="100"/>
              </a:spcBef>
            </a:pPr>
            <a:r>
              <a:rPr sz="1200" spc="-390" dirty="0">
                <a:solidFill>
                  <a:srgbClr val="252525"/>
                </a:solidFill>
                <a:latin typeface="Trebuchet MS"/>
                <a:cs typeface="Trebuchet MS"/>
              </a:rPr>
              <a:t>1</a:t>
            </a:r>
            <a:endParaRPr sz="1200">
              <a:latin typeface="Trebuchet MS"/>
              <a:cs typeface="Trebuchet MS"/>
            </a:endParaRPr>
          </a:p>
        </p:txBody>
      </p:sp>
      <p:sp>
        <p:nvSpPr>
          <p:cNvPr id="111" name="object 111"/>
          <p:cNvSpPr txBox="1"/>
          <p:nvPr/>
        </p:nvSpPr>
        <p:spPr>
          <a:xfrm>
            <a:off x="8248078" y="4672329"/>
            <a:ext cx="108585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R="60325" algn="r">
              <a:lnSpc>
                <a:spcPct val="100000"/>
              </a:lnSpc>
              <a:spcBef>
                <a:spcPts val="100"/>
              </a:spcBef>
            </a:pPr>
            <a:r>
              <a:rPr sz="1200" spc="-390" dirty="0">
                <a:solidFill>
                  <a:srgbClr val="252525"/>
                </a:solidFill>
                <a:latin typeface="Trebuchet MS"/>
                <a:cs typeface="Trebuchet MS"/>
              </a:rPr>
              <a:t>1</a:t>
            </a:r>
            <a:endParaRPr sz="1200">
              <a:latin typeface="Trebuchet MS"/>
              <a:cs typeface="Trebuchet MS"/>
            </a:endParaRPr>
          </a:p>
        </p:txBody>
      </p:sp>
      <p:sp>
        <p:nvSpPr>
          <p:cNvPr id="112" name="object 112"/>
          <p:cNvSpPr txBox="1"/>
          <p:nvPr/>
        </p:nvSpPr>
        <p:spPr>
          <a:xfrm>
            <a:off x="8248078" y="4855209"/>
            <a:ext cx="108585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R="60325" algn="r">
              <a:lnSpc>
                <a:spcPct val="100000"/>
              </a:lnSpc>
              <a:spcBef>
                <a:spcPts val="100"/>
              </a:spcBef>
            </a:pPr>
            <a:r>
              <a:rPr sz="1200" spc="-110" dirty="0">
                <a:solidFill>
                  <a:srgbClr val="252525"/>
                </a:solidFill>
                <a:latin typeface="Trebuchet MS"/>
                <a:cs typeface="Trebuchet MS"/>
              </a:rPr>
              <a:t>0</a:t>
            </a:r>
            <a:endParaRPr sz="1200">
              <a:latin typeface="Trebuchet MS"/>
              <a:cs typeface="Trebuchet MS"/>
            </a:endParaRPr>
          </a:p>
        </p:txBody>
      </p:sp>
      <p:sp>
        <p:nvSpPr>
          <p:cNvPr id="113" name="object 113"/>
          <p:cNvSpPr/>
          <p:nvPr/>
        </p:nvSpPr>
        <p:spPr>
          <a:xfrm>
            <a:off x="3524630" y="4332858"/>
            <a:ext cx="2513965" cy="182880"/>
          </a:xfrm>
          <a:custGeom>
            <a:avLst/>
            <a:gdLst/>
            <a:ahLst/>
            <a:cxnLst/>
            <a:rect l="l" t="t" r="r" b="b"/>
            <a:pathLst>
              <a:path w="2513965" h="182879">
                <a:moveTo>
                  <a:pt x="2513952" y="0"/>
                </a:moveTo>
                <a:lnTo>
                  <a:pt x="1988693" y="0"/>
                </a:lnTo>
                <a:lnTo>
                  <a:pt x="523354" y="0"/>
                </a:lnTo>
                <a:lnTo>
                  <a:pt x="0" y="0"/>
                </a:lnTo>
                <a:lnTo>
                  <a:pt x="0" y="182880"/>
                </a:lnTo>
                <a:lnTo>
                  <a:pt x="523240" y="182880"/>
                </a:lnTo>
                <a:lnTo>
                  <a:pt x="1988693" y="182880"/>
                </a:lnTo>
                <a:lnTo>
                  <a:pt x="2513952" y="182880"/>
                </a:lnTo>
                <a:lnTo>
                  <a:pt x="2513952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14" name="object 114"/>
          <p:cNvPicPr/>
          <p:nvPr/>
        </p:nvPicPr>
        <p:blipFill>
          <a:blip r:embed="rId14" cstate="print"/>
          <a:stretch>
            <a:fillRect/>
          </a:stretch>
        </p:blipFill>
        <p:spPr>
          <a:xfrm>
            <a:off x="3932554" y="4184269"/>
            <a:ext cx="1697609" cy="144018"/>
          </a:xfrm>
          <a:prstGeom prst="rect">
            <a:avLst/>
          </a:prstGeom>
        </p:spPr>
      </p:pic>
      <p:graphicFrame>
        <p:nvGraphicFramePr>
          <p:cNvPr id="115" name="object 115"/>
          <p:cNvGraphicFramePr>
            <a:graphicFrameLocks noGrp="1"/>
          </p:cNvGraphicFramePr>
          <p:nvPr/>
        </p:nvGraphicFramePr>
        <p:xfrm>
          <a:off x="3523043" y="4143628"/>
          <a:ext cx="2513964" cy="91376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23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655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251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82245">
                <a:tc gridSpan="3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7E7E7E"/>
                      </a:solidFill>
                      <a:prstDash val="solid"/>
                    </a:lnL>
                    <a:lnR w="3175">
                      <a:solidFill>
                        <a:srgbClr val="7E7E7E"/>
                      </a:solidFill>
                      <a:prstDash val="solid"/>
                    </a:lnR>
                    <a:lnT w="12700">
                      <a:solidFill>
                        <a:srgbClr val="183DAF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R="64135" algn="r">
                        <a:lnSpc>
                          <a:spcPts val="1340"/>
                        </a:lnSpc>
                      </a:pPr>
                      <a:r>
                        <a:rPr sz="1200" spc="-90" dirty="0">
                          <a:solidFill>
                            <a:srgbClr val="252525"/>
                          </a:solidFill>
                          <a:latin typeface="Trebuchet MS"/>
                          <a:cs typeface="Trebuchet MS"/>
                        </a:rPr>
                        <a:t>-</a:t>
                      </a:r>
                      <a:r>
                        <a:rPr sz="1200" spc="-445" dirty="0">
                          <a:solidFill>
                            <a:srgbClr val="252525"/>
                          </a:solidFill>
                          <a:latin typeface="Trebuchet MS"/>
                          <a:cs typeface="Trebuchet MS"/>
                        </a:rPr>
                        <a:t>1</a:t>
                      </a:r>
                      <a:endParaRPr sz="1200"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lnL w="3175">
                      <a:solidFill>
                        <a:srgbClr val="7E7E7E"/>
                      </a:solidFill>
                      <a:prstDash val="solid"/>
                    </a:lnL>
                    <a:lnR w="6350">
                      <a:solidFill>
                        <a:srgbClr val="BEBEBE"/>
                      </a:solidFill>
                      <a:prstDash val="solid"/>
                    </a:lnR>
                    <a:lnT w="6350">
                      <a:solidFill>
                        <a:srgbClr val="BEBEBE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62865" algn="r">
                        <a:lnSpc>
                          <a:spcPts val="1340"/>
                        </a:lnSpc>
                      </a:pPr>
                      <a:r>
                        <a:rPr sz="1200" spc="-65" dirty="0">
                          <a:solidFill>
                            <a:srgbClr val="252525"/>
                          </a:solidFill>
                          <a:latin typeface="Trebuchet MS"/>
                          <a:cs typeface="Trebuchet MS"/>
                        </a:rPr>
                        <a:t>0.268941</a:t>
                      </a:r>
                      <a:endParaRPr sz="1200"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lnL w="6350">
                      <a:solidFill>
                        <a:srgbClr val="BEBEBE"/>
                      </a:solidFill>
                      <a:prstDash val="solid"/>
                    </a:lnL>
                    <a:lnR w="6350">
                      <a:solidFill>
                        <a:srgbClr val="BEBEBE"/>
                      </a:solidFill>
                      <a:prstDash val="solid"/>
                    </a:lnR>
                    <a:lnT w="6350">
                      <a:solidFill>
                        <a:srgbClr val="BEBEBE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62865" algn="r">
                        <a:lnSpc>
                          <a:spcPts val="1340"/>
                        </a:lnSpc>
                      </a:pPr>
                      <a:r>
                        <a:rPr sz="1200" dirty="0">
                          <a:solidFill>
                            <a:srgbClr val="252525"/>
                          </a:solidFill>
                          <a:latin typeface="Trebuchet MS"/>
                          <a:cs typeface="Trebuchet MS"/>
                        </a:rPr>
                        <a:t>0</a:t>
                      </a:r>
                      <a:endParaRPr sz="1200"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lnL w="6350">
                      <a:solidFill>
                        <a:srgbClr val="BEBEBE"/>
                      </a:solidFill>
                      <a:prstDash val="solid"/>
                    </a:lnL>
                    <a:lnR w="3175">
                      <a:solidFill>
                        <a:srgbClr val="7E7E7E"/>
                      </a:solidFill>
                      <a:prstDash val="solid"/>
                    </a:lnR>
                    <a:lnT w="6350">
                      <a:solidFill>
                        <a:srgbClr val="BEBEBE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R="64135" algn="r">
                        <a:lnSpc>
                          <a:spcPts val="1340"/>
                        </a:lnSpc>
                      </a:pPr>
                      <a:r>
                        <a:rPr sz="1200" dirty="0">
                          <a:solidFill>
                            <a:srgbClr val="252525"/>
                          </a:solidFill>
                          <a:latin typeface="Trebuchet MS"/>
                          <a:cs typeface="Trebuchet MS"/>
                        </a:rPr>
                        <a:t>1</a:t>
                      </a:r>
                      <a:endParaRPr sz="1200"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lnL w="3175">
                      <a:solidFill>
                        <a:srgbClr val="7E7E7E"/>
                      </a:solidFill>
                      <a:prstDash val="solid"/>
                    </a:lnL>
                    <a:lnR w="6350">
                      <a:solidFill>
                        <a:srgbClr val="BEBEBE"/>
                      </a:solidFill>
                      <a:prstDash val="solid"/>
                    </a:lnR>
                    <a:lnT w="6350">
                      <a:solidFill>
                        <a:srgbClr val="BEBEBE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64769" algn="r">
                        <a:lnSpc>
                          <a:spcPts val="1340"/>
                        </a:lnSpc>
                      </a:pPr>
                      <a:r>
                        <a:rPr sz="1200" spc="-65" dirty="0">
                          <a:solidFill>
                            <a:srgbClr val="252525"/>
                          </a:solidFill>
                          <a:latin typeface="Trebuchet MS"/>
                          <a:cs typeface="Trebuchet MS"/>
                        </a:rPr>
                        <a:t>0.731059</a:t>
                      </a:r>
                      <a:endParaRPr sz="1200"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lnL w="6350">
                      <a:solidFill>
                        <a:srgbClr val="BEBEBE"/>
                      </a:solidFill>
                      <a:prstDash val="solid"/>
                    </a:lnL>
                    <a:lnR w="6350">
                      <a:solidFill>
                        <a:srgbClr val="BEBEBE"/>
                      </a:solidFill>
                      <a:prstDash val="solid"/>
                    </a:lnR>
                    <a:lnT w="6350">
                      <a:solidFill>
                        <a:srgbClr val="BEBEBE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62865" algn="r">
                        <a:lnSpc>
                          <a:spcPts val="1340"/>
                        </a:lnSpc>
                      </a:pPr>
                      <a:r>
                        <a:rPr sz="1200" dirty="0">
                          <a:solidFill>
                            <a:srgbClr val="252525"/>
                          </a:solidFill>
                          <a:latin typeface="Trebuchet MS"/>
                          <a:cs typeface="Trebuchet MS"/>
                        </a:rPr>
                        <a:t>1</a:t>
                      </a:r>
                      <a:endParaRPr sz="1200"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lnL w="6350">
                      <a:solidFill>
                        <a:srgbClr val="BEBEBE"/>
                      </a:solidFill>
                      <a:prstDash val="solid"/>
                    </a:lnL>
                    <a:lnR w="3175">
                      <a:solidFill>
                        <a:srgbClr val="7E7E7E"/>
                      </a:solidFill>
                      <a:prstDash val="solid"/>
                    </a:lnR>
                    <a:lnT w="6350">
                      <a:solidFill>
                        <a:srgbClr val="BEBEBE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R="64135" algn="r">
                        <a:lnSpc>
                          <a:spcPts val="1340"/>
                        </a:lnSpc>
                      </a:pPr>
                      <a:r>
                        <a:rPr sz="1200" dirty="0">
                          <a:solidFill>
                            <a:srgbClr val="252525"/>
                          </a:solidFill>
                          <a:latin typeface="Trebuchet MS"/>
                          <a:cs typeface="Trebuchet MS"/>
                        </a:rPr>
                        <a:t>1</a:t>
                      </a:r>
                      <a:endParaRPr sz="1200"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lnL w="3175">
                      <a:solidFill>
                        <a:srgbClr val="7E7E7E"/>
                      </a:solidFill>
                      <a:prstDash val="solid"/>
                    </a:lnL>
                    <a:lnR w="6350">
                      <a:solidFill>
                        <a:srgbClr val="BEBEBE"/>
                      </a:solidFill>
                      <a:prstDash val="solid"/>
                    </a:lnR>
                    <a:lnT w="6350">
                      <a:solidFill>
                        <a:srgbClr val="BEBEBE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64769" algn="r">
                        <a:lnSpc>
                          <a:spcPts val="1340"/>
                        </a:lnSpc>
                      </a:pPr>
                      <a:r>
                        <a:rPr sz="1200" spc="-65" dirty="0">
                          <a:solidFill>
                            <a:srgbClr val="252525"/>
                          </a:solidFill>
                          <a:latin typeface="Trebuchet MS"/>
                          <a:cs typeface="Trebuchet MS"/>
                        </a:rPr>
                        <a:t>0.731059</a:t>
                      </a:r>
                      <a:endParaRPr sz="1200"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lnL w="6350">
                      <a:solidFill>
                        <a:srgbClr val="BEBEBE"/>
                      </a:solidFill>
                      <a:prstDash val="solid"/>
                    </a:lnL>
                    <a:lnR w="6350">
                      <a:solidFill>
                        <a:srgbClr val="BEBEBE"/>
                      </a:solidFill>
                      <a:prstDash val="solid"/>
                    </a:lnR>
                    <a:lnT w="6350">
                      <a:solidFill>
                        <a:srgbClr val="BEBEBE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62865" algn="r">
                        <a:lnSpc>
                          <a:spcPts val="1340"/>
                        </a:lnSpc>
                      </a:pPr>
                      <a:r>
                        <a:rPr sz="1200" dirty="0">
                          <a:solidFill>
                            <a:srgbClr val="252525"/>
                          </a:solidFill>
                          <a:latin typeface="Trebuchet MS"/>
                          <a:cs typeface="Trebuchet MS"/>
                        </a:rPr>
                        <a:t>1</a:t>
                      </a:r>
                      <a:endParaRPr sz="1200"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lnL w="6350">
                      <a:solidFill>
                        <a:srgbClr val="BEBEBE"/>
                      </a:solidFill>
                      <a:prstDash val="solid"/>
                    </a:lnL>
                    <a:lnR w="3175">
                      <a:solidFill>
                        <a:srgbClr val="7E7E7E"/>
                      </a:solidFill>
                      <a:prstDash val="solid"/>
                    </a:lnR>
                    <a:lnT w="6350">
                      <a:solidFill>
                        <a:srgbClr val="BEBEBE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R="66040" algn="r">
                        <a:lnSpc>
                          <a:spcPts val="1340"/>
                        </a:lnSpc>
                      </a:pPr>
                      <a:r>
                        <a:rPr sz="1200" dirty="0">
                          <a:solidFill>
                            <a:srgbClr val="252525"/>
                          </a:solidFill>
                          <a:latin typeface="Trebuchet MS"/>
                          <a:cs typeface="Trebuchet MS"/>
                        </a:rPr>
                        <a:t>3</a:t>
                      </a:r>
                      <a:endParaRPr sz="1200"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lnL w="3175">
                      <a:solidFill>
                        <a:srgbClr val="7E7E7E"/>
                      </a:solidFill>
                      <a:prstDash val="solid"/>
                    </a:lnL>
                    <a:lnR w="6350">
                      <a:solidFill>
                        <a:srgbClr val="BEBEBE"/>
                      </a:solidFill>
                      <a:prstDash val="solid"/>
                    </a:lnR>
                    <a:lnT w="6350">
                      <a:solidFill>
                        <a:srgbClr val="BEBEBE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63500" algn="r">
                        <a:lnSpc>
                          <a:spcPts val="1340"/>
                        </a:lnSpc>
                      </a:pPr>
                      <a:r>
                        <a:rPr sz="1200" spc="-45" dirty="0">
                          <a:solidFill>
                            <a:srgbClr val="252525"/>
                          </a:solidFill>
                          <a:latin typeface="Trebuchet MS"/>
                          <a:cs typeface="Trebuchet MS"/>
                        </a:rPr>
                        <a:t>0.952574</a:t>
                      </a:r>
                      <a:endParaRPr sz="1200"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lnL w="6350">
                      <a:solidFill>
                        <a:srgbClr val="BEBEBE"/>
                      </a:solidFill>
                      <a:prstDash val="solid"/>
                    </a:lnL>
                    <a:lnR w="6350">
                      <a:solidFill>
                        <a:srgbClr val="BEBEBE"/>
                      </a:solidFill>
                      <a:prstDash val="solid"/>
                    </a:lnR>
                    <a:lnT w="6350">
                      <a:solidFill>
                        <a:srgbClr val="BEBEBE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62865" algn="r">
                        <a:lnSpc>
                          <a:spcPts val="1340"/>
                        </a:lnSpc>
                      </a:pPr>
                      <a:r>
                        <a:rPr sz="1200" dirty="0">
                          <a:solidFill>
                            <a:srgbClr val="252525"/>
                          </a:solidFill>
                          <a:latin typeface="Trebuchet MS"/>
                          <a:cs typeface="Trebuchet MS"/>
                        </a:rPr>
                        <a:t>1</a:t>
                      </a:r>
                      <a:endParaRPr sz="1200"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lnL w="6350">
                      <a:solidFill>
                        <a:srgbClr val="BEBEBE"/>
                      </a:solidFill>
                      <a:prstDash val="solid"/>
                    </a:lnL>
                    <a:lnR w="3175">
                      <a:solidFill>
                        <a:srgbClr val="7E7E7E"/>
                      </a:solidFill>
                      <a:prstDash val="solid"/>
                    </a:lnR>
                    <a:lnT w="6350">
                      <a:solidFill>
                        <a:srgbClr val="BEBEBE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pSp>
        <p:nvGrpSpPr>
          <p:cNvPr id="116" name="object 116"/>
          <p:cNvGrpSpPr/>
          <p:nvPr/>
        </p:nvGrpSpPr>
        <p:grpSpPr>
          <a:xfrm>
            <a:off x="3524630" y="5157215"/>
            <a:ext cx="2514600" cy="182880"/>
            <a:chOff x="3524630" y="5157215"/>
            <a:chExt cx="2514600" cy="182880"/>
          </a:xfrm>
        </p:grpSpPr>
        <p:sp>
          <p:nvSpPr>
            <p:cNvPr id="117" name="object 117"/>
            <p:cNvSpPr/>
            <p:nvPr/>
          </p:nvSpPr>
          <p:spPr>
            <a:xfrm>
              <a:off x="3524631" y="5157215"/>
              <a:ext cx="2514600" cy="182880"/>
            </a:xfrm>
            <a:custGeom>
              <a:avLst/>
              <a:gdLst/>
              <a:ahLst/>
              <a:cxnLst/>
              <a:rect l="l" t="t" r="r" b="b"/>
              <a:pathLst>
                <a:path w="2514600" h="182879">
                  <a:moveTo>
                    <a:pt x="2513977" y="0"/>
                  </a:moveTo>
                  <a:lnTo>
                    <a:pt x="2513977" y="0"/>
                  </a:lnTo>
                  <a:lnTo>
                    <a:pt x="0" y="0"/>
                  </a:lnTo>
                  <a:lnTo>
                    <a:pt x="0" y="182880"/>
                  </a:lnTo>
                  <a:lnTo>
                    <a:pt x="2513977" y="182880"/>
                  </a:lnTo>
                  <a:lnTo>
                    <a:pt x="2513977" y="0"/>
                  </a:lnTo>
                  <a:close/>
                </a:path>
              </a:pathLst>
            </a:custGeom>
            <a:solidFill>
              <a:srgbClr val="D9D9D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8" name="object 118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3730751" y="5191632"/>
              <a:ext cx="82931" cy="116459"/>
            </a:xfrm>
            <a:prstGeom prst="rect">
              <a:avLst/>
            </a:prstGeom>
          </p:spPr>
        </p:pic>
        <p:pic>
          <p:nvPicPr>
            <p:cNvPr id="119" name="object 119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4727194" y="5232653"/>
              <a:ext cx="109854" cy="75437"/>
            </a:xfrm>
            <a:prstGeom prst="rect">
              <a:avLst/>
            </a:prstGeom>
          </p:spPr>
        </p:pic>
        <p:pic>
          <p:nvPicPr>
            <p:cNvPr id="120" name="object 120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4215129" y="5191632"/>
              <a:ext cx="116586" cy="116459"/>
            </a:xfrm>
            <a:prstGeom prst="rect">
              <a:avLst/>
            </a:prstGeom>
          </p:spPr>
        </p:pic>
        <p:pic>
          <p:nvPicPr>
            <p:cNvPr id="121" name="object 121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5196204" y="5191632"/>
              <a:ext cx="175133" cy="116840"/>
            </a:xfrm>
            <a:prstGeom prst="rect">
              <a:avLst/>
            </a:prstGeom>
          </p:spPr>
        </p:pic>
        <p:pic>
          <p:nvPicPr>
            <p:cNvPr id="122" name="object 122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5667248" y="5191632"/>
              <a:ext cx="237362" cy="116840"/>
            </a:xfrm>
            <a:prstGeom prst="rect">
              <a:avLst/>
            </a:prstGeom>
          </p:spPr>
        </p:pic>
      </p:grpSp>
      <p:graphicFrame>
        <p:nvGraphicFramePr>
          <p:cNvPr id="123" name="object 123"/>
          <p:cNvGraphicFramePr>
            <a:graphicFrameLocks noGrp="1"/>
          </p:cNvGraphicFramePr>
          <p:nvPr/>
        </p:nvGraphicFramePr>
        <p:xfrm>
          <a:off x="3523043" y="5150865"/>
          <a:ext cx="4070347" cy="9118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02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2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029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0291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0291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461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0038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0038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500379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18224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7E7E7E"/>
                      </a:solidFill>
                      <a:prstDash val="solid"/>
                    </a:lnL>
                    <a:lnR w="6350">
                      <a:solidFill>
                        <a:srgbClr val="BEBEBE"/>
                      </a:solidFill>
                      <a:prstDash val="solid"/>
                    </a:lnR>
                    <a:lnT w="12700">
                      <a:solidFill>
                        <a:srgbClr val="183DAF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BEBEBE"/>
                      </a:solidFill>
                      <a:prstDash val="solid"/>
                    </a:lnL>
                    <a:lnR w="6350">
                      <a:solidFill>
                        <a:srgbClr val="BEBEBE"/>
                      </a:solidFill>
                      <a:prstDash val="solid"/>
                    </a:lnR>
                    <a:lnT w="12700">
                      <a:solidFill>
                        <a:srgbClr val="183DAF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BEBEBE"/>
                      </a:solidFill>
                      <a:prstDash val="solid"/>
                    </a:lnL>
                    <a:lnR w="6350">
                      <a:solidFill>
                        <a:srgbClr val="BEBEBE"/>
                      </a:solidFill>
                      <a:prstDash val="solid"/>
                    </a:lnR>
                    <a:lnT w="12700">
                      <a:solidFill>
                        <a:srgbClr val="183DAF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BEBEBE"/>
                      </a:solidFill>
                      <a:prstDash val="solid"/>
                    </a:lnL>
                    <a:lnR w="6350">
                      <a:solidFill>
                        <a:srgbClr val="BEBEBE"/>
                      </a:solidFill>
                      <a:prstDash val="solid"/>
                    </a:lnR>
                    <a:lnT w="12700">
                      <a:solidFill>
                        <a:srgbClr val="183DAF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BEBEBE"/>
                      </a:solidFill>
                      <a:prstDash val="solid"/>
                    </a:lnL>
                    <a:lnR w="3175">
                      <a:solidFill>
                        <a:srgbClr val="7E7E7E"/>
                      </a:solidFill>
                      <a:prstDash val="solid"/>
                    </a:lnR>
                    <a:lnT w="12700">
                      <a:solidFill>
                        <a:srgbClr val="183DAF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</a:tcPr>
                </a:tc>
                <a:tc rowSpan="5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7E7E7E"/>
                      </a:solidFill>
                      <a:prstDash val="solid"/>
                    </a:lnL>
                    <a:lnR w="6350">
                      <a:solidFill>
                        <a:srgbClr val="BEBEBE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BEBEBE"/>
                      </a:solidFill>
                      <a:prstDash val="solid"/>
                    </a:lnL>
                    <a:lnR w="6350">
                      <a:solidFill>
                        <a:srgbClr val="BEBEBE"/>
                      </a:solidFill>
                      <a:prstDash val="solid"/>
                    </a:lnR>
                    <a:lnT w="12700">
                      <a:solidFill>
                        <a:srgbClr val="183DAF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BEBEBE"/>
                      </a:solidFill>
                      <a:prstDash val="solid"/>
                    </a:lnL>
                    <a:lnR w="6350">
                      <a:solidFill>
                        <a:srgbClr val="BEBEBE"/>
                      </a:solidFill>
                      <a:prstDash val="solid"/>
                    </a:lnR>
                    <a:lnT w="12700">
                      <a:solidFill>
                        <a:srgbClr val="183DAF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BEBEBE"/>
                      </a:solidFill>
                      <a:prstDash val="solid"/>
                    </a:lnL>
                    <a:lnR w="3175">
                      <a:solidFill>
                        <a:srgbClr val="7E7E7E"/>
                      </a:solidFill>
                      <a:prstDash val="solid"/>
                    </a:lnR>
                    <a:lnT w="12700">
                      <a:solidFill>
                        <a:srgbClr val="183DAF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2245">
                <a:tc>
                  <a:txBody>
                    <a:bodyPr/>
                    <a:lstStyle/>
                    <a:p>
                      <a:pPr marR="209550" algn="r">
                        <a:lnSpc>
                          <a:spcPts val="1340"/>
                        </a:lnSpc>
                      </a:pPr>
                      <a:r>
                        <a:rPr sz="1200" dirty="0">
                          <a:solidFill>
                            <a:srgbClr val="252525"/>
                          </a:solidFill>
                          <a:latin typeface="Trebuchet MS"/>
                          <a:cs typeface="Trebuchet MS"/>
                        </a:rPr>
                        <a:t>0</a:t>
                      </a:r>
                      <a:endParaRPr sz="1200"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lnL w="3175">
                      <a:solidFill>
                        <a:srgbClr val="7E7E7E"/>
                      </a:solidFill>
                      <a:prstDash val="solid"/>
                    </a:lnL>
                    <a:lnR w="6350">
                      <a:solidFill>
                        <a:srgbClr val="BEBEBE"/>
                      </a:solidFill>
                      <a:prstDash val="solid"/>
                    </a:lnR>
                    <a:lnT w="6350">
                      <a:solidFill>
                        <a:srgbClr val="BEBEBE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210185" algn="r">
                        <a:lnSpc>
                          <a:spcPts val="1340"/>
                        </a:lnSpc>
                      </a:pPr>
                      <a:r>
                        <a:rPr sz="1200" dirty="0">
                          <a:solidFill>
                            <a:srgbClr val="252525"/>
                          </a:solidFill>
                          <a:latin typeface="Trebuchet MS"/>
                          <a:cs typeface="Trebuchet MS"/>
                        </a:rPr>
                        <a:t>0</a:t>
                      </a:r>
                      <a:endParaRPr sz="1200"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lnL w="6350">
                      <a:solidFill>
                        <a:srgbClr val="BEBEBE"/>
                      </a:solidFill>
                      <a:prstDash val="solid"/>
                    </a:lnL>
                    <a:lnR w="6350">
                      <a:solidFill>
                        <a:srgbClr val="BEBEBE"/>
                      </a:solidFill>
                      <a:prstDash val="solid"/>
                    </a:lnR>
                    <a:lnT w="6350">
                      <a:solidFill>
                        <a:srgbClr val="BEBEBE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18440">
                        <a:lnSpc>
                          <a:spcPts val="1340"/>
                        </a:lnSpc>
                      </a:pPr>
                      <a:r>
                        <a:rPr sz="1200" dirty="0">
                          <a:solidFill>
                            <a:srgbClr val="252525"/>
                          </a:solidFill>
                          <a:latin typeface="Trebuchet MS"/>
                          <a:cs typeface="Trebuchet MS"/>
                        </a:rPr>
                        <a:t>0</a:t>
                      </a:r>
                      <a:endParaRPr sz="1200"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lnL w="6350">
                      <a:solidFill>
                        <a:srgbClr val="BEBEBE"/>
                      </a:solidFill>
                      <a:prstDash val="solid"/>
                    </a:lnL>
                    <a:lnR w="6350">
                      <a:solidFill>
                        <a:srgbClr val="BEBEBE"/>
                      </a:solidFill>
                      <a:prstDash val="solid"/>
                    </a:lnR>
                    <a:lnT w="6350">
                      <a:solidFill>
                        <a:srgbClr val="BEBEBE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18440">
                        <a:lnSpc>
                          <a:spcPts val="1340"/>
                        </a:lnSpc>
                      </a:pPr>
                      <a:r>
                        <a:rPr sz="1200" dirty="0">
                          <a:solidFill>
                            <a:srgbClr val="252525"/>
                          </a:solidFill>
                          <a:latin typeface="Trebuchet MS"/>
                          <a:cs typeface="Trebuchet MS"/>
                        </a:rPr>
                        <a:t>0</a:t>
                      </a:r>
                      <a:endParaRPr sz="1200"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lnL w="6350">
                      <a:solidFill>
                        <a:srgbClr val="BEBEBE"/>
                      </a:solidFill>
                      <a:prstDash val="solid"/>
                    </a:lnL>
                    <a:lnR w="6350">
                      <a:solidFill>
                        <a:srgbClr val="BEBEBE"/>
                      </a:solidFill>
                      <a:prstDash val="solid"/>
                    </a:lnR>
                    <a:lnT w="6350">
                      <a:solidFill>
                        <a:srgbClr val="BEBEBE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35585">
                        <a:lnSpc>
                          <a:spcPts val="1340"/>
                        </a:lnSpc>
                      </a:pPr>
                      <a:r>
                        <a:rPr sz="1200" dirty="0">
                          <a:solidFill>
                            <a:srgbClr val="252525"/>
                          </a:solidFill>
                          <a:latin typeface="Trebuchet MS"/>
                          <a:cs typeface="Trebuchet MS"/>
                        </a:rPr>
                        <a:t>1</a:t>
                      </a:r>
                      <a:endParaRPr sz="1200"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lnL w="6350">
                      <a:solidFill>
                        <a:srgbClr val="BEBEBE"/>
                      </a:solidFill>
                      <a:prstDash val="solid"/>
                    </a:lnL>
                    <a:lnR w="3175">
                      <a:solidFill>
                        <a:srgbClr val="7E7E7E"/>
                      </a:solidFill>
                      <a:prstDash val="solid"/>
                    </a:lnR>
                    <a:lnT w="6350">
                      <a:solidFill>
                        <a:srgbClr val="BEBEBE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3175">
                      <a:solidFill>
                        <a:srgbClr val="7E7E7E"/>
                      </a:solidFill>
                      <a:prstDash val="solid"/>
                    </a:lnL>
                    <a:lnR w="6350">
                      <a:solidFill>
                        <a:srgbClr val="BEBEBE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217804">
                        <a:lnSpc>
                          <a:spcPts val="1340"/>
                        </a:lnSpc>
                      </a:pPr>
                      <a:r>
                        <a:rPr sz="1200" dirty="0">
                          <a:solidFill>
                            <a:srgbClr val="252525"/>
                          </a:solidFill>
                          <a:latin typeface="Trebuchet MS"/>
                          <a:cs typeface="Trebuchet MS"/>
                        </a:rPr>
                        <a:t>0</a:t>
                      </a:r>
                      <a:endParaRPr sz="1200"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lnL w="6350">
                      <a:solidFill>
                        <a:srgbClr val="BEBEBE"/>
                      </a:solidFill>
                      <a:prstDash val="solid"/>
                    </a:lnL>
                    <a:lnR w="6350">
                      <a:solidFill>
                        <a:srgbClr val="BEBEBE"/>
                      </a:solidFill>
                      <a:prstDash val="solid"/>
                    </a:lnR>
                    <a:lnT w="6350">
                      <a:solidFill>
                        <a:srgbClr val="BEBEBE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34315">
                        <a:lnSpc>
                          <a:spcPts val="1340"/>
                        </a:lnSpc>
                      </a:pPr>
                      <a:r>
                        <a:rPr sz="1200" dirty="0">
                          <a:solidFill>
                            <a:srgbClr val="252525"/>
                          </a:solidFill>
                          <a:latin typeface="Trebuchet MS"/>
                          <a:cs typeface="Trebuchet MS"/>
                        </a:rPr>
                        <a:t>1</a:t>
                      </a:r>
                      <a:endParaRPr sz="1200"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lnL w="6350">
                      <a:solidFill>
                        <a:srgbClr val="BEBEBE"/>
                      </a:solidFill>
                      <a:prstDash val="solid"/>
                    </a:lnL>
                    <a:lnR w="6350">
                      <a:solidFill>
                        <a:srgbClr val="BEBEBE"/>
                      </a:solidFill>
                      <a:prstDash val="solid"/>
                    </a:lnR>
                    <a:lnT w="6350">
                      <a:solidFill>
                        <a:srgbClr val="BEBEBE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ts val="1340"/>
                        </a:lnSpc>
                      </a:pPr>
                      <a:r>
                        <a:rPr sz="1200" dirty="0">
                          <a:solidFill>
                            <a:srgbClr val="252525"/>
                          </a:solidFill>
                          <a:latin typeface="Trebuchet MS"/>
                          <a:cs typeface="Trebuchet MS"/>
                        </a:rPr>
                        <a:t>0</a:t>
                      </a:r>
                      <a:endParaRPr sz="1200"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lnL w="6350">
                      <a:solidFill>
                        <a:srgbClr val="BEBEBE"/>
                      </a:solidFill>
                      <a:prstDash val="solid"/>
                    </a:lnL>
                    <a:lnR w="3175">
                      <a:solidFill>
                        <a:srgbClr val="7E7E7E"/>
                      </a:solidFill>
                      <a:prstDash val="solid"/>
                    </a:lnR>
                    <a:lnT w="6350">
                      <a:solidFill>
                        <a:srgbClr val="BEBEBE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2245">
                <a:tc>
                  <a:txBody>
                    <a:bodyPr/>
                    <a:lstStyle/>
                    <a:p>
                      <a:pPr marR="209550" algn="r">
                        <a:lnSpc>
                          <a:spcPts val="1340"/>
                        </a:lnSpc>
                      </a:pPr>
                      <a:r>
                        <a:rPr sz="1200" dirty="0">
                          <a:solidFill>
                            <a:srgbClr val="252525"/>
                          </a:solidFill>
                          <a:latin typeface="Trebuchet MS"/>
                          <a:cs typeface="Trebuchet MS"/>
                        </a:rPr>
                        <a:t>0</a:t>
                      </a:r>
                      <a:endParaRPr sz="1200"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lnL w="3175">
                      <a:solidFill>
                        <a:srgbClr val="7E7E7E"/>
                      </a:solidFill>
                      <a:prstDash val="solid"/>
                    </a:lnL>
                    <a:lnR w="6350">
                      <a:solidFill>
                        <a:srgbClr val="BEBEBE"/>
                      </a:solidFill>
                      <a:prstDash val="solid"/>
                    </a:lnR>
                    <a:lnT w="6350">
                      <a:solidFill>
                        <a:srgbClr val="BEBEBE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228600" algn="r">
                        <a:lnSpc>
                          <a:spcPts val="1340"/>
                        </a:lnSpc>
                      </a:pPr>
                      <a:r>
                        <a:rPr sz="1200" dirty="0">
                          <a:solidFill>
                            <a:srgbClr val="252525"/>
                          </a:solidFill>
                          <a:latin typeface="Trebuchet MS"/>
                          <a:cs typeface="Trebuchet MS"/>
                        </a:rPr>
                        <a:t>1</a:t>
                      </a:r>
                      <a:endParaRPr sz="1200"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lnL w="6350">
                      <a:solidFill>
                        <a:srgbClr val="BEBEBE"/>
                      </a:solidFill>
                      <a:prstDash val="solid"/>
                    </a:lnL>
                    <a:lnR w="6350">
                      <a:solidFill>
                        <a:srgbClr val="BEBEBE"/>
                      </a:solidFill>
                      <a:prstDash val="solid"/>
                    </a:lnR>
                    <a:lnT w="6350">
                      <a:solidFill>
                        <a:srgbClr val="BEBEBE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35585">
                        <a:lnSpc>
                          <a:spcPts val="1340"/>
                        </a:lnSpc>
                      </a:pPr>
                      <a:r>
                        <a:rPr sz="1200" dirty="0">
                          <a:solidFill>
                            <a:srgbClr val="252525"/>
                          </a:solidFill>
                          <a:latin typeface="Trebuchet MS"/>
                          <a:cs typeface="Trebuchet MS"/>
                        </a:rPr>
                        <a:t>1</a:t>
                      </a:r>
                      <a:endParaRPr sz="1200"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lnL w="6350">
                      <a:solidFill>
                        <a:srgbClr val="BEBEBE"/>
                      </a:solidFill>
                      <a:prstDash val="solid"/>
                    </a:lnL>
                    <a:lnR w="6350">
                      <a:solidFill>
                        <a:srgbClr val="BEBEBE"/>
                      </a:solidFill>
                      <a:prstDash val="solid"/>
                    </a:lnR>
                    <a:lnT w="6350">
                      <a:solidFill>
                        <a:srgbClr val="BEBEBE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18440">
                        <a:lnSpc>
                          <a:spcPts val="1340"/>
                        </a:lnSpc>
                      </a:pPr>
                      <a:r>
                        <a:rPr sz="1200" dirty="0">
                          <a:solidFill>
                            <a:srgbClr val="252525"/>
                          </a:solidFill>
                          <a:latin typeface="Trebuchet MS"/>
                          <a:cs typeface="Trebuchet MS"/>
                        </a:rPr>
                        <a:t>0</a:t>
                      </a:r>
                      <a:endParaRPr sz="1200"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lnL w="6350">
                      <a:solidFill>
                        <a:srgbClr val="BEBEBE"/>
                      </a:solidFill>
                      <a:prstDash val="solid"/>
                    </a:lnL>
                    <a:lnR w="6350">
                      <a:solidFill>
                        <a:srgbClr val="BEBEBE"/>
                      </a:solidFill>
                      <a:prstDash val="solid"/>
                    </a:lnR>
                    <a:lnT w="6350">
                      <a:solidFill>
                        <a:srgbClr val="BEBEBE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35585">
                        <a:lnSpc>
                          <a:spcPts val="1340"/>
                        </a:lnSpc>
                      </a:pPr>
                      <a:r>
                        <a:rPr sz="1200" dirty="0">
                          <a:solidFill>
                            <a:srgbClr val="252525"/>
                          </a:solidFill>
                          <a:latin typeface="Trebuchet MS"/>
                          <a:cs typeface="Trebuchet MS"/>
                        </a:rPr>
                        <a:t>1</a:t>
                      </a:r>
                      <a:endParaRPr sz="1200"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lnL w="6350">
                      <a:solidFill>
                        <a:srgbClr val="BEBEBE"/>
                      </a:solidFill>
                      <a:prstDash val="solid"/>
                    </a:lnL>
                    <a:lnR w="3175">
                      <a:solidFill>
                        <a:srgbClr val="7E7E7E"/>
                      </a:solidFill>
                      <a:prstDash val="solid"/>
                    </a:lnR>
                    <a:lnT w="6350">
                      <a:solidFill>
                        <a:srgbClr val="BEBEBE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3175">
                      <a:solidFill>
                        <a:srgbClr val="7E7E7E"/>
                      </a:solidFill>
                      <a:prstDash val="solid"/>
                    </a:lnL>
                    <a:lnR w="6350">
                      <a:solidFill>
                        <a:srgbClr val="BEBEBE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234315">
                        <a:lnSpc>
                          <a:spcPts val="1340"/>
                        </a:lnSpc>
                      </a:pPr>
                      <a:r>
                        <a:rPr sz="1200" dirty="0">
                          <a:solidFill>
                            <a:srgbClr val="252525"/>
                          </a:solidFill>
                          <a:latin typeface="Trebuchet MS"/>
                          <a:cs typeface="Trebuchet MS"/>
                        </a:rPr>
                        <a:t>1</a:t>
                      </a:r>
                      <a:endParaRPr sz="1200"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lnL w="6350">
                      <a:solidFill>
                        <a:srgbClr val="BEBEBE"/>
                      </a:solidFill>
                      <a:prstDash val="solid"/>
                    </a:lnL>
                    <a:lnR w="6350">
                      <a:solidFill>
                        <a:srgbClr val="BEBEBE"/>
                      </a:solidFill>
                      <a:prstDash val="solid"/>
                    </a:lnR>
                    <a:lnT w="6350">
                      <a:solidFill>
                        <a:srgbClr val="BEBEBE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34315">
                        <a:lnSpc>
                          <a:spcPts val="1340"/>
                        </a:lnSpc>
                      </a:pPr>
                      <a:r>
                        <a:rPr sz="1200" dirty="0">
                          <a:solidFill>
                            <a:srgbClr val="252525"/>
                          </a:solidFill>
                          <a:latin typeface="Trebuchet MS"/>
                          <a:cs typeface="Trebuchet MS"/>
                        </a:rPr>
                        <a:t>1</a:t>
                      </a:r>
                      <a:endParaRPr sz="1200"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lnL w="6350">
                      <a:solidFill>
                        <a:srgbClr val="BEBEBE"/>
                      </a:solidFill>
                      <a:prstDash val="solid"/>
                    </a:lnL>
                    <a:lnR w="6350">
                      <a:solidFill>
                        <a:srgbClr val="BEBEBE"/>
                      </a:solidFill>
                      <a:prstDash val="solid"/>
                    </a:lnR>
                    <a:lnT w="6350">
                      <a:solidFill>
                        <a:srgbClr val="BEBEBE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40"/>
                        </a:lnSpc>
                      </a:pPr>
                      <a:r>
                        <a:rPr sz="1200" dirty="0">
                          <a:solidFill>
                            <a:srgbClr val="252525"/>
                          </a:solidFill>
                          <a:latin typeface="Trebuchet MS"/>
                          <a:cs typeface="Trebuchet MS"/>
                        </a:rPr>
                        <a:t>1</a:t>
                      </a:r>
                      <a:endParaRPr sz="1200"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lnL w="6350">
                      <a:solidFill>
                        <a:srgbClr val="BEBEBE"/>
                      </a:solidFill>
                      <a:prstDash val="solid"/>
                    </a:lnL>
                    <a:lnR w="3175">
                      <a:solidFill>
                        <a:srgbClr val="7E7E7E"/>
                      </a:solidFill>
                      <a:prstDash val="solid"/>
                    </a:lnR>
                    <a:lnT w="6350">
                      <a:solidFill>
                        <a:srgbClr val="BEBEBE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82245">
                <a:tc>
                  <a:txBody>
                    <a:bodyPr/>
                    <a:lstStyle/>
                    <a:p>
                      <a:pPr marR="227965" algn="r">
                        <a:lnSpc>
                          <a:spcPts val="1340"/>
                        </a:lnSpc>
                      </a:pPr>
                      <a:r>
                        <a:rPr sz="1200" dirty="0">
                          <a:solidFill>
                            <a:srgbClr val="252525"/>
                          </a:solidFill>
                          <a:latin typeface="Trebuchet MS"/>
                          <a:cs typeface="Trebuchet MS"/>
                        </a:rPr>
                        <a:t>1</a:t>
                      </a:r>
                      <a:endParaRPr sz="1200"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lnL w="3175">
                      <a:solidFill>
                        <a:srgbClr val="7E7E7E"/>
                      </a:solidFill>
                      <a:prstDash val="solid"/>
                    </a:lnL>
                    <a:lnR w="6350">
                      <a:solidFill>
                        <a:srgbClr val="BEBEBE"/>
                      </a:solidFill>
                      <a:prstDash val="solid"/>
                    </a:lnR>
                    <a:lnT w="6350">
                      <a:solidFill>
                        <a:srgbClr val="BEBEBE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210185" algn="r">
                        <a:lnSpc>
                          <a:spcPts val="1340"/>
                        </a:lnSpc>
                      </a:pPr>
                      <a:r>
                        <a:rPr sz="1200" dirty="0">
                          <a:solidFill>
                            <a:srgbClr val="252525"/>
                          </a:solidFill>
                          <a:latin typeface="Trebuchet MS"/>
                          <a:cs typeface="Trebuchet MS"/>
                        </a:rPr>
                        <a:t>0</a:t>
                      </a:r>
                      <a:endParaRPr sz="1200"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lnL w="6350">
                      <a:solidFill>
                        <a:srgbClr val="BEBEBE"/>
                      </a:solidFill>
                      <a:prstDash val="solid"/>
                    </a:lnL>
                    <a:lnR w="6350">
                      <a:solidFill>
                        <a:srgbClr val="BEBEBE"/>
                      </a:solidFill>
                      <a:prstDash val="solid"/>
                    </a:lnR>
                    <a:lnT w="6350">
                      <a:solidFill>
                        <a:srgbClr val="BEBEBE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35585">
                        <a:lnSpc>
                          <a:spcPts val="1340"/>
                        </a:lnSpc>
                      </a:pPr>
                      <a:r>
                        <a:rPr sz="1200" dirty="0">
                          <a:solidFill>
                            <a:srgbClr val="252525"/>
                          </a:solidFill>
                          <a:latin typeface="Trebuchet MS"/>
                          <a:cs typeface="Trebuchet MS"/>
                        </a:rPr>
                        <a:t>1</a:t>
                      </a:r>
                      <a:endParaRPr sz="1200"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lnL w="6350">
                      <a:solidFill>
                        <a:srgbClr val="BEBEBE"/>
                      </a:solidFill>
                      <a:prstDash val="solid"/>
                    </a:lnL>
                    <a:lnR w="6350">
                      <a:solidFill>
                        <a:srgbClr val="BEBEBE"/>
                      </a:solidFill>
                      <a:prstDash val="solid"/>
                    </a:lnR>
                    <a:lnT w="6350">
                      <a:solidFill>
                        <a:srgbClr val="BEBEBE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18440">
                        <a:lnSpc>
                          <a:spcPts val="1340"/>
                        </a:lnSpc>
                      </a:pPr>
                      <a:r>
                        <a:rPr sz="1200" dirty="0">
                          <a:solidFill>
                            <a:srgbClr val="252525"/>
                          </a:solidFill>
                          <a:latin typeface="Trebuchet MS"/>
                          <a:cs typeface="Trebuchet MS"/>
                        </a:rPr>
                        <a:t>0</a:t>
                      </a:r>
                      <a:endParaRPr sz="1200"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lnL w="6350">
                      <a:solidFill>
                        <a:srgbClr val="BEBEBE"/>
                      </a:solidFill>
                      <a:prstDash val="solid"/>
                    </a:lnL>
                    <a:lnR w="6350">
                      <a:solidFill>
                        <a:srgbClr val="BEBEBE"/>
                      </a:solidFill>
                      <a:prstDash val="solid"/>
                    </a:lnR>
                    <a:lnT w="6350">
                      <a:solidFill>
                        <a:srgbClr val="BEBEBE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35585">
                        <a:lnSpc>
                          <a:spcPts val="1340"/>
                        </a:lnSpc>
                      </a:pPr>
                      <a:r>
                        <a:rPr sz="1200" dirty="0">
                          <a:solidFill>
                            <a:srgbClr val="252525"/>
                          </a:solidFill>
                          <a:latin typeface="Trebuchet MS"/>
                          <a:cs typeface="Trebuchet MS"/>
                        </a:rPr>
                        <a:t>1</a:t>
                      </a:r>
                      <a:endParaRPr sz="1200"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lnL w="6350">
                      <a:solidFill>
                        <a:srgbClr val="BEBEBE"/>
                      </a:solidFill>
                      <a:prstDash val="solid"/>
                    </a:lnL>
                    <a:lnR w="3175">
                      <a:solidFill>
                        <a:srgbClr val="7E7E7E"/>
                      </a:solidFill>
                      <a:prstDash val="solid"/>
                    </a:lnR>
                    <a:lnT w="6350">
                      <a:solidFill>
                        <a:srgbClr val="BEBEBE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3175">
                      <a:solidFill>
                        <a:srgbClr val="7E7E7E"/>
                      </a:solidFill>
                      <a:prstDash val="solid"/>
                    </a:lnL>
                    <a:lnR w="6350">
                      <a:solidFill>
                        <a:srgbClr val="BEBEBE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234315">
                        <a:lnSpc>
                          <a:spcPts val="1340"/>
                        </a:lnSpc>
                      </a:pPr>
                      <a:r>
                        <a:rPr sz="1200" dirty="0">
                          <a:solidFill>
                            <a:srgbClr val="252525"/>
                          </a:solidFill>
                          <a:latin typeface="Trebuchet MS"/>
                          <a:cs typeface="Trebuchet MS"/>
                        </a:rPr>
                        <a:t>1</a:t>
                      </a:r>
                      <a:endParaRPr sz="1200"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lnL w="6350">
                      <a:solidFill>
                        <a:srgbClr val="BEBEBE"/>
                      </a:solidFill>
                      <a:prstDash val="solid"/>
                    </a:lnL>
                    <a:lnR w="6350">
                      <a:solidFill>
                        <a:srgbClr val="BEBEBE"/>
                      </a:solidFill>
                      <a:prstDash val="solid"/>
                    </a:lnR>
                    <a:lnT w="6350">
                      <a:solidFill>
                        <a:srgbClr val="BEBEBE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34315">
                        <a:lnSpc>
                          <a:spcPts val="1340"/>
                        </a:lnSpc>
                      </a:pPr>
                      <a:r>
                        <a:rPr sz="1200" dirty="0">
                          <a:solidFill>
                            <a:srgbClr val="252525"/>
                          </a:solidFill>
                          <a:latin typeface="Trebuchet MS"/>
                          <a:cs typeface="Trebuchet MS"/>
                        </a:rPr>
                        <a:t>1</a:t>
                      </a:r>
                      <a:endParaRPr sz="1200"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lnL w="6350">
                      <a:solidFill>
                        <a:srgbClr val="BEBEBE"/>
                      </a:solidFill>
                      <a:prstDash val="solid"/>
                    </a:lnL>
                    <a:lnR w="6350">
                      <a:solidFill>
                        <a:srgbClr val="BEBEBE"/>
                      </a:solidFill>
                      <a:prstDash val="solid"/>
                    </a:lnR>
                    <a:lnT w="6350">
                      <a:solidFill>
                        <a:srgbClr val="BEBEBE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40"/>
                        </a:lnSpc>
                      </a:pPr>
                      <a:r>
                        <a:rPr sz="1200" dirty="0">
                          <a:solidFill>
                            <a:srgbClr val="252525"/>
                          </a:solidFill>
                          <a:latin typeface="Trebuchet MS"/>
                          <a:cs typeface="Trebuchet MS"/>
                        </a:rPr>
                        <a:t>1</a:t>
                      </a:r>
                      <a:endParaRPr sz="1200"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lnL w="6350">
                      <a:solidFill>
                        <a:srgbClr val="BEBEBE"/>
                      </a:solidFill>
                      <a:prstDash val="solid"/>
                    </a:lnL>
                    <a:lnR w="3175">
                      <a:solidFill>
                        <a:srgbClr val="7E7E7E"/>
                      </a:solidFill>
                      <a:prstDash val="solid"/>
                    </a:lnR>
                    <a:lnT w="6350">
                      <a:solidFill>
                        <a:srgbClr val="BEBEBE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R="227965" algn="r">
                        <a:lnSpc>
                          <a:spcPts val="1340"/>
                        </a:lnSpc>
                      </a:pPr>
                      <a:r>
                        <a:rPr sz="1200" dirty="0">
                          <a:solidFill>
                            <a:srgbClr val="252525"/>
                          </a:solidFill>
                          <a:latin typeface="Trebuchet MS"/>
                          <a:cs typeface="Trebuchet MS"/>
                        </a:rPr>
                        <a:t>1</a:t>
                      </a:r>
                      <a:endParaRPr sz="1200"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lnL w="3175">
                      <a:solidFill>
                        <a:srgbClr val="7E7E7E"/>
                      </a:solidFill>
                      <a:prstDash val="solid"/>
                    </a:lnL>
                    <a:lnR w="6350">
                      <a:solidFill>
                        <a:srgbClr val="BEBEBE"/>
                      </a:solidFill>
                      <a:prstDash val="solid"/>
                    </a:lnR>
                    <a:lnT w="6350">
                      <a:solidFill>
                        <a:srgbClr val="BEBEBE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228600" algn="r">
                        <a:lnSpc>
                          <a:spcPts val="1340"/>
                        </a:lnSpc>
                      </a:pPr>
                      <a:r>
                        <a:rPr sz="1200" dirty="0">
                          <a:solidFill>
                            <a:srgbClr val="252525"/>
                          </a:solidFill>
                          <a:latin typeface="Trebuchet MS"/>
                          <a:cs typeface="Trebuchet MS"/>
                        </a:rPr>
                        <a:t>1</a:t>
                      </a:r>
                      <a:endParaRPr sz="1200"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lnL w="6350">
                      <a:solidFill>
                        <a:srgbClr val="BEBEBE"/>
                      </a:solidFill>
                      <a:prstDash val="solid"/>
                    </a:lnL>
                    <a:lnR w="6350">
                      <a:solidFill>
                        <a:srgbClr val="BEBEBE"/>
                      </a:solidFill>
                      <a:prstDash val="solid"/>
                    </a:lnR>
                    <a:lnT w="6350">
                      <a:solidFill>
                        <a:srgbClr val="BEBEBE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35585">
                        <a:lnSpc>
                          <a:spcPts val="1340"/>
                        </a:lnSpc>
                      </a:pPr>
                      <a:r>
                        <a:rPr sz="1200" dirty="0">
                          <a:solidFill>
                            <a:srgbClr val="252525"/>
                          </a:solidFill>
                          <a:latin typeface="Trebuchet MS"/>
                          <a:cs typeface="Trebuchet MS"/>
                        </a:rPr>
                        <a:t>1</a:t>
                      </a:r>
                      <a:endParaRPr sz="1200"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lnL w="6350">
                      <a:solidFill>
                        <a:srgbClr val="BEBEBE"/>
                      </a:solidFill>
                      <a:prstDash val="solid"/>
                    </a:lnL>
                    <a:lnR w="6350">
                      <a:solidFill>
                        <a:srgbClr val="BEBEBE"/>
                      </a:solidFill>
                      <a:prstDash val="solid"/>
                    </a:lnR>
                    <a:lnT w="6350">
                      <a:solidFill>
                        <a:srgbClr val="BEBEBE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35585">
                        <a:lnSpc>
                          <a:spcPts val="1340"/>
                        </a:lnSpc>
                      </a:pPr>
                      <a:r>
                        <a:rPr sz="1200" dirty="0">
                          <a:solidFill>
                            <a:srgbClr val="252525"/>
                          </a:solidFill>
                          <a:latin typeface="Trebuchet MS"/>
                          <a:cs typeface="Trebuchet MS"/>
                        </a:rPr>
                        <a:t>1</a:t>
                      </a:r>
                      <a:endParaRPr sz="1200"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lnL w="6350">
                      <a:solidFill>
                        <a:srgbClr val="BEBEBE"/>
                      </a:solidFill>
                      <a:prstDash val="solid"/>
                    </a:lnL>
                    <a:lnR w="6350">
                      <a:solidFill>
                        <a:srgbClr val="BEBEBE"/>
                      </a:solidFill>
                      <a:prstDash val="solid"/>
                    </a:lnR>
                    <a:lnT w="6350">
                      <a:solidFill>
                        <a:srgbClr val="BEBEBE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19075">
                        <a:lnSpc>
                          <a:spcPts val="1340"/>
                        </a:lnSpc>
                      </a:pPr>
                      <a:r>
                        <a:rPr sz="1200" dirty="0">
                          <a:solidFill>
                            <a:srgbClr val="252525"/>
                          </a:solidFill>
                          <a:latin typeface="Trebuchet MS"/>
                          <a:cs typeface="Trebuchet MS"/>
                        </a:rPr>
                        <a:t>0</a:t>
                      </a:r>
                      <a:endParaRPr sz="1200"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lnL w="6350">
                      <a:solidFill>
                        <a:srgbClr val="BEBEBE"/>
                      </a:solidFill>
                      <a:prstDash val="solid"/>
                    </a:lnL>
                    <a:lnR w="3175">
                      <a:solidFill>
                        <a:srgbClr val="7E7E7E"/>
                      </a:solidFill>
                      <a:prstDash val="solid"/>
                    </a:lnR>
                    <a:lnT w="6350">
                      <a:solidFill>
                        <a:srgbClr val="BEBEBE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3175">
                      <a:solidFill>
                        <a:srgbClr val="7E7E7E"/>
                      </a:solidFill>
                      <a:prstDash val="solid"/>
                    </a:lnL>
                    <a:lnR w="6350">
                      <a:solidFill>
                        <a:srgbClr val="BEBEBE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234315">
                        <a:lnSpc>
                          <a:spcPts val="1340"/>
                        </a:lnSpc>
                      </a:pPr>
                      <a:r>
                        <a:rPr sz="1200" dirty="0">
                          <a:solidFill>
                            <a:srgbClr val="252525"/>
                          </a:solidFill>
                          <a:latin typeface="Trebuchet MS"/>
                          <a:cs typeface="Trebuchet MS"/>
                        </a:rPr>
                        <a:t>1</a:t>
                      </a:r>
                      <a:endParaRPr sz="1200"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lnL w="6350">
                      <a:solidFill>
                        <a:srgbClr val="BEBEBE"/>
                      </a:solidFill>
                      <a:prstDash val="solid"/>
                    </a:lnL>
                    <a:lnR w="6350">
                      <a:solidFill>
                        <a:srgbClr val="BEBEBE"/>
                      </a:solidFill>
                      <a:prstDash val="solid"/>
                    </a:lnR>
                    <a:lnT w="6350">
                      <a:solidFill>
                        <a:srgbClr val="BEBEBE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17170">
                        <a:lnSpc>
                          <a:spcPts val="1340"/>
                        </a:lnSpc>
                      </a:pPr>
                      <a:r>
                        <a:rPr sz="1200" dirty="0">
                          <a:solidFill>
                            <a:srgbClr val="252525"/>
                          </a:solidFill>
                          <a:latin typeface="Trebuchet MS"/>
                          <a:cs typeface="Trebuchet MS"/>
                        </a:rPr>
                        <a:t>0</a:t>
                      </a:r>
                      <a:endParaRPr sz="1200"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lnL w="6350">
                      <a:solidFill>
                        <a:srgbClr val="BEBEBE"/>
                      </a:solidFill>
                      <a:prstDash val="solid"/>
                    </a:lnL>
                    <a:lnR w="6350">
                      <a:solidFill>
                        <a:srgbClr val="BEBEBE"/>
                      </a:solidFill>
                      <a:prstDash val="solid"/>
                    </a:lnR>
                    <a:lnT w="6350">
                      <a:solidFill>
                        <a:srgbClr val="BEBEBE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ts val="1340"/>
                        </a:lnSpc>
                      </a:pPr>
                      <a:r>
                        <a:rPr sz="1200" dirty="0">
                          <a:solidFill>
                            <a:srgbClr val="252525"/>
                          </a:solidFill>
                          <a:latin typeface="Trebuchet MS"/>
                          <a:cs typeface="Trebuchet MS"/>
                        </a:rPr>
                        <a:t>0</a:t>
                      </a:r>
                      <a:endParaRPr sz="1200"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lnL w="6350">
                      <a:solidFill>
                        <a:srgbClr val="BEBEBE"/>
                      </a:solidFill>
                      <a:prstDash val="solid"/>
                    </a:lnL>
                    <a:lnR w="3175">
                      <a:solidFill>
                        <a:srgbClr val="7E7E7E"/>
                      </a:solidFill>
                      <a:prstDash val="solid"/>
                    </a:lnR>
                    <a:lnT w="6350">
                      <a:solidFill>
                        <a:srgbClr val="BEBEBE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pic>
        <p:nvPicPr>
          <p:cNvPr id="124" name="object 124"/>
          <p:cNvPicPr/>
          <p:nvPr/>
        </p:nvPicPr>
        <p:blipFill>
          <a:blip r:embed="rId20" cstate="print"/>
          <a:stretch>
            <a:fillRect/>
          </a:stretch>
        </p:blipFill>
        <p:spPr>
          <a:xfrm>
            <a:off x="6288659" y="5232653"/>
            <a:ext cx="109854" cy="75437"/>
          </a:xfrm>
          <a:prstGeom prst="rect">
            <a:avLst/>
          </a:prstGeom>
        </p:spPr>
      </p:pic>
      <p:pic>
        <p:nvPicPr>
          <p:cNvPr id="125" name="object 125"/>
          <p:cNvPicPr/>
          <p:nvPr/>
        </p:nvPicPr>
        <p:blipFill>
          <a:blip r:embed="rId21" cstate="print"/>
          <a:stretch>
            <a:fillRect/>
          </a:stretch>
        </p:blipFill>
        <p:spPr>
          <a:xfrm>
            <a:off x="6722998" y="5191633"/>
            <a:ext cx="237362" cy="116840"/>
          </a:xfrm>
          <a:prstGeom prst="rect">
            <a:avLst/>
          </a:prstGeom>
        </p:spPr>
      </p:pic>
      <p:sp>
        <p:nvSpPr>
          <p:cNvPr id="126" name="object 126"/>
          <p:cNvSpPr/>
          <p:nvPr/>
        </p:nvSpPr>
        <p:spPr>
          <a:xfrm>
            <a:off x="559308" y="1440180"/>
            <a:ext cx="36830" cy="180340"/>
          </a:xfrm>
          <a:custGeom>
            <a:avLst/>
            <a:gdLst/>
            <a:ahLst/>
            <a:cxnLst/>
            <a:rect l="l" t="t" r="r" b="b"/>
            <a:pathLst>
              <a:path w="36829" h="180340">
                <a:moveTo>
                  <a:pt x="36576" y="0"/>
                </a:moveTo>
                <a:lnTo>
                  <a:pt x="0" y="0"/>
                </a:lnTo>
                <a:lnTo>
                  <a:pt x="0" y="179832"/>
                </a:lnTo>
                <a:lnTo>
                  <a:pt x="36576" y="179832"/>
                </a:lnTo>
                <a:lnTo>
                  <a:pt x="36576" y="0"/>
                </a:lnTo>
                <a:close/>
              </a:path>
            </a:pathLst>
          </a:custGeom>
          <a:solidFill>
            <a:srgbClr val="183DAF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27" name="object 127"/>
          <p:cNvPicPr/>
          <p:nvPr/>
        </p:nvPicPr>
        <p:blipFill>
          <a:blip r:embed="rId22" cstate="print"/>
          <a:stretch>
            <a:fillRect/>
          </a:stretch>
        </p:blipFill>
        <p:spPr>
          <a:xfrm>
            <a:off x="719327" y="1464563"/>
            <a:ext cx="1610106" cy="174498"/>
          </a:xfrm>
          <a:prstGeom prst="rect">
            <a:avLst/>
          </a:prstGeom>
        </p:spPr>
      </p:pic>
      <p:pic>
        <p:nvPicPr>
          <p:cNvPr id="128" name="object 128"/>
          <p:cNvPicPr/>
          <p:nvPr/>
        </p:nvPicPr>
        <p:blipFill>
          <a:blip r:embed="rId23" cstate="print"/>
          <a:stretch>
            <a:fillRect/>
          </a:stretch>
        </p:blipFill>
        <p:spPr>
          <a:xfrm>
            <a:off x="710183" y="1805939"/>
            <a:ext cx="3669029" cy="162305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357560" y="6524434"/>
            <a:ext cx="85905" cy="90487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54151" y="6527292"/>
            <a:ext cx="1794510" cy="142494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862571" y="6521195"/>
            <a:ext cx="2327910" cy="118110"/>
          </a:xfrm>
          <a:prstGeom prst="rect">
            <a:avLst/>
          </a:prstGeom>
        </p:spPr>
      </p:pic>
      <p:sp>
        <p:nvSpPr>
          <p:cNvPr id="5" name="object 5"/>
          <p:cNvSpPr/>
          <p:nvPr/>
        </p:nvSpPr>
        <p:spPr>
          <a:xfrm>
            <a:off x="559308" y="1440180"/>
            <a:ext cx="36830" cy="180340"/>
          </a:xfrm>
          <a:custGeom>
            <a:avLst/>
            <a:gdLst/>
            <a:ahLst/>
            <a:cxnLst/>
            <a:rect l="l" t="t" r="r" b="b"/>
            <a:pathLst>
              <a:path w="36829" h="180340">
                <a:moveTo>
                  <a:pt x="36576" y="0"/>
                </a:moveTo>
                <a:lnTo>
                  <a:pt x="0" y="0"/>
                </a:lnTo>
                <a:lnTo>
                  <a:pt x="0" y="179832"/>
                </a:lnTo>
                <a:lnTo>
                  <a:pt x="36576" y="179832"/>
                </a:lnTo>
                <a:lnTo>
                  <a:pt x="36576" y="0"/>
                </a:lnTo>
                <a:close/>
              </a:path>
            </a:pathLst>
          </a:custGeom>
          <a:solidFill>
            <a:srgbClr val="183DAF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6" name="object 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719327" y="1464563"/>
            <a:ext cx="1610106" cy="174498"/>
          </a:xfrm>
          <a:prstGeom prst="rect">
            <a:avLst/>
          </a:prstGeom>
        </p:spPr>
      </p:pic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1.2.</a:t>
            </a:r>
            <a:r>
              <a:rPr spc="-40" dirty="0"/>
              <a:t> </a:t>
            </a:r>
            <a:r>
              <a:rPr dirty="0"/>
              <a:t>Understanding</a:t>
            </a:r>
            <a:r>
              <a:rPr spc="-30" dirty="0"/>
              <a:t> </a:t>
            </a:r>
            <a:r>
              <a:rPr dirty="0"/>
              <a:t>Multilayer</a:t>
            </a:r>
            <a:r>
              <a:rPr spc="-40" dirty="0"/>
              <a:t> </a:t>
            </a:r>
            <a:r>
              <a:rPr dirty="0"/>
              <a:t>Perceptron</a:t>
            </a:r>
            <a:r>
              <a:rPr spc="-20" dirty="0"/>
              <a:t> </a:t>
            </a:r>
            <a:r>
              <a:rPr dirty="0"/>
              <a:t>with</a:t>
            </a:r>
            <a:r>
              <a:rPr spc="-25" dirty="0"/>
              <a:t> </a:t>
            </a:r>
            <a:r>
              <a:rPr spc="-10" dirty="0"/>
              <a:t>Excel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8671941" y="463677"/>
            <a:ext cx="80962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dirty="0">
                <a:solidFill>
                  <a:srgbClr val="D9D9D9"/>
                </a:solidFill>
                <a:latin typeface="Ebrima"/>
                <a:cs typeface="Ebrima"/>
              </a:rPr>
              <a:t>UNIT</a:t>
            </a:r>
            <a:r>
              <a:rPr sz="1600" spc="400" dirty="0">
                <a:solidFill>
                  <a:srgbClr val="D9D9D9"/>
                </a:solidFill>
                <a:latin typeface="Ebrima"/>
                <a:cs typeface="Ebrima"/>
              </a:rPr>
              <a:t> </a:t>
            </a:r>
            <a:r>
              <a:rPr sz="1600" spc="-35" dirty="0">
                <a:solidFill>
                  <a:srgbClr val="D9D9D9"/>
                </a:solidFill>
                <a:latin typeface="Ebrima"/>
                <a:cs typeface="Ebrima"/>
              </a:rPr>
              <a:t>01</a:t>
            </a:r>
            <a:endParaRPr sz="1600">
              <a:latin typeface="Ebrima"/>
              <a:cs typeface="Ebrima"/>
            </a:endParaRPr>
          </a:p>
        </p:txBody>
      </p:sp>
      <p:pic>
        <p:nvPicPr>
          <p:cNvPr id="9" name="object 9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710183" y="1805939"/>
            <a:ext cx="3385566" cy="162305"/>
          </a:xfrm>
          <a:prstGeom prst="rect">
            <a:avLst/>
          </a:prstGeom>
        </p:spPr>
      </p:pic>
      <p:graphicFrame>
        <p:nvGraphicFramePr>
          <p:cNvPr id="10" name="object 10"/>
          <p:cNvGraphicFramePr>
            <a:graphicFrameLocks noGrp="1"/>
          </p:cNvGraphicFramePr>
          <p:nvPr/>
        </p:nvGraphicFramePr>
        <p:xfrm>
          <a:off x="696912" y="4021073"/>
          <a:ext cx="915668" cy="91376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5783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783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8288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7E7E7E"/>
                      </a:solidFill>
                      <a:prstDash val="solid"/>
                    </a:lnL>
                    <a:lnR w="6350">
                      <a:solidFill>
                        <a:srgbClr val="BEBEBE"/>
                      </a:solidFill>
                      <a:prstDash val="solid"/>
                    </a:lnR>
                    <a:lnT w="12700">
                      <a:solidFill>
                        <a:srgbClr val="183DAF"/>
                      </a:solidFill>
                      <a:prstDash val="solid"/>
                    </a:lnT>
                    <a:lnB w="12700">
                      <a:solidFill>
                        <a:srgbClr val="2D75B6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BEBEBE"/>
                      </a:solidFill>
                      <a:prstDash val="solid"/>
                    </a:lnL>
                    <a:lnR w="3175">
                      <a:solidFill>
                        <a:srgbClr val="7E7E7E"/>
                      </a:solidFill>
                      <a:prstDash val="solid"/>
                    </a:lnR>
                    <a:lnT w="12700">
                      <a:solidFill>
                        <a:srgbClr val="183DAF"/>
                      </a:solidFill>
                      <a:prstDash val="solid"/>
                    </a:lnT>
                    <a:lnB w="12700">
                      <a:solidFill>
                        <a:srgbClr val="6F2F9F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2245">
                <a:tc>
                  <a:txBody>
                    <a:bodyPr/>
                    <a:lstStyle/>
                    <a:p>
                      <a:pPr algn="ctr">
                        <a:lnSpc>
                          <a:spcPts val="1340"/>
                        </a:lnSpc>
                      </a:pPr>
                      <a:r>
                        <a:rPr sz="1200" dirty="0">
                          <a:solidFill>
                            <a:srgbClr val="252525"/>
                          </a:solidFill>
                          <a:latin typeface="Trebuchet MS"/>
                          <a:cs typeface="Trebuchet MS"/>
                        </a:rPr>
                        <a:t>0</a:t>
                      </a:r>
                      <a:endParaRPr sz="1200"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lnL w="12700">
                      <a:solidFill>
                        <a:srgbClr val="2D75B6"/>
                      </a:solidFill>
                      <a:prstDash val="solid"/>
                    </a:lnL>
                    <a:lnR w="12700">
                      <a:solidFill>
                        <a:srgbClr val="6F2F9F"/>
                      </a:solidFill>
                      <a:prstDash val="solid"/>
                    </a:lnR>
                    <a:lnT w="12700">
                      <a:solidFill>
                        <a:srgbClr val="2D75B6"/>
                      </a:solidFill>
                      <a:prstDash val="solid"/>
                    </a:lnT>
                    <a:lnB w="12700">
                      <a:solidFill>
                        <a:srgbClr val="2D75B6"/>
                      </a:solidFill>
                      <a:prstDash val="solid"/>
                    </a:lnB>
                    <a:solidFill>
                      <a:srgbClr val="DEEBF7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ts val="1340"/>
                        </a:lnSpc>
                      </a:pPr>
                      <a:r>
                        <a:rPr sz="1200" dirty="0">
                          <a:solidFill>
                            <a:srgbClr val="252525"/>
                          </a:solidFill>
                          <a:latin typeface="Trebuchet MS"/>
                          <a:cs typeface="Trebuchet MS"/>
                        </a:rPr>
                        <a:t>0</a:t>
                      </a:r>
                      <a:endParaRPr sz="1200"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lnL w="12700">
                      <a:solidFill>
                        <a:srgbClr val="6F2F9F"/>
                      </a:solidFill>
                      <a:prstDash val="solid"/>
                    </a:lnL>
                    <a:lnR w="12700">
                      <a:solidFill>
                        <a:srgbClr val="6F2F9F"/>
                      </a:solidFill>
                      <a:prstDash val="solid"/>
                    </a:lnR>
                    <a:lnT w="12700">
                      <a:solidFill>
                        <a:srgbClr val="6F2F9F"/>
                      </a:solidFill>
                      <a:prstDash val="solid"/>
                    </a:lnT>
                    <a:lnB w="12700">
                      <a:solidFill>
                        <a:srgbClr val="6F2F9F"/>
                      </a:solidFill>
                      <a:prstDash val="solid"/>
                    </a:lnB>
                    <a:solidFill>
                      <a:srgbClr val="E8D9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>
                        <a:lnSpc>
                          <a:spcPts val="1340"/>
                        </a:lnSpc>
                      </a:pPr>
                      <a:r>
                        <a:rPr sz="1200" dirty="0">
                          <a:solidFill>
                            <a:srgbClr val="252525"/>
                          </a:solidFill>
                          <a:latin typeface="Trebuchet MS"/>
                          <a:cs typeface="Trebuchet MS"/>
                        </a:rPr>
                        <a:t>0</a:t>
                      </a:r>
                      <a:endParaRPr sz="1200"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lnL w="3175">
                      <a:solidFill>
                        <a:srgbClr val="7E7E7E"/>
                      </a:solidFill>
                      <a:prstDash val="solid"/>
                    </a:lnL>
                    <a:lnR w="6350">
                      <a:solidFill>
                        <a:srgbClr val="BEBEBE"/>
                      </a:solidFill>
                      <a:prstDash val="solid"/>
                    </a:lnR>
                    <a:lnT w="12700">
                      <a:solidFill>
                        <a:srgbClr val="2D75B6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40"/>
                        </a:lnSpc>
                      </a:pPr>
                      <a:r>
                        <a:rPr sz="1200" dirty="0">
                          <a:solidFill>
                            <a:srgbClr val="252525"/>
                          </a:solidFill>
                          <a:latin typeface="Trebuchet MS"/>
                          <a:cs typeface="Trebuchet MS"/>
                        </a:rPr>
                        <a:t>1</a:t>
                      </a:r>
                      <a:endParaRPr sz="1200"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lnL w="6350">
                      <a:solidFill>
                        <a:srgbClr val="BEBEBE"/>
                      </a:solidFill>
                      <a:prstDash val="solid"/>
                    </a:lnL>
                    <a:lnR w="3175">
                      <a:solidFill>
                        <a:srgbClr val="7E7E7E"/>
                      </a:solidFill>
                      <a:prstDash val="solid"/>
                    </a:lnR>
                    <a:lnT w="12700">
                      <a:solidFill>
                        <a:srgbClr val="6F2F9F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>
                        <a:lnSpc>
                          <a:spcPts val="1340"/>
                        </a:lnSpc>
                      </a:pPr>
                      <a:r>
                        <a:rPr sz="1200" dirty="0">
                          <a:solidFill>
                            <a:srgbClr val="252525"/>
                          </a:solidFill>
                          <a:latin typeface="Trebuchet MS"/>
                          <a:cs typeface="Trebuchet MS"/>
                        </a:rPr>
                        <a:t>1</a:t>
                      </a:r>
                      <a:endParaRPr sz="1200"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lnL w="3175">
                      <a:solidFill>
                        <a:srgbClr val="7E7E7E"/>
                      </a:solidFill>
                      <a:prstDash val="solid"/>
                    </a:lnL>
                    <a:lnR w="6350">
                      <a:solidFill>
                        <a:srgbClr val="BEBEBE"/>
                      </a:solidFill>
                      <a:prstDash val="solid"/>
                    </a:lnR>
                    <a:lnT w="6350">
                      <a:solidFill>
                        <a:srgbClr val="BEBEBE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ts val="1340"/>
                        </a:lnSpc>
                      </a:pPr>
                      <a:r>
                        <a:rPr sz="1200" dirty="0">
                          <a:solidFill>
                            <a:srgbClr val="252525"/>
                          </a:solidFill>
                          <a:latin typeface="Trebuchet MS"/>
                          <a:cs typeface="Trebuchet MS"/>
                        </a:rPr>
                        <a:t>0</a:t>
                      </a:r>
                      <a:endParaRPr sz="1200"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lnL w="6350">
                      <a:solidFill>
                        <a:srgbClr val="BEBEBE"/>
                      </a:solidFill>
                      <a:prstDash val="solid"/>
                    </a:lnL>
                    <a:lnR w="3175">
                      <a:solidFill>
                        <a:srgbClr val="7E7E7E"/>
                      </a:solidFill>
                      <a:prstDash val="solid"/>
                    </a:lnR>
                    <a:lnT w="6350">
                      <a:solidFill>
                        <a:srgbClr val="BEBEBE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>
                        <a:lnSpc>
                          <a:spcPts val="1340"/>
                        </a:lnSpc>
                      </a:pPr>
                      <a:r>
                        <a:rPr sz="1200" dirty="0">
                          <a:solidFill>
                            <a:srgbClr val="252525"/>
                          </a:solidFill>
                          <a:latin typeface="Trebuchet MS"/>
                          <a:cs typeface="Trebuchet MS"/>
                        </a:rPr>
                        <a:t>1</a:t>
                      </a:r>
                      <a:endParaRPr sz="1200"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lnL w="3175">
                      <a:solidFill>
                        <a:srgbClr val="7E7E7E"/>
                      </a:solidFill>
                      <a:prstDash val="solid"/>
                    </a:lnL>
                    <a:lnR w="6350">
                      <a:solidFill>
                        <a:srgbClr val="BEBEBE"/>
                      </a:solidFill>
                      <a:prstDash val="solid"/>
                    </a:lnR>
                    <a:lnT w="6350">
                      <a:solidFill>
                        <a:srgbClr val="BEBEBE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40"/>
                        </a:lnSpc>
                      </a:pPr>
                      <a:r>
                        <a:rPr sz="1200" dirty="0">
                          <a:solidFill>
                            <a:srgbClr val="252525"/>
                          </a:solidFill>
                          <a:latin typeface="Trebuchet MS"/>
                          <a:cs typeface="Trebuchet MS"/>
                        </a:rPr>
                        <a:t>1</a:t>
                      </a:r>
                      <a:endParaRPr sz="1200"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lnL w="6350">
                      <a:solidFill>
                        <a:srgbClr val="BEBEBE"/>
                      </a:solidFill>
                      <a:prstDash val="solid"/>
                    </a:lnL>
                    <a:lnR w="3175">
                      <a:solidFill>
                        <a:srgbClr val="7E7E7E"/>
                      </a:solidFill>
                      <a:prstDash val="solid"/>
                    </a:lnR>
                    <a:lnT w="6350">
                      <a:solidFill>
                        <a:srgbClr val="BEBEBE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pic>
        <p:nvPicPr>
          <p:cNvPr id="11" name="object 11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886917" y="4061840"/>
            <a:ext cx="82943" cy="116458"/>
          </a:xfrm>
          <a:prstGeom prst="rect">
            <a:avLst/>
          </a:prstGeom>
        </p:spPr>
      </p:pic>
      <p:pic>
        <p:nvPicPr>
          <p:cNvPr id="12" name="object 12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1326261" y="4061840"/>
            <a:ext cx="116585" cy="116458"/>
          </a:xfrm>
          <a:prstGeom prst="rect">
            <a:avLst/>
          </a:prstGeom>
        </p:spPr>
      </p:pic>
      <p:grpSp>
        <p:nvGrpSpPr>
          <p:cNvPr id="13" name="object 13"/>
          <p:cNvGrpSpPr/>
          <p:nvPr/>
        </p:nvGrpSpPr>
        <p:grpSpPr>
          <a:xfrm>
            <a:off x="1889442" y="4021073"/>
            <a:ext cx="572135" cy="189230"/>
            <a:chOff x="1889442" y="4021073"/>
            <a:chExt cx="572135" cy="189230"/>
          </a:xfrm>
        </p:grpSpPr>
        <p:sp>
          <p:nvSpPr>
            <p:cNvPr id="14" name="object 14"/>
            <p:cNvSpPr/>
            <p:nvPr/>
          </p:nvSpPr>
          <p:spPr>
            <a:xfrm>
              <a:off x="1891029" y="4027423"/>
              <a:ext cx="567055" cy="182880"/>
            </a:xfrm>
            <a:custGeom>
              <a:avLst/>
              <a:gdLst/>
              <a:ahLst/>
              <a:cxnLst/>
              <a:rect l="l" t="t" r="r" b="b"/>
              <a:pathLst>
                <a:path w="567055" h="182879">
                  <a:moveTo>
                    <a:pt x="567042" y="0"/>
                  </a:moveTo>
                  <a:lnTo>
                    <a:pt x="0" y="0"/>
                  </a:lnTo>
                  <a:lnTo>
                    <a:pt x="0" y="182880"/>
                  </a:lnTo>
                  <a:lnTo>
                    <a:pt x="567042" y="182880"/>
                  </a:lnTo>
                  <a:lnTo>
                    <a:pt x="567042" y="0"/>
                  </a:lnTo>
                  <a:close/>
                </a:path>
              </a:pathLst>
            </a:custGeom>
            <a:solidFill>
              <a:srgbClr val="D9D9D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1891029" y="4021073"/>
              <a:ext cx="0" cy="182880"/>
            </a:xfrm>
            <a:custGeom>
              <a:avLst/>
              <a:gdLst/>
              <a:ahLst/>
              <a:cxnLst/>
              <a:rect l="l" t="t" r="r" b="b"/>
              <a:pathLst>
                <a:path h="182879">
                  <a:moveTo>
                    <a:pt x="0" y="0"/>
                  </a:moveTo>
                  <a:lnTo>
                    <a:pt x="0" y="182880"/>
                  </a:lnTo>
                </a:path>
              </a:pathLst>
            </a:custGeom>
            <a:ln w="3175">
              <a:solidFill>
                <a:srgbClr val="7E7E7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2458084" y="4021073"/>
              <a:ext cx="0" cy="182880"/>
            </a:xfrm>
            <a:custGeom>
              <a:avLst/>
              <a:gdLst/>
              <a:ahLst/>
              <a:cxnLst/>
              <a:rect l="l" t="t" r="r" b="b"/>
              <a:pathLst>
                <a:path h="182879">
                  <a:moveTo>
                    <a:pt x="0" y="0"/>
                  </a:moveTo>
                  <a:lnTo>
                    <a:pt x="0" y="182880"/>
                  </a:lnTo>
                </a:path>
              </a:pathLst>
            </a:custGeom>
            <a:ln w="6350">
              <a:solidFill>
                <a:srgbClr val="BEBEB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1889505" y="4027423"/>
              <a:ext cx="572135" cy="0"/>
            </a:xfrm>
            <a:custGeom>
              <a:avLst/>
              <a:gdLst/>
              <a:ahLst/>
              <a:cxnLst/>
              <a:rect l="l" t="t" r="r" b="b"/>
              <a:pathLst>
                <a:path w="572135">
                  <a:moveTo>
                    <a:pt x="0" y="0"/>
                  </a:moveTo>
                  <a:lnTo>
                    <a:pt x="571754" y="0"/>
                  </a:lnTo>
                </a:path>
              </a:pathLst>
            </a:custGeom>
            <a:ln w="12700">
              <a:solidFill>
                <a:srgbClr val="183D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8" name="object 18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2115565" y="4061840"/>
              <a:ext cx="113664" cy="116585"/>
            </a:xfrm>
            <a:prstGeom prst="rect">
              <a:avLst/>
            </a:prstGeom>
          </p:spPr>
        </p:pic>
      </p:grpSp>
      <p:grpSp>
        <p:nvGrpSpPr>
          <p:cNvPr id="19" name="object 19"/>
          <p:cNvGrpSpPr/>
          <p:nvPr/>
        </p:nvGrpSpPr>
        <p:grpSpPr>
          <a:xfrm>
            <a:off x="1884679" y="4386834"/>
            <a:ext cx="579755" cy="182880"/>
            <a:chOff x="1884679" y="4386834"/>
            <a:chExt cx="579755" cy="182880"/>
          </a:xfrm>
        </p:grpSpPr>
        <p:sp>
          <p:nvSpPr>
            <p:cNvPr id="20" name="object 20"/>
            <p:cNvSpPr/>
            <p:nvPr/>
          </p:nvSpPr>
          <p:spPr>
            <a:xfrm>
              <a:off x="1884679" y="4386834"/>
              <a:ext cx="579755" cy="12700"/>
            </a:xfrm>
            <a:custGeom>
              <a:avLst/>
              <a:gdLst/>
              <a:ahLst/>
              <a:cxnLst/>
              <a:rect l="l" t="t" r="r" b="b"/>
              <a:pathLst>
                <a:path w="579755" h="12700">
                  <a:moveTo>
                    <a:pt x="0" y="12700"/>
                  </a:moveTo>
                  <a:lnTo>
                    <a:pt x="579755" y="12700"/>
                  </a:lnTo>
                  <a:lnTo>
                    <a:pt x="579755" y="0"/>
                  </a:lnTo>
                  <a:lnTo>
                    <a:pt x="0" y="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1891029" y="4399534"/>
              <a:ext cx="0" cy="170180"/>
            </a:xfrm>
            <a:custGeom>
              <a:avLst/>
              <a:gdLst/>
              <a:ahLst/>
              <a:cxnLst/>
              <a:rect l="l" t="t" r="r" b="b"/>
              <a:pathLst>
                <a:path h="170179">
                  <a:moveTo>
                    <a:pt x="0" y="0"/>
                  </a:moveTo>
                  <a:lnTo>
                    <a:pt x="0" y="170180"/>
                  </a:lnTo>
                </a:path>
              </a:pathLst>
            </a:custGeom>
            <a:ln w="3175">
              <a:solidFill>
                <a:srgbClr val="7E7E7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2458084" y="4399534"/>
              <a:ext cx="0" cy="170180"/>
            </a:xfrm>
            <a:custGeom>
              <a:avLst/>
              <a:gdLst/>
              <a:ahLst/>
              <a:cxnLst/>
              <a:rect l="l" t="t" r="r" b="b"/>
              <a:pathLst>
                <a:path h="170179">
                  <a:moveTo>
                    <a:pt x="0" y="0"/>
                  </a:moveTo>
                  <a:lnTo>
                    <a:pt x="0" y="170180"/>
                  </a:lnTo>
                </a:path>
              </a:pathLst>
            </a:custGeom>
            <a:ln w="6350">
              <a:solidFill>
                <a:srgbClr val="BEBEB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3" name="object 23"/>
          <p:cNvGrpSpPr/>
          <p:nvPr/>
        </p:nvGrpSpPr>
        <p:grpSpPr>
          <a:xfrm>
            <a:off x="1884679" y="4752594"/>
            <a:ext cx="579755" cy="192405"/>
            <a:chOff x="1884679" y="4752594"/>
            <a:chExt cx="579755" cy="192405"/>
          </a:xfrm>
        </p:grpSpPr>
        <p:sp>
          <p:nvSpPr>
            <p:cNvPr id="24" name="object 24"/>
            <p:cNvSpPr/>
            <p:nvPr/>
          </p:nvSpPr>
          <p:spPr>
            <a:xfrm>
              <a:off x="1884679" y="4752594"/>
              <a:ext cx="579755" cy="12700"/>
            </a:xfrm>
            <a:custGeom>
              <a:avLst/>
              <a:gdLst/>
              <a:ahLst/>
              <a:cxnLst/>
              <a:rect l="l" t="t" r="r" b="b"/>
              <a:pathLst>
                <a:path w="579755" h="12700">
                  <a:moveTo>
                    <a:pt x="0" y="12699"/>
                  </a:moveTo>
                  <a:lnTo>
                    <a:pt x="579755" y="12699"/>
                  </a:lnTo>
                  <a:lnTo>
                    <a:pt x="579755" y="0"/>
                  </a:lnTo>
                  <a:lnTo>
                    <a:pt x="0" y="0"/>
                  </a:lnTo>
                  <a:lnTo>
                    <a:pt x="0" y="12699"/>
                  </a:lnTo>
                  <a:close/>
                </a:path>
              </a:pathLst>
            </a:custGeom>
            <a:solidFill>
              <a:srgbClr val="53823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1891029" y="4765294"/>
              <a:ext cx="0" cy="179705"/>
            </a:xfrm>
            <a:custGeom>
              <a:avLst/>
              <a:gdLst/>
              <a:ahLst/>
              <a:cxnLst/>
              <a:rect l="l" t="t" r="r" b="b"/>
              <a:pathLst>
                <a:path h="179704">
                  <a:moveTo>
                    <a:pt x="0" y="0"/>
                  </a:moveTo>
                  <a:lnTo>
                    <a:pt x="0" y="179704"/>
                  </a:lnTo>
                </a:path>
              </a:pathLst>
            </a:custGeom>
            <a:ln w="3175">
              <a:solidFill>
                <a:srgbClr val="7E7E7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1889505" y="4765294"/>
              <a:ext cx="572135" cy="179705"/>
            </a:xfrm>
            <a:custGeom>
              <a:avLst/>
              <a:gdLst/>
              <a:ahLst/>
              <a:cxnLst/>
              <a:rect l="l" t="t" r="r" b="b"/>
              <a:pathLst>
                <a:path w="572135" h="179704">
                  <a:moveTo>
                    <a:pt x="568579" y="0"/>
                  </a:moveTo>
                  <a:lnTo>
                    <a:pt x="568579" y="179704"/>
                  </a:lnTo>
                </a:path>
                <a:path w="572135" h="179704">
                  <a:moveTo>
                    <a:pt x="0" y="176529"/>
                  </a:moveTo>
                  <a:lnTo>
                    <a:pt x="571754" y="176529"/>
                  </a:lnTo>
                </a:path>
              </a:pathLst>
            </a:custGeom>
            <a:ln w="6350">
              <a:solidFill>
                <a:srgbClr val="BEBEB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7" name="object 27"/>
          <p:cNvSpPr txBox="1"/>
          <p:nvPr/>
        </p:nvSpPr>
        <p:spPr>
          <a:xfrm>
            <a:off x="1891029" y="4210303"/>
            <a:ext cx="567055" cy="182880"/>
          </a:xfrm>
          <a:prstGeom prst="rect">
            <a:avLst/>
          </a:prstGeom>
          <a:solidFill>
            <a:srgbClr val="FFE7E7"/>
          </a:solidFill>
          <a:ln w="12700">
            <a:solidFill>
              <a:srgbClr val="FF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R="66040" algn="r">
              <a:lnSpc>
                <a:spcPts val="1355"/>
              </a:lnSpc>
            </a:pPr>
            <a:r>
              <a:rPr sz="1200" spc="-90" dirty="0">
                <a:solidFill>
                  <a:srgbClr val="252525"/>
                </a:solidFill>
                <a:latin typeface="Trebuchet MS"/>
                <a:cs typeface="Trebuchet MS"/>
              </a:rPr>
              <a:t>-</a:t>
            </a:r>
            <a:r>
              <a:rPr sz="1200" spc="-50" dirty="0">
                <a:solidFill>
                  <a:srgbClr val="252525"/>
                </a:solidFill>
                <a:latin typeface="Trebuchet MS"/>
                <a:cs typeface="Trebuchet MS"/>
              </a:rPr>
              <a:t>2</a:t>
            </a:r>
            <a:endParaRPr sz="1200">
              <a:latin typeface="Trebuchet MS"/>
              <a:cs typeface="Trebuchet MS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1892617" y="4369434"/>
            <a:ext cx="56261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R="62865" algn="r">
              <a:lnSpc>
                <a:spcPct val="100000"/>
              </a:lnSpc>
              <a:spcBef>
                <a:spcPts val="100"/>
              </a:spcBef>
            </a:pPr>
            <a:r>
              <a:rPr sz="1200" spc="-165" dirty="0">
                <a:solidFill>
                  <a:srgbClr val="252525"/>
                </a:solidFill>
                <a:latin typeface="Trebuchet MS"/>
                <a:cs typeface="Trebuchet MS"/>
              </a:rPr>
              <a:t>2</a:t>
            </a:r>
            <a:endParaRPr sz="1200">
              <a:latin typeface="Trebuchet MS"/>
              <a:cs typeface="Trebuchet MS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1891029" y="4576064"/>
            <a:ext cx="567055" cy="182880"/>
          </a:xfrm>
          <a:prstGeom prst="rect">
            <a:avLst/>
          </a:prstGeom>
          <a:solidFill>
            <a:srgbClr val="E1EFD9"/>
          </a:solidFill>
          <a:ln w="12700">
            <a:solidFill>
              <a:srgbClr val="538235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R="66040" algn="r">
              <a:lnSpc>
                <a:spcPts val="1355"/>
              </a:lnSpc>
            </a:pPr>
            <a:r>
              <a:rPr sz="1200" spc="-90" dirty="0">
                <a:solidFill>
                  <a:srgbClr val="252525"/>
                </a:solidFill>
                <a:latin typeface="Trebuchet MS"/>
                <a:cs typeface="Trebuchet MS"/>
              </a:rPr>
              <a:t>-</a:t>
            </a:r>
            <a:r>
              <a:rPr sz="1200" spc="-50" dirty="0">
                <a:solidFill>
                  <a:srgbClr val="252525"/>
                </a:solidFill>
                <a:latin typeface="Trebuchet MS"/>
                <a:cs typeface="Trebuchet MS"/>
              </a:rPr>
              <a:t>2</a:t>
            </a:r>
            <a:endParaRPr sz="1200">
              <a:latin typeface="Trebuchet MS"/>
              <a:cs typeface="Trebuchet MS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1892617" y="4735195"/>
            <a:ext cx="56261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R="62865" algn="r">
              <a:lnSpc>
                <a:spcPct val="100000"/>
              </a:lnSpc>
              <a:spcBef>
                <a:spcPts val="100"/>
              </a:spcBef>
            </a:pPr>
            <a:r>
              <a:rPr sz="1200" spc="-165" dirty="0">
                <a:solidFill>
                  <a:srgbClr val="252525"/>
                </a:solidFill>
                <a:latin typeface="Trebuchet MS"/>
                <a:cs typeface="Trebuchet MS"/>
              </a:rPr>
              <a:t>2</a:t>
            </a:r>
            <a:endParaRPr sz="1200">
              <a:latin typeface="Trebuchet MS"/>
              <a:cs typeface="Trebuchet MS"/>
            </a:endParaRPr>
          </a:p>
        </p:txBody>
      </p:sp>
      <p:grpSp>
        <p:nvGrpSpPr>
          <p:cNvPr id="31" name="object 31"/>
          <p:cNvGrpSpPr/>
          <p:nvPr/>
        </p:nvGrpSpPr>
        <p:grpSpPr>
          <a:xfrm>
            <a:off x="2861564" y="4021073"/>
            <a:ext cx="572135" cy="923925"/>
            <a:chOff x="2861564" y="4021073"/>
            <a:chExt cx="572135" cy="923925"/>
          </a:xfrm>
        </p:grpSpPr>
        <p:sp>
          <p:nvSpPr>
            <p:cNvPr id="32" name="object 32"/>
            <p:cNvSpPr/>
            <p:nvPr/>
          </p:nvSpPr>
          <p:spPr>
            <a:xfrm>
              <a:off x="2863215" y="4027423"/>
              <a:ext cx="567055" cy="182880"/>
            </a:xfrm>
            <a:custGeom>
              <a:avLst/>
              <a:gdLst/>
              <a:ahLst/>
              <a:cxnLst/>
              <a:rect l="l" t="t" r="r" b="b"/>
              <a:pathLst>
                <a:path w="567054" h="182879">
                  <a:moveTo>
                    <a:pt x="567042" y="0"/>
                  </a:moveTo>
                  <a:lnTo>
                    <a:pt x="0" y="0"/>
                  </a:lnTo>
                  <a:lnTo>
                    <a:pt x="0" y="182880"/>
                  </a:lnTo>
                  <a:lnTo>
                    <a:pt x="567042" y="182880"/>
                  </a:lnTo>
                  <a:lnTo>
                    <a:pt x="567042" y="0"/>
                  </a:lnTo>
                  <a:close/>
                </a:path>
              </a:pathLst>
            </a:custGeom>
            <a:solidFill>
              <a:srgbClr val="D9D9D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2861564" y="4210303"/>
              <a:ext cx="572135" cy="548640"/>
            </a:xfrm>
            <a:custGeom>
              <a:avLst/>
              <a:gdLst/>
              <a:ahLst/>
              <a:cxnLst/>
              <a:rect l="l" t="t" r="r" b="b"/>
              <a:pathLst>
                <a:path w="572135" h="548639">
                  <a:moveTo>
                    <a:pt x="0" y="0"/>
                  </a:moveTo>
                  <a:lnTo>
                    <a:pt x="571881" y="0"/>
                  </a:lnTo>
                </a:path>
                <a:path w="572135" h="548639">
                  <a:moveTo>
                    <a:pt x="0" y="182880"/>
                  </a:moveTo>
                  <a:lnTo>
                    <a:pt x="571881" y="182880"/>
                  </a:lnTo>
                </a:path>
                <a:path w="572135" h="548639">
                  <a:moveTo>
                    <a:pt x="0" y="365760"/>
                  </a:moveTo>
                  <a:lnTo>
                    <a:pt x="571881" y="365760"/>
                  </a:lnTo>
                </a:path>
                <a:path w="572135" h="548639">
                  <a:moveTo>
                    <a:pt x="0" y="548640"/>
                  </a:moveTo>
                  <a:lnTo>
                    <a:pt x="571881" y="548640"/>
                  </a:lnTo>
                </a:path>
              </a:pathLst>
            </a:custGeom>
            <a:ln w="6350">
              <a:solidFill>
                <a:srgbClr val="BEBEB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2863215" y="4021073"/>
              <a:ext cx="0" cy="923925"/>
            </a:xfrm>
            <a:custGeom>
              <a:avLst/>
              <a:gdLst/>
              <a:ahLst/>
              <a:cxnLst/>
              <a:rect l="l" t="t" r="r" b="b"/>
              <a:pathLst>
                <a:path h="923925">
                  <a:moveTo>
                    <a:pt x="0" y="0"/>
                  </a:moveTo>
                  <a:lnTo>
                    <a:pt x="0" y="923925"/>
                  </a:lnTo>
                </a:path>
              </a:pathLst>
            </a:custGeom>
            <a:ln w="3175">
              <a:solidFill>
                <a:srgbClr val="7E7E7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3430270" y="4021073"/>
              <a:ext cx="0" cy="923925"/>
            </a:xfrm>
            <a:custGeom>
              <a:avLst/>
              <a:gdLst/>
              <a:ahLst/>
              <a:cxnLst/>
              <a:rect l="l" t="t" r="r" b="b"/>
              <a:pathLst>
                <a:path h="923925">
                  <a:moveTo>
                    <a:pt x="0" y="0"/>
                  </a:moveTo>
                  <a:lnTo>
                    <a:pt x="0" y="923925"/>
                  </a:lnTo>
                </a:path>
              </a:pathLst>
            </a:custGeom>
            <a:ln w="6350">
              <a:solidFill>
                <a:srgbClr val="BEBEB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2861564" y="4021073"/>
              <a:ext cx="572135" cy="12700"/>
            </a:xfrm>
            <a:custGeom>
              <a:avLst/>
              <a:gdLst/>
              <a:ahLst/>
              <a:cxnLst/>
              <a:rect l="l" t="t" r="r" b="b"/>
              <a:pathLst>
                <a:path w="572135" h="12700">
                  <a:moveTo>
                    <a:pt x="0" y="12700"/>
                  </a:moveTo>
                  <a:lnTo>
                    <a:pt x="571881" y="12700"/>
                  </a:lnTo>
                  <a:lnTo>
                    <a:pt x="571881" y="0"/>
                  </a:lnTo>
                  <a:lnTo>
                    <a:pt x="0" y="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183DA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2861564" y="4941823"/>
              <a:ext cx="572135" cy="0"/>
            </a:xfrm>
            <a:custGeom>
              <a:avLst/>
              <a:gdLst/>
              <a:ahLst/>
              <a:cxnLst/>
              <a:rect l="l" t="t" r="r" b="b"/>
              <a:pathLst>
                <a:path w="572135">
                  <a:moveTo>
                    <a:pt x="0" y="0"/>
                  </a:moveTo>
                  <a:lnTo>
                    <a:pt x="571881" y="0"/>
                  </a:lnTo>
                </a:path>
              </a:pathLst>
            </a:custGeom>
            <a:ln w="6350">
              <a:solidFill>
                <a:srgbClr val="BEBEB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8" name="object 38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3069336" y="4061840"/>
              <a:ext cx="145795" cy="116585"/>
            </a:xfrm>
            <a:prstGeom prst="rect">
              <a:avLst/>
            </a:prstGeom>
          </p:spPr>
        </p:pic>
      </p:grpSp>
      <p:sp>
        <p:nvSpPr>
          <p:cNvPr id="39" name="object 39"/>
          <p:cNvSpPr txBox="1"/>
          <p:nvPr/>
        </p:nvSpPr>
        <p:spPr>
          <a:xfrm>
            <a:off x="2864802" y="4369434"/>
            <a:ext cx="56261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R="60960" algn="r">
              <a:lnSpc>
                <a:spcPct val="100000"/>
              </a:lnSpc>
              <a:spcBef>
                <a:spcPts val="100"/>
              </a:spcBef>
            </a:pPr>
            <a:r>
              <a:rPr sz="1200" spc="-390" dirty="0">
                <a:solidFill>
                  <a:srgbClr val="252525"/>
                </a:solidFill>
                <a:latin typeface="Trebuchet MS"/>
                <a:cs typeface="Trebuchet MS"/>
              </a:rPr>
              <a:t>1</a:t>
            </a:r>
            <a:endParaRPr sz="1200">
              <a:latin typeface="Trebuchet MS"/>
              <a:cs typeface="Trebuchet MS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2864802" y="4552315"/>
            <a:ext cx="56261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R="60960" algn="r">
              <a:lnSpc>
                <a:spcPct val="100000"/>
              </a:lnSpc>
              <a:spcBef>
                <a:spcPts val="100"/>
              </a:spcBef>
            </a:pPr>
            <a:r>
              <a:rPr sz="1200" spc="-390" dirty="0">
                <a:solidFill>
                  <a:srgbClr val="252525"/>
                </a:solidFill>
                <a:latin typeface="Trebuchet MS"/>
                <a:cs typeface="Trebuchet MS"/>
              </a:rPr>
              <a:t>1</a:t>
            </a:r>
            <a:endParaRPr sz="1200">
              <a:latin typeface="Trebuchet MS"/>
              <a:cs typeface="Trebuchet MS"/>
            </a:endParaRPr>
          </a:p>
        </p:txBody>
      </p:sp>
      <p:grpSp>
        <p:nvGrpSpPr>
          <p:cNvPr id="41" name="object 41"/>
          <p:cNvGrpSpPr/>
          <p:nvPr/>
        </p:nvGrpSpPr>
        <p:grpSpPr>
          <a:xfrm>
            <a:off x="1889442" y="5030851"/>
            <a:ext cx="572135" cy="189230"/>
            <a:chOff x="1889442" y="5030851"/>
            <a:chExt cx="572135" cy="189230"/>
          </a:xfrm>
        </p:grpSpPr>
        <p:sp>
          <p:nvSpPr>
            <p:cNvPr id="42" name="object 42"/>
            <p:cNvSpPr/>
            <p:nvPr/>
          </p:nvSpPr>
          <p:spPr>
            <a:xfrm>
              <a:off x="1891029" y="5037201"/>
              <a:ext cx="567055" cy="182880"/>
            </a:xfrm>
            <a:custGeom>
              <a:avLst/>
              <a:gdLst/>
              <a:ahLst/>
              <a:cxnLst/>
              <a:rect l="l" t="t" r="r" b="b"/>
              <a:pathLst>
                <a:path w="567055" h="182879">
                  <a:moveTo>
                    <a:pt x="567042" y="0"/>
                  </a:moveTo>
                  <a:lnTo>
                    <a:pt x="0" y="0"/>
                  </a:lnTo>
                  <a:lnTo>
                    <a:pt x="0" y="182880"/>
                  </a:lnTo>
                  <a:lnTo>
                    <a:pt x="567042" y="182880"/>
                  </a:lnTo>
                  <a:lnTo>
                    <a:pt x="567042" y="0"/>
                  </a:lnTo>
                  <a:close/>
                </a:path>
              </a:pathLst>
            </a:custGeom>
            <a:solidFill>
              <a:srgbClr val="D9D9D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3"/>
            <p:cNvSpPr/>
            <p:nvPr/>
          </p:nvSpPr>
          <p:spPr>
            <a:xfrm>
              <a:off x="1891029" y="5030851"/>
              <a:ext cx="0" cy="182880"/>
            </a:xfrm>
            <a:custGeom>
              <a:avLst/>
              <a:gdLst/>
              <a:ahLst/>
              <a:cxnLst/>
              <a:rect l="l" t="t" r="r" b="b"/>
              <a:pathLst>
                <a:path h="182879">
                  <a:moveTo>
                    <a:pt x="0" y="0"/>
                  </a:moveTo>
                  <a:lnTo>
                    <a:pt x="0" y="182880"/>
                  </a:lnTo>
                </a:path>
              </a:pathLst>
            </a:custGeom>
            <a:ln w="3175">
              <a:solidFill>
                <a:srgbClr val="7E7E7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object 44"/>
            <p:cNvSpPr/>
            <p:nvPr/>
          </p:nvSpPr>
          <p:spPr>
            <a:xfrm>
              <a:off x="2458084" y="5030851"/>
              <a:ext cx="0" cy="182880"/>
            </a:xfrm>
            <a:custGeom>
              <a:avLst/>
              <a:gdLst/>
              <a:ahLst/>
              <a:cxnLst/>
              <a:rect l="l" t="t" r="r" b="b"/>
              <a:pathLst>
                <a:path h="182879">
                  <a:moveTo>
                    <a:pt x="0" y="0"/>
                  </a:moveTo>
                  <a:lnTo>
                    <a:pt x="0" y="182880"/>
                  </a:lnTo>
                </a:path>
              </a:pathLst>
            </a:custGeom>
            <a:ln w="6350">
              <a:solidFill>
                <a:srgbClr val="BEBEB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" name="object 45"/>
            <p:cNvSpPr/>
            <p:nvPr/>
          </p:nvSpPr>
          <p:spPr>
            <a:xfrm>
              <a:off x="1889505" y="5037201"/>
              <a:ext cx="572135" cy="0"/>
            </a:xfrm>
            <a:custGeom>
              <a:avLst/>
              <a:gdLst/>
              <a:ahLst/>
              <a:cxnLst/>
              <a:rect l="l" t="t" r="r" b="b"/>
              <a:pathLst>
                <a:path w="572135">
                  <a:moveTo>
                    <a:pt x="0" y="0"/>
                  </a:moveTo>
                  <a:lnTo>
                    <a:pt x="571754" y="0"/>
                  </a:lnTo>
                </a:path>
              </a:pathLst>
            </a:custGeom>
            <a:ln w="12700">
              <a:solidFill>
                <a:srgbClr val="183D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6" name="object 46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2131059" y="5071618"/>
              <a:ext cx="84454" cy="116458"/>
            </a:xfrm>
            <a:prstGeom prst="rect">
              <a:avLst/>
            </a:prstGeom>
          </p:spPr>
        </p:pic>
      </p:grpSp>
      <p:grpSp>
        <p:nvGrpSpPr>
          <p:cNvPr id="47" name="object 47"/>
          <p:cNvGrpSpPr/>
          <p:nvPr/>
        </p:nvGrpSpPr>
        <p:grpSpPr>
          <a:xfrm>
            <a:off x="1884679" y="5396610"/>
            <a:ext cx="579755" cy="192405"/>
            <a:chOff x="1884679" y="5396610"/>
            <a:chExt cx="579755" cy="192405"/>
          </a:xfrm>
        </p:grpSpPr>
        <p:sp>
          <p:nvSpPr>
            <p:cNvPr id="48" name="object 48"/>
            <p:cNvSpPr/>
            <p:nvPr/>
          </p:nvSpPr>
          <p:spPr>
            <a:xfrm>
              <a:off x="1884679" y="5396610"/>
              <a:ext cx="579755" cy="12700"/>
            </a:xfrm>
            <a:custGeom>
              <a:avLst/>
              <a:gdLst/>
              <a:ahLst/>
              <a:cxnLst/>
              <a:rect l="l" t="t" r="r" b="b"/>
              <a:pathLst>
                <a:path w="579755" h="12700">
                  <a:moveTo>
                    <a:pt x="0" y="12700"/>
                  </a:moveTo>
                  <a:lnTo>
                    <a:pt x="579755" y="12700"/>
                  </a:lnTo>
                  <a:lnTo>
                    <a:pt x="579755" y="0"/>
                  </a:lnTo>
                  <a:lnTo>
                    <a:pt x="0" y="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CC00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9" name="object 49"/>
            <p:cNvSpPr/>
            <p:nvPr/>
          </p:nvSpPr>
          <p:spPr>
            <a:xfrm>
              <a:off x="1891029" y="5409310"/>
              <a:ext cx="0" cy="179705"/>
            </a:xfrm>
            <a:custGeom>
              <a:avLst/>
              <a:gdLst/>
              <a:ahLst/>
              <a:cxnLst/>
              <a:rect l="l" t="t" r="r" b="b"/>
              <a:pathLst>
                <a:path h="179704">
                  <a:moveTo>
                    <a:pt x="0" y="0"/>
                  </a:moveTo>
                  <a:lnTo>
                    <a:pt x="0" y="179666"/>
                  </a:lnTo>
                </a:path>
              </a:pathLst>
            </a:custGeom>
            <a:ln w="3175">
              <a:solidFill>
                <a:srgbClr val="7E7E7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0" name="object 50"/>
            <p:cNvSpPr/>
            <p:nvPr/>
          </p:nvSpPr>
          <p:spPr>
            <a:xfrm>
              <a:off x="1889505" y="5409310"/>
              <a:ext cx="572135" cy="179705"/>
            </a:xfrm>
            <a:custGeom>
              <a:avLst/>
              <a:gdLst/>
              <a:ahLst/>
              <a:cxnLst/>
              <a:rect l="l" t="t" r="r" b="b"/>
              <a:pathLst>
                <a:path w="572135" h="179704">
                  <a:moveTo>
                    <a:pt x="568579" y="0"/>
                  </a:moveTo>
                  <a:lnTo>
                    <a:pt x="568579" y="179666"/>
                  </a:lnTo>
                </a:path>
                <a:path w="572135" h="179704">
                  <a:moveTo>
                    <a:pt x="0" y="176529"/>
                  </a:moveTo>
                  <a:lnTo>
                    <a:pt x="571754" y="176529"/>
                  </a:lnTo>
                </a:path>
              </a:pathLst>
            </a:custGeom>
            <a:ln w="6350">
              <a:solidFill>
                <a:srgbClr val="BEBEB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1" name="object 51"/>
          <p:cNvSpPr txBox="1"/>
          <p:nvPr/>
        </p:nvSpPr>
        <p:spPr>
          <a:xfrm>
            <a:off x="1891029" y="5220080"/>
            <a:ext cx="567055" cy="182880"/>
          </a:xfrm>
          <a:prstGeom prst="rect">
            <a:avLst/>
          </a:prstGeom>
          <a:solidFill>
            <a:srgbClr val="FFDDF6"/>
          </a:solidFill>
          <a:ln w="12700">
            <a:solidFill>
              <a:srgbClr val="CC0099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R="65405" algn="r">
              <a:lnSpc>
                <a:spcPts val="1355"/>
              </a:lnSpc>
            </a:pPr>
            <a:r>
              <a:rPr sz="1200" spc="-125" dirty="0">
                <a:solidFill>
                  <a:srgbClr val="252525"/>
                </a:solidFill>
                <a:latin typeface="Trebuchet MS"/>
                <a:cs typeface="Trebuchet MS"/>
              </a:rPr>
              <a:t>3</a:t>
            </a:r>
            <a:endParaRPr sz="1200">
              <a:latin typeface="Trebuchet MS"/>
              <a:cs typeface="Trebuchet MS"/>
            </a:endParaRPr>
          </a:p>
        </p:txBody>
      </p:sp>
      <p:sp>
        <p:nvSpPr>
          <p:cNvPr id="52" name="object 52"/>
          <p:cNvSpPr txBox="1"/>
          <p:nvPr/>
        </p:nvSpPr>
        <p:spPr>
          <a:xfrm>
            <a:off x="1892617" y="5379466"/>
            <a:ext cx="56261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R="60960" algn="r">
              <a:lnSpc>
                <a:spcPct val="100000"/>
              </a:lnSpc>
              <a:spcBef>
                <a:spcPts val="100"/>
              </a:spcBef>
            </a:pPr>
            <a:r>
              <a:rPr sz="1200" spc="-90" dirty="0">
                <a:solidFill>
                  <a:srgbClr val="252525"/>
                </a:solidFill>
                <a:latin typeface="Trebuchet MS"/>
                <a:cs typeface="Trebuchet MS"/>
              </a:rPr>
              <a:t>-</a:t>
            </a:r>
            <a:r>
              <a:rPr sz="1200" spc="-445" dirty="0">
                <a:solidFill>
                  <a:srgbClr val="252525"/>
                </a:solidFill>
                <a:latin typeface="Trebuchet MS"/>
                <a:cs typeface="Trebuchet MS"/>
              </a:rPr>
              <a:t>1</a:t>
            </a:r>
            <a:endParaRPr sz="1200">
              <a:latin typeface="Trebuchet MS"/>
              <a:cs typeface="Trebuchet MS"/>
            </a:endParaRPr>
          </a:p>
        </p:txBody>
      </p:sp>
      <p:grpSp>
        <p:nvGrpSpPr>
          <p:cNvPr id="53" name="object 53"/>
          <p:cNvGrpSpPr/>
          <p:nvPr/>
        </p:nvGrpSpPr>
        <p:grpSpPr>
          <a:xfrm>
            <a:off x="2861564" y="5030851"/>
            <a:ext cx="572135" cy="558165"/>
            <a:chOff x="2861564" y="5030851"/>
            <a:chExt cx="572135" cy="558165"/>
          </a:xfrm>
        </p:grpSpPr>
        <p:sp>
          <p:nvSpPr>
            <p:cNvPr id="54" name="object 54"/>
            <p:cNvSpPr/>
            <p:nvPr/>
          </p:nvSpPr>
          <p:spPr>
            <a:xfrm>
              <a:off x="2863215" y="5037201"/>
              <a:ext cx="567055" cy="182880"/>
            </a:xfrm>
            <a:custGeom>
              <a:avLst/>
              <a:gdLst/>
              <a:ahLst/>
              <a:cxnLst/>
              <a:rect l="l" t="t" r="r" b="b"/>
              <a:pathLst>
                <a:path w="567054" h="182879">
                  <a:moveTo>
                    <a:pt x="567042" y="0"/>
                  </a:moveTo>
                  <a:lnTo>
                    <a:pt x="0" y="0"/>
                  </a:lnTo>
                  <a:lnTo>
                    <a:pt x="0" y="182880"/>
                  </a:lnTo>
                  <a:lnTo>
                    <a:pt x="567042" y="182880"/>
                  </a:lnTo>
                  <a:lnTo>
                    <a:pt x="567042" y="0"/>
                  </a:lnTo>
                  <a:close/>
                </a:path>
              </a:pathLst>
            </a:custGeom>
            <a:solidFill>
              <a:srgbClr val="D9D9D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5" name="object 55"/>
            <p:cNvSpPr/>
            <p:nvPr/>
          </p:nvSpPr>
          <p:spPr>
            <a:xfrm>
              <a:off x="2861564" y="5220081"/>
              <a:ext cx="572135" cy="182880"/>
            </a:xfrm>
            <a:custGeom>
              <a:avLst/>
              <a:gdLst/>
              <a:ahLst/>
              <a:cxnLst/>
              <a:rect l="l" t="t" r="r" b="b"/>
              <a:pathLst>
                <a:path w="572135" h="182879">
                  <a:moveTo>
                    <a:pt x="0" y="0"/>
                  </a:moveTo>
                  <a:lnTo>
                    <a:pt x="571881" y="0"/>
                  </a:lnTo>
                </a:path>
                <a:path w="572135" h="182879">
                  <a:moveTo>
                    <a:pt x="0" y="182880"/>
                  </a:moveTo>
                  <a:lnTo>
                    <a:pt x="571881" y="182880"/>
                  </a:lnTo>
                </a:path>
              </a:pathLst>
            </a:custGeom>
            <a:ln w="6350">
              <a:solidFill>
                <a:srgbClr val="BEBEB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6" name="object 56"/>
            <p:cNvSpPr/>
            <p:nvPr/>
          </p:nvSpPr>
          <p:spPr>
            <a:xfrm>
              <a:off x="2863215" y="5030851"/>
              <a:ext cx="0" cy="558165"/>
            </a:xfrm>
            <a:custGeom>
              <a:avLst/>
              <a:gdLst/>
              <a:ahLst/>
              <a:cxnLst/>
              <a:rect l="l" t="t" r="r" b="b"/>
              <a:pathLst>
                <a:path h="558164">
                  <a:moveTo>
                    <a:pt x="0" y="0"/>
                  </a:moveTo>
                  <a:lnTo>
                    <a:pt x="0" y="558126"/>
                  </a:lnTo>
                </a:path>
              </a:pathLst>
            </a:custGeom>
            <a:ln w="3175">
              <a:solidFill>
                <a:srgbClr val="7E7E7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7" name="object 57"/>
            <p:cNvSpPr/>
            <p:nvPr/>
          </p:nvSpPr>
          <p:spPr>
            <a:xfrm>
              <a:off x="3430270" y="5030851"/>
              <a:ext cx="0" cy="558165"/>
            </a:xfrm>
            <a:custGeom>
              <a:avLst/>
              <a:gdLst/>
              <a:ahLst/>
              <a:cxnLst/>
              <a:rect l="l" t="t" r="r" b="b"/>
              <a:pathLst>
                <a:path h="558164">
                  <a:moveTo>
                    <a:pt x="0" y="0"/>
                  </a:moveTo>
                  <a:lnTo>
                    <a:pt x="0" y="558126"/>
                  </a:lnTo>
                </a:path>
              </a:pathLst>
            </a:custGeom>
            <a:ln w="6350">
              <a:solidFill>
                <a:srgbClr val="BEBEB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8" name="object 58"/>
            <p:cNvSpPr/>
            <p:nvPr/>
          </p:nvSpPr>
          <p:spPr>
            <a:xfrm>
              <a:off x="2861564" y="5030851"/>
              <a:ext cx="572135" cy="12700"/>
            </a:xfrm>
            <a:custGeom>
              <a:avLst/>
              <a:gdLst/>
              <a:ahLst/>
              <a:cxnLst/>
              <a:rect l="l" t="t" r="r" b="b"/>
              <a:pathLst>
                <a:path w="572135" h="12700">
                  <a:moveTo>
                    <a:pt x="0" y="12700"/>
                  </a:moveTo>
                  <a:lnTo>
                    <a:pt x="571881" y="12700"/>
                  </a:lnTo>
                  <a:lnTo>
                    <a:pt x="571881" y="0"/>
                  </a:lnTo>
                  <a:lnTo>
                    <a:pt x="0" y="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183DA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9" name="object 59"/>
            <p:cNvSpPr/>
            <p:nvPr/>
          </p:nvSpPr>
          <p:spPr>
            <a:xfrm>
              <a:off x="2861564" y="5585841"/>
              <a:ext cx="572135" cy="0"/>
            </a:xfrm>
            <a:custGeom>
              <a:avLst/>
              <a:gdLst/>
              <a:ahLst/>
              <a:cxnLst/>
              <a:rect l="l" t="t" r="r" b="b"/>
              <a:pathLst>
                <a:path w="572135">
                  <a:moveTo>
                    <a:pt x="0" y="0"/>
                  </a:moveTo>
                  <a:lnTo>
                    <a:pt x="571881" y="0"/>
                  </a:lnTo>
                </a:path>
              </a:pathLst>
            </a:custGeom>
            <a:ln w="6350">
              <a:solidFill>
                <a:srgbClr val="BEBEB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0" name="object 60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3086481" y="5071618"/>
              <a:ext cx="118110" cy="116458"/>
            </a:xfrm>
            <a:prstGeom prst="rect">
              <a:avLst/>
            </a:prstGeom>
          </p:spPr>
        </p:pic>
      </p:grpSp>
      <p:sp>
        <p:nvSpPr>
          <p:cNvPr id="61" name="object 61"/>
          <p:cNvSpPr txBox="1"/>
          <p:nvPr/>
        </p:nvSpPr>
        <p:spPr>
          <a:xfrm>
            <a:off x="2864802" y="5196027"/>
            <a:ext cx="562610" cy="208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R="60960" algn="r">
              <a:lnSpc>
                <a:spcPct val="100000"/>
              </a:lnSpc>
              <a:spcBef>
                <a:spcPts val="100"/>
              </a:spcBef>
            </a:pPr>
            <a:r>
              <a:rPr sz="1200" spc="-90" dirty="0">
                <a:solidFill>
                  <a:srgbClr val="252525"/>
                </a:solidFill>
                <a:latin typeface="Trebuchet MS"/>
                <a:cs typeface="Trebuchet MS"/>
              </a:rPr>
              <a:t>-</a:t>
            </a:r>
            <a:r>
              <a:rPr sz="1200" spc="-445" dirty="0">
                <a:solidFill>
                  <a:srgbClr val="252525"/>
                </a:solidFill>
                <a:latin typeface="Trebuchet MS"/>
                <a:cs typeface="Trebuchet MS"/>
              </a:rPr>
              <a:t>1</a:t>
            </a:r>
            <a:endParaRPr sz="1200">
              <a:latin typeface="Trebuchet MS"/>
              <a:cs typeface="Trebuchet MS"/>
            </a:endParaRPr>
          </a:p>
        </p:txBody>
      </p:sp>
      <p:sp>
        <p:nvSpPr>
          <p:cNvPr id="62" name="object 62"/>
          <p:cNvSpPr/>
          <p:nvPr/>
        </p:nvSpPr>
        <p:spPr>
          <a:xfrm>
            <a:off x="702563" y="2124455"/>
            <a:ext cx="8641080" cy="1742439"/>
          </a:xfrm>
          <a:custGeom>
            <a:avLst/>
            <a:gdLst/>
            <a:ahLst/>
            <a:cxnLst/>
            <a:rect l="l" t="t" r="r" b="b"/>
            <a:pathLst>
              <a:path w="8641080" h="1742439">
                <a:moveTo>
                  <a:pt x="8641080" y="0"/>
                </a:moveTo>
                <a:lnTo>
                  <a:pt x="0" y="0"/>
                </a:lnTo>
                <a:lnTo>
                  <a:pt x="0" y="1741932"/>
                </a:lnTo>
                <a:lnTo>
                  <a:pt x="8641080" y="1741932"/>
                </a:lnTo>
                <a:lnTo>
                  <a:pt x="8641080" y="0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3" name="object 63"/>
          <p:cNvSpPr txBox="1"/>
          <p:nvPr/>
        </p:nvSpPr>
        <p:spPr>
          <a:xfrm>
            <a:off x="852830" y="2202561"/>
            <a:ext cx="675005" cy="412292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sz="1300" b="1" dirty="0">
                <a:latin typeface="Tahoma"/>
                <a:cs typeface="Tahoma"/>
              </a:rPr>
              <a:t>Solving XOR</a:t>
            </a:r>
            <a:endParaRPr sz="1300" dirty="0">
              <a:latin typeface="Tahoma"/>
              <a:cs typeface="Tahoma"/>
            </a:endParaRPr>
          </a:p>
        </p:txBody>
      </p:sp>
      <p:grpSp>
        <p:nvGrpSpPr>
          <p:cNvPr id="64" name="object 64"/>
          <p:cNvGrpSpPr/>
          <p:nvPr/>
        </p:nvGrpSpPr>
        <p:grpSpPr>
          <a:xfrm>
            <a:off x="3678682" y="3011170"/>
            <a:ext cx="482600" cy="482600"/>
            <a:chOff x="3678682" y="3011170"/>
            <a:chExt cx="482600" cy="482600"/>
          </a:xfrm>
        </p:grpSpPr>
        <p:sp>
          <p:nvSpPr>
            <p:cNvPr id="65" name="object 65"/>
            <p:cNvSpPr/>
            <p:nvPr/>
          </p:nvSpPr>
          <p:spPr>
            <a:xfrm>
              <a:off x="3688842" y="3021330"/>
              <a:ext cx="462280" cy="462280"/>
            </a:xfrm>
            <a:custGeom>
              <a:avLst/>
              <a:gdLst/>
              <a:ahLst/>
              <a:cxnLst/>
              <a:rect l="l" t="t" r="r" b="b"/>
              <a:pathLst>
                <a:path w="462279" h="462279">
                  <a:moveTo>
                    <a:pt x="230886" y="0"/>
                  </a:moveTo>
                  <a:lnTo>
                    <a:pt x="184356" y="4691"/>
                  </a:lnTo>
                  <a:lnTo>
                    <a:pt x="141017" y="18145"/>
                  </a:lnTo>
                  <a:lnTo>
                    <a:pt x="101798" y="39433"/>
                  </a:lnTo>
                  <a:lnTo>
                    <a:pt x="67627" y="67627"/>
                  </a:lnTo>
                  <a:lnTo>
                    <a:pt x="39433" y="101798"/>
                  </a:lnTo>
                  <a:lnTo>
                    <a:pt x="18145" y="141017"/>
                  </a:lnTo>
                  <a:lnTo>
                    <a:pt x="4691" y="184356"/>
                  </a:lnTo>
                  <a:lnTo>
                    <a:pt x="0" y="230886"/>
                  </a:lnTo>
                  <a:lnTo>
                    <a:pt x="4691" y="277415"/>
                  </a:lnTo>
                  <a:lnTo>
                    <a:pt x="18145" y="320754"/>
                  </a:lnTo>
                  <a:lnTo>
                    <a:pt x="39433" y="359973"/>
                  </a:lnTo>
                  <a:lnTo>
                    <a:pt x="67627" y="394144"/>
                  </a:lnTo>
                  <a:lnTo>
                    <a:pt x="101798" y="422338"/>
                  </a:lnTo>
                  <a:lnTo>
                    <a:pt x="141017" y="443626"/>
                  </a:lnTo>
                  <a:lnTo>
                    <a:pt x="184356" y="457080"/>
                  </a:lnTo>
                  <a:lnTo>
                    <a:pt x="230886" y="461772"/>
                  </a:lnTo>
                  <a:lnTo>
                    <a:pt x="277415" y="457080"/>
                  </a:lnTo>
                  <a:lnTo>
                    <a:pt x="320754" y="443626"/>
                  </a:lnTo>
                  <a:lnTo>
                    <a:pt x="359973" y="422338"/>
                  </a:lnTo>
                  <a:lnTo>
                    <a:pt x="394144" y="394144"/>
                  </a:lnTo>
                  <a:lnTo>
                    <a:pt x="422338" y="359973"/>
                  </a:lnTo>
                  <a:lnTo>
                    <a:pt x="443626" y="320754"/>
                  </a:lnTo>
                  <a:lnTo>
                    <a:pt x="457080" y="277415"/>
                  </a:lnTo>
                  <a:lnTo>
                    <a:pt x="461772" y="230886"/>
                  </a:lnTo>
                  <a:lnTo>
                    <a:pt x="457080" y="184356"/>
                  </a:lnTo>
                  <a:lnTo>
                    <a:pt x="443626" y="141017"/>
                  </a:lnTo>
                  <a:lnTo>
                    <a:pt x="422338" y="101798"/>
                  </a:lnTo>
                  <a:lnTo>
                    <a:pt x="394144" y="67627"/>
                  </a:lnTo>
                  <a:lnTo>
                    <a:pt x="359973" y="39433"/>
                  </a:lnTo>
                  <a:lnTo>
                    <a:pt x="320754" y="18145"/>
                  </a:lnTo>
                  <a:lnTo>
                    <a:pt x="277415" y="4691"/>
                  </a:lnTo>
                  <a:lnTo>
                    <a:pt x="230886" y="0"/>
                  </a:lnTo>
                  <a:close/>
                </a:path>
              </a:pathLst>
            </a:custGeom>
            <a:solidFill>
              <a:srgbClr val="FFC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6" name="object 66"/>
            <p:cNvSpPr/>
            <p:nvPr/>
          </p:nvSpPr>
          <p:spPr>
            <a:xfrm>
              <a:off x="3688842" y="3021330"/>
              <a:ext cx="462280" cy="462280"/>
            </a:xfrm>
            <a:custGeom>
              <a:avLst/>
              <a:gdLst/>
              <a:ahLst/>
              <a:cxnLst/>
              <a:rect l="l" t="t" r="r" b="b"/>
              <a:pathLst>
                <a:path w="462279" h="462279">
                  <a:moveTo>
                    <a:pt x="0" y="230886"/>
                  </a:moveTo>
                  <a:lnTo>
                    <a:pt x="4691" y="184356"/>
                  </a:lnTo>
                  <a:lnTo>
                    <a:pt x="18145" y="141017"/>
                  </a:lnTo>
                  <a:lnTo>
                    <a:pt x="39433" y="101798"/>
                  </a:lnTo>
                  <a:lnTo>
                    <a:pt x="67627" y="67627"/>
                  </a:lnTo>
                  <a:lnTo>
                    <a:pt x="101798" y="39433"/>
                  </a:lnTo>
                  <a:lnTo>
                    <a:pt x="141017" y="18145"/>
                  </a:lnTo>
                  <a:lnTo>
                    <a:pt x="184356" y="4691"/>
                  </a:lnTo>
                  <a:lnTo>
                    <a:pt x="230886" y="0"/>
                  </a:lnTo>
                  <a:lnTo>
                    <a:pt x="277415" y="4691"/>
                  </a:lnTo>
                  <a:lnTo>
                    <a:pt x="320754" y="18145"/>
                  </a:lnTo>
                  <a:lnTo>
                    <a:pt x="359973" y="39433"/>
                  </a:lnTo>
                  <a:lnTo>
                    <a:pt x="394144" y="67627"/>
                  </a:lnTo>
                  <a:lnTo>
                    <a:pt x="422338" y="101798"/>
                  </a:lnTo>
                  <a:lnTo>
                    <a:pt x="443626" y="141017"/>
                  </a:lnTo>
                  <a:lnTo>
                    <a:pt x="457080" y="184356"/>
                  </a:lnTo>
                  <a:lnTo>
                    <a:pt x="461772" y="230886"/>
                  </a:lnTo>
                  <a:lnTo>
                    <a:pt x="457080" y="277415"/>
                  </a:lnTo>
                  <a:lnTo>
                    <a:pt x="443626" y="320754"/>
                  </a:lnTo>
                  <a:lnTo>
                    <a:pt x="422338" y="359973"/>
                  </a:lnTo>
                  <a:lnTo>
                    <a:pt x="394144" y="394144"/>
                  </a:lnTo>
                  <a:lnTo>
                    <a:pt x="359973" y="422338"/>
                  </a:lnTo>
                  <a:lnTo>
                    <a:pt x="320754" y="443626"/>
                  </a:lnTo>
                  <a:lnTo>
                    <a:pt x="277415" y="457080"/>
                  </a:lnTo>
                  <a:lnTo>
                    <a:pt x="230886" y="461772"/>
                  </a:lnTo>
                  <a:lnTo>
                    <a:pt x="184356" y="457080"/>
                  </a:lnTo>
                  <a:lnTo>
                    <a:pt x="141017" y="443626"/>
                  </a:lnTo>
                  <a:lnTo>
                    <a:pt x="101798" y="422338"/>
                  </a:lnTo>
                  <a:lnTo>
                    <a:pt x="67627" y="394144"/>
                  </a:lnTo>
                  <a:lnTo>
                    <a:pt x="39433" y="359973"/>
                  </a:lnTo>
                  <a:lnTo>
                    <a:pt x="18145" y="320754"/>
                  </a:lnTo>
                  <a:lnTo>
                    <a:pt x="4691" y="277415"/>
                  </a:lnTo>
                  <a:lnTo>
                    <a:pt x="0" y="230886"/>
                  </a:lnTo>
                  <a:close/>
                </a:path>
              </a:pathLst>
            </a:custGeom>
            <a:ln w="19812">
              <a:solidFill>
                <a:srgbClr val="FFC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7" name="object 67"/>
          <p:cNvSpPr txBox="1"/>
          <p:nvPr/>
        </p:nvSpPr>
        <p:spPr>
          <a:xfrm>
            <a:off x="3808984" y="3178301"/>
            <a:ext cx="234315" cy="2235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95"/>
              </a:spcBef>
            </a:pPr>
            <a:r>
              <a:rPr sz="1950" spc="-127" baseline="12820" dirty="0">
                <a:latin typeface="Trebuchet MS"/>
                <a:cs typeface="Trebuchet MS"/>
              </a:rPr>
              <a:t>y</a:t>
            </a:r>
            <a:r>
              <a:rPr sz="850" spc="-85" dirty="0">
                <a:latin typeface="Trebuchet MS"/>
                <a:cs typeface="Trebuchet MS"/>
              </a:rPr>
              <a:t>out</a:t>
            </a:r>
            <a:endParaRPr sz="850">
              <a:latin typeface="Trebuchet MS"/>
              <a:cs typeface="Trebuchet MS"/>
            </a:endParaRPr>
          </a:p>
        </p:txBody>
      </p:sp>
      <p:grpSp>
        <p:nvGrpSpPr>
          <p:cNvPr id="68" name="object 68"/>
          <p:cNvGrpSpPr/>
          <p:nvPr/>
        </p:nvGrpSpPr>
        <p:grpSpPr>
          <a:xfrm>
            <a:off x="2640838" y="2845054"/>
            <a:ext cx="353060" cy="835660"/>
            <a:chOff x="2640838" y="2845054"/>
            <a:chExt cx="353060" cy="835660"/>
          </a:xfrm>
        </p:grpSpPr>
        <p:sp>
          <p:nvSpPr>
            <p:cNvPr id="69" name="object 69"/>
            <p:cNvSpPr/>
            <p:nvPr/>
          </p:nvSpPr>
          <p:spPr>
            <a:xfrm>
              <a:off x="2650998" y="2855214"/>
              <a:ext cx="332740" cy="332740"/>
            </a:xfrm>
            <a:custGeom>
              <a:avLst/>
              <a:gdLst/>
              <a:ahLst/>
              <a:cxnLst/>
              <a:rect l="l" t="t" r="r" b="b"/>
              <a:pathLst>
                <a:path w="332739" h="332739">
                  <a:moveTo>
                    <a:pt x="166115" y="0"/>
                  </a:moveTo>
                  <a:lnTo>
                    <a:pt x="121972" y="5937"/>
                  </a:lnTo>
                  <a:lnTo>
                    <a:pt x="82295" y="22690"/>
                  </a:lnTo>
                  <a:lnTo>
                    <a:pt x="48672" y="48672"/>
                  </a:lnTo>
                  <a:lnTo>
                    <a:pt x="22690" y="82296"/>
                  </a:lnTo>
                  <a:lnTo>
                    <a:pt x="5937" y="121972"/>
                  </a:lnTo>
                  <a:lnTo>
                    <a:pt x="0" y="166115"/>
                  </a:lnTo>
                  <a:lnTo>
                    <a:pt x="5937" y="210259"/>
                  </a:lnTo>
                  <a:lnTo>
                    <a:pt x="22690" y="249936"/>
                  </a:lnTo>
                  <a:lnTo>
                    <a:pt x="48672" y="283559"/>
                  </a:lnTo>
                  <a:lnTo>
                    <a:pt x="82295" y="309541"/>
                  </a:lnTo>
                  <a:lnTo>
                    <a:pt x="121972" y="326294"/>
                  </a:lnTo>
                  <a:lnTo>
                    <a:pt x="166115" y="332232"/>
                  </a:lnTo>
                  <a:lnTo>
                    <a:pt x="210259" y="326294"/>
                  </a:lnTo>
                  <a:lnTo>
                    <a:pt x="249935" y="309541"/>
                  </a:lnTo>
                  <a:lnTo>
                    <a:pt x="283559" y="283559"/>
                  </a:lnTo>
                  <a:lnTo>
                    <a:pt x="309541" y="249936"/>
                  </a:lnTo>
                  <a:lnTo>
                    <a:pt x="326294" y="210259"/>
                  </a:lnTo>
                  <a:lnTo>
                    <a:pt x="332231" y="166115"/>
                  </a:lnTo>
                  <a:lnTo>
                    <a:pt x="326294" y="121972"/>
                  </a:lnTo>
                  <a:lnTo>
                    <a:pt x="309541" y="82295"/>
                  </a:lnTo>
                  <a:lnTo>
                    <a:pt x="283559" y="48672"/>
                  </a:lnTo>
                  <a:lnTo>
                    <a:pt x="249935" y="22690"/>
                  </a:lnTo>
                  <a:lnTo>
                    <a:pt x="210259" y="5937"/>
                  </a:lnTo>
                  <a:lnTo>
                    <a:pt x="166115" y="0"/>
                  </a:lnTo>
                  <a:close/>
                </a:path>
              </a:pathLst>
            </a:custGeom>
            <a:solidFill>
              <a:srgbClr val="13299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0" name="object 70"/>
            <p:cNvSpPr/>
            <p:nvPr/>
          </p:nvSpPr>
          <p:spPr>
            <a:xfrm>
              <a:off x="2650998" y="2855214"/>
              <a:ext cx="332740" cy="332740"/>
            </a:xfrm>
            <a:custGeom>
              <a:avLst/>
              <a:gdLst/>
              <a:ahLst/>
              <a:cxnLst/>
              <a:rect l="l" t="t" r="r" b="b"/>
              <a:pathLst>
                <a:path w="332739" h="332739">
                  <a:moveTo>
                    <a:pt x="0" y="166115"/>
                  </a:moveTo>
                  <a:lnTo>
                    <a:pt x="5937" y="121972"/>
                  </a:lnTo>
                  <a:lnTo>
                    <a:pt x="22690" y="82296"/>
                  </a:lnTo>
                  <a:lnTo>
                    <a:pt x="48672" y="48672"/>
                  </a:lnTo>
                  <a:lnTo>
                    <a:pt x="82295" y="22690"/>
                  </a:lnTo>
                  <a:lnTo>
                    <a:pt x="121972" y="5937"/>
                  </a:lnTo>
                  <a:lnTo>
                    <a:pt x="166115" y="0"/>
                  </a:lnTo>
                  <a:lnTo>
                    <a:pt x="210259" y="5937"/>
                  </a:lnTo>
                  <a:lnTo>
                    <a:pt x="249935" y="22690"/>
                  </a:lnTo>
                  <a:lnTo>
                    <a:pt x="283559" y="48672"/>
                  </a:lnTo>
                  <a:lnTo>
                    <a:pt x="309541" y="82295"/>
                  </a:lnTo>
                  <a:lnTo>
                    <a:pt x="326294" y="121972"/>
                  </a:lnTo>
                  <a:lnTo>
                    <a:pt x="332231" y="166115"/>
                  </a:lnTo>
                  <a:lnTo>
                    <a:pt x="326294" y="210259"/>
                  </a:lnTo>
                  <a:lnTo>
                    <a:pt x="309541" y="249936"/>
                  </a:lnTo>
                  <a:lnTo>
                    <a:pt x="283559" y="283559"/>
                  </a:lnTo>
                  <a:lnTo>
                    <a:pt x="249935" y="309541"/>
                  </a:lnTo>
                  <a:lnTo>
                    <a:pt x="210259" y="326294"/>
                  </a:lnTo>
                  <a:lnTo>
                    <a:pt x="166115" y="332232"/>
                  </a:lnTo>
                  <a:lnTo>
                    <a:pt x="121972" y="326294"/>
                  </a:lnTo>
                  <a:lnTo>
                    <a:pt x="82295" y="309541"/>
                  </a:lnTo>
                  <a:lnTo>
                    <a:pt x="48672" y="283559"/>
                  </a:lnTo>
                  <a:lnTo>
                    <a:pt x="22690" y="249936"/>
                  </a:lnTo>
                  <a:lnTo>
                    <a:pt x="5937" y="210259"/>
                  </a:lnTo>
                  <a:lnTo>
                    <a:pt x="0" y="166115"/>
                  </a:lnTo>
                  <a:close/>
                </a:path>
              </a:pathLst>
            </a:custGeom>
            <a:ln w="19812">
              <a:solidFill>
                <a:srgbClr val="13299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1" name="object 71"/>
            <p:cNvSpPr/>
            <p:nvPr/>
          </p:nvSpPr>
          <p:spPr>
            <a:xfrm>
              <a:off x="2650998" y="3338322"/>
              <a:ext cx="332740" cy="332740"/>
            </a:xfrm>
            <a:custGeom>
              <a:avLst/>
              <a:gdLst/>
              <a:ahLst/>
              <a:cxnLst/>
              <a:rect l="l" t="t" r="r" b="b"/>
              <a:pathLst>
                <a:path w="332739" h="332739">
                  <a:moveTo>
                    <a:pt x="166115" y="0"/>
                  </a:moveTo>
                  <a:lnTo>
                    <a:pt x="121972" y="5937"/>
                  </a:lnTo>
                  <a:lnTo>
                    <a:pt x="82295" y="22690"/>
                  </a:lnTo>
                  <a:lnTo>
                    <a:pt x="48672" y="48672"/>
                  </a:lnTo>
                  <a:lnTo>
                    <a:pt x="22690" y="82296"/>
                  </a:lnTo>
                  <a:lnTo>
                    <a:pt x="5937" y="121972"/>
                  </a:lnTo>
                  <a:lnTo>
                    <a:pt x="0" y="166115"/>
                  </a:lnTo>
                  <a:lnTo>
                    <a:pt x="5937" y="210259"/>
                  </a:lnTo>
                  <a:lnTo>
                    <a:pt x="22690" y="249936"/>
                  </a:lnTo>
                  <a:lnTo>
                    <a:pt x="48672" y="283559"/>
                  </a:lnTo>
                  <a:lnTo>
                    <a:pt x="82295" y="309541"/>
                  </a:lnTo>
                  <a:lnTo>
                    <a:pt x="121972" y="326294"/>
                  </a:lnTo>
                  <a:lnTo>
                    <a:pt x="166115" y="332231"/>
                  </a:lnTo>
                  <a:lnTo>
                    <a:pt x="210259" y="326294"/>
                  </a:lnTo>
                  <a:lnTo>
                    <a:pt x="249935" y="309541"/>
                  </a:lnTo>
                  <a:lnTo>
                    <a:pt x="283559" y="283559"/>
                  </a:lnTo>
                  <a:lnTo>
                    <a:pt x="309541" y="249936"/>
                  </a:lnTo>
                  <a:lnTo>
                    <a:pt x="326294" y="210259"/>
                  </a:lnTo>
                  <a:lnTo>
                    <a:pt x="332231" y="166115"/>
                  </a:lnTo>
                  <a:lnTo>
                    <a:pt x="326294" y="121972"/>
                  </a:lnTo>
                  <a:lnTo>
                    <a:pt x="309541" y="82295"/>
                  </a:lnTo>
                  <a:lnTo>
                    <a:pt x="283559" y="48672"/>
                  </a:lnTo>
                  <a:lnTo>
                    <a:pt x="249935" y="22690"/>
                  </a:lnTo>
                  <a:lnTo>
                    <a:pt x="210259" y="5937"/>
                  </a:lnTo>
                  <a:lnTo>
                    <a:pt x="166115" y="0"/>
                  </a:lnTo>
                  <a:close/>
                </a:path>
              </a:pathLst>
            </a:custGeom>
            <a:solidFill>
              <a:srgbClr val="13299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2" name="object 72"/>
            <p:cNvSpPr/>
            <p:nvPr/>
          </p:nvSpPr>
          <p:spPr>
            <a:xfrm>
              <a:off x="2650998" y="3338322"/>
              <a:ext cx="332740" cy="332740"/>
            </a:xfrm>
            <a:custGeom>
              <a:avLst/>
              <a:gdLst/>
              <a:ahLst/>
              <a:cxnLst/>
              <a:rect l="l" t="t" r="r" b="b"/>
              <a:pathLst>
                <a:path w="332739" h="332739">
                  <a:moveTo>
                    <a:pt x="0" y="166115"/>
                  </a:moveTo>
                  <a:lnTo>
                    <a:pt x="5937" y="121972"/>
                  </a:lnTo>
                  <a:lnTo>
                    <a:pt x="22690" y="82296"/>
                  </a:lnTo>
                  <a:lnTo>
                    <a:pt x="48672" y="48672"/>
                  </a:lnTo>
                  <a:lnTo>
                    <a:pt x="82295" y="22690"/>
                  </a:lnTo>
                  <a:lnTo>
                    <a:pt x="121972" y="5937"/>
                  </a:lnTo>
                  <a:lnTo>
                    <a:pt x="166115" y="0"/>
                  </a:lnTo>
                  <a:lnTo>
                    <a:pt x="210259" y="5937"/>
                  </a:lnTo>
                  <a:lnTo>
                    <a:pt x="249935" y="22690"/>
                  </a:lnTo>
                  <a:lnTo>
                    <a:pt x="283559" y="48672"/>
                  </a:lnTo>
                  <a:lnTo>
                    <a:pt x="309541" y="82295"/>
                  </a:lnTo>
                  <a:lnTo>
                    <a:pt x="326294" y="121972"/>
                  </a:lnTo>
                  <a:lnTo>
                    <a:pt x="332231" y="166115"/>
                  </a:lnTo>
                  <a:lnTo>
                    <a:pt x="326294" y="210259"/>
                  </a:lnTo>
                  <a:lnTo>
                    <a:pt x="309541" y="249936"/>
                  </a:lnTo>
                  <a:lnTo>
                    <a:pt x="283559" y="283559"/>
                  </a:lnTo>
                  <a:lnTo>
                    <a:pt x="249935" y="309541"/>
                  </a:lnTo>
                  <a:lnTo>
                    <a:pt x="210259" y="326294"/>
                  </a:lnTo>
                  <a:lnTo>
                    <a:pt x="166115" y="332231"/>
                  </a:lnTo>
                  <a:lnTo>
                    <a:pt x="121972" y="326294"/>
                  </a:lnTo>
                  <a:lnTo>
                    <a:pt x="82295" y="309541"/>
                  </a:lnTo>
                  <a:lnTo>
                    <a:pt x="48672" y="283559"/>
                  </a:lnTo>
                  <a:lnTo>
                    <a:pt x="22690" y="249936"/>
                  </a:lnTo>
                  <a:lnTo>
                    <a:pt x="5937" y="210259"/>
                  </a:lnTo>
                  <a:lnTo>
                    <a:pt x="0" y="166115"/>
                  </a:lnTo>
                  <a:close/>
                </a:path>
              </a:pathLst>
            </a:custGeom>
            <a:ln w="19812">
              <a:solidFill>
                <a:srgbClr val="13299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3" name="object 73"/>
          <p:cNvSpPr txBox="1"/>
          <p:nvPr/>
        </p:nvSpPr>
        <p:spPr>
          <a:xfrm>
            <a:off x="2784601" y="3391280"/>
            <a:ext cx="74930" cy="2235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sz="1300" spc="-225" dirty="0">
                <a:solidFill>
                  <a:srgbClr val="FFFFFF"/>
                </a:solidFill>
                <a:latin typeface="Trebuchet MS"/>
                <a:cs typeface="Trebuchet MS"/>
              </a:rPr>
              <a:t>n</a:t>
            </a:r>
            <a:endParaRPr sz="1300">
              <a:latin typeface="Trebuchet MS"/>
              <a:cs typeface="Trebuchet MS"/>
            </a:endParaRPr>
          </a:p>
        </p:txBody>
      </p:sp>
      <p:grpSp>
        <p:nvGrpSpPr>
          <p:cNvPr id="74" name="object 74"/>
          <p:cNvGrpSpPr/>
          <p:nvPr/>
        </p:nvGrpSpPr>
        <p:grpSpPr>
          <a:xfrm>
            <a:off x="1609089" y="2845054"/>
            <a:ext cx="2078989" cy="835660"/>
            <a:chOff x="1609089" y="2845054"/>
            <a:chExt cx="2078989" cy="835660"/>
          </a:xfrm>
        </p:grpSpPr>
        <p:sp>
          <p:nvSpPr>
            <p:cNvPr id="75" name="object 75"/>
            <p:cNvSpPr/>
            <p:nvPr/>
          </p:nvSpPr>
          <p:spPr>
            <a:xfrm>
              <a:off x="1619250" y="2855213"/>
              <a:ext cx="2068830" cy="654050"/>
            </a:xfrm>
            <a:custGeom>
              <a:avLst/>
              <a:gdLst/>
              <a:ahLst/>
              <a:cxnLst/>
              <a:rect l="l" t="t" r="r" b="b"/>
              <a:pathLst>
                <a:path w="2068829" h="654050">
                  <a:moveTo>
                    <a:pt x="333756" y="166116"/>
                  </a:moveTo>
                  <a:lnTo>
                    <a:pt x="327787" y="121983"/>
                  </a:lnTo>
                  <a:lnTo>
                    <a:pt x="310972" y="82296"/>
                  </a:lnTo>
                  <a:lnTo>
                    <a:pt x="284886" y="48679"/>
                  </a:lnTo>
                  <a:lnTo>
                    <a:pt x="251117" y="22694"/>
                  </a:lnTo>
                  <a:lnTo>
                    <a:pt x="211251" y="5943"/>
                  </a:lnTo>
                  <a:lnTo>
                    <a:pt x="166878" y="0"/>
                  </a:lnTo>
                  <a:lnTo>
                    <a:pt x="122491" y="5943"/>
                  </a:lnTo>
                  <a:lnTo>
                    <a:pt x="82626" y="22694"/>
                  </a:lnTo>
                  <a:lnTo>
                    <a:pt x="48856" y="48679"/>
                  </a:lnTo>
                  <a:lnTo>
                    <a:pt x="22771" y="82296"/>
                  </a:lnTo>
                  <a:lnTo>
                    <a:pt x="5956" y="121983"/>
                  </a:lnTo>
                  <a:lnTo>
                    <a:pt x="0" y="166116"/>
                  </a:lnTo>
                  <a:lnTo>
                    <a:pt x="5956" y="210261"/>
                  </a:lnTo>
                  <a:lnTo>
                    <a:pt x="22771" y="249948"/>
                  </a:lnTo>
                  <a:lnTo>
                    <a:pt x="48856" y="283565"/>
                  </a:lnTo>
                  <a:lnTo>
                    <a:pt x="82626" y="309549"/>
                  </a:lnTo>
                  <a:lnTo>
                    <a:pt x="122491" y="326301"/>
                  </a:lnTo>
                  <a:lnTo>
                    <a:pt x="166878" y="332232"/>
                  </a:lnTo>
                  <a:lnTo>
                    <a:pt x="211251" y="326301"/>
                  </a:lnTo>
                  <a:lnTo>
                    <a:pt x="251117" y="309549"/>
                  </a:lnTo>
                  <a:lnTo>
                    <a:pt x="284886" y="283565"/>
                  </a:lnTo>
                  <a:lnTo>
                    <a:pt x="310972" y="249936"/>
                  </a:lnTo>
                  <a:lnTo>
                    <a:pt x="327787" y="210261"/>
                  </a:lnTo>
                  <a:lnTo>
                    <a:pt x="333756" y="166116"/>
                  </a:lnTo>
                  <a:close/>
                </a:path>
                <a:path w="2068829" h="654050">
                  <a:moveTo>
                    <a:pt x="2068576" y="395478"/>
                  </a:moveTo>
                  <a:lnTo>
                    <a:pt x="2068131" y="395427"/>
                  </a:lnTo>
                  <a:lnTo>
                    <a:pt x="2054682" y="382143"/>
                  </a:lnTo>
                  <a:lnTo>
                    <a:pt x="2007870" y="335915"/>
                  </a:lnTo>
                  <a:lnTo>
                    <a:pt x="1998014" y="366115"/>
                  </a:lnTo>
                  <a:lnTo>
                    <a:pt x="1365250" y="159258"/>
                  </a:lnTo>
                  <a:lnTo>
                    <a:pt x="1361186" y="171450"/>
                  </a:lnTo>
                  <a:lnTo>
                    <a:pt x="1994077" y="378180"/>
                  </a:lnTo>
                  <a:lnTo>
                    <a:pt x="1991448" y="386219"/>
                  </a:lnTo>
                  <a:lnTo>
                    <a:pt x="1983994" y="385318"/>
                  </a:lnTo>
                  <a:lnTo>
                    <a:pt x="1988045" y="396671"/>
                  </a:lnTo>
                  <a:lnTo>
                    <a:pt x="1984248" y="408305"/>
                  </a:lnTo>
                  <a:lnTo>
                    <a:pt x="1991804" y="407200"/>
                  </a:lnTo>
                  <a:lnTo>
                    <a:pt x="1994687" y="415239"/>
                  </a:lnTo>
                  <a:lnTo>
                    <a:pt x="1361059" y="642112"/>
                  </a:lnTo>
                  <a:lnTo>
                    <a:pt x="1365377" y="654050"/>
                  </a:lnTo>
                  <a:lnTo>
                    <a:pt x="1998954" y="427202"/>
                  </a:lnTo>
                  <a:lnTo>
                    <a:pt x="2009648" y="457073"/>
                  </a:lnTo>
                  <a:lnTo>
                    <a:pt x="2053742" y="410972"/>
                  </a:lnTo>
                  <a:lnTo>
                    <a:pt x="2068144" y="395922"/>
                  </a:lnTo>
                  <a:lnTo>
                    <a:pt x="2068576" y="395859"/>
                  </a:lnTo>
                  <a:lnTo>
                    <a:pt x="2068385" y="395681"/>
                  </a:lnTo>
                  <a:lnTo>
                    <a:pt x="2068576" y="395478"/>
                  </a:lnTo>
                  <a:close/>
                </a:path>
              </a:pathLst>
            </a:custGeom>
            <a:solidFill>
              <a:srgbClr val="13299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6" name="object 76"/>
            <p:cNvSpPr/>
            <p:nvPr/>
          </p:nvSpPr>
          <p:spPr>
            <a:xfrm>
              <a:off x="1619249" y="2855214"/>
              <a:ext cx="334010" cy="332740"/>
            </a:xfrm>
            <a:custGeom>
              <a:avLst/>
              <a:gdLst/>
              <a:ahLst/>
              <a:cxnLst/>
              <a:rect l="l" t="t" r="r" b="b"/>
              <a:pathLst>
                <a:path w="334010" h="332739">
                  <a:moveTo>
                    <a:pt x="0" y="166115"/>
                  </a:moveTo>
                  <a:lnTo>
                    <a:pt x="5958" y="121972"/>
                  </a:lnTo>
                  <a:lnTo>
                    <a:pt x="22775" y="82296"/>
                  </a:lnTo>
                  <a:lnTo>
                    <a:pt x="48863" y="48672"/>
                  </a:lnTo>
                  <a:lnTo>
                    <a:pt x="82634" y="22690"/>
                  </a:lnTo>
                  <a:lnTo>
                    <a:pt x="122502" y="5937"/>
                  </a:lnTo>
                  <a:lnTo>
                    <a:pt x="166877" y="0"/>
                  </a:lnTo>
                  <a:lnTo>
                    <a:pt x="211253" y="5937"/>
                  </a:lnTo>
                  <a:lnTo>
                    <a:pt x="251121" y="22690"/>
                  </a:lnTo>
                  <a:lnTo>
                    <a:pt x="284892" y="48672"/>
                  </a:lnTo>
                  <a:lnTo>
                    <a:pt x="310980" y="82295"/>
                  </a:lnTo>
                  <a:lnTo>
                    <a:pt x="327797" y="121972"/>
                  </a:lnTo>
                  <a:lnTo>
                    <a:pt x="333756" y="166115"/>
                  </a:lnTo>
                  <a:lnTo>
                    <a:pt x="327797" y="210259"/>
                  </a:lnTo>
                  <a:lnTo>
                    <a:pt x="310980" y="249936"/>
                  </a:lnTo>
                  <a:lnTo>
                    <a:pt x="284892" y="283559"/>
                  </a:lnTo>
                  <a:lnTo>
                    <a:pt x="251121" y="309541"/>
                  </a:lnTo>
                  <a:lnTo>
                    <a:pt x="211253" y="326294"/>
                  </a:lnTo>
                  <a:lnTo>
                    <a:pt x="166877" y="332232"/>
                  </a:lnTo>
                  <a:lnTo>
                    <a:pt x="122502" y="326294"/>
                  </a:lnTo>
                  <a:lnTo>
                    <a:pt x="82634" y="309541"/>
                  </a:lnTo>
                  <a:lnTo>
                    <a:pt x="48863" y="283559"/>
                  </a:lnTo>
                  <a:lnTo>
                    <a:pt x="22775" y="249936"/>
                  </a:lnTo>
                  <a:lnTo>
                    <a:pt x="5958" y="210259"/>
                  </a:lnTo>
                  <a:lnTo>
                    <a:pt x="0" y="166115"/>
                  </a:lnTo>
                  <a:close/>
                </a:path>
              </a:pathLst>
            </a:custGeom>
            <a:ln w="19812">
              <a:solidFill>
                <a:srgbClr val="13299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7" name="object 77"/>
            <p:cNvSpPr/>
            <p:nvPr/>
          </p:nvSpPr>
          <p:spPr>
            <a:xfrm>
              <a:off x="1619249" y="3338322"/>
              <a:ext cx="334010" cy="332740"/>
            </a:xfrm>
            <a:custGeom>
              <a:avLst/>
              <a:gdLst/>
              <a:ahLst/>
              <a:cxnLst/>
              <a:rect l="l" t="t" r="r" b="b"/>
              <a:pathLst>
                <a:path w="334010" h="332739">
                  <a:moveTo>
                    <a:pt x="166877" y="0"/>
                  </a:moveTo>
                  <a:lnTo>
                    <a:pt x="122502" y="5937"/>
                  </a:lnTo>
                  <a:lnTo>
                    <a:pt x="82634" y="22690"/>
                  </a:lnTo>
                  <a:lnTo>
                    <a:pt x="48863" y="48672"/>
                  </a:lnTo>
                  <a:lnTo>
                    <a:pt x="22775" y="82296"/>
                  </a:lnTo>
                  <a:lnTo>
                    <a:pt x="5958" y="121972"/>
                  </a:lnTo>
                  <a:lnTo>
                    <a:pt x="0" y="166115"/>
                  </a:lnTo>
                  <a:lnTo>
                    <a:pt x="5958" y="210259"/>
                  </a:lnTo>
                  <a:lnTo>
                    <a:pt x="22775" y="249936"/>
                  </a:lnTo>
                  <a:lnTo>
                    <a:pt x="48863" y="283559"/>
                  </a:lnTo>
                  <a:lnTo>
                    <a:pt x="82634" y="309541"/>
                  </a:lnTo>
                  <a:lnTo>
                    <a:pt x="122502" y="326294"/>
                  </a:lnTo>
                  <a:lnTo>
                    <a:pt x="166877" y="332231"/>
                  </a:lnTo>
                  <a:lnTo>
                    <a:pt x="211253" y="326294"/>
                  </a:lnTo>
                  <a:lnTo>
                    <a:pt x="251121" y="309541"/>
                  </a:lnTo>
                  <a:lnTo>
                    <a:pt x="284892" y="283559"/>
                  </a:lnTo>
                  <a:lnTo>
                    <a:pt x="310980" y="249936"/>
                  </a:lnTo>
                  <a:lnTo>
                    <a:pt x="327797" y="210259"/>
                  </a:lnTo>
                  <a:lnTo>
                    <a:pt x="333756" y="166115"/>
                  </a:lnTo>
                  <a:lnTo>
                    <a:pt x="327797" y="121972"/>
                  </a:lnTo>
                  <a:lnTo>
                    <a:pt x="310980" y="82295"/>
                  </a:lnTo>
                  <a:lnTo>
                    <a:pt x="284892" y="48672"/>
                  </a:lnTo>
                  <a:lnTo>
                    <a:pt x="251121" y="22690"/>
                  </a:lnTo>
                  <a:lnTo>
                    <a:pt x="211253" y="5937"/>
                  </a:lnTo>
                  <a:lnTo>
                    <a:pt x="166877" y="0"/>
                  </a:lnTo>
                  <a:close/>
                </a:path>
              </a:pathLst>
            </a:custGeom>
            <a:solidFill>
              <a:srgbClr val="13299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8" name="object 78"/>
            <p:cNvSpPr/>
            <p:nvPr/>
          </p:nvSpPr>
          <p:spPr>
            <a:xfrm>
              <a:off x="1619249" y="3338322"/>
              <a:ext cx="334010" cy="332740"/>
            </a:xfrm>
            <a:custGeom>
              <a:avLst/>
              <a:gdLst/>
              <a:ahLst/>
              <a:cxnLst/>
              <a:rect l="l" t="t" r="r" b="b"/>
              <a:pathLst>
                <a:path w="334010" h="332739">
                  <a:moveTo>
                    <a:pt x="0" y="166115"/>
                  </a:moveTo>
                  <a:lnTo>
                    <a:pt x="5958" y="121972"/>
                  </a:lnTo>
                  <a:lnTo>
                    <a:pt x="22775" y="82296"/>
                  </a:lnTo>
                  <a:lnTo>
                    <a:pt x="48863" y="48672"/>
                  </a:lnTo>
                  <a:lnTo>
                    <a:pt x="82634" y="22690"/>
                  </a:lnTo>
                  <a:lnTo>
                    <a:pt x="122502" y="5937"/>
                  </a:lnTo>
                  <a:lnTo>
                    <a:pt x="166877" y="0"/>
                  </a:lnTo>
                  <a:lnTo>
                    <a:pt x="211253" y="5937"/>
                  </a:lnTo>
                  <a:lnTo>
                    <a:pt x="251121" y="22690"/>
                  </a:lnTo>
                  <a:lnTo>
                    <a:pt x="284892" y="48672"/>
                  </a:lnTo>
                  <a:lnTo>
                    <a:pt x="310980" y="82295"/>
                  </a:lnTo>
                  <a:lnTo>
                    <a:pt x="327797" y="121972"/>
                  </a:lnTo>
                  <a:lnTo>
                    <a:pt x="333756" y="166115"/>
                  </a:lnTo>
                  <a:lnTo>
                    <a:pt x="327797" y="210259"/>
                  </a:lnTo>
                  <a:lnTo>
                    <a:pt x="310980" y="249936"/>
                  </a:lnTo>
                  <a:lnTo>
                    <a:pt x="284892" y="283559"/>
                  </a:lnTo>
                  <a:lnTo>
                    <a:pt x="251121" y="309541"/>
                  </a:lnTo>
                  <a:lnTo>
                    <a:pt x="211253" y="326294"/>
                  </a:lnTo>
                  <a:lnTo>
                    <a:pt x="166877" y="332231"/>
                  </a:lnTo>
                  <a:lnTo>
                    <a:pt x="122502" y="326294"/>
                  </a:lnTo>
                  <a:lnTo>
                    <a:pt x="82634" y="309541"/>
                  </a:lnTo>
                  <a:lnTo>
                    <a:pt x="48863" y="283559"/>
                  </a:lnTo>
                  <a:lnTo>
                    <a:pt x="22775" y="249936"/>
                  </a:lnTo>
                  <a:lnTo>
                    <a:pt x="5958" y="210259"/>
                  </a:lnTo>
                  <a:lnTo>
                    <a:pt x="0" y="166115"/>
                  </a:lnTo>
                  <a:close/>
                </a:path>
              </a:pathLst>
            </a:custGeom>
            <a:ln w="19812">
              <a:solidFill>
                <a:srgbClr val="13299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9" name="object 79"/>
          <p:cNvSpPr txBox="1"/>
          <p:nvPr/>
        </p:nvSpPr>
        <p:spPr>
          <a:xfrm>
            <a:off x="1757807" y="3391280"/>
            <a:ext cx="67310" cy="2235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sz="1300" spc="-225" dirty="0">
                <a:solidFill>
                  <a:srgbClr val="FFFFFF"/>
                </a:solidFill>
                <a:latin typeface="Trebuchet MS"/>
                <a:cs typeface="Trebuchet MS"/>
              </a:rPr>
              <a:t>x</a:t>
            </a:r>
            <a:endParaRPr sz="1300">
              <a:latin typeface="Trebuchet MS"/>
              <a:cs typeface="Trebuchet MS"/>
            </a:endParaRPr>
          </a:p>
        </p:txBody>
      </p:sp>
      <p:grpSp>
        <p:nvGrpSpPr>
          <p:cNvPr id="80" name="object 80"/>
          <p:cNvGrpSpPr/>
          <p:nvPr/>
        </p:nvGrpSpPr>
        <p:grpSpPr>
          <a:xfrm>
            <a:off x="1948688" y="2310129"/>
            <a:ext cx="1412240" cy="1231900"/>
            <a:chOff x="1948688" y="2310129"/>
            <a:chExt cx="1412240" cy="1231900"/>
          </a:xfrm>
        </p:grpSpPr>
        <p:sp>
          <p:nvSpPr>
            <p:cNvPr id="81" name="object 81"/>
            <p:cNvSpPr/>
            <p:nvPr/>
          </p:nvSpPr>
          <p:spPr>
            <a:xfrm>
              <a:off x="1948688" y="2982467"/>
              <a:ext cx="701675" cy="559435"/>
            </a:xfrm>
            <a:custGeom>
              <a:avLst/>
              <a:gdLst/>
              <a:ahLst/>
              <a:cxnLst/>
              <a:rect l="l" t="t" r="r" b="b"/>
              <a:pathLst>
                <a:path w="701675" h="559435">
                  <a:moveTo>
                    <a:pt x="701167" y="38100"/>
                  </a:moveTo>
                  <a:lnTo>
                    <a:pt x="688467" y="31750"/>
                  </a:lnTo>
                  <a:lnTo>
                    <a:pt x="634974" y="5003"/>
                  </a:lnTo>
                  <a:lnTo>
                    <a:pt x="634974" y="76314"/>
                  </a:lnTo>
                  <a:lnTo>
                    <a:pt x="352374" y="271945"/>
                  </a:lnTo>
                  <a:lnTo>
                    <a:pt x="23799" y="44450"/>
                  </a:lnTo>
                  <a:lnTo>
                    <a:pt x="624967" y="44450"/>
                  </a:lnTo>
                  <a:lnTo>
                    <a:pt x="624967" y="49009"/>
                  </a:lnTo>
                  <a:lnTo>
                    <a:pt x="616839" y="50165"/>
                  </a:lnTo>
                  <a:lnTo>
                    <a:pt x="624967" y="61887"/>
                  </a:lnTo>
                  <a:lnTo>
                    <a:pt x="624967" y="76200"/>
                  </a:lnTo>
                  <a:lnTo>
                    <a:pt x="632333" y="72517"/>
                  </a:lnTo>
                  <a:lnTo>
                    <a:pt x="634974" y="76314"/>
                  </a:lnTo>
                  <a:lnTo>
                    <a:pt x="634974" y="5003"/>
                  </a:lnTo>
                  <a:lnTo>
                    <a:pt x="624967" y="0"/>
                  </a:lnTo>
                  <a:lnTo>
                    <a:pt x="624967" y="31750"/>
                  </a:lnTo>
                  <a:lnTo>
                    <a:pt x="3556" y="31750"/>
                  </a:lnTo>
                  <a:lnTo>
                    <a:pt x="3556" y="38100"/>
                  </a:lnTo>
                  <a:lnTo>
                    <a:pt x="0" y="43307"/>
                  </a:lnTo>
                  <a:lnTo>
                    <a:pt x="341274" y="279628"/>
                  </a:lnTo>
                  <a:lnTo>
                    <a:pt x="0" y="515874"/>
                  </a:lnTo>
                  <a:lnTo>
                    <a:pt x="3556" y="521144"/>
                  </a:lnTo>
                  <a:lnTo>
                    <a:pt x="3556" y="527558"/>
                  </a:lnTo>
                  <a:lnTo>
                    <a:pt x="624967" y="527558"/>
                  </a:lnTo>
                  <a:lnTo>
                    <a:pt x="624967" y="559308"/>
                  </a:lnTo>
                  <a:lnTo>
                    <a:pt x="688467" y="527558"/>
                  </a:lnTo>
                  <a:lnTo>
                    <a:pt x="701167" y="521208"/>
                  </a:lnTo>
                  <a:lnTo>
                    <a:pt x="684225" y="490220"/>
                  </a:lnTo>
                  <a:lnTo>
                    <a:pt x="660273" y="446405"/>
                  </a:lnTo>
                  <a:lnTo>
                    <a:pt x="642162" y="472554"/>
                  </a:lnTo>
                  <a:lnTo>
                    <a:pt x="634949" y="467563"/>
                  </a:lnTo>
                  <a:lnTo>
                    <a:pt x="634949" y="482981"/>
                  </a:lnTo>
                  <a:lnTo>
                    <a:pt x="632307" y="486791"/>
                  </a:lnTo>
                  <a:lnTo>
                    <a:pt x="624967" y="483108"/>
                  </a:lnTo>
                  <a:lnTo>
                    <a:pt x="624967" y="497408"/>
                  </a:lnTo>
                  <a:lnTo>
                    <a:pt x="616839" y="509143"/>
                  </a:lnTo>
                  <a:lnTo>
                    <a:pt x="624967" y="510311"/>
                  </a:lnTo>
                  <a:lnTo>
                    <a:pt x="624967" y="514858"/>
                  </a:lnTo>
                  <a:lnTo>
                    <a:pt x="23799" y="514858"/>
                  </a:lnTo>
                  <a:lnTo>
                    <a:pt x="352425" y="287350"/>
                  </a:lnTo>
                  <a:lnTo>
                    <a:pt x="634949" y="482981"/>
                  </a:lnTo>
                  <a:lnTo>
                    <a:pt x="634949" y="467563"/>
                  </a:lnTo>
                  <a:lnTo>
                    <a:pt x="363537" y="279666"/>
                  </a:lnTo>
                  <a:lnTo>
                    <a:pt x="642200" y="86741"/>
                  </a:lnTo>
                  <a:lnTo>
                    <a:pt x="660273" y="112776"/>
                  </a:lnTo>
                  <a:lnTo>
                    <a:pt x="684187" y="69088"/>
                  </a:lnTo>
                  <a:lnTo>
                    <a:pt x="701167" y="38100"/>
                  </a:lnTo>
                  <a:close/>
                </a:path>
              </a:pathLst>
            </a:custGeom>
            <a:solidFill>
              <a:srgbClr val="13299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2" name="object 82"/>
            <p:cNvSpPr/>
            <p:nvPr/>
          </p:nvSpPr>
          <p:spPr>
            <a:xfrm>
              <a:off x="3018282" y="2320289"/>
              <a:ext cx="332740" cy="334010"/>
            </a:xfrm>
            <a:custGeom>
              <a:avLst/>
              <a:gdLst/>
              <a:ahLst/>
              <a:cxnLst/>
              <a:rect l="l" t="t" r="r" b="b"/>
              <a:pathLst>
                <a:path w="332739" h="334010">
                  <a:moveTo>
                    <a:pt x="166116" y="0"/>
                  </a:moveTo>
                  <a:lnTo>
                    <a:pt x="121972" y="5958"/>
                  </a:lnTo>
                  <a:lnTo>
                    <a:pt x="82296" y="22775"/>
                  </a:lnTo>
                  <a:lnTo>
                    <a:pt x="48672" y="48863"/>
                  </a:lnTo>
                  <a:lnTo>
                    <a:pt x="22690" y="82634"/>
                  </a:lnTo>
                  <a:lnTo>
                    <a:pt x="5937" y="122502"/>
                  </a:lnTo>
                  <a:lnTo>
                    <a:pt x="0" y="166877"/>
                  </a:lnTo>
                  <a:lnTo>
                    <a:pt x="5937" y="211253"/>
                  </a:lnTo>
                  <a:lnTo>
                    <a:pt x="22690" y="251121"/>
                  </a:lnTo>
                  <a:lnTo>
                    <a:pt x="48672" y="284892"/>
                  </a:lnTo>
                  <a:lnTo>
                    <a:pt x="82296" y="310980"/>
                  </a:lnTo>
                  <a:lnTo>
                    <a:pt x="121972" y="327797"/>
                  </a:lnTo>
                  <a:lnTo>
                    <a:pt x="166116" y="333756"/>
                  </a:lnTo>
                  <a:lnTo>
                    <a:pt x="210259" y="327797"/>
                  </a:lnTo>
                  <a:lnTo>
                    <a:pt x="249936" y="310980"/>
                  </a:lnTo>
                  <a:lnTo>
                    <a:pt x="283559" y="284892"/>
                  </a:lnTo>
                  <a:lnTo>
                    <a:pt x="309541" y="251121"/>
                  </a:lnTo>
                  <a:lnTo>
                    <a:pt x="326294" y="211253"/>
                  </a:lnTo>
                  <a:lnTo>
                    <a:pt x="332231" y="166877"/>
                  </a:lnTo>
                  <a:lnTo>
                    <a:pt x="326294" y="122502"/>
                  </a:lnTo>
                  <a:lnTo>
                    <a:pt x="309541" y="82634"/>
                  </a:lnTo>
                  <a:lnTo>
                    <a:pt x="283559" y="48863"/>
                  </a:lnTo>
                  <a:lnTo>
                    <a:pt x="249935" y="22775"/>
                  </a:lnTo>
                  <a:lnTo>
                    <a:pt x="210259" y="5958"/>
                  </a:lnTo>
                  <a:lnTo>
                    <a:pt x="166116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3" name="object 83"/>
            <p:cNvSpPr/>
            <p:nvPr/>
          </p:nvSpPr>
          <p:spPr>
            <a:xfrm>
              <a:off x="3018282" y="2320289"/>
              <a:ext cx="332740" cy="334010"/>
            </a:xfrm>
            <a:custGeom>
              <a:avLst/>
              <a:gdLst/>
              <a:ahLst/>
              <a:cxnLst/>
              <a:rect l="l" t="t" r="r" b="b"/>
              <a:pathLst>
                <a:path w="332739" h="334010">
                  <a:moveTo>
                    <a:pt x="0" y="166877"/>
                  </a:moveTo>
                  <a:lnTo>
                    <a:pt x="5937" y="122502"/>
                  </a:lnTo>
                  <a:lnTo>
                    <a:pt x="22690" y="82634"/>
                  </a:lnTo>
                  <a:lnTo>
                    <a:pt x="48672" y="48863"/>
                  </a:lnTo>
                  <a:lnTo>
                    <a:pt x="82296" y="22775"/>
                  </a:lnTo>
                  <a:lnTo>
                    <a:pt x="121972" y="5958"/>
                  </a:lnTo>
                  <a:lnTo>
                    <a:pt x="166116" y="0"/>
                  </a:lnTo>
                  <a:lnTo>
                    <a:pt x="210259" y="5958"/>
                  </a:lnTo>
                  <a:lnTo>
                    <a:pt x="249935" y="22775"/>
                  </a:lnTo>
                  <a:lnTo>
                    <a:pt x="283559" y="48863"/>
                  </a:lnTo>
                  <a:lnTo>
                    <a:pt x="309541" y="82634"/>
                  </a:lnTo>
                  <a:lnTo>
                    <a:pt x="326294" y="122502"/>
                  </a:lnTo>
                  <a:lnTo>
                    <a:pt x="332231" y="166877"/>
                  </a:lnTo>
                  <a:lnTo>
                    <a:pt x="326294" y="211253"/>
                  </a:lnTo>
                  <a:lnTo>
                    <a:pt x="309541" y="251121"/>
                  </a:lnTo>
                  <a:lnTo>
                    <a:pt x="283559" y="284892"/>
                  </a:lnTo>
                  <a:lnTo>
                    <a:pt x="249936" y="310980"/>
                  </a:lnTo>
                  <a:lnTo>
                    <a:pt x="210259" y="327797"/>
                  </a:lnTo>
                  <a:lnTo>
                    <a:pt x="166116" y="333756"/>
                  </a:lnTo>
                  <a:lnTo>
                    <a:pt x="121972" y="327797"/>
                  </a:lnTo>
                  <a:lnTo>
                    <a:pt x="82296" y="310980"/>
                  </a:lnTo>
                  <a:lnTo>
                    <a:pt x="48672" y="284892"/>
                  </a:lnTo>
                  <a:lnTo>
                    <a:pt x="22690" y="251121"/>
                  </a:lnTo>
                  <a:lnTo>
                    <a:pt x="5937" y="211253"/>
                  </a:lnTo>
                  <a:lnTo>
                    <a:pt x="0" y="166877"/>
                  </a:lnTo>
                  <a:close/>
                </a:path>
              </a:pathLst>
            </a:custGeom>
            <a:ln w="19812">
              <a:solidFill>
                <a:srgbClr val="C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4" name="object 84"/>
          <p:cNvSpPr txBox="1"/>
          <p:nvPr/>
        </p:nvSpPr>
        <p:spPr>
          <a:xfrm>
            <a:off x="3119882" y="2373883"/>
            <a:ext cx="139700" cy="2235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sz="1300" spc="-185" dirty="0">
                <a:solidFill>
                  <a:srgbClr val="FFFFFF"/>
                </a:solidFill>
                <a:latin typeface="Trebuchet MS"/>
                <a:cs typeface="Trebuchet MS"/>
              </a:rPr>
              <a:t>b2</a:t>
            </a:r>
            <a:endParaRPr sz="1300">
              <a:latin typeface="Trebuchet MS"/>
              <a:cs typeface="Trebuchet MS"/>
            </a:endParaRPr>
          </a:p>
        </p:txBody>
      </p:sp>
      <p:grpSp>
        <p:nvGrpSpPr>
          <p:cNvPr id="85" name="object 85"/>
          <p:cNvGrpSpPr/>
          <p:nvPr/>
        </p:nvGrpSpPr>
        <p:grpSpPr>
          <a:xfrm>
            <a:off x="2101342" y="2310129"/>
            <a:ext cx="353060" cy="354330"/>
            <a:chOff x="2101342" y="2310129"/>
            <a:chExt cx="353060" cy="354330"/>
          </a:xfrm>
        </p:grpSpPr>
        <p:sp>
          <p:nvSpPr>
            <p:cNvPr id="86" name="object 86"/>
            <p:cNvSpPr/>
            <p:nvPr/>
          </p:nvSpPr>
          <p:spPr>
            <a:xfrm>
              <a:off x="2111502" y="2320289"/>
              <a:ext cx="332740" cy="334010"/>
            </a:xfrm>
            <a:custGeom>
              <a:avLst/>
              <a:gdLst/>
              <a:ahLst/>
              <a:cxnLst/>
              <a:rect l="l" t="t" r="r" b="b"/>
              <a:pathLst>
                <a:path w="332739" h="334010">
                  <a:moveTo>
                    <a:pt x="166116" y="0"/>
                  </a:moveTo>
                  <a:lnTo>
                    <a:pt x="121972" y="5958"/>
                  </a:lnTo>
                  <a:lnTo>
                    <a:pt x="82296" y="22775"/>
                  </a:lnTo>
                  <a:lnTo>
                    <a:pt x="48672" y="48863"/>
                  </a:lnTo>
                  <a:lnTo>
                    <a:pt x="22690" y="82634"/>
                  </a:lnTo>
                  <a:lnTo>
                    <a:pt x="5937" y="122502"/>
                  </a:lnTo>
                  <a:lnTo>
                    <a:pt x="0" y="166877"/>
                  </a:lnTo>
                  <a:lnTo>
                    <a:pt x="5937" y="211253"/>
                  </a:lnTo>
                  <a:lnTo>
                    <a:pt x="22690" y="251121"/>
                  </a:lnTo>
                  <a:lnTo>
                    <a:pt x="48672" y="284892"/>
                  </a:lnTo>
                  <a:lnTo>
                    <a:pt x="82296" y="310980"/>
                  </a:lnTo>
                  <a:lnTo>
                    <a:pt x="121972" y="327797"/>
                  </a:lnTo>
                  <a:lnTo>
                    <a:pt x="166116" y="333756"/>
                  </a:lnTo>
                  <a:lnTo>
                    <a:pt x="210259" y="327797"/>
                  </a:lnTo>
                  <a:lnTo>
                    <a:pt x="249936" y="310980"/>
                  </a:lnTo>
                  <a:lnTo>
                    <a:pt x="283559" y="284892"/>
                  </a:lnTo>
                  <a:lnTo>
                    <a:pt x="309541" y="251121"/>
                  </a:lnTo>
                  <a:lnTo>
                    <a:pt x="326294" y="211253"/>
                  </a:lnTo>
                  <a:lnTo>
                    <a:pt x="332231" y="166877"/>
                  </a:lnTo>
                  <a:lnTo>
                    <a:pt x="326294" y="122502"/>
                  </a:lnTo>
                  <a:lnTo>
                    <a:pt x="309541" y="82634"/>
                  </a:lnTo>
                  <a:lnTo>
                    <a:pt x="283559" y="48863"/>
                  </a:lnTo>
                  <a:lnTo>
                    <a:pt x="249936" y="22775"/>
                  </a:lnTo>
                  <a:lnTo>
                    <a:pt x="210259" y="5958"/>
                  </a:lnTo>
                  <a:lnTo>
                    <a:pt x="166116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7" name="object 87"/>
            <p:cNvSpPr/>
            <p:nvPr/>
          </p:nvSpPr>
          <p:spPr>
            <a:xfrm>
              <a:off x="2111502" y="2320289"/>
              <a:ext cx="332740" cy="334010"/>
            </a:xfrm>
            <a:custGeom>
              <a:avLst/>
              <a:gdLst/>
              <a:ahLst/>
              <a:cxnLst/>
              <a:rect l="l" t="t" r="r" b="b"/>
              <a:pathLst>
                <a:path w="332739" h="334010">
                  <a:moveTo>
                    <a:pt x="0" y="166877"/>
                  </a:moveTo>
                  <a:lnTo>
                    <a:pt x="5937" y="122502"/>
                  </a:lnTo>
                  <a:lnTo>
                    <a:pt x="22690" y="82634"/>
                  </a:lnTo>
                  <a:lnTo>
                    <a:pt x="48672" y="48863"/>
                  </a:lnTo>
                  <a:lnTo>
                    <a:pt x="82296" y="22775"/>
                  </a:lnTo>
                  <a:lnTo>
                    <a:pt x="121972" y="5958"/>
                  </a:lnTo>
                  <a:lnTo>
                    <a:pt x="166116" y="0"/>
                  </a:lnTo>
                  <a:lnTo>
                    <a:pt x="210259" y="5958"/>
                  </a:lnTo>
                  <a:lnTo>
                    <a:pt x="249936" y="22775"/>
                  </a:lnTo>
                  <a:lnTo>
                    <a:pt x="283559" y="48863"/>
                  </a:lnTo>
                  <a:lnTo>
                    <a:pt x="309541" y="82634"/>
                  </a:lnTo>
                  <a:lnTo>
                    <a:pt x="326294" y="122502"/>
                  </a:lnTo>
                  <a:lnTo>
                    <a:pt x="332231" y="166877"/>
                  </a:lnTo>
                  <a:lnTo>
                    <a:pt x="326294" y="211253"/>
                  </a:lnTo>
                  <a:lnTo>
                    <a:pt x="309541" y="251121"/>
                  </a:lnTo>
                  <a:lnTo>
                    <a:pt x="283559" y="284892"/>
                  </a:lnTo>
                  <a:lnTo>
                    <a:pt x="249936" y="310980"/>
                  </a:lnTo>
                  <a:lnTo>
                    <a:pt x="210259" y="327797"/>
                  </a:lnTo>
                  <a:lnTo>
                    <a:pt x="166116" y="333756"/>
                  </a:lnTo>
                  <a:lnTo>
                    <a:pt x="121972" y="327797"/>
                  </a:lnTo>
                  <a:lnTo>
                    <a:pt x="82296" y="310980"/>
                  </a:lnTo>
                  <a:lnTo>
                    <a:pt x="48672" y="284892"/>
                  </a:lnTo>
                  <a:lnTo>
                    <a:pt x="22690" y="251121"/>
                  </a:lnTo>
                  <a:lnTo>
                    <a:pt x="5937" y="211253"/>
                  </a:lnTo>
                  <a:lnTo>
                    <a:pt x="0" y="166877"/>
                  </a:lnTo>
                  <a:close/>
                </a:path>
              </a:pathLst>
            </a:custGeom>
            <a:ln w="19812">
              <a:solidFill>
                <a:srgbClr val="C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8" name="object 88"/>
          <p:cNvSpPr txBox="1"/>
          <p:nvPr/>
        </p:nvSpPr>
        <p:spPr>
          <a:xfrm>
            <a:off x="2229866" y="2373883"/>
            <a:ext cx="109220" cy="2235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sz="1300" spc="-360" dirty="0">
                <a:solidFill>
                  <a:srgbClr val="FFFFFF"/>
                </a:solidFill>
                <a:latin typeface="Trebuchet MS"/>
                <a:cs typeface="Trebuchet MS"/>
              </a:rPr>
              <a:t>b1</a:t>
            </a:r>
            <a:endParaRPr sz="1300">
              <a:latin typeface="Trebuchet MS"/>
              <a:cs typeface="Trebuchet MS"/>
            </a:endParaRPr>
          </a:p>
        </p:txBody>
      </p:sp>
      <p:grpSp>
        <p:nvGrpSpPr>
          <p:cNvPr id="89" name="object 89"/>
          <p:cNvGrpSpPr/>
          <p:nvPr/>
        </p:nvGrpSpPr>
        <p:grpSpPr>
          <a:xfrm>
            <a:off x="2388107" y="2601214"/>
            <a:ext cx="1299845" cy="902969"/>
            <a:chOff x="2388107" y="2601214"/>
            <a:chExt cx="1299845" cy="902969"/>
          </a:xfrm>
        </p:grpSpPr>
        <p:sp>
          <p:nvSpPr>
            <p:cNvPr id="90" name="object 90"/>
            <p:cNvSpPr/>
            <p:nvPr/>
          </p:nvSpPr>
          <p:spPr>
            <a:xfrm>
              <a:off x="2388108" y="2601213"/>
              <a:ext cx="276860" cy="902969"/>
            </a:xfrm>
            <a:custGeom>
              <a:avLst/>
              <a:gdLst/>
              <a:ahLst/>
              <a:cxnLst/>
              <a:rect l="l" t="t" r="r" b="b"/>
              <a:pathLst>
                <a:path w="276860" h="902970">
                  <a:moveTo>
                    <a:pt x="276733" y="818769"/>
                  </a:moveTo>
                  <a:lnTo>
                    <a:pt x="246202" y="827455"/>
                  </a:lnTo>
                  <a:lnTo>
                    <a:pt x="24815" y="46113"/>
                  </a:lnTo>
                  <a:lnTo>
                    <a:pt x="215709" y="357822"/>
                  </a:lnTo>
                  <a:lnTo>
                    <a:pt x="188595" y="374396"/>
                  </a:lnTo>
                  <a:lnTo>
                    <a:pt x="260858" y="419481"/>
                  </a:lnTo>
                  <a:lnTo>
                    <a:pt x="256514" y="368681"/>
                  </a:lnTo>
                  <a:lnTo>
                    <a:pt x="253619" y="334645"/>
                  </a:lnTo>
                  <a:lnTo>
                    <a:pt x="226568" y="351180"/>
                  </a:lnTo>
                  <a:lnTo>
                    <a:pt x="11557" y="0"/>
                  </a:lnTo>
                  <a:lnTo>
                    <a:pt x="6096" y="3302"/>
                  </a:lnTo>
                  <a:lnTo>
                    <a:pt x="0" y="5080"/>
                  </a:lnTo>
                  <a:lnTo>
                    <a:pt x="234010" y="830910"/>
                  </a:lnTo>
                  <a:lnTo>
                    <a:pt x="203454" y="839597"/>
                  </a:lnTo>
                  <a:lnTo>
                    <a:pt x="260858" y="902589"/>
                  </a:lnTo>
                  <a:lnTo>
                    <a:pt x="272110" y="843153"/>
                  </a:lnTo>
                  <a:lnTo>
                    <a:pt x="276733" y="818769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1" name="object 91"/>
            <p:cNvSpPr/>
            <p:nvPr/>
          </p:nvSpPr>
          <p:spPr>
            <a:xfrm>
              <a:off x="3295522" y="2601214"/>
              <a:ext cx="392430" cy="650240"/>
            </a:xfrm>
            <a:custGeom>
              <a:avLst/>
              <a:gdLst/>
              <a:ahLst/>
              <a:cxnLst/>
              <a:rect l="l" t="t" r="r" b="b"/>
              <a:pathLst>
                <a:path w="392429" h="650239">
                  <a:moveTo>
                    <a:pt x="347582" y="587819"/>
                  </a:moveTo>
                  <a:lnTo>
                    <a:pt x="320293" y="604138"/>
                  </a:lnTo>
                  <a:lnTo>
                    <a:pt x="392049" y="649986"/>
                  </a:lnTo>
                  <a:lnTo>
                    <a:pt x="388214" y="598677"/>
                  </a:lnTo>
                  <a:lnTo>
                    <a:pt x="354075" y="598677"/>
                  </a:lnTo>
                  <a:lnTo>
                    <a:pt x="347582" y="587819"/>
                  </a:lnTo>
                  <a:close/>
                </a:path>
                <a:path w="392429" h="650239">
                  <a:moveTo>
                    <a:pt x="358480" y="581301"/>
                  </a:moveTo>
                  <a:lnTo>
                    <a:pt x="347582" y="587819"/>
                  </a:lnTo>
                  <a:lnTo>
                    <a:pt x="354075" y="598677"/>
                  </a:lnTo>
                  <a:lnTo>
                    <a:pt x="364998" y="592201"/>
                  </a:lnTo>
                  <a:lnTo>
                    <a:pt x="358480" y="581301"/>
                  </a:lnTo>
                  <a:close/>
                </a:path>
                <a:path w="392429" h="650239">
                  <a:moveTo>
                    <a:pt x="385699" y="565023"/>
                  </a:moveTo>
                  <a:lnTo>
                    <a:pt x="358480" y="581301"/>
                  </a:lnTo>
                  <a:lnTo>
                    <a:pt x="364998" y="592201"/>
                  </a:lnTo>
                  <a:lnTo>
                    <a:pt x="354075" y="598677"/>
                  </a:lnTo>
                  <a:lnTo>
                    <a:pt x="388214" y="598677"/>
                  </a:lnTo>
                  <a:lnTo>
                    <a:pt x="385699" y="565023"/>
                  </a:lnTo>
                  <a:close/>
                </a:path>
                <a:path w="392429" h="650239">
                  <a:moveTo>
                    <a:pt x="10922" y="0"/>
                  </a:moveTo>
                  <a:lnTo>
                    <a:pt x="0" y="6603"/>
                  </a:lnTo>
                  <a:lnTo>
                    <a:pt x="347582" y="587819"/>
                  </a:lnTo>
                  <a:lnTo>
                    <a:pt x="358480" y="581301"/>
                  </a:lnTo>
                  <a:lnTo>
                    <a:pt x="10922" y="0"/>
                  </a:lnTo>
                  <a:close/>
                </a:path>
              </a:pathLst>
            </a:custGeom>
            <a:solidFill>
              <a:srgbClr val="13299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2" name="object 92"/>
          <p:cNvSpPr txBox="1"/>
          <p:nvPr/>
        </p:nvSpPr>
        <p:spPr>
          <a:xfrm>
            <a:off x="838200" y="2662700"/>
            <a:ext cx="761112" cy="7663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77495" marR="5080" indent="-278130">
              <a:lnSpc>
                <a:spcPct val="130000"/>
              </a:lnSpc>
              <a:spcBef>
                <a:spcPts val="100"/>
              </a:spcBef>
            </a:pPr>
            <a:r>
              <a:rPr sz="1300" dirty="0">
                <a:latin typeface="Trebuchet MS"/>
                <a:cs typeface="Trebuchet MS"/>
              </a:rPr>
              <a:t>Input layer </a:t>
            </a:r>
            <a:r>
              <a:rPr sz="1300" dirty="0">
                <a:solidFill>
                  <a:srgbClr val="FFFFFF"/>
                </a:solidFill>
                <a:latin typeface="Trebuchet MS"/>
                <a:cs typeface="Trebuchet MS"/>
              </a:rPr>
              <a:t>x</a:t>
            </a:r>
            <a:endParaRPr sz="1300" dirty="0">
              <a:latin typeface="Trebuchet MS"/>
              <a:cs typeface="Trebuchet MS"/>
            </a:endParaRPr>
          </a:p>
        </p:txBody>
      </p:sp>
      <p:sp>
        <p:nvSpPr>
          <p:cNvPr id="93" name="object 93"/>
          <p:cNvSpPr txBox="1"/>
          <p:nvPr/>
        </p:nvSpPr>
        <p:spPr>
          <a:xfrm>
            <a:off x="3572002" y="2650617"/>
            <a:ext cx="650875" cy="412292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sz="1300" dirty="0">
                <a:latin typeface="Trebuchet MS"/>
                <a:cs typeface="Trebuchet MS"/>
              </a:rPr>
              <a:t>Output</a:t>
            </a:r>
            <a:r>
              <a:rPr sz="1300" spc="-125" dirty="0">
                <a:latin typeface="Trebuchet MS"/>
                <a:cs typeface="Trebuchet MS"/>
              </a:rPr>
              <a:t> </a:t>
            </a:r>
            <a:r>
              <a:rPr sz="1300" spc="-160" dirty="0">
                <a:latin typeface="Trebuchet MS"/>
                <a:cs typeface="Trebuchet MS"/>
              </a:rPr>
              <a:t>layer</a:t>
            </a:r>
            <a:endParaRPr sz="1300" dirty="0">
              <a:latin typeface="Trebuchet MS"/>
              <a:cs typeface="Trebuchet MS"/>
            </a:endParaRPr>
          </a:p>
        </p:txBody>
      </p:sp>
      <p:sp>
        <p:nvSpPr>
          <p:cNvPr id="94" name="object 94"/>
          <p:cNvSpPr txBox="1"/>
          <p:nvPr/>
        </p:nvSpPr>
        <p:spPr>
          <a:xfrm>
            <a:off x="2362200" y="2209800"/>
            <a:ext cx="659765" cy="7663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34645" marR="5080" indent="-335280">
              <a:lnSpc>
                <a:spcPct val="130000"/>
              </a:lnSpc>
              <a:spcBef>
                <a:spcPts val="100"/>
              </a:spcBef>
            </a:pPr>
            <a:r>
              <a:rPr sz="1300" dirty="0">
                <a:latin typeface="Trebuchet MS"/>
                <a:cs typeface="Trebuchet MS"/>
              </a:rPr>
              <a:t>Hidden layer </a:t>
            </a:r>
            <a:r>
              <a:rPr sz="1300" dirty="0">
                <a:solidFill>
                  <a:srgbClr val="FFFFFF"/>
                </a:solidFill>
                <a:latin typeface="Trebuchet MS"/>
                <a:cs typeface="Trebuchet MS"/>
              </a:rPr>
              <a:t>n</a:t>
            </a:r>
            <a:endParaRPr sz="1300" dirty="0">
              <a:latin typeface="Trebuchet MS"/>
              <a:cs typeface="Trebuchet MS"/>
            </a:endParaRPr>
          </a:p>
        </p:txBody>
      </p:sp>
      <p:sp>
        <p:nvSpPr>
          <p:cNvPr id="95" name="object 95"/>
          <p:cNvSpPr txBox="1"/>
          <p:nvPr/>
        </p:nvSpPr>
        <p:spPr>
          <a:xfrm>
            <a:off x="2084197" y="2840481"/>
            <a:ext cx="142240" cy="2235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sz="1300" spc="-420" dirty="0">
                <a:latin typeface="Trebuchet MS"/>
                <a:cs typeface="Trebuchet MS"/>
              </a:rPr>
              <a:t>W1</a:t>
            </a:r>
            <a:endParaRPr sz="1300">
              <a:latin typeface="Trebuchet MS"/>
              <a:cs typeface="Trebuchet MS"/>
            </a:endParaRPr>
          </a:p>
        </p:txBody>
      </p:sp>
      <p:sp>
        <p:nvSpPr>
          <p:cNvPr id="96" name="object 96"/>
          <p:cNvSpPr txBox="1"/>
          <p:nvPr/>
        </p:nvSpPr>
        <p:spPr>
          <a:xfrm>
            <a:off x="3116326" y="2840481"/>
            <a:ext cx="172720" cy="2235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sz="1300" spc="-305" dirty="0">
                <a:latin typeface="Trebuchet MS"/>
                <a:cs typeface="Trebuchet MS"/>
              </a:rPr>
              <a:t>W2</a:t>
            </a:r>
            <a:endParaRPr sz="1300">
              <a:latin typeface="Trebuchet MS"/>
              <a:cs typeface="Trebuchet MS"/>
            </a:endParaRPr>
          </a:p>
        </p:txBody>
      </p:sp>
      <p:graphicFrame>
        <p:nvGraphicFramePr>
          <p:cNvPr id="97" name="object 97"/>
          <p:cNvGraphicFramePr>
            <a:graphicFrameLocks noGrp="1"/>
          </p:cNvGraphicFramePr>
          <p:nvPr/>
        </p:nvGraphicFramePr>
        <p:xfrm>
          <a:off x="3525773" y="4023614"/>
          <a:ext cx="2839083" cy="91376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6351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3598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796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82880">
                <a:tc gridSpan="3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7E7E7E"/>
                      </a:solidFill>
                      <a:prstDash val="solid"/>
                    </a:lnL>
                    <a:lnR w="3175">
                      <a:solidFill>
                        <a:srgbClr val="7E7E7E"/>
                      </a:solidFill>
                      <a:prstDash val="solid"/>
                    </a:lnR>
                    <a:lnT w="12700">
                      <a:solidFill>
                        <a:srgbClr val="183DAF"/>
                      </a:solidFill>
                      <a:prstDash val="solid"/>
                    </a:lnT>
                    <a:lnB w="12700">
                      <a:solidFill>
                        <a:srgbClr val="227518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36195">
                        <a:lnSpc>
                          <a:spcPct val="100000"/>
                        </a:lnSpc>
                        <a:spcBef>
                          <a:spcPts val="114"/>
                        </a:spcBef>
                      </a:pPr>
                      <a:r>
                        <a:rPr sz="900" spc="-110" dirty="0">
                          <a:solidFill>
                            <a:srgbClr val="252525"/>
                          </a:solidFill>
                          <a:latin typeface="Trebuchet MS"/>
                          <a:cs typeface="Trebuchet MS"/>
                        </a:rPr>
                        <a:t>=</a:t>
                      </a:r>
                      <a:r>
                        <a:rPr sz="900" spc="-110" dirty="0">
                          <a:solidFill>
                            <a:srgbClr val="2D75B6"/>
                          </a:solidFill>
                          <a:latin typeface="Trebuchet MS"/>
                          <a:cs typeface="Trebuchet MS"/>
                        </a:rPr>
                        <a:t>C12</a:t>
                      </a:r>
                      <a:r>
                        <a:rPr sz="900" spc="-110" dirty="0">
                          <a:solidFill>
                            <a:srgbClr val="252525"/>
                          </a:solidFill>
                          <a:latin typeface="Trebuchet MS"/>
                          <a:cs typeface="Trebuchet MS"/>
                        </a:rPr>
                        <a:t>*</a:t>
                      </a:r>
                      <a:r>
                        <a:rPr sz="900" spc="-110" dirty="0">
                          <a:solidFill>
                            <a:srgbClr val="FF0000"/>
                          </a:solidFill>
                          <a:latin typeface="Trebuchet MS"/>
                          <a:cs typeface="Trebuchet MS"/>
                        </a:rPr>
                        <a:t>$F$12</a:t>
                      </a:r>
                      <a:r>
                        <a:rPr sz="900" spc="-110" dirty="0">
                          <a:solidFill>
                            <a:srgbClr val="252525"/>
                          </a:solidFill>
                          <a:latin typeface="Trebuchet MS"/>
                          <a:cs typeface="Trebuchet MS"/>
                        </a:rPr>
                        <a:t>+</a:t>
                      </a:r>
                      <a:r>
                        <a:rPr sz="900" spc="-110" dirty="0">
                          <a:solidFill>
                            <a:srgbClr val="6F2F9F"/>
                          </a:solidFill>
                          <a:latin typeface="Trebuchet MS"/>
                          <a:cs typeface="Trebuchet MS"/>
                        </a:rPr>
                        <a:t>D12</a:t>
                      </a:r>
                      <a:r>
                        <a:rPr sz="900" spc="-110" dirty="0">
                          <a:solidFill>
                            <a:srgbClr val="252525"/>
                          </a:solidFill>
                          <a:latin typeface="Trebuchet MS"/>
                          <a:cs typeface="Trebuchet MS"/>
                        </a:rPr>
                        <a:t>*</a:t>
                      </a:r>
                      <a:r>
                        <a:rPr sz="900" spc="-110" dirty="0">
                          <a:solidFill>
                            <a:srgbClr val="538235"/>
                          </a:solidFill>
                          <a:latin typeface="Trebuchet MS"/>
                          <a:cs typeface="Trebuchet MS"/>
                        </a:rPr>
                        <a:t>$F$14</a:t>
                      </a:r>
                      <a:r>
                        <a:rPr sz="900" spc="-110" dirty="0">
                          <a:solidFill>
                            <a:srgbClr val="252525"/>
                          </a:solidFill>
                          <a:latin typeface="Trebuchet MS"/>
                          <a:cs typeface="Trebuchet MS"/>
                        </a:rPr>
                        <a:t>+</a:t>
                      </a:r>
                      <a:r>
                        <a:rPr sz="900" spc="-110" dirty="0">
                          <a:solidFill>
                            <a:srgbClr val="CC0099"/>
                          </a:solidFill>
                          <a:latin typeface="Trebuchet MS"/>
                          <a:cs typeface="Trebuchet MS"/>
                        </a:rPr>
                        <a:t>$F$18</a:t>
                      </a:r>
                      <a:endParaRPr sz="900">
                        <a:latin typeface="Trebuchet MS"/>
                        <a:cs typeface="Trebuchet MS"/>
                      </a:endParaRPr>
                    </a:p>
                  </a:txBody>
                  <a:tcPr marL="0" marR="0" marT="14604" marB="0">
                    <a:lnL w="12700">
                      <a:solidFill>
                        <a:srgbClr val="227518"/>
                      </a:solidFill>
                      <a:prstDash val="solid"/>
                    </a:lnL>
                    <a:lnR w="12700">
                      <a:solidFill>
                        <a:srgbClr val="227518"/>
                      </a:solidFill>
                      <a:prstDash val="solid"/>
                    </a:lnR>
                    <a:lnT w="12700">
                      <a:solidFill>
                        <a:srgbClr val="227518"/>
                      </a:solidFill>
                      <a:prstDash val="solid"/>
                    </a:lnT>
                    <a:lnB w="12700">
                      <a:solidFill>
                        <a:srgbClr val="22751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6195">
                        <a:lnSpc>
                          <a:spcPct val="100000"/>
                        </a:lnSpc>
                        <a:spcBef>
                          <a:spcPts val="114"/>
                        </a:spcBef>
                      </a:pPr>
                      <a:r>
                        <a:rPr sz="900" spc="-150" dirty="0">
                          <a:solidFill>
                            <a:srgbClr val="252525"/>
                          </a:solidFill>
                          <a:latin typeface="Trebuchet MS"/>
                          <a:cs typeface="Trebuchet MS"/>
                        </a:rPr>
                        <a:t>=1/(1+EXP(-</a:t>
                      </a:r>
                      <a:r>
                        <a:rPr sz="900" spc="-10" dirty="0">
                          <a:solidFill>
                            <a:srgbClr val="252525"/>
                          </a:solidFill>
                          <a:latin typeface="Trebuchet MS"/>
                          <a:cs typeface="Trebuchet MS"/>
                        </a:rPr>
                        <a:t>K12))</a:t>
                      </a:r>
                      <a:endParaRPr sz="900">
                        <a:latin typeface="Trebuchet MS"/>
                        <a:cs typeface="Trebuchet MS"/>
                      </a:endParaRPr>
                    </a:p>
                  </a:txBody>
                  <a:tcPr marL="0" marR="0" marT="14604" marB="0">
                    <a:lnL w="12700">
                      <a:solidFill>
                        <a:srgbClr val="227518"/>
                      </a:solidFill>
                      <a:prstDash val="solid"/>
                    </a:lnL>
                    <a:lnR w="6350">
                      <a:solidFill>
                        <a:srgbClr val="BEBEBE"/>
                      </a:solidFill>
                      <a:prstDash val="solid"/>
                    </a:lnR>
                    <a:lnT w="6350">
                      <a:solidFill>
                        <a:srgbClr val="BEBEBE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63500" algn="r">
                        <a:lnSpc>
                          <a:spcPts val="1340"/>
                        </a:lnSpc>
                      </a:pPr>
                      <a:r>
                        <a:rPr sz="1200" dirty="0">
                          <a:solidFill>
                            <a:srgbClr val="252525"/>
                          </a:solidFill>
                          <a:latin typeface="Trebuchet MS"/>
                          <a:cs typeface="Trebuchet MS"/>
                        </a:rPr>
                        <a:t>1</a:t>
                      </a:r>
                      <a:endParaRPr sz="1200"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lnL w="6350">
                      <a:solidFill>
                        <a:srgbClr val="BEBEBE"/>
                      </a:solidFill>
                      <a:prstDash val="solid"/>
                    </a:lnL>
                    <a:lnR w="3175">
                      <a:solidFill>
                        <a:srgbClr val="7E7E7E"/>
                      </a:solidFill>
                      <a:prstDash val="solid"/>
                    </a:lnR>
                    <a:lnT w="6350">
                      <a:solidFill>
                        <a:srgbClr val="BEBEBE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36195">
                        <a:lnSpc>
                          <a:spcPct val="100000"/>
                        </a:lnSpc>
                        <a:spcBef>
                          <a:spcPts val="114"/>
                        </a:spcBef>
                      </a:pPr>
                      <a:r>
                        <a:rPr sz="900" spc="-110" dirty="0">
                          <a:solidFill>
                            <a:srgbClr val="252525"/>
                          </a:solidFill>
                          <a:latin typeface="Trebuchet MS"/>
                          <a:cs typeface="Trebuchet MS"/>
                        </a:rPr>
                        <a:t>=C13*$F$12+D13*$F$14+$F$18</a:t>
                      </a:r>
                      <a:endParaRPr sz="900">
                        <a:latin typeface="Trebuchet MS"/>
                        <a:cs typeface="Trebuchet MS"/>
                      </a:endParaRPr>
                    </a:p>
                  </a:txBody>
                  <a:tcPr marL="0" marR="0" marT="14604" marB="0">
                    <a:lnL w="3175">
                      <a:solidFill>
                        <a:srgbClr val="7E7E7E"/>
                      </a:solidFill>
                      <a:prstDash val="solid"/>
                    </a:lnL>
                    <a:lnR w="6350">
                      <a:solidFill>
                        <a:srgbClr val="BEBEBE"/>
                      </a:solidFill>
                      <a:prstDash val="solid"/>
                    </a:lnR>
                    <a:lnT w="12700">
                      <a:solidFill>
                        <a:srgbClr val="227518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6195">
                        <a:lnSpc>
                          <a:spcPct val="100000"/>
                        </a:lnSpc>
                        <a:spcBef>
                          <a:spcPts val="114"/>
                        </a:spcBef>
                      </a:pPr>
                      <a:r>
                        <a:rPr sz="900" spc="-150" dirty="0">
                          <a:solidFill>
                            <a:srgbClr val="252525"/>
                          </a:solidFill>
                          <a:latin typeface="Trebuchet MS"/>
                          <a:cs typeface="Trebuchet MS"/>
                        </a:rPr>
                        <a:t>=1/(1+EXP(-</a:t>
                      </a:r>
                      <a:r>
                        <a:rPr sz="900" spc="-10" dirty="0">
                          <a:solidFill>
                            <a:srgbClr val="252525"/>
                          </a:solidFill>
                          <a:latin typeface="Trebuchet MS"/>
                          <a:cs typeface="Trebuchet MS"/>
                        </a:rPr>
                        <a:t>K13))</a:t>
                      </a:r>
                      <a:endParaRPr sz="900">
                        <a:latin typeface="Trebuchet MS"/>
                        <a:cs typeface="Trebuchet MS"/>
                      </a:endParaRPr>
                    </a:p>
                  </a:txBody>
                  <a:tcPr marL="0" marR="0" marT="14604" marB="0">
                    <a:lnL w="6350">
                      <a:solidFill>
                        <a:srgbClr val="BEBEBE"/>
                      </a:solidFill>
                      <a:prstDash val="solid"/>
                    </a:lnL>
                    <a:lnR w="6350">
                      <a:solidFill>
                        <a:srgbClr val="BEBEBE"/>
                      </a:solidFill>
                      <a:prstDash val="solid"/>
                    </a:lnR>
                    <a:lnT w="6350">
                      <a:solidFill>
                        <a:srgbClr val="BEBEBE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63500" algn="r">
                        <a:lnSpc>
                          <a:spcPts val="1340"/>
                        </a:lnSpc>
                      </a:pPr>
                      <a:r>
                        <a:rPr sz="1200" dirty="0">
                          <a:solidFill>
                            <a:srgbClr val="252525"/>
                          </a:solidFill>
                          <a:latin typeface="Trebuchet MS"/>
                          <a:cs typeface="Trebuchet MS"/>
                        </a:rPr>
                        <a:t>1</a:t>
                      </a:r>
                      <a:endParaRPr sz="1200"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lnL w="6350">
                      <a:solidFill>
                        <a:srgbClr val="BEBEBE"/>
                      </a:solidFill>
                      <a:prstDash val="solid"/>
                    </a:lnL>
                    <a:lnR w="3175">
                      <a:solidFill>
                        <a:srgbClr val="7E7E7E"/>
                      </a:solidFill>
                      <a:prstDash val="solid"/>
                    </a:lnR>
                    <a:lnT w="6350">
                      <a:solidFill>
                        <a:srgbClr val="BEBEBE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82245">
                <a:tc>
                  <a:txBody>
                    <a:bodyPr/>
                    <a:lstStyle/>
                    <a:p>
                      <a:pPr marL="36195">
                        <a:lnSpc>
                          <a:spcPct val="100000"/>
                        </a:lnSpc>
                        <a:spcBef>
                          <a:spcPts val="114"/>
                        </a:spcBef>
                      </a:pPr>
                      <a:r>
                        <a:rPr sz="900" spc="-110" dirty="0">
                          <a:solidFill>
                            <a:srgbClr val="252525"/>
                          </a:solidFill>
                          <a:latin typeface="Trebuchet MS"/>
                          <a:cs typeface="Trebuchet MS"/>
                        </a:rPr>
                        <a:t>=C14*$F$12+D14*$F$14+$F$18</a:t>
                      </a:r>
                      <a:endParaRPr sz="900">
                        <a:latin typeface="Trebuchet MS"/>
                        <a:cs typeface="Trebuchet MS"/>
                      </a:endParaRPr>
                    </a:p>
                  </a:txBody>
                  <a:tcPr marL="0" marR="0" marT="14604" marB="0">
                    <a:lnL w="3175">
                      <a:solidFill>
                        <a:srgbClr val="7E7E7E"/>
                      </a:solidFill>
                      <a:prstDash val="solid"/>
                    </a:lnL>
                    <a:lnR w="6350">
                      <a:solidFill>
                        <a:srgbClr val="BEBEBE"/>
                      </a:solidFill>
                      <a:prstDash val="solid"/>
                    </a:lnR>
                    <a:lnT w="6350">
                      <a:solidFill>
                        <a:srgbClr val="BEBEBE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6195">
                        <a:lnSpc>
                          <a:spcPct val="100000"/>
                        </a:lnSpc>
                        <a:spcBef>
                          <a:spcPts val="114"/>
                        </a:spcBef>
                      </a:pPr>
                      <a:r>
                        <a:rPr sz="900" spc="-150" dirty="0">
                          <a:solidFill>
                            <a:srgbClr val="252525"/>
                          </a:solidFill>
                          <a:latin typeface="Trebuchet MS"/>
                          <a:cs typeface="Trebuchet MS"/>
                        </a:rPr>
                        <a:t>=1/(1+EXP(-</a:t>
                      </a:r>
                      <a:r>
                        <a:rPr sz="900" spc="-10" dirty="0">
                          <a:solidFill>
                            <a:srgbClr val="252525"/>
                          </a:solidFill>
                          <a:latin typeface="Trebuchet MS"/>
                          <a:cs typeface="Trebuchet MS"/>
                        </a:rPr>
                        <a:t>K14))</a:t>
                      </a:r>
                      <a:endParaRPr sz="900">
                        <a:latin typeface="Trebuchet MS"/>
                        <a:cs typeface="Trebuchet MS"/>
                      </a:endParaRPr>
                    </a:p>
                  </a:txBody>
                  <a:tcPr marL="0" marR="0" marT="14604" marB="0">
                    <a:lnL w="6350">
                      <a:solidFill>
                        <a:srgbClr val="BEBEBE"/>
                      </a:solidFill>
                      <a:prstDash val="solid"/>
                    </a:lnL>
                    <a:lnR w="6350">
                      <a:solidFill>
                        <a:srgbClr val="BEBEBE"/>
                      </a:solidFill>
                      <a:prstDash val="solid"/>
                    </a:lnR>
                    <a:lnT w="6350">
                      <a:solidFill>
                        <a:srgbClr val="BEBEBE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63500" algn="r">
                        <a:lnSpc>
                          <a:spcPts val="1340"/>
                        </a:lnSpc>
                      </a:pPr>
                      <a:r>
                        <a:rPr sz="1200" dirty="0">
                          <a:solidFill>
                            <a:srgbClr val="252525"/>
                          </a:solidFill>
                          <a:latin typeface="Trebuchet MS"/>
                          <a:cs typeface="Trebuchet MS"/>
                        </a:rPr>
                        <a:t>1</a:t>
                      </a:r>
                      <a:endParaRPr sz="1200"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lnL w="6350">
                      <a:solidFill>
                        <a:srgbClr val="BEBEBE"/>
                      </a:solidFill>
                      <a:prstDash val="solid"/>
                    </a:lnL>
                    <a:lnR w="3175">
                      <a:solidFill>
                        <a:srgbClr val="7E7E7E"/>
                      </a:solidFill>
                      <a:prstDash val="solid"/>
                    </a:lnR>
                    <a:lnT w="6350">
                      <a:solidFill>
                        <a:srgbClr val="BEBEBE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36195">
                        <a:lnSpc>
                          <a:spcPct val="100000"/>
                        </a:lnSpc>
                        <a:spcBef>
                          <a:spcPts val="114"/>
                        </a:spcBef>
                      </a:pPr>
                      <a:r>
                        <a:rPr sz="900" spc="-110" dirty="0">
                          <a:solidFill>
                            <a:srgbClr val="252525"/>
                          </a:solidFill>
                          <a:latin typeface="Trebuchet MS"/>
                          <a:cs typeface="Trebuchet MS"/>
                        </a:rPr>
                        <a:t>=C15*$F$12+D15*$F$14+$F$18</a:t>
                      </a:r>
                      <a:endParaRPr sz="900">
                        <a:latin typeface="Trebuchet MS"/>
                        <a:cs typeface="Trebuchet MS"/>
                      </a:endParaRPr>
                    </a:p>
                  </a:txBody>
                  <a:tcPr marL="0" marR="0" marT="14604" marB="0">
                    <a:lnL w="3175">
                      <a:solidFill>
                        <a:srgbClr val="7E7E7E"/>
                      </a:solidFill>
                      <a:prstDash val="solid"/>
                    </a:lnL>
                    <a:lnR w="6350">
                      <a:solidFill>
                        <a:srgbClr val="BEBEBE"/>
                      </a:solidFill>
                      <a:prstDash val="solid"/>
                    </a:lnR>
                    <a:lnT w="6350">
                      <a:solidFill>
                        <a:srgbClr val="BEBEBE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6195">
                        <a:lnSpc>
                          <a:spcPct val="100000"/>
                        </a:lnSpc>
                        <a:spcBef>
                          <a:spcPts val="114"/>
                        </a:spcBef>
                      </a:pPr>
                      <a:r>
                        <a:rPr sz="900" spc="-155" dirty="0">
                          <a:solidFill>
                            <a:srgbClr val="252525"/>
                          </a:solidFill>
                          <a:latin typeface="Trebuchet MS"/>
                          <a:cs typeface="Trebuchet MS"/>
                        </a:rPr>
                        <a:t>=1/(1+EXP(-</a:t>
                      </a:r>
                      <a:r>
                        <a:rPr sz="900" spc="-10" dirty="0">
                          <a:solidFill>
                            <a:srgbClr val="252525"/>
                          </a:solidFill>
                          <a:latin typeface="Trebuchet MS"/>
                          <a:cs typeface="Trebuchet MS"/>
                        </a:rPr>
                        <a:t>K15))</a:t>
                      </a:r>
                      <a:endParaRPr sz="900">
                        <a:latin typeface="Trebuchet MS"/>
                        <a:cs typeface="Trebuchet MS"/>
                      </a:endParaRPr>
                    </a:p>
                  </a:txBody>
                  <a:tcPr marL="0" marR="0" marT="14604" marB="0">
                    <a:lnL w="6350">
                      <a:solidFill>
                        <a:srgbClr val="BEBEBE"/>
                      </a:solidFill>
                      <a:prstDash val="solid"/>
                    </a:lnL>
                    <a:lnR w="6350">
                      <a:solidFill>
                        <a:srgbClr val="BEBEBE"/>
                      </a:solidFill>
                      <a:prstDash val="solid"/>
                    </a:lnR>
                    <a:lnT w="6350">
                      <a:solidFill>
                        <a:srgbClr val="BEBEBE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62865" algn="r">
                        <a:lnSpc>
                          <a:spcPts val="1340"/>
                        </a:lnSpc>
                      </a:pPr>
                      <a:r>
                        <a:rPr sz="1200" dirty="0">
                          <a:solidFill>
                            <a:srgbClr val="252525"/>
                          </a:solidFill>
                          <a:latin typeface="Trebuchet MS"/>
                          <a:cs typeface="Trebuchet MS"/>
                        </a:rPr>
                        <a:t>0</a:t>
                      </a:r>
                      <a:endParaRPr sz="1200"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lnL w="6350">
                      <a:solidFill>
                        <a:srgbClr val="BEBEBE"/>
                      </a:solidFill>
                      <a:prstDash val="solid"/>
                    </a:lnL>
                    <a:lnR w="3175">
                      <a:solidFill>
                        <a:srgbClr val="7E7E7E"/>
                      </a:solidFill>
                      <a:prstDash val="solid"/>
                    </a:lnR>
                    <a:lnT w="6350">
                      <a:solidFill>
                        <a:srgbClr val="BEBEBE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pSp>
        <p:nvGrpSpPr>
          <p:cNvPr id="98" name="object 98"/>
          <p:cNvGrpSpPr/>
          <p:nvPr/>
        </p:nvGrpSpPr>
        <p:grpSpPr>
          <a:xfrm>
            <a:off x="4235069" y="4064380"/>
            <a:ext cx="1435100" cy="139700"/>
            <a:chOff x="4235069" y="4064380"/>
            <a:chExt cx="1435100" cy="139700"/>
          </a:xfrm>
        </p:grpSpPr>
        <p:pic>
          <p:nvPicPr>
            <p:cNvPr id="99" name="object 99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4235069" y="4064380"/>
              <a:ext cx="84454" cy="116458"/>
            </a:xfrm>
            <a:prstGeom prst="rect">
              <a:avLst/>
            </a:prstGeom>
          </p:spPr>
        </p:pic>
        <p:pic>
          <p:nvPicPr>
            <p:cNvPr id="100" name="object 100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4360799" y="4083938"/>
              <a:ext cx="1309370" cy="119634"/>
            </a:xfrm>
            <a:prstGeom prst="rect">
              <a:avLst/>
            </a:prstGeom>
          </p:spPr>
        </p:pic>
      </p:grpSp>
      <p:graphicFrame>
        <p:nvGraphicFramePr>
          <p:cNvPr id="101" name="object 101"/>
          <p:cNvGraphicFramePr>
            <a:graphicFrameLocks noGrp="1"/>
          </p:cNvGraphicFramePr>
          <p:nvPr/>
        </p:nvGraphicFramePr>
        <p:xfrm>
          <a:off x="3530536" y="5028565"/>
          <a:ext cx="2425699" cy="91376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851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851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851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851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8513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18288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7E7E7E"/>
                      </a:solidFill>
                      <a:prstDash val="solid"/>
                    </a:lnL>
                    <a:lnR w="6350">
                      <a:solidFill>
                        <a:srgbClr val="BEBEBE"/>
                      </a:solidFill>
                      <a:prstDash val="solid"/>
                    </a:lnR>
                    <a:lnT w="12700">
                      <a:solidFill>
                        <a:srgbClr val="183DAF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BEBEBE"/>
                      </a:solidFill>
                      <a:prstDash val="solid"/>
                    </a:lnL>
                    <a:lnR w="6350">
                      <a:solidFill>
                        <a:srgbClr val="BEBEBE"/>
                      </a:solidFill>
                      <a:prstDash val="solid"/>
                    </a:lnR>
                    <a:lnT w="12700">
                      <a:solidFill>
                        <a:srgbClr val="183DAF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BEBEBE"/>
                      </a:solidFill>
                      <a:prstDash val="solid"/>
                    </a:lnL>
                    <a:lnR w="6350">
                      <a:solidFill>
                        <a:srgbClr val="BEBEBE"/>
                      </a:solidFill>
                      <a:prstDash val="solid"/>
                    </a:lnR>
                    <a:lnT w="12700">
                      <a:solidFill>
                        <a:srgbClr val="183DAF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BEBEBE"/>
                      </a:solidFill>
                      <a:prstDash val="solid"/>
                    </a:lnL>
                    <a:lnR w="6350">
                      <a:solidFill>
                        <a:srgbClr val="BEBEBE"/>
                      </a:solidFill>
                      <a:prstDash val="solid"/>
                    </a:lnR>
                    <a:lnT w="12700">
                      <a:solidFill>
                        <a:srgbClr val="183DAF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BEBEBE"/>
                      </a:solidFill>
                      <a:prstDash val="solid"/>
                    </a:lnL>
                    <a:lnR w="3175">
                      <a:solidFill>
                        <a:srgbClr val="7E7E7E"/>
                      </a:solidFill>
                      <a:prstDash val="solid"/>
                    </a:lnR>
                    <a:lnT w="12700">
                      <a:solidFill>
                        <a:srgbClr val="183DAF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>
                        <a:lnSpc>
                          <a:spcPts val="1340"/>
                        </a:lnSpc>
                      </a:pPr>
                      <a:r>
                        <a:rPr sz="1200" dirty="0">
                          <a:solidFill>
                            <a:srgbClr val="252525"/>
                          </a:solidFill>
                          <a:latin typeface="Trebuchet MS"/>
                          <a:cs typeface="Trebuchet MS"/>
                        </a:rPr>
                        <a:t>0</a:t>
                      </a:r>
                      <a:endParaRPr sz="1200"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lnL w="3175">
                      <a:solidFill>
                        <a:srgbClr val="7E7E7E"/>
                      </a:solidFill>
                      <a:prstDash val="solid"/>
                    </a:lnL>
                    <a:lnR w="6350">
                      <a:solidFill>
                        <a:srgbClr val="BEBEBE"/>
                      </a:solidFill>
                      <a:prstDash val="solid"/>
                    </a:lnR>
                    <a:lnT w="6350">
                      <a:solidFill>
                        <a:srgbClr val="BEBEBE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09550">
                        <a:lnSpc>
                          <a:spcPts val="1340"/>
                        </a:lnSpc>
                      </a:pPr>
                      <a:r>
                        <a:rPr sz="1200" dirty="0">
                          <a:solidFill>
                            <a:srgbClr val="252525"/>
                          </a:solidFill>
                          <a:latin typeface="Trebuchet MS"/>
                          <a:cs typeface="Trebuchet MS"/>
                        </a:rPr>
                        <a:t>0</a:t>
                      </a:r>
                      <a:endParaRPr sz="1200"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lnL w="6350">
                      <a:solidFill>
                        <a:srgbClr val="BEBEBE"/>
                      </a:solidFill>
                      <a:prstDash val="solid"/>
                    </a:lnL>
                    <a:lnR w="6350">
                      <a:solidFill>
                        <a:srgbClr val="BEBEBE"/>
                      </a:solidFill>
                      <a:prstDash val="solid"/>
                    </a:lnR>
                    <a:lnT w="6350">
                      <a:solidFill>
                        <a:srgbClr val="BEBEBE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ts val="1340"/>
                        </a:lnSpc>
                      </a:pPr>
                      <a:r>
                        <a:rPr sz="1200" dirty="0">
                          <a:solidFill>
                            <a:srgbClr val="252525"/>
                          </a:solidFill>
                          <a:latin typeface="Trebuchet MS"/>
                          <a:cs typeface="Trebuchet MS"/>
                        </a:rPr>
                        <a:t>0</a:t>
                      </a:r>
                      <a:endParaRPr sz="1200"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lnL w="6350">
                      <a:solidFill>
                        <a:srgbClr val="BEBEBE"/>
                      </a:solidFill>
                      <a:prstDash val="solid"/>
                    </a:lnL>
                    <a:lnR w="6350">
                      <a:solidFill>
                        <a:srgbClr val="BEBEBE"/>
                      </a:solidFill>
                      <a:prstDash val="solid"/>
                    </a:lnR>
                    <a:lnT w="6350">
                      <a:solidFill>
                        <a:srgbClr val="BEBEBE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09550">
                        <a:lnSpc>
                          <a:spcPts val="1340"/>
                        </a:lnSpc>
                      </a:pPr>
                      <a:r>
                        <a:rPr sz="1200" dirty="0">
                          <a:solidFill>
                            <a:srgbClr val="252525"/>
                          </a:solidFill>
                          <a:latin typeface="Trebuchet MS"/>
                          <a:cs typeface="Trebuchet MS"/>
                        </a:rPr>
                        <a:t>0</a:t>
                      </a:r>
                      <a:endParaRPr sz="1200"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lnL w="6350">
                      <a:solidFill>
                        <a:srgbClr val="BEBEBE"/>
                      </a:solidFill>
                      <a:prstDash val="solid"/>
                    </a:lnL>
                    <a:lnR w="6350">
                      <a:solidFill>
                        <a:srgbClr val="BEBEBE"/>
                      </a:solidFill>
                      <a:prstDash val="solid"/>
                    </a:lnR>
                    <a:lnT w="6350">
                      <a:solidFill>
                        <a:srgbClr val="BEBEBE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ts val="1340"/>
                        </a:lnSpc>
                      </a:pPr>
                      <a:r>
                        <a:rPr sz="1200" dirty="0">
                          <a:solidFill>
                            <a:srgbClr val="252525"/>
                          </a:solidFill>
                          <a:latin typeface="Trebuchet MS"/>
                          <a:cs typeface="Trebuchet MS"/>
                        </a:rPr>
                        <a:t>1</a:t>
                      </a:r>
                      <a:endParaRPr sz="1200"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lnL w="6350">
                      <a:solidFill>
                        <a:srgbClr val="BEBEBE"/>
                      </a:solidFill>
                      <a:prstDash val="solid"/>
                    </a:lnL>
                    <a:lnR w="3175">
                      <a:solidFill>
                        <a:srgbClr val="7E7E7E"/>
                      </a:solidFill>
                      <a:prstDash val="solid"/>
                    </a:lnR>
                    <a:lnT w="6350">
                      <a:solidFill>
                        <a:srgbClr val="BEBEBE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>
                        <a:lnSpc>
                          <a:spcPts val="1340"/>
                        </a:lnSpc>
                      </a:pPr>
                      <a:r>
                        <a:rPr sz="1200" dirty="0">
                          <a:solidFill>
                            <a:srgbClr val="252525"/>
                          </a:solidFill>
                          <a:latin typeface="Trebuchet MS"/>
                          <a:cs typeface="Trebuchet MS"/>
                        </a:rPr>
                        <a:t>0</a:t>
                      </a:r>
                      <a:endParaRPr sz="1200"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lnL w="3175">
                      <a:solidFill>
                        <a:srgbClr val="7E7E7E"/>
                      </a:solidFill>
                      <a:prstDash val="solid"/>
                    </a:lnL>
                    <a:lnR w="6350">
                      <a:solidFill>
                        <a:srgbClr val="BEBEBE"/>
                      </a:solidFill>
                      <a:prstDash val="solid"/>
                    </a:lnR>
                    <a:lnT w="6350">
                      <a:solidFill>
                        <a:srgbClr val="BEBEBE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27965">
                        <a:lnSpc>
                          <a:spcPts val="1340"/>
                        </a:lnSpc>
                      </a:pPr>
                      <a:r>
                        <a:rPr sz="1200" dirty="0">
                          <a:solidFill>
                            <a:srgbClr val="252525"/>
                          </a:solidFill>
                          <a:latin typeface="Trebuchet MS"/>
                          <a:cs typeface="Trebuchet MS"/>
                        </a:rPr>
                        <a:t>1</a:t>
                      </a:r>
                      <a:endParaRPr sz="1200"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lnL w="6350">
                      <a:solidFill>
                        <a:srgbClr val="BEBEBE"/>
                      </a:solidFill>
                      <a:prstDash val="solid"/>
                    </a:lnL>
                    <a:lnR w="6350">
                      <a:solidFill>
                        <a:srgbClr val="BEBEBE"/>
                      </a:solidFill>
                      <a:prstDash val="solid"/>
                    </a:lnR>
                    <a:lnT w="6350">
                      <a:solidFill>
                        <a:srgbClr val="BEBEBE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ts val="1340"/>
                        </a:lnSpc>
                      </a:pPr>
                      <a:r>
                        <a:rPr sz="1200" dirty="0">
                          <a:solidFill>
                            <a:srgbClr val="252525"/>
                          </a:solidFill>
                          <a:latin typeface="Trebuchet MS"/>
                          <a:cs typeface="Trebuchet MS"/>
                        </a:rPr>
                        <a:t>1</a:t>
                      </a:r>
                      <a:endParaRPr sz="1200"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lnL w="6350">
                      <a:solidFill>
                        <a:srgbClr val="BEBEBE"/>
                      </a:solidFill>
                      <a:prstDash val="solid"/>
                    </a:lnL>
                    <a:lnR w="6350">
                      <a:solidFill>
                        <a:srgbClr val="BEBEBE"/>
                      </a:solidFill>
                      <a:prstDash val="solid"/>
                    </a:lnR>
                    <a:lnT w="6350">
                      <a:solidFill>
                        <a:srgbClr val="BEBEBE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09550">
                        <a:lnSpc>
                          <a:spcPts val="1340"/>
                        </a:lnSpc>
                      </a:pPr>
                      <a:r>
                        <a:rPr sz="1200" dirty="0">
                          <a:solidFill>
                            <a:srgbClr val="252525"/>
                          </a:solidFill>
                          <a:latin typeface="Trebuchet MS"/>
                          <a:cs typeface="Trebuchet MS"/>
                        </a:rPr>
                        <a:t>0</a:t>
                      </a:r>
                      <a:endParaRPr sz="1200"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lnL w="6350">
                      <a:solidFill>
                        <a:srgbClr val="BEBEBE"/>
                      </a:solidFill>
                      <a:prstDash val="solid"/>
                    </a:lnL>
                    <a:lnR w="6350">
                      <a:solidFill>
                        <a:srgbClr val="BEBEBE"/>
                      </a:solidFill>
                      <a:prstDash val="solid"/>
                    </a:lnR>
                    <a:lnT w="6350">
                      <a:solidFill>
                        <a:srgbClr val="BEBEBE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ts val="1340"/>
                        </a:lnSpc>
                      </a:pPr>
                      <a:r>
                        <a:rPr sz="1200" dirty="0">
                          <a:solidFill>
                            <a:srgbClr val="252525"/>
                          </a:solidFill>
                          <a:latin typeface="Trebuchet MS"/>
                          <a:cs typeface="Trebuchet MS"/>
                        </a:rPr>
                        <a:t>1</a:t>
                      </a:r>
                      <a:endParaRPr sz="1200"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lnL w="6350">
                      <a:solidFill>
                        <a:srgbClr val="BEBEBE"/>
                      </a:solidFill>
                      <a:prstDash val="solid"/>
                    </a:lnL>
                    <a:lnR w="3175">
                      <a:solidFill>
                        <a:srgbClr val="7E7E7E"/>
                      </a:solidFill>
                      <a:prstDash val="solid"/>
                    </a:lnR>
                    <a:lnT w="6350">
                      <a:solidFill>
                        <a:srgbClr val="BEBEBE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82245">
                <a:tc>
                  <a:txBody>
                    <a:bodyPr/>
                    <a:lstStyle/>
                    <a:p>
                      <a:pPr marL="635" algn="ctr">
                        <a:lnSpc>
                          <a:spcPts val="1340"/>
                        </a:lnSpc>
                      </a:pPr>
                      <a:r>
                        <a:rPr sz="1200" dirty="0">
                          <a:solidFill>
                            <a:srgbClr val="252525"/>
                          </a:solidFill>
                          <a:latin typeface="Trebuchet MS"/>
                          <a:cs typeface="Trebuchet MS"/>
                        </a:rPr>
                        <a:t>1</a:t>
                      </a:r>
                      <a:endParaRPr sz="1200"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lnL w="3175">
                      <a:solidFill>
                        <a:srgbClr val="7E7E7E"/>
                      </a:solidFill>
                      <a:prstDash val="solid"/>
                    </a:lnL>
                    <a:lnR w="6350">
                      <a:solidFill>
                        <a:srgbClr val="BEBEBE"/>
                      </a:solidFill>
                      <a:prstDash val="solid"/>
                    </a:lnR>
                    <a:lnT w="6350">
                      <a:solidFill>
                        <a:srgbClr val="BEBEBE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09550">
                        <a:lnSpc>
                          <a:spcPts val="1340"/>
                        </a:lnSpc>
                      </a:pPr>
                      <a:r>
                        <a:rPr sz="1200" dirty="0">
                          <a:solidFill>
                            <a:srgbClr val="252525"/>
                          </a:solidFill>
                          <a:latin typeface="Trebuchet MS"/>
                          <a:cs typeface="Trebuchet MS"/>
                        </a:rPr>
                        <a:t>0</a:t>
                      </a:r>
                      <a:endParaRPr sz="1200"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lnL w="6350">
                      <a:solidFill>
                        <a:srgbClr val="BEBEBE"/>
                      </a:solidFill>
                      <a:prstDash val="solid"/>
                    </a:lnL>
                    <a:lnR w="6350">
                      <a:solidFill>
                        <a:srgbClr val="BEBEBE"/>
                      </a:solidFill>
                      <a:prstDash val="solid"/>
                    </a:lnR>
                    <a:lnT w="6350">
                      <a:solidFill>
                        <a:srgbClr val="BEBEBE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ts val="1340"/>
                        </a:lnSpc>
                      </a:pPr>
                      <a:r>
                        <a:rPr sz="1200" dirty="0">
                          <a:solidFill>
                            <a:srgbClr val="252525"/>
                          </a:solidFill>
                          <a:latin typeface="Trebuchet MS"/>
                          <a:cs typeface="Trebuchet MS"/>
                        </a:rPr>
                        <a:t>1</a:t>
                      </a:r>
                      <a:endParaRPr sz="1200"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lnL w="6350">
                      <a:solidFill>
                        <a:srgbClr val="BEBEBE"/>
                      </a:solidFill>
                      <a:prstDash val="solid"/>
                    </a:lnL>
                    <a:lnR w="6350">
                      <a:solidFill>
                        <a:srgbClr val="BEBEBE"/>
                      </a:solidFill>
                      <a:prstDash val="solid"/>
                    </a:lnR>
                    <a:lnT w="6350">
                      <a:solidFill>
                        <a:srgbClr val="BEBEBE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09550">
                        <a:lnSpc>
                          <a:spcPts val="1340"/>
                        </a:lnSpc>
                      </a:pPr>
                      <a:r>
                        <a:rPr sz="1200" dirty="0">
                          <a:solidFill>
                            <a:srgbClr val="252525"/>
                          </a:solidFill>
                          <a:latin typeface="Trebuchet MS"/>
                          <a:cs typeface="Trebuchet MS"/>
                        </a:rPr>
                        <a:t>0</a:t>
                      </a:r>
                      <a:endParaRPr sz="1200"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lnL w="6350">
                      <a:solidFill>
                        <a:srgbClr val="BEBEBE"/>
                      </a:solidFill>
                      <a:prstDash val="solid"/>
                    </a:lnL>
                    <a:lnR w="6350">
                      <a:solidFill>
                        <a:srgbClr val="BEBEBE"/>
                      </a:solidFill>
                      <a:prstDash val="solid"/>
                    </a:lnR>
                    <a:lnT w="6350">
                      <a:solidFill>
                        <a:srgbClr val="BEBEBE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ts val="1340"/>
                        </a:lnSpc>
                      </a:pPr>
                      <a:r>
                        <a:rPr sz="1200" dirty="0">
                          <a:solidFill>
                            <a:srgbClr val="252525"/>
                          </a:solidFill>
                          <a:latin typeface="Trebuchet MS"/>
                          <a:cs typeface="Trebuchet MS"/>
                        </a:rPr>
                        <a:t>1</a:t>
                      </a:r>
                      <a:endParaRPr sz="1200"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lnL w="6350">
                      <a:solidFill>
                        <a:srgbClr val="BEBEBE"/>
                      </a:solidFill>
                      <a:prstDash val="solid"/>
                    </a:lnL>
                    <a:lnR w="3175">
                      <a:solidFill>
                        <a:srgbClr val="7E7E7E"/>
                      </a:solidFill>
                      <a:prstDash val="solid"/>
                    </a:lnR>
                    <a:lnT w="6350">
                      <a:solidFill>
                        <a:srgbClr val="BEBEBE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1270" algn="ctr">
                        <a:lnSpc>
                          <a:spcPts val="1340"/>
                        </a:lnSpc>
                      </a:pPr>
                      <a:r>
                        <a:rPr sz="1200" dirty="0">
                          <a:solidFill>
                            <a:srgbClr val="252525"/>
                          </a:solidFill>
                          <a:latin typeface="Trebuchet MS"/>
                          <a:cs typeface="Trebuchet MS"/>
                        </a:rPr>
                        <a:t>1</a:t>
                      </a:r>
                      <a:endParaRPr sz="1200"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lnL w="3175">
                      <a:solidFill>
                        <a:srgbClr val="7E7E7E"/>
                      </a:solidFill>
                      <a:prstDash val="solid"/>
                    </a:lnL>
                    <a:lnR w="6350">
                      <a:solidFill>
                        <a:srgbClr val="BEBEBE"/>
                      </a:solidFill>
                      <a:prstDash val="solid"/>
                    </a:lnR>
                    <a:lnT w="6350">
                      <a:solidFill>
                        <a:srgbClr val="BEBEBE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27965">
                        <a:lnSpc>
                          <a:spcPts val="1340"/>
                        </a:lnSpc>
                      </a:pPr>
                      <a:r>
                        <a:rPr sz="1200" dirty="0">
                          <a:solidFill>
                            <a:srgbClr val="252525"/>
                          </a:solidFill>
                          <a:latin typeface="Trebuchet MS"/>
                          <a:cs typeface="Trebuchet MS"/>
                        </a:rPr>
                        <a:t>1</a:t>
                      </a:r>
                      <a:endParaRPr sz="1200"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lnL w="6350">
                      <a:solidFill>
                        <a:srgbClr val="BEBEBE"/>
                      </a:solidFill>
                      <a:prstDash val="solid"/>
                    </a:lnL>
                    <a:lnR w="6350">
                      <a:solidFill>
                        <a:srgbClr val="BEBEBE"/>
                      </a:solidFill>
                      <a:prstDash val="solid"/>
                    </a:lnR>
                    <a:lnT w="6350">
                      <a:solidFill>
                        <a:srgbClr val="BEBEBE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ts val="1340"/>
                        </a:lnSpc>
                      </a:pPr>
                      <a:r>
                        <a:rPr sz="1200" dirty="0">
                          <a:solidFill>
                            <a:srgbClr val="252525"/>
                          </a:solidFill>
                          <a:latin typeface="Trebuchet MS"/>
                          <a:cs typeface="Trebuchet MS"/>
                        </a:rPr>
                        <a:t>1</a:t>
                      </a:r>
                      <a:endParaRPr sz="1200"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lnL w="6350">
                      <a:solidFill>
                        <a:srgbClr val="BEBEBE"/>
                      </a:solidFill>
                      <a:prstDash val="solid"/>
                    </a:lnL>
                    <a:lnR w="6350">
                      <a:solidFill>
                        <a:srgbClr val="BEBEBE"/>
                      </a:solidFill>
                      <a:prstDash val="solid"/>
                    </a:lnR>
                    <a:lnT w="6350">
                      <a:solidFill>
                        <a:srgbClr val="BEBEBE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27965">
                        <a:lnSpc>
                          <a:spcPts val="1340"/>
                        </a:lnSpc>
                      </a:pPr>
                      <a:r>
                        <a:rPr sz="1200" dirty="0">
                          <a:solidFill>
                            <a:srgbClr val="252525"/>
                          </a:solidFill>
                          <a:latin typeface="Trebuchet MS"/>
                          <a:cs typeface="Trebuchet MS"/>
                        </a:rPr>
                        <a:t>1</a:t>
                      </a:r>
                      <a:endParaRPr sz="1200"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lnL w="6350">
                      <a:solidFill>
                        <a:srgbClr val="BEBEBE"/>
                      </a:solidFill>
                      <a:prstDash val="solid"/>
                    </a:lnL>
                    <a:lnR w="6350">
                      <a:solidFill>
                        <a:srgbClr val="BEBEBE"/>
                      </a:solidFill>
                      <a:prstDash val="solid"/>
                    </a:lnR>
                    <a:lnT w="6350">
                      <a:solidFill>
                        <a:srgbClr val="BEBEBE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ts val="1340"/>
                        </a:lnSpc>
                      </a:pPr>
                      <a:r>
                        <a:rPr sz="1200" dirty="0">
                          <a:solidFill>
                            <a:srgbClr val="252525"/>
                          </a:solidFill>
                          <a:latin typeface="Trebuchet MS"/>
                          <a:cs typeface="Trebuchet MS"/>
                        </a:rPr>
                        <a:t>0</a:t>
                      </a:r>
                      <a:endParaRPr sz="1200"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lnL w="6350">
                      <a:solidFill>
                        <a:srgbClr val="BEBEBE"/>
                      </a:solidFill>
                      <a:prstDash val="solid"/>
                    </a:lnL>
                    <a:lnR w="3175">
                      <a:solidFill>
                        <a:srgbClr val="7E7E7E"/>
                      </a:solidFill>
                      <a:prstDash val="solid"/>
                    </a:lnR>
                    <a:lnT w="6350">
                      <a:solidFill>
                        <a:srgbClr val="BEBEBE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pic>
        <p:nvPicPr>
          <p:cNvPr id="102" name="object 102"/>
          <p:cNvPicPr/>
          <p:nvPr/>
        </p:nvPicPr>
        <p:blipFill>
          <a:blip r:embed="rId15" cstate="print"/>
          <a:stretch>
            <a:fillRect/>
          </a:stretch>
        </p:blipFill>
        <p:spPr>
          <a:xfrm>
            <a:off x="3730625" y="5069332"/>
            <a:ext cx="82930" cy="116459"/>
          </a:xfrm>
          <a:prstGeom prst="rect">
            <a:avLst/>
          </a:prstGeom>
        </p:spPr>
      </p:pic>
      <p:pic>
        <p:nvPicPr>
          <p:cNvPr id="103" name="object 103"/>
          <p:cNvPicPr/>
          <p:nvPr/>
        </p:nvPicPr>
        <p:blipFill>
          <a:blip r:embed="rId16" cstate="print"/>
          <a:stretch>
            <a:fillRect/>
          </a:stretch>
        </p:blipFill>
        <p:spPr>
          <a:xfrm>
            <a:off x="4197858" y="5069332"/>
            <a:ext cx="116586" cy="116459"/>
          </a:xfrm>
          <a:prstGeom prst="rect">
            <a:avLst/>
          </a:prstGeom>
        </p:spPr>
      </p:pic>
      <p:pic>
        <p:nvPicPr>
          <p:cNvPr id="104" name="object 104"/>
          <p:cNvPicPr/>
          <p:nvPr/>
        </p:nvPicPr>
        <p:blipFill>
          <a:blip r:embed="rId17" cstate="print"/>
          <a:stretch>
            <a:fillRect/>
          </a:stretch>
        </p:blipFill>
        <p:spPr>
          <a:xfrm>
            <a:off x="4692522" y="5110353"/>
            <a:ext cx="109854" cy="75438"/>
          </a:xfrm>
          <a:prstGeom prst="rect">
            <a:avLst/>
          </a:prstGeom>
        </p:spPr>
      </p:pic>
      <p:pic>
        <p:nvPicPr>
          <p:cNvPr id="105" name="object 105"/>
          <p:cNvPicPr/>
          <p:nvPr/>
        </p:nvPicPr>
        <p:blipFill>
          <a:blip r:embed="rId18" cstate="print"/>
          <a:stretch>
            <a:fillRect/>
          </a:stretch>
        </p:blipFill>
        <p:spPr>
          <a:xfrm>
            <a:off x="5142610" y="5069332"/>
            <a:ext cx="175133" cy="116840"/>
          </a:xfrm>
          <a:prstGeom prst="rect">
            <a:avLst/>
          </a:prstGeom>
        </p:spPr>
      </p:pic>
      <p:pic>
        <p:nvPicPr>
          <p:cNvPr id="106" name="object 106"/>
          <p:cNvPicPr/>
          <p:nvPr/>
        </p:nvPicPr>
        <p:blipFill>
          <a:blip r:embed="rId19" cstate="print"/>
          <a:stretch>
            <a:fillRect/>
          </a:stretch>
        </p:blipFill>
        <p:spPr>
          <a:xfrm>
            <a:off x="5597905" y="5069332"/>
            <a:ext cx="237363" cy="116840"/>
          </a:xfrm>
          <a:prstGeom prst="rect">
            <a:avLst/>
          </a:prstGeom>
        </p:spPr>
      </p:pic>
      <p:grpSp>
        <p:nvGrpSpPr>
          <p:cNvPr id="107" name="object 107"/>
          <p:cNvGrpSpPr/>
          <p:nvPr/>
        </p:nvGrpSpPr>
        <p:grpSpPr>
          <a:xfrm>
            <a:off x="6027039" y="5028565"/>
            <a:ext cx="1504950" cy="923925"/>
            <a:chOff x="6027039" y="5028565"/>
            <a:chExt cx="1504950" cy="923925"/>
          </a:xfrm>
        </p:grpSpPr>
        <p:sp>
          <p:nvSpPr>
            <p:cNvPr id="108" name="object 108"/>
            <p:cNvSpPr/>
            <p:nvPr/>
          </p:nvSpPr>
          <p:spPr>
            <a:xfrm>
              <a:off x="6030214" y="5034915"/>
              <a:ext cx="1499870" cy="182880"/>
            </a:xfrm>
            <a:custGeom>
              <a:avLst/>
              <a:gdLst/>
              <a:ahLst/>
              <a:cxnLst/>
              <a:rect l="l" t="t" r="r" b="b"/>
              <a:pathLst>
                <a:path w="1499870" h="182879">
                  <a:moveTo>
                    <a:pt x="1499628" y="0"/>
                  </a:moveTo>
                  <a:lnTo>
                    <a:pt x="1499628" y="0"/>
                  </a:lnTo>
                  <a:lnTo>
                    <a:pt x="0" y="0"/>
                  </a:lnTo>
                  <a:lnTo>
                    <a:pt x="0" y="182880"/>
                  </a:lnTo>
                  <a:lnTo>
                    <a:pt x="1499628" y="182880"/>
                  </a:lnTo>
                  <a:lnTo>
                    <a:pt x="1499628" y="0"/>
                  </a:lnTo>
                  <a:close/>
                </a:path>
              </a:pathLst>
            </a:custGeom>
            <a:solidFill>
              <a:srgbClr val="D9D9D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9" name="object 109"/>
            <p:cNvSpPr/>
            <p:nvPr/>
          </p:nvSpPr>
          <p:spPr>
            <a:xfrm>
              <a:off x="6027039" y="5028565"/>
              <a:ext cx="1504950" cy="923925"/>
            </a:xfrm>
            <a:custGeom>
              <a:avLst/>
              <a:gdLst/>
              <a:ahLst/>
              <a:cxnLst/>
              <a:rect l="l" t="t" r="r" b="b"/>
              <a:pathLst>
                <a:path w="1504950" h="923925">
                  <a:moveTo>
                    <a:pt x="503046" y="0"/>
                  </a:moveTo>
                  <a:lnTo>
                    <a:pt x="503046" y="923886"/>
                  </a:lnTo>
                </a:path>
                <a:path w="1504950" h="923925">
                  <a:moveTo>
                    <a:pt x="1002918" y="0"/>
                  </a:moveTo>
                  <a:lnTo>
                    <a:pt x="1002918" y="923886"/>
                  </a:lnTo>
                </a:path>
                <a:path w="1504950" h="923925">
                  <a:moveTo>
                    <a:pt x="0" y="189230"/>
                  </a:moveTo>
                  <a:lnTo>
                    <a:pt x="1504441" y="189230"/>
                  </a:lnTo>
                </a:path>
                <a:path w="1504950" h="923925">
                  <a:moveTo>
                    <a:pt x="0" y="372110"/>
                  </a:moveTo>
                  <a:lnTo>
                    <a:pt x="1504441" y="372110"/>
                  </a:lnTo>
                </a:path>
                <a:path w="1504950" h="923925">
                  <a:moveTo>
                    <a:pt x="0" y="554990"/>
                  </a:moveTo>
                  <a:lnTo>
                    <a:pt x="1504441" y="554990"/>
                  </a:lnTo>
                </a:path>
                <a:path w="1504950" h="923925">
                  <a:moveTo>
                    <a:pt x="0" y="737831"/>
                  </a:moveTo>
                  <a:lnTo>
                    <a:pt x="1504441" y="737831"/>
                  </a:lnTo>
                </a:path>
                <a:path w="1504950" h="923925">
                  <a:moveTo>
                    <a:pt x="3175" y="0"/>
                  </a:moveTo>
                  <a:lnTo>
                    <a:pt x="3175" y="923886"/>
                  </a:lnTo>
                </a:path>
              </a:pathLst>
            </a:custGeom>
            <a:ln w="6350">
              <a:solidFill>
                <a:srgbClr val="BEBEB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0" name="object 110"/>
            <p:cNvSpPr/>
            <p:nvPr/>
          </p:nvSpPr>
          <p:spPr>
            <a:xfrm>
              <a:off x="7529957" y="5028565"/>
              <a:ext cx="0" cy="923925"/>
            </a:xfrm>
            <a:custGeom>
              <a:avLst/>
              <a:gdLst/>
              <a:ahLst/>
              <a:cxnLst/>
              <a:rect l="l" t="t" r="r" b="b"/>
              <a:pathLst>
                <a:path h="923925">
                  <a:moveTo>
                    <a:pt x="0" y="0"/>
                  </a:moveTo>
                  <a:lnTo>
                    <a:pt x="0" y="923886"/>
                  </a:lnTo>
                </a:path>
              </a:pathLst>
            </a:custGeom>
            <a:ln w="3175">
              <a:solidFill>
                <a:srgbClr val="7E7E7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1" name="object 111"/>
            <p:cNvSpPr/>
            <p:nvPr/>
          </p:nvSpPr>
          <p:spPr>
            <a:xfrm>
              <a:off x="6027039" y="5034915"/>
              <a:ext cx="1504950" cy="0"/>
            </a:xfrm>
            <a:custGeom>
              <a:avLst/>
              <a:gdLst/>
              <a:ahLst/>
              <a:cxnLst/>
              <a:rect l="l" t="t" r="r" b="b"/>
              <a:pathLst>
                <a:path w="1504950">
                  <a:moveTo>
                    <a:pt x="0" y="0"/>
                  </a:moveTo>
                  <a:lnTo>
                    <a:pt x="1504441" y="0"/>
                  </a:lnTo>
                </a:path>
              </a:pathLst>
            </a:custGeom>
            <a:ln w="12700">
              <a:solidFill>
                <a:srgbClr val="183D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2" name="object 112"/>
            <p:cNvSpPr/>
            <p:nvPr/>
          </p:nvSpPr>
          <p:spPr>
            <a:xfrm>
              <a:off x="6027039" y="5949277"/>
              <a:ext cx="1504950" cy="0"/>
            </a:xfrm>
            <a:custGeom>
              <a:avLst/>
              <a:gdLst/>
              <a:ahLst/>
              <a:cxnLst/>
              <a:rect l="l" t="t" r="r" b="b"/>
              <a:pathLst>
                <a:path w="1504950">
                  <a:moveTo>
                    <a:pt x="0" y="0"/>
                  </a:moveTo>
                  <a:lnTo>
                    <a:pt x="1504441" y="0"/>
                  </a:lnTo>
                </a:path>
              </a:pathLst>
            </a:custGeom>
            <a:ln w="6350">
              <a:solidFill>
                <a:srgbClr val="BEBEB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3" name="object 113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6225794" y="5110353"/>
              <a:ext cx="109981" cy="75438"/>
            </a:xfrm>
            <a:prstGeom prst="rect">
              <a:avLst/>
            </a:prstGeom>
          </p:spPr>
        </p:pic>
        <p:pic>
          <p:nvPicPr>
            <p:cNvPr id="114" name="object 114"/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6660261" y="5069332"/>
              <a:ext cx="237236" cy="116840"/>
            </a:xfrm>
            <a:prstGeom prst="rect">
              <a:avLst/>
            </a:prstGeom>
          </p:spPr>
        </p:pic>
      </p:grpSp>
      <p:sp>
        <p:nvSpPr>
          <p:cNvPr id="115" name="object 115"/>
          <p:cNvSpPr txBox="1"/>
          <p:nvPr/>
        </p:nvSpPr>
        <p:spPr>
          <a:xfrm>
            <a:off x="6235446" y="5194172"/>
            <a:ext cx="9207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110" dirty="0">
                <a:solidFill>
                  <a:srgbClr val="252525"/>
                </a:solidFill>
                <a:latin typeface="Trebuchet MS"/>
                <a:cs typeface="Trebuchet MS"/>
              </a:rPr>
              <a:t>0</a:t>
            </a:r>
            <a:endParaRPr sz="1200">
              <a:latin typeface="Trebuchet MS"/>
              <a:cs typeface="Trebuchet MS"/>
            </a:endParaRPr>
          </a:p>
          <a:p>
            <a:pPr marL="29209">
              <a:lnSpc>
                <a:spcPct val="100000"/>
              </a:lnSpc>
            </a:pPr>
            <a:r>
              <a:rPr sz="1200" spc="-390" dirty="0">
                <a:solidFill>
                  <a:srgbClr val="252525"/>
                </a:solidFill>
                <a:latin typeface="Trebuchet MS"/>
                <a:cs typeface="Trebuchet MS"/>
              </a:rPr>
              <a:t>1</a:t>
            </a:r>
            <a:endParaRPr sz="1200">
              <a:latin typeface="Trebuchet MS"/>
              <a:cs typeface="Trebuchet MS"/>
            </a:endParaRPr>
          </a:p>
        </p:txBody>
      </p:sp>
      <p:sp>
        <p:nvSpPr>
          <p:cNvPr id="116" name="object 116"/>
          <p:cNvSpPr txBox="1"/>
          <p:nvPr/>
        </p:nvSpPr>
        <p:spPr>
          <a:xfrm>
            <a:off x="6752081" y="5194172"/>
            <a:ext cx="5651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390" dirty="0">
                <a:solidFill>
                  <a:srgbClr val="252525"/>
                </a:solidFill>
                <a:latin typeface="Trebuchet MS"/>
                <a:cs typeface="Trebuchet MS"/>
              </a:rPr>
              <a:t>1</a:t>
            </a:r>
            <a:endParaRPr sz="12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</a:pPr>
            <a:r>
              <a:rPr sz="1200" spc="-390" dirty="0">
                <a:solidFill>
                  <a:srgbClr val="252525"/>
                </a:solidFill>
                <a:latin typeface="Trebuchet MS"/>
                <a:cs typeface="Trebuchet MS"/>
              </a:rPr>
              <a:t>1</a:t>
            </a:r>
            <a:endParaRPr sz="1200">
              <a:latin typeface="Trebuchet MS"/>
              <a:cs typeface="Trebuchet MS"/>
            </a:endParaRPr>
          </a:p>
        </p:txBody>
      </p:sp>
      <p:sp>
        <p:nvSpPr>
          <p:cNvPr id="117" name="object 117"/>
          <p:cNvSpPr txBox="1"/>
          <p:nvPr/>
        </p:nvSpPr>
        <p:spPr>
          <a:xfrm>
            <a:off x="7235190" y="5194172"/>
            <a:ext cx="9207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110" dirty="0">
                <a:solidFill>
                  <a:srgbClr val="252525"/>
                </a:solidFill>
                <a:latin typeface="Trebuchet MS"/>
                <a:cs typeface="Trebuchet MS"/>
              </a:rPr>
              <a:t>0</a:t>
            </a:r>
            <a:endParaRPr sz="1200">
              <a:latin typeface="Trebuchet MS"/>
              <a:cs typeface="Trebuchet MS"/>
            </a:endParaRPr>
          </a:p>
          <a:p>
            <a:pPr marL="29209">
              <a:lnSpc>
                <a:spcPct val="100000"/>
              </a:lnSpc>
            </a:pPr>
            <a:r>
              <a:rPr sz="1200" spc="-390" dirty="0">
                <a:solidFill>
                  <a:srgbClr val="252525"/>
                </a:solidFill>
                <a:latin typeface="Trebuchet MS"/>
                <a:cs typeface="Trebuchet MS"/>
              </a:rPr>
              <a:t>1</a:t>
            </a:r>
            <a:endParaRPr sz="1200">
              <a:latin typeface="Trebuchet MS"/>
              <a:cs typeface="Trebuchet MS"/>
            </a:endParaRPr>
          </a:p>
        </p:txBody>
      </p:sp>
      <p:sp>
        <p:nvSpPr>
          <p:cNvPr id="118" name="object 118"/>
          <p:cNvSpPr txBox="1"/>
          <p:nvPr/>
        </p:nvSpPr>
        <p:spPr>
          <a:xfrm>
            <a:off x="6252209" y="5559958"/>
            <a:ext cx="56515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390" dirty="0">
                <a:solidFill>
                  <a:srgbClr val="252525"/>
                </a:solidFill>
                <a:latin typeface="Trebuchet MS"/>
                <a:cs typeface="Trebuchet MS"/>
              </a:rPr>
              <a:t>1</a:t>
            </a:r>
            <a:endParaRPr sz="12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</a:pPr>
            <a:r>
              <a:rPr sz="1200" spc="-390" dirty="0">
                <a:solidFill>
                  <a:srgbClr val="252525"/>
                </a:solidFill>
                <a:latin typeface="Trebuchet MS"/>
                <a:cs typeface="Trebuchet MS"/>
              </a:rPr>
              <a:t>1</a:t>
            </a:r>
            <a:endParaRPr sz="1200">
              <a:latin typeface="Trebuchet MS"/>
              <a:cs typeface="Trebuchet MS"/>
            </a:endParaRPr>
          </a:p>
        </p:txBody>
      </p:sp>
      <p:sp>
        <p:nvSpPr>
          <p:cNvPr id="119" name="object 119"/>
          <p:cNvSpPr txBox="1"/>
          <p:nvPr/>
        </p:nvSpPr>
        <p:spPr>
          <a:xfrm>
            <a:off x="6735318" y="5559958"/>
            <a:ext cx="92075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209">
              <a:lnSpc>
                <a:spcPct val="100000"/>
              </a:lnSpc>
              <a:spcBef>
                <a:spcPts val="100"/>
              </a:spcBef>
            </a:pPr>
            <a:r>
              <a:rPr sz="1200" spc="-390" dirty="0">
                <a:solidFill>
                  <a:srgbClr val="252525"/>
                </a:solidFill>
                <a:latin typeface="Trebuchet MS"/>
                <a:cs typeface="Trebuchet MS"/>
              </a:rPr>
              <a:t>1</a:t>
            </a:r>
            <a:endParaRPr sz="12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</a:pPr>
            <a:r>
              <a:rPr sz="1200" spc="-110" dirty="0">
                <a:solidFill>
                  <a:srgbClr val="252525"/>
                </a:solidFill>
                <a:latin typeface="Trebuchet MS"/>
                <a:cs typeface="Trebuchet MS"/>
              </a:rPr>
              <a:t>0</a:t>
            </a:r>
            <a:endParaRPr sz="1200">
              <a:latin typeface="Trebuchet MS"/>
              <a:cs typeface="Trebuchet MS"/>
            </a:endParaRPr>
          </a:p>
        </p:txBody>
      </p:sp>
      <p:sp>
        <p:nvSpPr>
          <p:cNvPr id="120" name="object 120"/>
          <p:cNvSpPr txBox="1"/>
          <p:nvPr/>
        </p:nvSpPr>
        <p:spPr>
          <a:xfrm>
            <a:off x="7235190" y="5559958"/>
            <a:ext cx="92075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209">
              <a:lnSpc>
                <a:spcPct val="100000"/>
              </a:lnSpc>
              <a:spcBef>
                <a:spcPts val="100"/>
              </a:spcBef>
            </a:pPr>
            <a:r>
              <a:rPr sz="1200" spc="-390" dirty="0">
                <a:solidFill>
                  <a:srgbClr val="252525"/>
                </a:solidFill>
                <a:latin typeface="Trebuchet MS"/>
                <a:cs typeface="Trebuchet MS"/>
              </a:rPr>
              <a:t>1</a:t>
            </a:r>
            <a:endParaRPr sz="12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</a:pPr>
            <a:r>
              <a:rPr sz="1200" spc="-110" dirty="0">
                <a:solidFill>
                  <a:srgbClr val="252525"/>
                </a:solidFill>
                <a:latin typeface="Trebuchet MS"/>
                <a:cs typeface="Trebuchet MS"/>
              </a:rPr>
              <a:t>0</a:t>
            </a:r>
            <a:endParaRPr sz="1200">
              <a:latin typeface="Trebuchet MS"/>
              <a:cs typeface="Trebuchet MS"/>
            </a:endParaRPr>
          </a:p>
        </p:txBody>
      </p:sp>
      <p:graphicFrame>
        <p:nvGraphicFramePr>
          <p:cNvPr id="121" name="object 121"/>
          <p:cNvGraphicFramePr>
            <a:graphicFrameLocks noGrp="1"/>
          </p:cNvGraphicFramePr>
          <p:nvPr/>
        </p:nvGraphicFramePr>
        <p:xfrm>
          <a:off x="6470967" y="4023614"/>
          <a:ext cx="2875913" cy="91376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65671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4805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11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82880">
                <a:tc gridSpan="3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7E7E7E"/>
                      </a:solidFill>
                      <a:prstDash val="solid"/>
                    </a:lnL>
                    <a:lnR w="3175">
                      <a:solidFill>
                        <a:srgbClr val="7E7E7E"/>
                      </a:solidFill>
                      <a:prstDash val="solid"/>
                    </a:lnR>
                    <a:lnT w="12700">
                      <a:solidFill>
                        <a:srgbClr val="183DAF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36830">
                        <a:lnSpc>
                          <a:spcPct val="100000"/>
                        </a:lnSpc>
                        <a:spcBef>
                          <a:spcPts val="114"/>
                        </a:spcBef>
                      </a:pPr>
                      <a:r>
                        <a:rPr sz="900" spc="-110" dirty="0">
                          <a:solidFill>
                            <a:srgbClr val="252525"/>
                          </a:solidFill>
                          <a:latin typeface="Trebuchet MS"/>
                          <a:cs typeface="Trebuchet MS"/>
                        </a:rPr>
                        <a:t>=C12*$F$13+D12*$F$15+$F$19</a:t>
                      </a:r>
                      <a:endParaRPr sz="900">
                        <a:latin typeface="Trebuchet MS"/>
                        <a:cs typeface="Trebuchet MS"/>
                      </a:endParaRPr>
                    </a:p>
                  </a:txBody>
                  <a:tcPr marL="0" marR="0" marT="14604" marB="0">
                    <a:lnL w="3175">
                      <a:solidFill>
                        <a:srgbClr val="7E7E7E"/>
                      </a:solidFill>
                      <a:prstDash val="solid"/>
                    </a:lnL>
                    <a:lnR w="6350">
                      <a:solidFill>
                        <a:srgbClr val="BEBEBE"/>
                      </a:solidFill>
                      <a:prstDash val="solid"/>
                    </a:lnR>
                    <a:lnT w="6350">
                      <a:solidFill>
                        <a:srgbClr val="BEBEBE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6830">
                        <a:lnSpc>
                          <a:spcPct val="100000"/>
                        </a:lnSpc>
                        <a:spcBef>
                          <a:spcPts val="114"/>
                        </a:spcBef>
                      </a:pPr>
                      <a:r>
                        <a:rPr sz="900" spc="-150" dirty="0">
                          <a:solidFill>
                            <a:srgbClr val="252525"/>
                          </a:solidFill>
                          <a:latin typeface="Trebuchet MS"/>
                          <a:cs typeface="Trebuchet MS"/>
                        </a:rPr>
                        <a:t>=1/(1+EXP(-</a:t>
                      </a:r>
                      <a:r>
                        <a:rPr sz="900" spc="-10" dirty="0">
                          <a:solidFill>
                            <a:srgbClr val="252525"/>
                          </a:solidFill>
                          <a:latin typeface="Trebuchet MS"/>
                          <a:cs typeface="Trebuchet MS"/>
                        </a:rPr>
                        <a:t>O12))</a:t>
                      </a:r>
                      <a:endParaRPr sz="900">
                        <a:latin typeface="Trebuchet MS"/>
                        <a:cs typeface="Trebuchet MS"/>
                      </a:endParaRPr>
                    </a:p>
                  </a:txBody>
                  <a:tcPr marL="0" marR="0" marT="14604" marB="0">
                    <a:lnL w="6350">
                      <a:solidFill>
                        <a:srgbClr val="BEBEBE"/>
                      </a:solidFill>
                      <a:prstDash val="solid"/>
                    </a:lnL>
                    <a:lnR w="6350">
                      <a:solidFill>
                        <a:srgbClr val="BEBEBE"/>
                      </a:solidFill>
                      <a:prstDash val="solid"/>
                    </a:lnR>
                    <a:lnT w="6350">
                      <a:solidFill>
                        <a:srgbClr val="BEBEBE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63500" algn="r">
                        <a:lnSpc>
                          <a:spcPts val="1340"/>
                        </a:lnSpc>
                      </a:pPr>
                      <a:r>
                        <a:rPr sz="1200" dirty="0">
                          <a:solidFill>
                            <a:srgbClr val="252525"/>
                          </a:solidFill>
                          <a:latin typeface="Trebuchet MS"/>
                          <a:cs typeface="Trebuchet MS"/>
                        </a:rPr>
                        <a:t>0</a:t>
                      </a:r>
                      <a:endParaRPr sz="1200"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lnL w="6350">
                      <a:solidFill>
                        <a:srgbClr val="BEBEBE"/>
                      </a:solidFill>
                      <a:prstDash val="solid"/>
                    </a:lnL>
                    <a:lnR w="3175">
                      <a:solidFill>
                        <a:srgbClr val="7E7E7E"/>
                      </a:solidFill>
                      <a:prstDash val="solid"/>
                    </a:lnR>
                    <a:lnT w="6350">
                      <a:solidFill>
                        <a:srgbClr val="BEBEBE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36830">
                        <a:lnSpc>
                          <a:spcPct val="100000"/>
                        </a:lnSpc>
                        <a:spcBef>
                          <a:spcPts val="114"/>
                        </a:spcBef>
                      </a:pPr>
                      <a:r>
                        <a:rPr sz="900" spc="-110" dirty="0">
                          <a:solidFill>
                            <a:srgbClr val="252525"/>
                          </a:solidFill>
                          <a:latin typeface="Trebuchet MS"/>
                          <a:cs typeface="Trebuchet MS"/>
                        </a:rPr>
                        <a:t>=C13*$F$13+D13*$F$15+$F$19</a:t>
                      </a:r>
                      <a:endParaRPr sz="900">
                        <a:latin typeface="Trebuchet MS"/>
                        <a:cs typeface="Trebuchet MS"/>
                      </a:endParaRPr>
                    </a:p>
                  </a:txBody>
                  <a:tcPr marL="0" marR="0" marT="14604" marB="0">
                    <a:lnL w="3175">
                      <a:solidFill>
                        <a:srgbClr val="7E7E7E"/>
                      </a:solidFill>
                      <a:prstDash val="solid"/>
                    </a:lnL>
                    <a:lnR w="6350">
                      <a:solidFill>
                        <a:srgbClr val="BEBEBE"/>
                      </a:solidFill>
                      <a:prstDash val="solid"/>
                    </a:lnR>
                    <a:lnT w="6350">
                      <a:solidFill>
                        <a:srgbClr val="BEBEBE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6830">
                        <a:lnSpc>
                          <a:spcPct val="100000"/>
                        </a:lnSpc>
                        <a:spcBef>
                          <a:spcPts val="114"/>
                        </a:spcBef>
                      </a:pPr>
                      <a:r>
                        <a:rPr sz="900" spc="-150" dirty="0">
                          <a:solidFill>
                            <a:srgbClr val="252525"/>
                          </a:solidFill>
                          <a:latin typeface="Trebuchet MS"/>
                          <a:cs typeface="Trebuchet MS"/>
                        </a:rPr>
                        <a:t>=1/(1+EXP(-</a:t>
                      </a:r>
                      <a:r>
                        <a:rPr sz="900" spc="-10" dirty="0">
                          <a:solidFill>
                            <a:srgbClr val="252525"/>
                          </a:solidFill>
                          <a:latin typeface="Trebuchet MS"/>
                          <a:cs typeface="Trebuchet MS"/>
                        </a:rPr>
                        <a:t>O13))</a:t>
                      </a:r>
                      <a:endParaRPr sz="900">
                        <a:latin typeface="Trebuchet MS"/>
                        <a:cs typeface="Trebuchet MS"/>
                      </a:endParaRPr>
                    </a:p>
                  </a:txBody>
                  <a:tcPr marL="0" marR="0" marT="14604" marB="0">
                    <a:lnL w="6350">
                      <a:solidFill>
                        <a:srgbClr val="BEBEBE"/>
                      </a:solidFill>
                      <a:prstDash val="solid"/>
                    </a:lnL>
                    <a:lnR w="6350">
                      <a:solidFill>
                        <a:srgbClr val="BEBEBE"/>
                      </a:solidFill>
                      <a:prstDash val="solid"/>
                    </a:lnR>
                    <a:lnT w="6350">
                      <a:solidFill>
                        <a:srgbClr val="BEBEBE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63500" algn="r">
                        <a:lnSpc>
                          <a:spcPts val="1340"/>
                        </a:lnSpc>
                      </a:pPr>
                      <a:r>
                        <a:rPr sz="1200" dirty="0">
                          <a:solidFill>
                            <a:srgbClr val="252525"/>
                          </a:solidFill>
                          <a:latin typeface="Trebuchet MS"/>
                          <a:cs typeface="Trebuchet MS"/>
                        </a:rPr>
                        <a:t>1</a:t>
                      </a:r>
                      <a:endParaRPr sz="1200"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lnL w="6350">
                      <a:solidFill>
                        <a:srgbClr val="BEBEBE"/>
                      </a:solidFill>
                      <a:prstDash val="solid"/>
                    </a:lnL>
                    <a:lnR w="3175">
                      <a:solidFill>
                        <a:srgbClr val="7E7E7E"/>
                      </a:solidFill>
                      <a:prstDash val="solid"/>
                    </a:lnR>
                    <a:lnT w="6350">
                      <a:solidFill>
                        <a:srgbClr val="BEBEBE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82245">
                <a:tc>
                  <a:txBody>
                    <a:bodyPr/>
                    <a:lstStyle/>
                    <a:p>
                      <a:pPr marL="36830">
                        <a:lnSpc>
                          <a:spcPct val="100000"/>
                        </a:lnSpc>
                        <a:spcBef>
                          <a:spcPts val="114"/>
                        </a:spcBef>
                      </a:pPr>
                      <a:r>
                        <a:rPr sz="900" spc="-110" dirty="0">
                          <a:solidFill>
                            <a:srgbClr val="252525"/>
                          </a:solidFill>
                          <a:latin typeface="Trebuchet MS"/>
                          <a:cs typeface="Trebuchet MS"/>
                        </a:rPr>
                        <a:t>=C14*$F$13+D14*$F$15+$F$19</a:t>
                      </a:r>
                      <a:endParaRPr sz="900">
                        <a:latin typeface="Trebuchet MS"/>
                        <a:cs typeface="Trebuchet MS"/>
                      </a:endParaRPr>
                    </a:p>
                  </a:txBody>
                  <a:tcPr marL="0" marR="0" marT="14604" marB="0">
                    <a:lnL w="3175">
                      <a:solidFill>
                        <a:srgbClr val="7E7E7E"/>
                      </a:solidFill>
                      <a:prstDash val="solid"/>
                    </a:lnL>
                    <a:lnR w="6350">
                      <a:solidFill>
                        <a:srgbClr val="BEBEBE"/>
                      </a:solidFill>
                      <a:prstDash val="solid"/>
                    </a:lnR>
                    <a:lnT w="6350">
                      <a:solidFill>
                        <a:srgbClr val="BEBEBE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6830">
                        <a:lnSpc>
                          <a:spcPct val="100000"/>
                        </a:lnSpc>
                        <a:spcBef>
                          <a:spcPts val="114"/>
                        </a:spcBef>
                      </a:pPr>
                      <a:r>
                        <a:rPr sz="900" spc="-150" dirty="0">
                          <a:solidFill>
                            <a:srgbClr val="252525"/>
                          </a:solidFill>
                          <a:latin typeface="Trebuchet MS"/>
                          <a:cs typeface="Trebuchet MS"/>
                        </a:rPr>
                        <a:t>=1/(1+EXP(-</a:t>
                      </a:r>
                      <a:r>
                        <a:rPr sz="900" spc="-10" dirty="0">
                          <a:solidFill>
                            <a:srgbClr val="252525"/>
                          </a:solidFill>
                          <a:latin typeface="Trebuchet MS"/>
                          <a:cs typeface="Trebuchet MS"/>
                        </a:rPr>
                        <a:t>O14))</a:t>
                      </a:r>
                      <a:endParaRPr sz="900">
                        <a:latin typeface="Trebuchet MS"/>
                        <a:cs typeface="Trebuchet MS"/>
                      </a:endParaRPr>
                    </a:p>
                  </a:txBody>
                  <a:tcPr marL="0" marR="0" marT="14604" marB="0">
                    <a:lnL w="6350">
                      <a:solidFill>
                        <a:srgbClr val="BEBEBE"/>
                      </a:solidFill>
                      <a:prstDash val="solid"/>
                    </a:lnL>
                    <a:lnR w="6350">
                      <a:solidFill>
                        <a:srgbClr val="BEBEBE"/>
                      </a:solidFill>
                      <a:prstDash val="solid"/>
                    </a:lnR>
                    <a:lnT w="6350">
                      <a:solidFill>
                        <a:srgbClr val="BEBEBE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63500" algn="r">
                        <a:lnSpc>
                          <a:spcPts val="1340"/>
                        </a:lnSpc>
                      </a:pPr>
                      <a:r>
                        <a:rPr sz="1200" dirty="0">
                          <a:solidFill>
                            <a:srgbClr val="252525"/>
                          </a:solidFill>
                          <a:latin typeface="Trebuchet MS"/>
                          <a:cs typeface="Trebuchet MS"/>
                        </a:rPr>
                        <a:t>1</a:t>
                      </a:r>
                      <a:endParaRPr sz="1200"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lnL w="6350">
                      <a:solidFill>
                        <a:srgbClr val="BEBEBE"/>
                      </a:solidFill>
                      <a:prstDash val="solid"/>
                    </a:lnL>
                    <a:lnR w="3175">
                      <a:solidFill>
                        <a:srgbClr val="7E7E7E"/>
                      </a:solidFill>
                      <a:prstDash val="solid"/>
                    </a:lnR>
                    <a:lnT w="6350">
                      <a:solidFill>
                        <a:srgbClr val="BEBEBE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36830">
                        <a:lnSpc>
                          <a:spcPct val="100000"/>
                        </a:lnSpc>
                        <a:spcBef>
                          <a:spcPts val="114"/>
                        </a:spcBef>
                      </a:pPr>
                      <a:r>
                        <a:rPr sz="900" spc="-110" dirty="0">
                          <a:solidFill>
                            <a:srgbClr val="252525"/>
                          </a:solidFill>
                          <a:latin typeface="Trebuchet MS"/>
                          <a:cs typeface="Trebuchet MS"/>
                        </a:rPr>
                        <a:t>=C15*$F$13+D14*$F$15+$F$19</a:t>
                      </a:r>
                      <a:endParaRPr sz="900">
                        <a:latin typeface="Trebuchet MS"/>
                        <a:cs typeface="Trebuchet MS"/>
                      </a:endParaRPr>
                    </a:p>
                  </a:txBody>
                  <a:tcPr marL="0" marR="0" marT="14604" marB="0">
                    <a:lnL w="3175">
                      <a:solidFill>
                        <a:srgbClr val="7E7E7E"/>
                      </a:solidFill>
                      <a:prstDash val="solid"/>
                    </a:lnL>
                    <a:lnR w="6350">
                      <a:solidFill>
                        <a:srgbClr val="BEBEBE"/>
                      </a:solidFill>
                      <a:prstDash val="solid"/>
                    </a:lnR>
                    <a:lnT w="6350">
                      <a:solidFill>
                        <a:srgbClr val="BEBEBE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6830">
                        <a:lnSpc>
                          <a:spcPct val="100000"/>
                        </a:lnSpc>
                        <a:spcBef>
                          <a:spcPts val="114"/>
                        </a:spcBef>
                      </a:pPr>
                      <a:r>
                        <a:rPr sz="900" spc="-155" dirty="0">
                          <a:solidFill>
                            <a:srgbClr val="252525"/>
                          </a:solidFill>
                          <a:latin typeface="Trebuchet MS"/>
                          <a:cs typeface="Trebuchet MS"/>
                        </a:rPr>
                        <a:t>=1/(1+EXP(-</a:t>
                      </a:r>
                      <a:r>
                        <a:rPr sz="900" spc="-10" dirty="0">
                          <a:solidFill>
                            <a:srgbClr val="252525"/>
                          </a:solidFill>
                          <a:latin typeface="Trebuchet MS"/>
                          <a:cs typeface="Trebuchet MS"/>
                        </a:rPr>
                        <a:t>O15))</a:t>
                      </a:r>
                      <a:endParaRPr sz="900">
                        <a:latin typeface="Trebuchet MS"/>
                        <a:cs typeface="Trebuchet MS"/>
                      </a:endParaRPr>
                    </a:p>
                  </a:txBody>
                  <a:tcPr marL="0" marR="0" marT="14604" marB="0">
                    <a:lnL w="6350">
                      <a:solidFill>
                        <a:srgbClr val="BEBEBE"/>
                      </a:solidFill>
                      <a:prstDash val="solid"/>
                    </a:lnL>
                    <a:lnR w="6350">
                      <a:solidFill>
                        <a:srgbClr val="BEBEBE"/>
                      </a:solidFill>
                      <a:prstDash val="solid"/>
                    </a:lnR>
                    <a:lnT w="6350">
                      <a:solidFill>
                        <a:srgbClr val="BEBEBE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63500" algn="r">
                        <a:lnSpc>
                          <a:spcPts val="1340"/>
                        </a:lnSpc>
                      </a:pPr>
                      <a:r>
                        <a:rPr sz="1200" dirty="0">
                          <a:solidFill>
                            <a:srgbClr val="252525"/>
                          </a:solidFill>
                          <a:latin typeface="Trebuchet MS"/>
                          <a:cs typeface="Trebuchet MS"/>
                        </a:rPr>
                        <a:t>1</a:t>
                      </a:r>
                      <a:endParaRPr sz="1200"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lnL w="6350">
                      <a:solidFill>
                        <a:srgbClr val="BEBEBE"/>
                      </a:solidFill>
                      <a:prstDash val="solid"/>
                    </a:lnL>
                    <a:lnR w="3175">
                      <a:solidFill>
                        <a:srgbClr val="7E7E7E"/>
                      </a:solidFill>
                      <a:prstDash val="solid"/>
                    </a:lnR>
                    <a:lnT w="6350">
                      <a:solidFill>
                        <a:srgbClr val="BEBEBE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pic>
        <p:nvPicPr>
          <p:cNvPr id="122" name="object 122"/>
          <p:cNvPicPr/>
          <p:nvPr/>
        </p:nvPicPr>
        <p:blipFill>
          <a:blip r:embed="rId22" cstate="print"/>
          <a:stretch>
            <a:fillRect/>
          </a:stretch>
        </p:blipFill>
        <p:spPr>
          <a:xfrm>
            <a:off x="7851267" y="4064380"/>
            <a:ext cx="117982" cy="116458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355873" y="6524434"/>
            <a:ext cx="87590" cy="90487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54151" y="6527292"/>
            <a:ext cx="1794510" cy="142494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862571" y="6521195"/>
            <a:ext cx="2327910" cy="118110"/>
          </a:xfrm>
          <a:prstGeom prst="rect">
            <a:avLst/>
          </a:prstGeom>
        </p:spPr>
      </p:pic>
      <p:sp>
        <p:nvSpPr>
          <p:cNvPr id="5" name="object 5"/>
          <p:cNvSpPr/>
          <p:nvPr/>
        </p:nvSpPr>
        <p:spPr>
          <a:xfrm>
            <a:off x="559308" y="1440180"/>
            <a:ext cx="36830" cy="180340"/>
          </a:xfrm>
          <a:custGeom>
            <a:avLst/>
            <a:gdLst/>
            <a:ahLst/>
            <a:cxnLst/>
            <a:rect l="l" t="t" r="r" b="b"/>
            <a:pathLst>
              <a:path w="36829" h="180340">
                <a:moveTo>
                  <a:pt x="36576" y="0"/>
                </a:moveTo>
                <a:lnTo>
                  <a:pt x="0" y="0"/>
                </a:lnTo>
                <a:lnTo>
                  <a:pt x="0" y="179832"/>
                </a:lnTo>
                <a:lnTo>
                  <a:pt x="36576" y="179832"/>
                </a:lnTo>
                <a:lnTo>
                  <a:pt x="36576" y="0"/>
                </a:lnTo>
                <a:close/>
              </a:path>
            </a:pathLst>
          </a:custGeom>
          <a:solidFill>
            <a:srgbClr val="183DAF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6" name="object 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719327" y="1464563"/>
            <a:ext cx="1610106" cy="174498"/>
          </a:xfrm>
          <a:prstGeom prst="rect">
            <a:avLst/>
          </a:prstGeom>
        </p:spPr>
      </p:pic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1.2.</a:t>
            </a:r>
            <a:r>
              <a:rPr spc="-40" dirty="0"/>
              <a:t> </a:t>
            </a:r>
            <a:r>
              <a:rPr dirty="0"/>
              <a:t>Understanding</a:t>
            </a:r>
            <a:r>
              <a:rPr spc="-30" dirty="0"/>
              <a:t> </a:t>
            </a:r>
            <a:r>
              <a:rPr dirty="0"/>
              <a:t>Multilayer</a:t>
            </a:r>
            <a:r>
              <a:rPr spc="-40" dirty="0"/>
              <a:t> </a:t>
            </a:r>
            <a:r>
              <a:rPr dirty="0"/>
              <a:t>Perceptron</a:t>
            </a:r>
            <a:r>
              <a:rPr spc="-20" dirty="0"/>
              <a:t> </a:t>
            </a:r>
            <a:r>
              <a:rPr dirty="0"/>
              <a:t>with</a:t>
            </a:r>
            <a:r>
              <a:rPr spc="-25" dirty="0"/>
              <a:t> </a:t>
            </a:r>
            <a:r>
              <a:rPr spc="-10" dirty="0"/>
              <a:t>Excel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8671941" y="463677"/>
            <a:ext cx="80962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dirty="0">
                <a:solidFill>
                  <a:srgbClr val="D9D9D9"/>
                </a:solidFill>
                <a:latin typeface="Ebrima"/>
                <a:cs typeface="Ebrima"/>
              </a:rPr>
              <a:t>UNIT</a:t>
            </a:r>
            <a:r>
              <a:rPr sz="1600" spc="400" dirty="0">
                <a:solidFill>
                  <a:srgbClr val="D9D9D9"/>
                </a:solidFill>
                <a:latin typeface="Ebrima"/>
                <a:cs typeface="Ebrima"/>
              </a:rPr>
              <a:t> </a:t>
            </a:r>
            <a:r>
              <a:rPr sz="1600" spc="-35" dirty="0">
                <a:solidFill>
                  <a:srgbClr val="D9D9D9"/>
                </a:solidFill>
                <a:latin typeface="Ebrima"/>
                <a:cs typeface="Ebrima"/>
              </a:rPr>
              <a:t>01</a:t>
            </a:r>
            <a:endParaRPr sz="1600">
              <a:latin typeface="Ebrima"/>
              <a:cs typeface="Ebrima"/>
            </a:endParaRPr>
          </a:p>
        </p:txBody>
      </p:sp>
      <p:pic>
        <p:nvPicPr>
          <p:cNvPr id="9" name="object 9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710183" y="1805939"/>
            <a:ext cx="3385566" cy="162305"/>
          </a:xfrm>
          <a:prstGeom prst="rect">
            <a:avLst/>
          </a:prstGeom>
        </p:spPr>
      </p:pic>
      <p:graphicFrame>
        <p:nvGraphicFramePr>
          <p:cNvPr id="10" name="object 10"/>
          <p:cNvGraphicFramePr>
            <a:graphicFrameLocks noGrp="1"/>
          </p:cNvGraphicFramePr>
          <p:nvPr/>
        </p:nvGraphicFramePr>
        <p:xfrm>
          <a:off x="696912" y="3979417"/>
          <a:ext cx="915668" cy="91376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5783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783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8288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7E7E7E"/>
                      </a:solidFill>
                      <a:prstDash val="solid"/>
                    </a:lnL>
                    <a:lnR w="6350">
                      <a:solidFill>
                        <a:srgbClr val="BEBEBE"/>
                      </a:solidFill>
                      <a:prstDash val="solid"/>
                    </a:lnR>
                    <a:lnT w="12700">
                      <a:solidFill>
                        <a:srgbClr val="183DAF"/>
                      </a:solidFill>
                      <a:prstDash val="solid"/>
                    </a:lnT>
                    <a:lnB w="12700">
                      <a:solidFill>
                        <a:srgbClr val="2D75B6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BEBEBE"/>
                      </a:solidFill>
                      <a:prstDash val="solid"/>
                    </a:lnL>
                    <a:lnR w="3175">
                      <a:solidFill>
                        <a:srgbClr val="7E7E7E"/>
                      </a:solidFill>
                      <a:prstDash val="solid"/>
                    </a:lnR>
                    <a:lnT w="12700">
                      <a:solidFill>
                        <a:srgbClr val="183DAF"/>
                      </a:solidFill>
                      <a:prstDash val="solid"/>
                    </a:lnT>
                    <a:lnB w="12700">
                      <a:solidFill>
                        <a:srgbClr val="6F2F9F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2245">
                <a:tc>
                  <a:txBody>
                    <a:bodyPr/>
                    <a:lstStyle/>
                    <a:p>
                      <a:pPr algn="ctr">
                        <a:lnSpc>
                          <a:spcPts val="1340"/>
                        </a:lnSpc>
                      </a:pPr>
                      <a:r>
                        <a:rPr sz="1200" dirty="0">
                          <a:solidFill>
                            <a:srgbClr val="252525"/>
                          </a:solidFill>
                          <a:latin typeface="Trebuchet MS"/>
                          <a:cs typeface="Trebuchet MS"/>
                        </a:rPr>
                        <a:t>0</a:t>
                      </a:r>
                      <a:endParaRPr sz="1200"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lnL w="12700">
                      <a:solidFill>
                        <a:srgbClr val="2D75B6"/>
                      </a:solidFill>
                      <a:prstDash val="solid"/>
                    </a:lnL>
                    <a:lnR w="12700">
                      <a:solidFill>
                        <a:srgbClr val="6F2F9F"/>
                      </a:solidFill>
                      <a:prstDash val="solid"/>
                    </a:lnR>
                    <a:lnT w="12700">
                      <a:solidFill>
                        <a:srgbClr val="2D75B6"/>
                      </a:solidFill>
                      <a:prstDash val="solid"/>
                    </a:lnT>
                    <a:lnB w="12700">
                      <a:solidFill>
                        <a:srgbClr val="2D75B6"/>
                      </a:solidFill>
                      <a:prstDash val="solid"/>
                    </a:lnB>
                    <a:solidFill>
                      <a:srgbClr val="DEEBF7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ts val="1340"/>
                        </a:lnSpc>
                      </a:pPr>
                      <a:r>
                        <a:rPr sz="1200" dirty="0">
                          <a:solidFill>
                            <a:srgbClr val="252525"/>
                          </a:solidFill>
                          <a:latin typeface="Trebuchet MS"/>
                          <a:cs typeface="Trebuchet MS"/>
                        </a:rPr>
                        <a:t>0</a:t>
                      </a:r>
                      <a:endParaRPr sz="1200"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lnL w="12700">
                      <a:solidFill>
                        <a:srgbClr val="6F2F9F"/>
                      </a:solidFill>
                      <a:prstDash val="solid"/>
                    </a:lnL>
                    <a:lnR w="12700">
                      <a:solidFill>
                        <a:srgbClr val="6F2F9F"/>
                      </a:solidFill>
                      <a:prstDash val="solid"/>
                    </a:lnR>
                    <a:lnT w="12700">
                      <a:solidFill>
                        <a:srgbClr val="6F2F9F"/>
                      </a:solidFill>
                      <a:prstDash val="solid"/>
                    </a:lnT>
                    <a:lnB w="12700">
                      <a:solidFill>
                        <a:srgbClr val="6F2F9F"/>
                      </a:solidFill>
                      <a:prstDash val="solid"/>
                    </a:lnB>
                    <a:solidFill>
                      <a:srgbClr val="E8D9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>
                        <a:lnSpc>
                          <a:spcPts val="1340"/>
                        </a:lnSpc>
                      </a:pPr>
                      <a:r>
                        <a:rPr sz="1200" dirty="0">
                          <a:solidFill>
                            <a:srgbClr val="252525"/>
                          </a:solidFill>
                          <a:latin typeface="Trebuchet MS"/>
                          <a:cs typeface="Trebuchet MS"/>
                        </a:rPr>
                        <a:t>0</a:t>
                      </a:r>
                      <a:endParaRPr sz="1200"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lnL w="3175">
                      <a:solidFill>
                        <a:srgbClr val="7E7E7E"/>
                      </a:solidFill>
                      <a:prstDash val="solid"/>
                    </a:lnL>
                    <a:lnR w="6350">
                      <a:solidFill>
                        <a:srgbClr val="BEBEBE"/>
                      </a:solidFill>
                      <a:prstDash val="solid"/>
                    </a:lnR>
                    <a:lnT w="12700">
                      <a:solidFill>
                        <a:srgbClr val="2D75B6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40"/>
                        </a:lnSpc>
                      </a:pPr>
                      <a:r>
                        <a:rPr sz="1200" dirty="0">
                          <a:solidFill>
                            <a:srgbClr val="252525"/>
                          </a:solidFill>
                          <a:latin typeface="Trebuchet MS"/>
                          <a:cs typeface="Trebuchet MS"/>
                        </a:rPr>
                        <a:t>1</a:t>
                      </a:r>
                      <a:endParaRPr sz="1200"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lnL w="6350">
                      <a:solidFill>
                        <a:srgbClr val="BEBEBE"/>
                      </a:solidFill>
                      <a:prstDash val="solid"/>
                    </a:lnL>
                    <a:lnR w="3175">
                      <a:solidFill>
                        <a:srgbClr val="7E7E7E"/>
                      </a:solidFill>
                      <a:prstDash val="solid"/>
                    </a:lnR>
                    <a:lnT w="12700">
                      <a:solidFill>
                        <a:srgbClr val="6F2F9F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>
                        <a:lnSpc>
                          <a:spcPts val="1340"/>
                        </a:lnSpc>
                      </a:pPr>
                      <a:r>
                        <a:rPr sz="1200" dirty="0">
                          <a:solidFill>
                            <a:srgbClr val="252525"/>
                          </a:solidFill>
                          <a:latin typeface="Trebuchet MS"/>
                          <a:cs typeface="Trebuchet MS"/>
                        </a:rPr>
                        <a:t>1</a:t>
                      </a:r>
                      <a:endParaRPr sz="1200"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lnL w="3175">
                      <a:solidFill>
                        <a:srgbClr val="7E7E7E"/>
                      </a:solidFill>
                      <a:prstDash val="solid"/>
                    </a:lnL>
                    <a:lnR w="6350">
                      <a:solidFill>
                        <a:srgbClr val="BEBEBE"/>
                      </a:solidFill>
                      <a:prstDash val="solid"/>
                    </a:lnR>
                    <a:lnT w="6350">
                      <a:solidFill>
                        <a:srgbClr val="BEBEBE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ts val="1340"/>
                        </a:lnSpc>
                      </a:pPr>
                      <a:r>
                        <a:rPr sz="1200" dirty="0">
                          <a:solidFill>
                            <a:srgbClr val="252525"/>
                          </a:solidFill>
                          <a:latin typeface="Trebuchet MS"/>
                          <a:cs typeface="Trebuchet MS"/>
                        </a:rPr>
                        <a:t>0</a:t>
                      </a:r>
                      <a:endParaRPr sz="1200"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lnL w="6350">
                      <a:solidFill>
                        <a:srgbClr val="BEBEBE"/>
                      </a:solidFill>
                      <a:prstDash val="solid"/>
                    </a:lnL>
                    <a:lnR w="3175">
                      <a:solidFill>
                        <a:srgbClr val="7E7E7E"/>
                      </a:solidFill>
                      <a:prstDash val="solid"/>
                    </a:lnR>
                    <a:lnT w="6350">
                      <a:solidFill>
                        <a:srgbClr val="BEBEBE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>
                        <a:lnSpc>
                          <a:spcPts val="1340"/>
                        </a:lnSpc>
                      </a:pPr>
                      <a:r>
                        <a:rPr sz="1200" dirty="0">
                          <a:solidFill>
                            <a:srgbClr val="252525"/>
                          </a:solidFill>
                          <a:latin typeface="Trebuchet MS"/>
                          <a:cs typeface="Trebuchet MS"/>
                        </a:rPr>
                        <a:t>1</a:t>
                      </a:r>
                      <a:endParaRPr sz="1200"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lnL w="3175">
                      <a:solidFill>
                        <a:srgbClr val="7E7E7E"/>
                      </a:solidFill>
                      <a:prstDash val="solid"/>
                    </a:lnL>
                    <a:lnR w="6350">
                      <a:solidFill>
                        <a:srgbClr val="BEBEBE"/>
                      </a:solidFill>
                      <a:prstDash val="solid"/>
                    </a:lnR>
                    <a:lnT w="6350">
                      <a:solidFill>
                        <a:srgbClr val="BEBEBE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40"/>
                        </a:lnSpc>
                      </a:pPr>
                      <a:r>
                        <a:rPr sz="1200" dirty="0">
                          <a:solidFill>
                            <a:srgbClr val="252525"/>
                          </a:solidFill>
                          <a:latin typeface="Trebuchet MS"/>
                          <a:cs typeface="Trebuchet MS"/>
                        </a:rPr>
                        <a:t>1</a:t>
                      </a:r>
                      <a:endParaRPr sz="1200"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lnL w="6350">
                      <a:solidFill>
                        <a:srgbClr val="BEBEBE"/>
                      </a:solidFill>
                      <a:prstDash val="solid"/>
                    </a:lnL>
                    <a:lnR w="3175">
                      <a:solidFill>
                        <a:srgbClr val="7E7E7E"/>
                      </a:solidFill>
                      <a:prstDash val="solid"/>
                    </a:lnR>
                    <a:lnT w="6350">
                      <a:solidFill>
                        <a:srgbClr val="BEBEBE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pic>
        <p:nvPicPr>
          <p:cNvPr id="11" name="object 11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886917" y="4020184"/>
            <a:ext cx="82943" cy="116458"/>
          </a:xfrm>
          <a:prstGeom prst="rect">
            <a:avLst/>
          </a:prstGeom>
        </p:spPr>
      </p:pic>
      <p:pic>
        <p:nvPicPr>
          <p:cNvPr id="12" name="object 12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1326261" y="4020184"/>
            <a:ext cx="116585" cy="116458"/>
          </a:xfrm>
          <a:prstGeom prst="rect">
            <a:avLst/>
          </a:prstGeom>
        </p:spPr>
      </p:pic>
      <p:grpSp>
        <p:nvGrpSpPr>
          <p:cNvPr id="13" name="object 13"/>
          <p:cNvGrpSpPr/>
          <p:nvPr/>
        </p:nvGrpSpPr>
        <p:grpSpPr>
          <a:xfrm>
            <a:off x="1889442" y="3979417"/>
            <a:ext cx="572135" cy="372110"/>
            <a:chOff x="1889442" y="3979417"/>
            <a:chExt cx="572135" cy="372110"/>
          </a:xfrm>
        </p:grpSpPr>
        <p:sp>
          <p:nvSpPr>
            <p:cNvPr id="14" name="object 14"/>
            <p:cNvSpPr/>
            <p:nvPr/>
          </p:nvSpPr>
          <p:spPr>
            <a:xfrm>
              <a:off x="1891029" y="3985767"/>
              <a:ext cx="567055" cy="182880"/>
            </a:xfrm>
            <a:custGeom>
              <a:avLst/>
              <a:gdLst/>
              <a:ahLst/>
              <a:cxnLst/>
              <a:rect l="l" t="t" r="r" b="b"/>
              <a:pathLst>
                <a:path w="567055" h="182879">
                  <a:moveTo>
                    <a:pt x="567042" y="0"/>
                  </a:moveTo>
                  <a:lnTo>
                    <a:pt x="0" y="0"/>
                  </a:lnTo>
                  <a:lnTo>
                    <a:pt x="0" y="182879"/>
                  </a:lnTo>
                  <a:lnTo>
                    <a:pt x="567042" y="182879"/>
                  </a:lnTo>
                  <a:lnTo>
                    <a:pt x="567042" y="0"/>
                  </a:lnTo>
                  <a:close/>
                </a:path>
              </a:pathLst>
            </a:custGeom>
            <a:solidFill>
              <a:srgbClr val="D9D9D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1891029" y="4168647"/>
              <a:ext cx="567055" cy="182880"/>
            </a:xfrm>
            <a:custGeom>
              <a:avLst/>
              <a:gdLst/>
              <a:ahLst/>
              <a:cxnLst/>
              <a:rect l="l" t="t" r="r" b="b"/>
              <a:pathLst>
                <a:path w="567055" h="182879">
                  <a:moveTo>
                    <a:pt x="567042" y="0"/>
                  </a:moveTo>
                  <a:lnTo>
                    <a:pt x="0" y="0"/>
                  </a:lnTo>
                  <a:lnTo>
                    <a:pt x="0" y="182879"/>
                  </a:lnTo>
                  <a:lnTo>
                    <a:pt x="567042" y="182879"/>
                  </a:lnTo>
                  <a:lnTo>
                    <a:pt x="56704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1889505" y="4168647"/>
              <a:ext cx="572135" cy="0"/>
            </a:xfrm>
            <a:custGeom>
              <a:avLst/>
              <a:gdLst/>
              <a:ahLst/>
              <a:cxnLst/>
              <a:rect l="l" t="t" r="r" b="b"/>
              <a:pathLst>
                <a:path w="572135">
                  <a:moveTo>
                    <a:pt x="0" y="0"/>
                  </a:moveTo>
                  <a:lnTo>
                    <a:pt x="571754" y="0"/>
                  </a:lnTo>
                </a:path>
              </a:pathLst>
            </a:custGeom>
            <a:ln w="6350">
              <a:solidFill>
                <a:srgbClr val="BEBEB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1891029" y="3979417"/>
              <a:ext cx="0" cy="365760"/>
            </a:xfrm>
            <a:custGeom>
              <a:avLst/>
              <a:gdLst/>
              <a:ahLst/>
              <a:cxnLst/>
              <a:rect l="l" t="t" r="r" b="b"/>
              <a:pathLst>
                <a:path h="365760">
                  <a:moveTo>
                    <a:pt x="0" y="0"/>
                  </a:moveTo>
                  <a:lnTo>
                    <a:pt x="0" y="365759"/>
                  </a:lnTo>
                </a:path>
              </a:pathLst>
            </a:custGeom>
            <a:ln w="3175">
              <a:solidFill>
                <a:srgbClr val="7E7E7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2458084" y="3979417"/>
              <a:ext cx="0" cy="365760"/>
            </a:xfrm>
            <a:custGeom>
              <a:avLst/>
              <a:gdLst/>
              <a:ahLst/>
              <a:cxnLst/>
              <a:rect l="l" t="t" r="r" b="b"/>
              <a:pathLst>
                <a:path h="365760">
                  <a:moveTo>
                    <a:pt x="0" y="0"/>
                  </a:moveTo>
                  <a:lnTo>
                    <a:pt x="0" y="365759"/>
                  </a:lnTo>
                </a:path>
              </a:pathLst>
            </a:custGeom>
            <a:ln w="6350">
              <a:solidFill>
                <a:srgbClr val="BEBEB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1889505" y="3979417"/>
              <a:ext cx="572135" cy="12700"/>
            </a:xfrm>
            <a:custGeom>
              <a:avLst/>
              <a:gdLst/>
              <a:ahLst/>
              <a:cxnLst/>
              <a:rect l="l" t="t" r="r" b="b"/>
              <a:pathLst>
                <a:path w="572135" h="12700">
                  <a:moveTo>
                    <a:pt x="0" y="12699"/>
                  </a:moveTo>
                  <a:lnTo>
                    <a:pt x="571754" y="12699"/>
                  </a:lnTo>
                  <a:lnTo>
                    <a:pt x="571754" y="0"/>
                  </a:lnTo>
                  <a:lnTo>
                    <a:pt x="0" y="0"/>
                  </a:lnTo>
                  <a:lnTo>
                    <a:pt x="0" y="12699"/>
                  </a:lnTo>
                  <a:close/>
                </a:path>
              </a:pathLst>
            </a:custGeom>
            <a:solidFill>
              <a:srgbClr val="183DA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0" name="object 20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2115565" y="4020184"/>
              <a:ext cx="113664" cy="116585"/>
            </a:xfrm>
            <a:prstGeom prst="rect">
              <a:avLst/>
            </a:prstGeom>
          </p:spPr>
        </p:pic>
      </p:grpSp>
      <p:grpSp>
        <p:nvGrpSpPr>
          <p:cNvPr id="21" name="object 21"/>
          <p:cNvGrpSpPr/>
          <p:nvPr/>
        </p:nvGrpSpPr>
        <p:grpSpPr>
          <a:xfrm>
            <a:off x="1884679" y="4528058"/>
            <a:ext cx="579755" cy="182880"/>
            <a:chOff x="1884679" y="4528058"/>
            <a:chExt cx="579755" cy="182880"/>
          </a:xfrm>
        </p:grpSpPr>
        <p:sp>
          <p:nvSpPr>
            <p:cNvPr id="22" name="object 22"/>
            <p:cNvSpPr/>
            <p:nvPr/>
          </p:nvSpPr>
          <p:spPr>
            <a:xfrm>
              <a:off x="1884679" y="4528058"/>
              <a:ext cx="579755" cy="12700"/>
            </a:xfrm>
            <a:custGeom>
              <a:avLst/>
              <a:gdLst/>
              <a:ahLst/>
              <a:cxnLst/>
              <a:rect l="l" t="t" r="r" b="b"/>
              <a:pathLst>
                <a:path w="579755" h="12700">
                  <a:moveTo>
                    <a:pt x="0" y="12700"/>
                  </a:moveTo>
                  <a:lnTo>
                    <a:pt x="579755" y="12700"/>
                  </a:lnTo>
                  <a:lnTo>
                    <a:pt x="579755" y="0"/>
                  </a:lnTo>
                  <a:lnTo>
                    <a:pt x="0" y="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1891029" y="4540758"/>
              <a:ext cx="0" cy="170180"/>
            </a:xfrm>
            <a:custGeom>
              <a:avLst/>
              <a:gdLst/>
              <a:ahLst/>
              <a:cxnLst/>
              <a:rect l="l" t="t" r="r" b="b"/>
              <a:pathLst>
                <a:path h="170179">
                  <a:moveTo>
                    <a:pt x="0" y="0"/>
                  </a:moveTo>
                  <a:lnTo>
                    <a:pt x="0" y="170180"/>
                  </a:lnTo>
                </a:path>
              </a:pathLst>
            </a:custGeom>
            <a:ln w="3175">
              <a:solidFill>
                <a:srgbClr val="7E7E7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2458084" y="4540758"/>
              <a:ext cx="0" cy="170180"/>
            </a:xfrm>
            <a:custGeom>
              <a:avLst/>
              <a:gdLst/>
              <a:ahLst/>
              <a:cxnLst/>
              <a:rect l="l" t="t" r="r" b="b"/>
              <a:pathLst>
                <a:path h="170179">
                  <a:moveTo>
                    <a:pt x="0" y="0"/>
                  </a:moveTo>
                  <a:lnTo>
                    <a:pt x="0" y="170180"/>
                  </a:lnTo>
                </a:path>
              </a:pathLst>
            </a:custGeom>
            <a:ln w="6350">
              <a:solidFill>
                <a:srgbClr val="BEBEB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5" name="object 25"/>
          <p:cNvSpPr txBox="1"/>
          <p:nvPr/>
        </p:nvSpPr>
        <p:spPr>
          <a:xfrm>
            <a:off x="1892617" y="4144771"/>
            <a:ext cx="56261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R="62865" algn="r">
              <a:lnSpc>
                <a:spcPct val="100000"/>
              </a:lnSpc>
              <a:spcBef>
                <a:spcPts val="100"/>
              </a:spcBef>
            </a:pPr>
            <a:r>
              <a:rPr sz="1200" spc="-90" dirty="0">
                <a:solidFill>
                  <a:srgbClr val="252525"/>
                </a:solidFill>
                <a:latin typeface="Trebuchet MS"/>
                <a:cs typeface="Trebuchet MS"/>
              </a:rPr>
              <a:t>-</a:t>
            </a:r>
            <a:r>
              <a:rPr sz="1200" spc="-50" dirty="0">
                <a:solidFill>
                  <a:srgbClr val="252525"/>
                </a:solidFill>
                <a:latin typeface="Trebuchet MS"/>
                <a:cs typeface="Trebuchet MS"/>
              </a:rPr>
              <a:t>2</a:t>
            </a:r>
            <a:endParaRPr sz="1200">
              <a:latin typeface="Trebuchet MS"/>
              <a:cs typeface="Trebuchet MS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1891029" y="4351528"/>
            <a:ext cx="567055" cy="182880"/>
          </a:xfrm>
          <a:prstGeom prst="rect">
            <a:avLst/>
          </a:prstGeom>
          <a:solidFill>
            <a:srgbClr val="FFE7E7"/>
          </a:solidFill>
          <a:ln w="12700">
            <a:solidFill>
              <a:srgbClr val="FF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R="66040" algn="r">
              <a:lnSpc>
                <a:spcPts val="1350"/>
              </a:lnSpc>
            </a:pPr>
            <a:r>
              <a:rPr sz="1200" spc="-165" dirty="0">
                <a:solidFill>
                  <a:srgbClr val="252525"/>
                </a:solidFill>
                <a:latin typeface="Trebuchet MS"/>
                <a:cs typeface="Trebuchet MS"/>
              </a:rPr>
              <a:t>2</a:t>
            </a:r>
            <a:endParaRPr sz="1200">
              <a:latin typeface="Trebuchet MS"/>
              <a:cs typeface="Trebuchet MS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1892617" y="4510227"/>
            <a:ext cx="562610" cy="208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R="62865" algn="r">
              <a:lnSpc>
                <a:spcPct val="100000"/>
              </a:lnSpc>
              <a:spcBef>
                <a:spcPts val="100"/>
              </a:spcBef>
            </a:pPr>
            <a:r>
              <a:rPr sz="1200" spc="-90" dirty="0">
                <a:solidFill>
                  <a:srgbClr val="252525"/>
                </a:solidFill>
                <a:latin typeface="Trebuchet MS"/>
                <a:cs typeface="Trebuchet MS"/>
              </a:rPr>
              <a:t>-</a:t>
            </a:r>
            <a:r>
              <a:rPr sz="1200" spc="-50" dirty="0">
                <a:solidFill>
                  <a:srgbClr val="252525"/>
                </a:solidFill>
                <a:latin typeface="Trebuchet MS"/>
                <a:cs typeface="Trebuchet MS"/>
              </a:rPr>
              <a:t>2</a:t>
            </a:r>
            <a:endParaRPr sz="1200">
              <a:latin typeface="Trebuchet MS"/>
              <a:cs typeface="Trebuchet MS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1891029" y="4717288"/>
            <a:ext cx="567055" cy="182880"/>
          </a:xfrm>
          <a:prstGeom prst="rect">
            <a:avLst/>
          </a:prstGeom>
          <a:solidFill>
            <a:srgbClr val="E1EFD9"/>
          </a:solidFill>
          <a:ln w="12700">
            <a:solidFill>
              <a:srgbClr val="538235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R="66040" algn="r">
              <a:lnSpc>
                <a:spcPts val="1355"/>
              </a:lnSpc>
            </a:pPr>
            <a:r>
              <a:rPr sz="1200" spc="-165" dirty="0">
                <a:solidFill>
                  <a:srgbClr val="252525"/>
                </a:solidFill>
                <a:latin typeface="Trebuchet MS"/>
                <a:cs typeface="Trebuchet MS"/>
              </a:rPr>
              <a:t>2</a:t>
            </a:r>
            <a:endParaRPr sz="1200">
              <a:latin typeface="Trebuchet MS"/>
              <a:cs typeface="Trebuchet MS"/>
            </a:endParaRPr>
          </a:p>
        </p:txBody>
      </p:sp>
      <p:grpSp>
        <p:nvGrpSpPr>
          <p:cNvPr id="29" name="object 29"/>
          <p:cNvGrpSpPr/>
          <p:nvPr/>
        </p:nvGrpSpPr>
        <p:grpSpPr>
          <a:xfrm>
            <a:off x="2861564" y="3979417"/>
            <a:ext cx="572135" cy="923925"/>
            <a:chOff x="2861564" y="3979417"/>
            <a:chExt cx="572135" cy="923925"/>
          </a:xfrm>
        </p:grpSpPr>
        <p:sp>
          <p:nvSpPr>
            <p:cNvPr id="30" name="object 30"/>
            <p:cNvSpPr/>
            <p:nvPr/>
          </p:nvSpPr>
          <p:spPr>
            <a:xfrm>
              <a:off x="2863215" y="3985767"/>
              <a:ext cx="567055" cy="182880"/>
            </a:xfrm>
            <a:custGeom>
              <a:avLst/>
              <a:gdLst/>
              <a:ahLst/>
              <a:cxnLst/>
              <a:rect l="l" t="t" r="r" b="b"/>
              <a:pathLst>
                <a:path w="567054" h="182879">
                  <a:moveTo>
                    <a:pt x="567042" y="0"/>
                  </a:moveTo>
                  <a:lnTo>
                    <a:pt x="0" y="0"/>
                  </a:lnTo>
                  <a:lnTo>
                    <a:pt x="0" y="182879"/>
                  </a:lnTo>
                  <a:lnTo>
                    <a:pt x="567042" y="182879"/>
                  </a:lnTo>
                  <a:lnTo>
                    <a:pt x="567042" y="0"/>
                  </a:lnTo>
                  <a:close/>
                </a:path>
              </a:pathLst>
            </a:custGeom>
            <a:solidFill>
              <a:srgbClr val="D9D9D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2863215" y="4168647"/>
              <a:ext cx="567055" cy="182880"/>
            </a:xfrm>
            <a:custGeom>
              <a:avLst/>
              <a:gdLst/>
              <a:ahLst/>
              <a:cxnLst/>
              <a:rect l="l" t="t" r="r" b="b"/>
              <a:pathLst>
                <a:path w="567054" h="182879">
                  <a:moveTo>
                    <a:pt x="567042" y="0"/>
                  </a:moveTo>
                  <a:lnTo>
                    <a:pt x="0" y="0"/>
                  </a:lnTo>
                  <a:lnTo>
                    <a:pt x="0" y="182879"/>
                  </a:lnTo>
                  <a:lnTo>
                    <a:pt x="567042" y="182879"/>
                  </a:lnTo>
                  <a:lnTo>
                    <a:pt x="56704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2861564" y="4168647"/>
              <a:ext cx="572135" cy="548640"/>
            </a:xfrm>
            <a:custGeom>
              <a:avLst/>
              <a:gdLst/>
              <a:ahLst/>
              <a:cxnLst/>
              <a:rect l="l" t="t" r="r" b="b"/>
              <a:pathLst>
                <a:path w="572135" h="548639">
                  <a:moveTo>
                    <a:pt x="0" y="0"/>
                  </a:moveTo>
                  <a:lnTo>
                    <a:pt x="571881" y="0"/>
                  </a:lnTo>
                </a:path>
                <a:path w="572135" h="548639">
                  <a:moveTo>
                    <a:pt x="0" y="182879"/>
                  </a:moveTo>
                  <a:lnTo>
                    <a:pt x="571881" y="182879"/>
                  </a:lnTo>
                </a:path>
                <a:path w="572135" h="548639">
                  <a:moveTo>
                    <a:pt x="0" y="365759"/>
                  </a:moveTo>
                  <a:lnTo>
                    <a:pt x="571881" y="365759"/>
                  </a:lnTo>
                </a:path>
                <a:path w="572135" h="548639">
                  <a:moveTo>
                    <a:pt x="0" y="548639"/>
                  </a:moveTo>
                  <a:lnTo>
                    <a:pt x="571881" y="548639"/>
                  </a:lnTo>
                </a:path>
              </a:pathLst>
            </a:custGeom>
            <a:ln w="6350">
              <a:solidFill>
                <a:srgbClr val="BEBEB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2863215" y="3979417"/>
              <a:ext cx="0" cy="923925"/>
            </a:xfrm>
            <a:custGeom>
              <a:avLst/>
              <a:gdLst/>
              <a:ahLst/>
              <a:cxnLst/>
              <a:rect l="l" t="t" r="r" b="b"/>
              <a:pathLst>
                <a:path h="923925">
                  <a:moveTo>
                    <a:pt x="0" y="0"/>
                  </a:moveTo>
                  <a:lnTo>
                    <a:pt x="0" y="923924"/>
                  </a:lnTo>
                </a:path>
              </a:pathLst>
            </a:custGeom>
            <a:ln w="3175">
              <a:solidFill>
                <a:srgbClr val="7E7E7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3430270" y="3979417"/>
              <a:ext cx="0" cy="923925"/>
            </a:xfrm>
            <a:custGeom>
              <a:avLst/>
              <a:gdLst/>
              <a:ahLst/>
              <a:cxnLst/>
              <a:rect l="l" t="t" r="r" b="b"/>
              <a:pathLst>
                <a:path h="923925">
                  <a:moveTo>
                    <a:pt x="0" y="0"/>
                  </a:moveTo>
                  <a:lnTo>
                    <a:pt x="0" y="923924"/>
                  </a:lnTo>
                </a:path>
              </a:pathLst>
            </a:custGeom>
            <a:ln w="6350">
              <a:solidFill>
                <a:srgbClr val="BEBEB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2861564" y="3979417"/>
              <a:ext cx="572135" cy="12700"/>
            </a:xfrm>
            <a:custGeom>
              <a:avLst/>
              <a:gdLst/>
              <a:ahLst/>
              <a:cxnLst/>
              <a:rect l="l" t="t" r="r" b="b"/>
              <a:pathLst>
                <a:path w="572135" h="12700">
                  <a:moveTo>
                    <a:pt x="0" y="12699"/>
                  </a:moveTo>
                  <a:lnTo>
                    <a:pt x="571881" y="12699"/>
                  </a:lnTo>
                  <a:lnTo>
                    <a:pt x="571881" y="0"/>
                  </a:lnTo>
                  <a:lnTo>
                    <a:pt x="0" y="0"/>
                  </a:lnTo>
                  <a:lnTo>
                    <a:pt x="0" y="12699"/>
                  </a:lnTo>
                  <a:close/>
                </a:path>
              </a:pathLst>
            </a:custGeom>
            <a:solidFill>
              <a:srgbClr val="183DA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2861564" y="4900167"/>
              <a:ext cx="572135" cy="0"/>
            </a:xfrm>
            <a:custGeom>
              <a:avLst/>
              <a:gdLst/>
              <a:ahLst/>
              <a:cxnLst/>
              <a:rect l="l" t="t" r="r" b="b"/>
              <a:pathLst>
                <a:path w="572135">
                  <a:moveTo>
                    <a:pt x="0" y="0"/>
                  </a:moveTo>
                  <a:lnTo>
                    <a:pt x="571881" y="0"/>
                  </a:lnTo>
                </a:path>
              </a:pathLst>
            </a:custGeom>
            <a:ln w="6350">
              <a:solidFill>
                <a:srgbClr val="BEBEB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7" name="object 37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3069336" y="4020184"/>
              <a:ext cx="145795" cy="116585"/>
            </a:xfrm>
            <a:prstGeom prst="rect">
              <a:avLst/>
            </a:prstGeom>
          </p:spPr>
        </p:pic>
      </p:grpSp>
      <p:sp>
        <p:nvSpPr>
          <p:cNvPr id="38" name="object 38"/>
          <p:cNvSpPr txBox="1"/>
          <p:nvPr/>
        </p:nvSpPr>
        <p:spPr>
          <a:xfrm>
            <a:off x="2864802" y="4327652"/>
            <a:ext cx="56261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R="60960" algn="r">
              <a:lnSpc>
                <a:spcPct val="100000"/>
              </a:lnSpc>
              <a:spcBef>
                <a:spcPts val="100"/>
              </a:spcBef>
            </a:pPr>
            <a:r>
              <a:rPr sz="1200" spc="-390" dirty="0">
                <a:solidFill>
                  <a:srgbClr val="252525"/>
                </a:solidFill>
                <a:latin typeface="Trebuchet MS"/>
                <a:cs typeface="Trebuchet MS"/>
              </a:rPr>
              <a:t>1</a:t>
            </a:r>
            <a:endParaRPr sz="1200">
              <a:latin typeface="Trebuchet MS"/>
              <a:cs typeface="Trebuchet MS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2864802" y="4510227"/>
            <a:ext cx="562610" cy="208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R="60960" algn="r">
              <a:lnSpc>
                <a:spcPct val="100000"/>
              </a:lnSpc>
              <a:spcBef>
                <a:spcPts val="100"/>
              </a:spcBef>
            </a:pPr>
            <a:r>
              <a:rPr sz="1200" spc="-390" dirty="0">
                <a:solidFill>
                  <a:srgbClr val="252525"/>
                </a:solidFill>
                <a:latin typeface="Trebuchet MS"/>
                <a:cs typeface="Trebuchet MS"/>
              </a:rPr>
              <a:t>1</a:t>
            </a:r>
            <a:endParaRPr sz="1200">
              <a:latin typeface="Trebuchet MS"/>
              <a:cs typeface="Trebuchet MS"/>
            </a:endParaRPr>
          </a:p>
        </p:txBody>
      </p:sp>
      <p:grpSp>
        <p:nvGrpSpPr>
          <p:cNvPr id="40" name="object 40"/>
          <p:cNvGrpSpPr/>
          <p:nvPr/>
        </p:nvGrpSpPr>
        <p:grpSpPr>
          <a:xfrm>
            <a:off x="1889442" y="4989195"/>
            <a:ext cx="572135" cy="365760"/>
            <a:chOff x="1889442" y="4989195"/>
            <a:chExt cx="572135" cy="365760"/>
          </a:xfrm>
        </p:grpSpPr>
        <p:sp>
          <p:nvSpPr>
            <p:cNvPr id="41" name="object 41"/>
            <p:cNvSpPr/>
            <p:nvPr/>
          </p:nvSpPr>
          <p:spPr>
            <a:xfrm>
              <a:off x="1891029" y="4995545"/>
              <a:ext cx="567055" cy="182880"/>
            </a:xfrm>
            <a:custGeom>
              <a:avLst/>
              <a:gdLst/>
              <a:ahLst/>
              <a:cxnLst/>
              <a:rect l="l" t="t" r="r" b="b"/>
              <a:pathLst>
                <a:path w="567055" h="182879">
                  <a:moveTo>
                    <a:pt x="567042" y="0"/>
                  </a:moveTo>
                  <a:lnTo>
                    <a:pt x="0" y="0"/>
                  </a:lnTo>
                  <a:lnTo>
                    <a:pt x="0" y="182879"/>
                  </a:lnTo>
                  <a:lnTo>
                    <a:pt x="567042" y="182879"/>
                  </a:lnTo>
                  <a:lnTo>
                    <a:pt x="567042" y="0"/>
                  </a:lnTo>
                  <a:close/>
                </a:path>
              </a:pathLst>
            </a:custGeom>
            <a:solidFill>
              <a:srgbClr val="D9D9D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1889505" y="5178425"/>
              <a:ext cx="572135" cy="0"/>
            </a:xfrm>
            <a:custGeom>
              <a:avLst/>
              <a:gdLst/>
              <a:ahLst/>
              <a:cxnLst/>
              <a:rect l="l" t="t" r="r" b="b"/>
              <a:pathLst>
                <a:path w="572135">
                  <a:moveTo>
                    <a:pt x="0" y="0"/>
                  </a:moveTo>
                  <a:lnTo>
                    <a:pt x="571754" y="0"/>
                  </a:lnTo>
                </a:path>
              </a:pathLst>
            </a:custGeom>
            <a:ln w="6350">
              <a:solidFill>
                <a:srgbClr val="BEBEB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3"/>
            <p:cNvSpPr/>
            <p:nvPr/>
          </p:nvSpPr>
          <p:spPr>
            <a:xfrm>
              <a:off x="1891029" y="4989195"/>
              <a:ext cx="0" cy="365760"/>
            </a:xfrm>
            <a:custGeom>
              <a:avLst/>
              <a:gdLst/>
              <a:ahLst/>
              <a:cxnLst/>
              <a:rect l="l" t="t" r="r" b="b"/>
              <a:pathLst>
                <a:path h="365760">
                  <a:moveTo>
                    <a:pt x="0" y="0"/>
                  </a:moveTo>
                  <a:lnTo>
                    <a:pt x="0" y="365759"/>
                  </a:lnTo>
                </a:path>
              </a:pathLst>
            </a:custGeom>
            <a:ln w="3175">
              <a:solidFill>
                <a:srgbClr val="7E7E7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object 44"/>
            <p:cNvSpPr/>
            <p:nvPr/>
          </p:nvSpPr>
          <p:spPr>
            <a:xfrm>
              <a:off x="2458084" y="4989195"/>
              <a:ext cx="0" cy="365760"/>
            </a:xfrm>
            <a:custGeom>
              <a:avLst/>
              <a:gdLst/>
              <a:ahLst/>
              <a:cxnLst/>
              <a:rect l="l" t="t" r="r" b="b"/>
              <a:pathLst>
                <a:path h="365760">
                  <a:moveTo>
                    <a:pt x="0" y="0"/>
                  </a:moveTo>
                  <a:lnTo>
                    <a:pt x="0" y="365759"/>
                  </a:lnTo>
                </a:path>
              </a:pathLst>
            </a:custGeom>
            <a:ln w="6350">
              <a:solidFill>
                <a:srgbClr val="BEBEB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" name="object 45"/>
            <p:cNvSpPr/>
            <p:nvPr/>
          </p:nvSpPr>
          <p:spPr>
            <a:xfrm>
              <a:off x="1889505" y="4989195"/>
              <a:ext cx="572135" cy="12700"/>
            </a:xfrm>
            <a:custGeom>
              <a:avLst/>
              <a:gdLst/>
              <a:ahLst/>
              <a:cxnLst/>
              <a:rect l="l" t="t" r="r" b="b"/>
              <a:pathLst>
                <a:path w="572135" h="12700">
                  <a:moveTo>
                    <a:pt x="0" y="12699"/>
                  </a:moveTo>
                  <a:lnTo>
                    <a:pt x="571754" y="12699"/>
                  </a:lnTo>
                  <a:lnTo>
                    <a:pt x="571754" y="0"/>
                  </a:lnTo>
                  <a:lnTo>
                    <a:pt x="0" y="0"/>
                  </a:lnTo>
                  <a:lnTo>
                    <a:pt x="0" y="12699"/>
                  </a:lnTo>
                  <a:close/>
                </a:path>
              </a:pathLst>
            </a:custGeom>
            <a:solidFill>
              <a:srgbClr val="183DA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6" name="object 46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2131059" y="5029962"/>
              <a:ext cx="84454" cy="116458"/>
            </a:xfrm>
            <a:prstGeom prst="rect">
              <a:avLst/>
            </a:prstGeom>
          </p:spPr>
        </p:pic>
      </p:grpSp>
      <p:sp>
        <p:nvSpPr>
          <p:cNvPr id="47" name="object 47"/>
          <p:cNvSpPr txBox="1"/>
          <p:nvPr/>
        </p:nvSpPr>
        <p:spPr>
          <a:xfrm>
            <a:off x="1892617" y="5154929"/>
            <a:ext cx="56261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R="62230" algn="r">
              <a:lnSpc>
                <a:spcPct val="100000"/>
              </a:lnSpc>
              <a:spcBef>
                <a:spcPts val="100"/>
              </a:spcBef>
            </a:pPr>
            <a:r>
              <a:rPr sz="1200" spc="-125" dirty="0">
                <a:solidFill>
                  <a:srgbClr val="252525"/>
                </a:solidFill>
                <a:latin typeface="Trebuchet MS"/>
                <a:cs typeface="Trebuchet MS"/>
              </a:rPr>
              <a:t>3</a:t>
            </a:r>
            <a:endParaRPr sz="1200">
              <a:latin typeface="Trebuchet MS"/>
              <a:cs typeface="Trebuchet MS"/>
            </a:endParaRPr>
          </a:p>
        </p:txBody>
      </p:sp>
      <p:sp>
        <p:nvSpPr>
          <p:cNvPr id="48" name="object 48"/>
          <p:cNvSpPr txBox="1"/>
          <p:nvPr/>
        </p:nvSpPr>
        <p:spPr>
          <a:xfrm>
            <a:off x="1891029" y="5361304"/>
            <a:ext cx="567055" cy="182880"/>
          </a:xfrm>
          <a:prstGeom prst="rect">
            <a:avLst/>
          </a:prstGeom>
          <a:solidFill>
            <a:srgbClr val="FFDDF6"/>
          </a:solidFill>
          <a:ln w="12700">
            <a:solidFill>
              <a:srgbClr val="CC0099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R="64135" algn="r">
              <a:lnSpc>
                <a:spcPts val="1355"/>
              </a:lnSpc>
            </a:pPr>
            <a:r>
              <a:rPr sz="1200" spc="-90" dirty="0">
                <a:solidFill>
                  <a:srgbClr val="252525"/>
                </a:solidFill>
                <a:latin typeface="Trebuchet MS"/>
                <a:cs typeface="Trebuchet MS"/>
              </a:rPr>
              <a:t>-</a:t>
            </a:r>
            <a:r>
              <a:rPr sz="1200" spc="-445" dirty="0">
                <a:solidFill>
                  <a:srgbClr val="252525"/>
                </a:solidFill>
                <a:latin typeface="Trebuchet MS"/>
                <a:cs typeface="Trebuchet MS"/>
              </a:rPr>
              <a:t>1</a:t>
            </a:r>
            <a:endParaRPr sz="1200">
              <a:latin typeface="Trebuchet MS"/>
              <a:cs typeface="Trebuchet MS"/>
            </a:endParaRPr>
          </a:p>
        </p:txBody>
      </p:sp>
      <p:grpSp>
        <p:nvGrpSpPr>
          <p:cNvPr id="49" name="object 49"/>
          <p:cNvGrpSpPr/>
          <p:nvPr/>
        </p:nvGrpSpPr>
        <p:grpSpPr>
          <a:xfrm>
            <a:off x="2861564" y="4989195"/>
            <a:ext cx="572135" cy="558165"/>
            <a:chOff x="2861564" y="4989195"/>
            <a:chExt cx="572135" cy="558165"/>
          </a:xfrm>
        </p:grpSpPr>
        <p:sp>
          <p:nvSpPr>
            <p:cNvPr id="50" name="object 50"/>
            <p:cNvSpPr/>
            <p:nvPr/>
          </p:nvSpPr>
          <p:spPr>
            <a:xfrm>
              <a:off x="2863215" y="4995545"/>
              <a:ext cx="567055" cy="182880"/>
            </a:xfrm>
            <a:custGeom>
              <a:avLst/>
              <a:gdLst/>
              <a:ahLst/>
              <a:cxnLst/>
              <a:rect l="l" t="t" r="r" b="b"/>
              <a:pathLst>
                <a:path w="567054" h="182879">
                  <a:moveTo>
                    <a:pt x="567042" y="0"/>
                  </a:moveTo>
                  <a:lnTo>
                    <a:pt x="0" y="0"/>
                  </a:lnTo>
                  <a:lnTo>
                    <a:pt x="0" y="182879"/>
                  </a:lnTo>
                  <a:lnTo>
                    <a:pt x="567042" y="182879"/>
                  </a:lnTo>
                  <a:lnTo>
                    <a:pt x="567042" y="0"/>
                  </a:lnTo>
                  <a:close/>
                </a:path>
              </a:pathLst>
            </a:custGeom>
            <a:solidFill>
              <a:srgbClr val="D9D9D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1" name="object 51"/>
            <p:cNvSpPr/>
            <p:nvPr/>
          </p:nvSpPr>
          <p:spPr>
            <a:xfrm>
              <a:off x="2861564" y="5178425"/>
              <a:ext cx="572135" cy="182880"/>
            </a:xfrm>
            <a:custGeom>
              <a:avLst/>
              <a:gdLst/>
              <a:ahLst/>
              <a:cxnLst/>
              <a:rect l="l" t="t" r="r" b="b"/>
              <a:pathLst>
                <a:path w="572135" h="182879">
                  <a:moveTo>
                    <a:pt x="0" y="0"/>
                  </a:moveTo>
                  <a:lnTo>
                    <a:pt x="571881" y="0"/>
                  </a:lnTo>
                </a:path>
                <a:path w="572135" h="182879">
                  <a:moveTo>
                    <a:pt x="0" y="182880"/>
                  </a:moveTo>
                  <a:lnTo>
                    <a:pt x="571881" y="182880"/>
                  </a:lnTo>
                </a:path>
              </a:pathLst>
            </a:custGeom>
            <a:ln w="6350">
              <a:solidFill>
                <a:srgbClr val="BEBEB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2" name="object 52"/>
            <p:cNvSpPr/>
            <p:nvPr/>
          </p:nvSpPr>
          <p:spPr>
            <a:xfrm>
              <a:off x="2863215" y="4989195"/>
              <a:ext cx="0" cy="558165"/>
            </a:xfrm>
            <a:custGeom>
              <a:avLst/>
              <a:gdLst/>
              <a:ahLst/>
              <a:cxnLst/>
              <a:rect l="l" t="t" r="r" b="b"/>
              <a:pathLst>
                <a:path h="558164">
                  <a:moveTo>
                    <a:pt x="0" y="0"/>
                  </a:moveTo>
                  <a:lnTo>
                    <a:pt x="0" y="558164"/>
                  </a:lnTo>
                </a:path>
              </a:pathLst>
            </a:custGeom>
            <a:ln w="3175">
              <a:solidFill>
                <a:srgbClr val="7E7E7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3" name="object 53"/>
            <p:cNvSpPr/>
            <p:nvPr/>
          </p:nvSpPr>
          <p:spPr>
            <a:xfrm>
              <a:off x="3430270" y="4989195"/>
              <a:ext cx="0" cy="558165"/>
            </a:xfrm>
            <a:custGeom>
              <a:avLst/>
              <a:gdLst/>
              <a:ahLst/>
              <a:cxnLst/>
              <a:rect l="l" t="t" r="r" b="b"/>
              <a:pathLst>
                <a:path h="558164">
                  <a:moveTo>
                    <a:pt x="0" y="0"/>
                  </a:moveTo>
                  <a:lnTo>
                    <a:pt x="0" y="558164"/>
                  </a:lnTo>
                </a:path>
              </a:pathLst>
            </a:custGeom>
            <a:ln w="6350">
              <a:solidFill>
                <a:srgbClr val="BEBEB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4" name="object 54"/>
            <p:cNvSpPr/>
            <p:nvPr/>
          </p:nvSpPr>
          <p:spPr>
            <a:xfrm>
              <a:off x="2861564" y="4989195"/>
              <a:ext cx="572135" cy="12700"/>
            </a:xfrm>
            <a:custGeom>
              <a:avLst/>
              <a:gdLst/>
              <a:ahLst/>
              <a:cxnLst/>
              <a:rect l="l" t="t" r="r" b="b"/>
              <a:pathLst>
                <a:path w="572135" h="12700">
                  <a:moveTo>
                    <a:pt x="0" y="12699"/>
                  </a:moveTo>
                  <a:lnTo>
                    <a:pt x="571881" y="12699"/>
                  </a:lnTo>
                  <a:lnTo>
                    <a:pt x="571881" y="0"/>
                  </a:lnTo>
                  <a:lnTo>
                    <a:pt x="0" y="0"/>
                  </a:lnTo>
                  <a:lnTo>
                    <a:pt x="0" y="12699"/>
                  </a:lnTo>
                  <a:close/>
                </a:path>
              </a:pathLst>
            </a:custGeom>
            <a:solidFill>
              <a:srgbClr val="183DA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5" name="object 55"/>
            <p:cNvSpPr/>
            <p:nvPr/>
          </p:nvSpPr>
          <p:spPr>
            <a:xfrm>
              <a:off x="2861564" y="5544185"/>
              <a:ext cx="572135" cy="0"/>
            </a:xfrm>
            <a:custGeom>
              <a:avLst/>
              <a:gdLst/>
              <a:ahLst/>
              <a:cxnLst/>
              <a:rect l="l" t="t" r="r" b="b"/>
              <a:pathLst>
                <a:path w="572135">
                  <a:moveTo>
                    <a:pt x="0" y="0"/>
                  </a:moveTo>
                  <a:lnTo>
                    <a:pt x="571881" y="0"/>
                  </a:lnTo>
                </a:path>
              </a:pathLst>
            </a:custGeom>
            <a:ln w="6350">
              <a:solidFill>
                <a:srgbClr val="BEBEB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6" name="object 56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3086481" y="5029962"/>
              <a:ext cx="118110" cy="116458"/>
            </a:xfrm>
            <a:prstGeom prst="rect">
              <a:avLst/>
            </a:prstGeom>
          </p:spPr>
        </p:pic>
      </p:grpSp>
      <p:sp>
        <p:nvSpPr>
          <p:cNvPr id="57" name="object 57"/>
          <p:cNvSpPr txBox="1"/>
          <p:nvPr/>
        </p:nvSpPr>
        <p:spPr>
          <a:xfrm>
            <a:off x="2864802" y="5154929"/>
            <a:ext cx="56261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R="60960" algn="r">
              <a:lnSpc>
                <a:spcPct val="100000"/>
              </a:lnSpc>
              <a:spcBef>
                <a:spcPts val="100"/>
              </a:spcBef>
            </a:pPr>
            <a:r>
              <a:rPr sz="1200" spc="-90" dirty="0">
                <a:solidFill>
                  <a:srgbClr val="252525"/>
                </a:solidFill>
                <a:latin typeface="Trebuchet MS"/>
                <a:cs typeface="Trebuchet MS"/>
              </a:rPr>
              <a:t>-</a:t>
            </a:r>
            <a:r>
              <a:rPr sz="1200" spc="-445" dirty="0">
                <a:solidFill>
                  <a:srgbClr val="252525"/>
                </a:solidFill>
                <a:latin typeface="Trebuchet MS"/>
                <a:cs typeface="Trebuchet MS"/>
              </a:rPr>
              <a:t>1</a:t>
            </a:r>
            <a:endParaRPr sz="1200">
              <a:latin typeface="Trebuchet MS"/>
              <a:cs typeface="Trebuchet MS"/>
            </a:endParaRPr>
          </a:p>
        </p:txBody>
      </p:sp>
      <p:sp>
        <p:nvSpPr>
          <p:cNvPr id="58" name="object 58"/>
          <p:cNvSpPr/>
          <p:nvPr/>
        </p:nvSpPr>
        <p:spPr>
          <a:xfrm>
            <a:off x="702563" y="2133600"/>
            <a:ext cx="8641080" cy="1740535"/>
          </a:xfrm>
          <a:custGeom>
            <a:avLst/>
            <a:gdLst/>
            <a:ahLst/>
            <a:cxnLst/>
            <a:rect l="l" t="t" r="r" b="b"/>
            <a:pathLst>
              <a:path w="8641080" h="1740535">
                <a:moveTo>
                  <a:pt x="8641080" y="0"/>
                </a:moveTo>
                <a:lnTo>
                  <a:pt x="0" y="0"/>
                </a:lnTo>
                <a:lnTo>
                  <a:pt x="0" y="1740408"/>
                </a:lnTo>
                <a:lnTo>
                  <a:pt x="8641080" y="1740408"/>
                </a:lnTo>
                <a:lnTo>
                  <a:pt x="8641080" y="0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9" name="object 59"/>
          <p:cNvSpPr txBox="1"/>
          <p:nvPr/>
        </p:nvSpPr>
        <p:spPr>
          <a:xfrm>
            <a:off x="852830" y="2210257"/>
            <a:ext cx="675005" cy="2235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sz="1300" b="1" spc="-250" dirty="0">
                <a:latin typeface="Tahoma"/>
                <a:cs typeface="Tahoma"/>
              </a:rPr>
              <a:t>Solving</a:t>
            </a:r>
            <a:r>
              <a:rPr sz="1300" b="1" spc="-45" dirty="0">
                <a:latin typeface="Tahoma"/>
                <a:cs typeface="Tahoma"/>
              </a:rPr>
              <a:t> </a:t>
            </a:r>
            <a:r>
              <a:rPr sz="1300" b="1" spc="-385" dirty="0">
                <a:latin typeface="Tahoma"/>
                <a:cs typeface="Tahoma"/>
              </a:rPr>
              <a:t>XOR</a:t>
            </a:r>
            <a:endParaRPr sz="1300">
              <a:latin typeface="Tahoma"/>
              <a:cs typeface="Tahoma"/>
            </a:endParaRPr>
          </a:p>
        </p:txBody>
      </p:sp>
      <p:grpSp>
        <p:nvGrpSpPr>
          <p:cNvPr id="60" name="object 60"/>
          <p:cNvGrpSpPr/>
          <p:nvPr/>
        </p:nvGrpSpPr>
        <p:grpSpPr>
          <a:xfrm>
            <a:off x="3678682" y="3018789"/>
            <a:ext cx="482600" cy="482600"/>
            <a:chOff x="3678682" y="3018789"/>
            <a:chExt cx="482600" cy="482600"/>
          </a:xfrm>
        </p:grpSpPr>
        <p:sp>
          <p:nvSpPr>
            <p:cNvPr id="61" name="object 61"/>
            <p:cNvSpPr/>
            <p:nvPr/>
          </p:nvSpPr>
          <p:spPr>
            <a:xfrm>
              <a:off x="3688842" y="3028949"/>
              <a:ext cx="462280" cy="462280"/>
            </a:xfrm>
            <a:custGeom>
              <a:avLst/>
              <a:gdLst/>
              <a:ahLst/>
              <a:cxnLst/>
              <a:rect l="l" t="t" r="r" b="b"/>
              <a:pathLst>
                <a:path w="462279" h="462279">
                  <a:moveTo>
                    <a:pt x="230886" y="0"/>
                  </a:moveTo>
                  <a:lnTo>
                    <a:pt x="184356" y="4691"/>
                  </a:lnTo>
                  <a:lnTo>
                    <a:pt x="141017" y="18145"/>
                  </a:lnTo>
                  <a:lnTo>
                    <a:pt x="101798" y="39433"/>
                  </a:lnTo>
                  <a:lnTo>
                    <a:pt x="67627" y="67627"/>
                  </a:lnTo>
                  <a:lnTo>
                    <a:pt x="39433" y="101798"/>
                  </a:lnTo>
                  <a:lnTo>
                    <a:pt x="18145" y="141017"/>
                  </a:lnTo>
                  <a:lnTo>
                    <a:pt x="4691" y="184356"/>
                  </a:lnTo>
                  <a:lnTo>
                    <a:pt x="0" y="230886"/>
                  </a:lnTo>
                  <a:lnTo>
                    <a:pt x="4691" y="277415"/>
                  </a:lnTo>
                  <a:lnTo>
                    <a:pt x="18145" y="320754"/>
                  </a:lnTo>
                  <a:lnTo>
                    <a:pt x="39433" y="359973"/>
                  </a:lnTo>
                  <a:lnTo>
                    <a:pt x="67627" y="394144"/>
                  </a:lnTo>
                  <a:lnTo>
                    <a:pt x="101798" y="422338"/>
                  </a:lnTo>
                  <a:lnTo>
                    <a:pt x="141017" y="443626"/>
                  </a:lnTo>
                  <a:lnTo>
                    <a:pt x="184356" y="457080"/>
                  </a:lnTo>
                  <a:lnTo>
                    <a:pt x="230886" y="461772"/>
                  </a:lnTo>
                  <a:lnTo>
                    <a:pt x="277415" y="457080"/>
                  </a:lnTo>
                  <a:lnTo>
                    <a:pt x="320754" y="443626"/>
                  </a:lnTo>
                  <a:lnTo>
                    <a:pt x="359973" y="422338"/>
                  </a:lnTo>
                  <a:lnTo>
                    <a:pt x="394144" y="394144"/>
                  </a:lnTo>
                  <a:lnTo>
                    <a:pt x="422338" y="359973"/>
                  </a:lnTo>
                  <a:lnTo>
                    <a:pt x="443626" y="320754"/>
                  </a:lnTo>
                  <a:lnTo>
                    <a:pt x="457080" y="277415"/>
                  </a:lnTo>
                  <a:lnTo>
                    <a:pt x="461772" y="230886"/>
                  </a:lnTo>
                  <a:lnTo>
                    <a:pt x="457080" y="184356"/>
                  </a:lnTo>
                  <a:lnTo>
                    <a:pt x="443626" y="141017"/>
                  </a:lnTo>
                  <a:lnTo>
                    <a:pt x="422338" y="101798"/>
                  </a:lnTo>
                  <a:lnTo>
                    <a:pt x="394144" y="67627"/>
                  </a:lnTo>
                  <a:lnTo>
                    <a:pt x="359973" y="39433"/>
                  </a:lnTo>
                  <a:lnTo>
                    <a:pt x="320754" y="18145"/>
                  </a:lnTo>
                  <a:lnTo>
                    <a:pt x="277415" y="4691"/>
                  </a:lnTo>
                  <a:lnTo>
                    <a:pt x="230886" y="0"/>
                  </a:lnTo>
                  <a:close/>
                </a:path>
              </a:pathLst>
            </a:custGeom>
            <a:solidFill>
              <a:srgbClr val="FFC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2" name="object 62"/>
            <p:cNvSpPr/>
            <p:nvPr/>
          </p:nvSpPr>
          <p:spPr>
            <a:xfrm>
              <a:off x="3688842" y="3028949"/>
              <a:ext cx="462280" cy="462280"/>
            </a:xfrm>
            <a:custGeom>
              <a:avLst/>
              <a:gdLst/>
              <a:ahLst/>
              <a:cxnLst/>
              <a:rect l="l" t="t" r="r" b="b"/>
              <a:pathLst>
                <a:path w="462279" h="462279">
                  <a:moveTo>
                    <a:pt x="0" y="230886"/>
                  </a:moveTo>
                  <a:lnTo>
                    <a:pt x="4691" y="184356"/>
                  </a:lnTo>
                  <a:lnTo>
                    <a:pt x="18145" y="141017"/>
                  </a:lnTo>
                  <a:lnTo>
                    <a:pt x="39433" y="101798"/>
                  </a:lnTo>
                  <a:lnTo>
                    <a:pt x="67627" y="67627"/>
                  </a:lnTo>
                  <a:lnTo>
                    <a:pt x="101798" y="39433"/>
                  </a:lnTo>
                  <a:lnTo>
                    <a:pt x="141017" y="18145"/>
                  </a:lnTo>
                  <a:lnTo>
                    <a:pt x="184356" y="4691"/>
                  </a:lnTo>
                  <a:lnTo>
                    <a:pt x="230886" y="0"/>
                  </a:lnTo>
                  <a:lnTo>
                    <a:pt x="277415" y="4691"/>
                  </a:lnTo>
                  <a:lnTo>
                    <a:pt x="320754" y="18145"/>
                  </a:lnTo>
                  <a:lnTo>
                    <a:pt x="359973" y="39433"/>
                  </a:lnTo>
                  <a:lnTo>
                    <a:pt x="394144" y="67627"/>
                  </a:lnTo>
                  <a:lnTo>
                    <a:pt x="422338" y="101798"/>
                  </a:lnTo>
                  <a:lnTo>
                    <a:pt x="443626" y="141017"/>
                  </a:lnTo>
                  <a:lnTo>
                    <a:pt x="457080" y="184356"/>
                  </a:lnTo>
                  <a:lnTo>
                    <a:pt x="461772" y="230886"/>
                  </a:lnTo>
                  <a:lnTo>
                    <a:pt x="457080" y="277415"/>
                  </a:lnTo>
                  <a:lnTo>
                    <a:pt x="443626" y="320754"/>
                  </a:lnTo>
                  <a:lnTo>
                    <a:pt x="422338" y="359973"/>
                  </a:lnTo>
                  <a:lnTo>
                    <a:pt x="394144" y="394144"/>
                  </a:lnTo>
                  <a:lnTo>
                    <a:pt x="359973" y="422338"/>
                  </a:lnTo>
                  <a:lnTo>
                    <a:pt x="320754" y="443626"/>
                  </a:lnTo>
                  <a:lnTo>
                    <a:pt x="277415" y="457080"/>
                  </a:lnTo>
                  <a:lnTo>
                    <a:pt x="230886" y="461772"/>
                  </a:lnTo>
                  <a:lnTo>
                    <a:pt x="184356" y="457080"/>
                  </a:lnTo>
                  <a:lnTo>
                    <a:pt x="141017" y="443626"/>
                  </a:lnTo>
                  <a:lnTo>
                    <a:pt x="101798" y="422338"/>
                  </a:lnTo>
                  <a:lnTo>
                    <a:pt x="67627" y="394144"/>
                  </a:lnTo>
                  <a:lnTo>
                    <a:pt x="39433" y="359973"/>
                  </a:lnTo>
                  <a:lnTo>
                    <a:pt x="18145" y="320754"/>
                  </a:lnTo>
                  <a:lnTo>
                    <a:pt x="4691" y="277415"/>
                  </a:lnTo>
                  <a:lnTo>
                    <a:pt x="0" y="230886"/>
                  </a:lnTo>
                  <a:close/>
                </a:path>
              </a:pathLst>
            </a:custGeom>
            <a:ln w="19812">
              <a:solidFill>
                <a:srgbClr val="FFC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3" name="object 63"/>
          <p:cNvSpPr txBox="1"/>
          <p:nvPr/>
        </p:nvSpPr>
        <p:spPr>
          <a:xfrm>
            <a:off x="3808984" y="3186429"/>
            <a:ext cx="234315" cy="2235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95"/>
              </a:spcBef>
            </a:pPr>
            <a:r>
              <a:rPr sz="1950" spc="-127" baseline="12820" dirty="0">
                <a:latin typeface="Trebuchet MS"/>
                <a:cs typeface="Trebuchet MS"/>
              </a:rPr>
              <a:t>y</a:t>
            </a:r>
            <a:r>
              <a:rPr sz="850" spc="-85" dirty="0">
                <a:latin typeface="Trebuchet MS"/>
                <a:cs typeface="Trebuchet MS"/>
              </a:rPr>
              <a:t>out</a:t>
            </a:r>
            <a:endParaRPr sz="850">
              <a:latin typeface="Trebuchet MS"/>
              <a:cs typeface="Trebuchet MS"/>
            </a:endParaRPr>
          </a:p>
        </p:txBody>
      </p:sp>
      <p:grpSp>
        <p:nvGrpSpPr>
          <p:cNvPr id="64" name="object 64"/>
          <p:cNvGrpSpPr/>
          <p:nvPr/>
        </p:nvGrpSpPr>
        <p:grpSpPr>
          <a:xfrm>
            <a:off x="2640838" y="2852673"/>
            <a:ext cx="353060" cy="837565"/>
            <a:chOff x="2640838" y="2852673"/>
            <a:chExt cx="353060" cy="837565"/>
          </a:xfrm>
        </p:grpSpPr>
        <p:sp>
          <p:nvSpPr>
            <p:cNvPr id="65" name="object 65"/>
            <p:cNvSpPr/>
            <p:nvPr/>
          </p:nvSpPr>
          <p:spPr>
            <a:xfrm>
              <a:off x="2650998" y="2862833"/>
              <a:ext cx="332740" cy="334010"/>
            </a:xfrm>
            <a:custGeom>
              <a:avLst/>
              <a:gdLst/>
              <a:ahLst/>
              <a:cxnLst/>
              <a:rect l="l" t="t" r="r" b="b"/>
              <a:pathLst>
                <a:path w="332739" h="334010">
                  <a:moveTo>
                    <a:pt x="166115" y="0"/>
                  </a:moveTo>
                  <a:lnTo>
                    <a:pt x="121972" y="5958"/>
                  </a:lnTo>
                  <a:lnTo>
                    <a:pt x="82295" y="22775"/>
                  </a:lnTo>
                  <a:lnTo>
                    <a:pt x="48672" y="48863"/>
                  </a:lnTo>
                  <a:lnTo>
                    <a:pt x="22690" y="82634"/>
                  </a:lnTo>
                  <a:lnTo>
                    <a:pt x="5937" y="122502"/>
                  </a:lnTo>
                  <a:lnTo>
                    <a:pt x="0" y="166877"/>
                  </a:lnTo>
                  <a:lnTo>
                    <a:pt x="5937" y="211253"/>
                  </a:lnTo>
                  <a:lnTo>
                    <a:pt x="22690" y="251121"/>
                  </a:lnTo>
                  <a:lnTo>
                    <a:pt x="48672" y="284892"/>
                  </a:lnTo>
                  <a:lnTo>
                    <a:pt x="82295" y="310980"/>
                  </a:lnTo>
                  <a:lnTo>
                    <a:pt x="121972" y="327797"/>
                  </a:lnTo>
                  <a:lnTo>
                    <a:pt x="166115" y="333755"/>
                  </a:lnTo>
                  <a:lnTo>
                    <a:pt x="210259" y="327797"/>
                  </a:lnTo>
                  <a:lnTo>
                    <a:pt x="249935" y="310980"/>
                  </a:lnTo>
                  <a:lnTo>
                    <a:pt x="283559" y="284892"/>
                  </a:lnTo>
                  <a:lnTo>
                    <a:pt x="309541" y="251121"/>
                  </a:lnTo>
                  <a:lnTo>
                    <a:pt x="326294" y="211253"/>
                  </a:lnTo>
                  <a:lnTo>
                    <a:pt x="332231" y="166877"/>
                  </a:lnTo>
                  <a:lnTo>
                    <a:pt x="326294" y="122502"/>
                  </a:lnTo>
                  <a:lnTo>
                    <a:pt x="309541" y="82634"/>
                  </a:lnTo>
                  <a:lnTo>
                    <a:pt x="283559" y="48863"/>
                  </a:lnTo>
                  <a:lnTo>
                    <a:pt x="249935" y="22775"/>
                  </a:lnTo>
                  <a:lnTo>
                    <a:pt x="210259" y="5958"/>
                  </a:lnTo>
                  <a:lnTo>
                    <a:pt x="166115" y="0"/>
                  </a:lnTo>
                  <a:close/>
                </a:path>
              </a:pathLst>
            </a:custGeom>
            <a:solidFill>
              <a:srgbClr val="13299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6" name="object 66"/>
            <p:cNvSpPr/>
            <p:nvPr/>
          </p:nvSpPr>
          <p:spPr>
            <a:xfrm>
              <a:off x="2650998" y="2862833"/>
              <a:ext cx="332740" cy="334010"/>
            </a:xfrm>
            <a:custGeom>
              <a:avLst/>
              <a:gdLst/>
              <a:ahLst/>
              <a:cxnLst/>
              <a:rect l="l" t="t" r="r" b="b"/>
              <a:pathLst>
                <a:path w="332739" h="334010">
                  <a:moveTo>
                    <a:pt x="0" y="166877"/>
                  </a:moveTo>
                  <a:lnTo>
                    <a:pt x="5937" y="122502"/>
                  </a:lnTo>
                  <a:lnTo>
                    <a:pt x="22690" y="82634"/>
                  </a:lnTo>
                  <a:lnTo>
                    <a:pt x="48672" y="48863"/>
                  </a:lnTo>
                  <a:lnTo>
                    <a:pt x="82295" y="22775"/>
                  </a:lnTo>
                  <a:lnTo>
                    <a:pt x="121972" y="5958"/>
                  </a:lnTo>
                  <a:lnTo>
                    <a:pt x="166115" y="0"/>
                  </a:lnTo>
                  <a:lnTo>
                    <a:pt x="210259" y="5958"/>
                  </a:lnTo>
                  <a:lnTo>
                    <a:pt x="249935" y="22775"/>
                  </a:lnTo>
                  <a:lnTo>
                    <a:pt x="283559" y="48863"/>
                  </a:lnTo>
                  <a:lnTo>
                    <a:pt x="309541" y="82634"/>
                  </a:lnTo>
                  <a:lnTo>
                    <a:pt x="326294" y="122502"/>
                  </a:lnTo>
                  <a:lnTo>
                    <a:pt x="332231" y="166877"/>
                  </a:lnTo>
                  <a:lnTo>
                    <a:pt x="326294" y="211253"/>
                  </a:lnTo>
                  <a:lnTo>
                    <a:pt x="309541" y="251121"/>
                  </a:lnTo>
                  <a:lnTo>
                    <a:pt x="283559" y="284892"/>
                  </a:lnTo>
                  <a:lnTo>
                    <a:pt x="249935" y="310980"/>
                  </a:lnTo>
                  <a:lnTo>
                    <a:pt x="210259" y="327797"/>
                  </a:lnTo>
                  <a:lnTo>
                    <a:pt x="166115" y="333755"/>
                  </a:lnTo>
                  <a:lnTo>
                    <a:pt x="121972" y="327797"/>
                  </a:lnTo>
                  <a:lnTo>
                    <a:pt x="82295" y="310980"/>
                  </a:lnTo>
                  <a:lnTo>
                    <a:pt x="48672" y="284892"/>
                  </a:lnTo>
                  <a:lnTo>
                    <a:pt x="22690" y="251121"/>
                  </a:lnTo>
                  <a:lnTo>
                    <a:pt x="5937" y="211253"/>
                  </a:lnTo>
                  <a:lnTo>
                    <a:pt x="0" y="166877"/>
                  </a:lnTo>
                  <a:close/>
                </a:path>
              </a:pathLst>
            </a:custGeom>
            <a:ln w="19812">
              <a:solidFill>
                <a:srgbClr val="13299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7" name="object 67"/>
            <p:cNvSpPr/>
            <p:nvPr/>
          </p:nvSpPr>
          <p:spPr>
            <a:xfrm>
              <a:off x="2650998" y="3345941"/>
              <a:ext cx="332740" cy="334010"/>
            </a:xfrm>
            <a:custGeom>
              <a:avLst/>
              <a:gdLst/>
              <a:ahLst/>
              <a:cxnLst/>
              <a:rect l="l" t="t" r="r" b="b"/>
              <a:pathLst>
                <a:path w="332739" h="334010">
                  <a:moveTo>
                    <a:pt x="166115" y="0"/>
                  </a:moveTo>
                  <a:lnTo>
                    <a:pt x="121972" y="5958"/>
                  </a:lnTo>
                  <a:lnTo>
                    <a:pt x="82295" y="22775"/>
                  </a:lnTo>
                  <a:lnTo>
                    <a:pt x="48672" y="48863"/>
                  </a:lnTo>
                  <a:lnTo>
                    <a:pt x="22690" y="82634"/>
                  </a:lnTo>
                  <a:lnTo>
                    <a:pt x="5937" y="122502"/>
                  </a:lnTo>
                  <a:lnTo>
                    <a:pt x="0" y="166878"/>
                  </a:lnTo>
                  <a:lnTo>
                    <a:pt x="5937" y="211253"/>
                  </a:lnTo>
                  <a:lnTo>
                    <a:pt x="22690" y="251121"/>
                  </a:lnTo>
                  <a:lnTo>
                    <a:pt x="48672" y="284892"/>
                  </a:lnTo>
                  <a:lnTo>
                    <a:pt x="82295" y="310980"/>
                  </a:lnTo>
                  <a:lnTo>
                    <a:pt x="121972" y="327797"/>
                  </a:lnTo>
                  <a:lnTo>
                    <a:pt x="166115" y="333756"/>
                  </a:lnTo>
                  <a:lnTo>
                    <a:pt x="210259" y="327797"/>
                  </a:lnTo>
                  <a:lnTo>
                    <a:pt x="249935" y="310980"/>
                  </a:lnTo>
                  <a:lnTo>
                    <a:pt x="283559" y="284892"/>
                  </a:lnTo>
                  <a:lnTo>
                    <a:pt x="309541" y="251121"/>
                  </a:lnTo>
                  <a:lnTo>
                    <a:pt x="326294" y="211253"/>
                  </a:lnTo>
                  <a:lnTo>
                    <a:pt x="332231" y="166878"/>
                  </a:lnTo>
                  <a:lnTo>
                    <a:pt x="326294" y="122502"/>
                  </a:lnTo>
                  <a:lnTo>
                    <a:pt x="309541" y="82634"/>
                  </a:lnTo>
                  <a:lnTo>
                    <a:pt x="283559" y="48863"/>
                  </a:lnTo>
                  <a:lnTo>
                    <a:pt x="249935" y="22775"/>
                  </a:lnTo>
                  <a:lnTo>
                    <a:pt x="210259" y="5958"/>
                  </a:lnTo>
                  <a:lnTo>
                    <a:pt x="166115" y="0"/>
                  </a:lnTo>
                  <a:close/>
                </a:path>
              </a:pathLst>
            </a:custGeom>
            <a:solidFill>
              <a:srgbClr val="13299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8" name="object 68"/>
            <p:cNvSpPr/>
            <p:nvPr/>
          </p:nvSpPr>
          <p:spPr>
            <a:xfrm>
              <a:off x="2650998" y="3345941"/>
              <a:ext cx="332740" cy="334010"/>
            </a:xfrm>
            <a:custGeom>
              <a:avLst/>
              <a:gdLst/>
              <a:ahLst/>
              <a:cxnLst/>
              <a:rect l="l" t="t" r="r" b="b"/>
              <a:pathLst>
                <a:path w="332739" h="334010">
                  <a:moveTo>
                    <a:pt x="0" y="166878"/>
                  </a:moveTo>
                  <a:lnTo>
                    <a:pt x="5937" y="122502"/>
                  </a:lnTo>
                  <a:lnTo>
                    <a:pt x="22690" y="82634"/>
                  </a:lnTo>
                  <a:lnTo>
                    <a:pt x="48672" y="48863"/>
                  </a:lnTo>
                  <a:lnTo>
                    <a:pt x="82295" y="22775"/>
                  </a:lnTo>
                  <a:lnTo>
                    <a:pt x="121972" y="5958"/>
                  </a:lnTo>
                  <a:lnTo>
                    <a:pt x="166115" y="0"/>
                  </a:lnTo>
                  <a:lnTo>
                    <a:pt x="210259" y="5958"/>
                  </a:lnTo>
                  <a:lnTo>
                    <a:pt x="249935" y="22775"/>
                  </a:lnTo>
                  <a:lnTo>
                    <a:pt x="283559" y="48863"/>
                  </a:lnTo>
                  <a:lnTo>
                    <a:pt x="309541" y="82634"/>
                  </a:lnTo>
                  <a:lnTo>
                    <a:pt x="326294" y="122502"/>
                  </a:lnTo>
                  <a:lnTo>
                    <a:pt x="332231" y="166878"/>
                  </a:lnTo>
                  <a:lnTo>
                    <a:pt x="326294" y="211253"/>
                  </a:lnTo>
                  <a:lnTo>
                    <a:pt x="309541" y="251121"/>
                  </a:lnTo>
                  <a:lnTo>
                    <a:pt x="283559" y="284892"/>
                  </a:lnTo>
                  <a:lnTo>
                    <a:pt x="249935" y="310980"/>
                  </a:lnTo>
                  <a:lnTo>
                    <a:pt x="210259" y="327797"/>
                  </a:lnTo>
                  <a:lnTo>
                    <a:pt x="166115" y="333756"/>
                  </a:lnTo>
                  <a:lnTo>
                    <a:pt x="121972" y="327797"/>
                  </a:lnTo>
                  <a:lnTo>
                    <a:pt x="82295" y="310980"/>
                  </a:lnTo>
                  <a:lnTo>
                    <a:pt x="48672" y="284892"/>
                  </a:lnTo>
                  <a:lnTo>
                    <a:pt x="22690" y="251121"/>
                  </a:lnTo>
                  <a:lnTo>
                    <a:pt x="5937" y="211253"/>
                  </a:lnTo>
                  <a:lnTo>
                    <a:pt x="0" y="166878"/>
                  </a:lnTo>
                  <a:close/>
                </a:path>
              </a:pathLst>
            </a:custGeom>
            <a:ln w="19812">
              <a:solidFill>
                <a:srgbClr val="13299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9" name="object 69"/>
          <p:cNvSpPr txBox="1"/>
          <p:nvPr/>
        </p:nvSpPr>
        <p:spPr>
          <a:xfrm>
            <a:off x="2784601" y="3399536"/>
            <a:ext cx="74930" cy="2235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sz="1300" spc="-225" dirty="0">
                <a:solidFill>
                  <a:srgbClr val="FFFFFF"/>
                </a:solidFill>
                <a:latin typeface="Trebuchet MS"/>
                <a:cs typeface="Trebuchet MS"/>
              </a:rPr>
              <a:t>n</a:t>
            </a:r>
            <a:endParaRPr sz="1300">
              <a:latin typeface="Trebuchet MS"/>
              <a:cs typeface="Trebuchet MS"/>
            </a:endParaRPr>
          </a:p>
        </p:txBody>
      </p:sp>
      <p:grpSp>
        <p:nvGrpSpPr>
          <p:cNvPr id="70" name="object 70"/>
          <p:cNvGrpSpPr/>
          <p:nvPr/>
        </p:nvGrpSpPr>
        <p:grpSpPr>
          <a:xfrm>
            <a:off x="1609089" y="2852673"/>
            <a:ext cx="2078989" cy="837565"/>
            <a:chOff x="1609089" y="2852673"/>
            <a:chExt cx="2078989" cy="837565"/>
          </a:xfrm>
        </p:grpSpPr>
        <p:sp>
          <p:nvSpPr>
            <p:cNvPr id="71" name="object 71"/>
            <p:cNvSpPr/>
            <p:nvPr/>
          </p:nvSpPr>
          <p:spPr>
            <a:xfrm>
              <a:off x="1619250" y="2862833"/>
              <a:ext cx="2068830" cy="655955"/>
            </a:xfrm>
            <a:custGeom>
              <a:avLst/>
              <a:gdLst/>
              <a:ahLst/>
              <a:cxnLst/>
              <a:rect l="l" t="t" r="r" b="b"/>
              <a:pathLst>
                <a:path w="2068829" h="655954">
                  <a:moveTo>
                    <a:pt x="333756" y="166878"/>
                  </a:moveTo>
                  <a:lnTo>
                    <a:pt x="327787" y="122504"/>
                  </a:lnTo>
                  <a:lnTo>
                    <a:pt x="310972" y="82638"/>
                  </a:lnTo>
                  <a:lnTo>
                    <a:pt x="284886" y="48869"/>
                  </a:lnTo>
                  <a:lnTo>
                    <a:pt x="251117" y="22783"/>
                  </a:lnTo>
                  <a:lnTo>
                    <a:pt x="211251" y="5969"/>
                  </a:lnTo>
                  <a:lnTo>
                    <a:pt x="166878" y="0"/>
                  </a:lnTo>
                  <a:lnTo>
                    <a:pt x="122491" y="5969"/>
                  </a:lnTo>
                  <a:lnTo>
                    <a:pt x="82626" y="22783"/>
                  </a:lnTo>
                  <a:lnTo>
                    <a:pt x="48856" y="48869"/>
                  </a:lnTo>
                  <a:lnTo>
                    <a:pt x="22771" y="82638"/>
                  </a:lnTo>
                  <a:lnTo>
                    <a:pt x="5956" y="122504"/>
                  </a:lnTo>
                  <a:lnTo>
                    <a:pt x="0" y="166878"/>
                  </a:lnTo>
                  <a:lnTo>
                    <a:pt x="5956" y="211264"/>
                  </a:lnTo>
                  <a:lnTo>
                    <a:pt x="22771" y="251129"/>
                  </a:lnTo>
                  <a:lnTo>
                    <a:pt x="48856" y="284899"/>
                  </a:lnTo>
                  <a:lnTo>
                    <a:pt x="82626" y="310984"/>
                  </a:lnTo>
                  <a:lnTo>
                    <a:pt x="122491" y="327799"/>
                  </a:lnTo>
                  <a:lnTo>
                    <a:pt x="166878" y="333756"/>
                  </a:lnTo>
                  <a:lnTo>
                    <a:pt x="211251" y="327799"/>
                  </a:lnTo>
                  <a:lnTo>
                    <a:pt x="251117" y="310984"/>
                  </a:lnTo>
                  <a:lnTo>
                    <a:pt x="284886" y="284899"/>
                  </a:lnTo>
                  <a:lnTo>
                    <a:pt x="310972" y="251129"/>
                  </a:lnTo>
                  <a:lnTo>
                    <a:pt x="327787" y="211264"/>
                  </a:lnTo>
                  <a:lnTo>
                    <a:pt x="333756" y="166878"/>
                  </a:lnTo>
                  <a:close/>
                </a:path>
                <a:path w="2068829" h="655954">
                  <a:moveTo>
                    <a:pt x="2068576" y="395859"/>
                  </a:moveTo>
                  <a:lnTo>
                    <a:pt x="2054682" y="382143"/>
                  </a:lnTo>
                  <a:lnTo>
                    <a:pt x="2007870" y="335915"/>
                  </a:lnTo>
                  <a:lnTo>
                    <a:pt x="1998014" y="366115"/>
                  </a:lnTo>
                  <a:lnTo>
                    <a:pt x="1365250" y="159258"/>
                  </a:lnTo>
                  <a:lnTo>
                    <a:pt x="1361186" y="171450"/>
                  </a:lnTo>
                  <a:lnTo>
                    <a:pt x="1994077" y="378180"/>
                  </a:lnTo>
                  <a:lnTo>
                    <a:pt x="1990966" y="387692"/>
                  </a:lnTo>
                  <a:lnTo>
                    <a:pt x="1983994" y="386842"/>
                  </a:lnTo>
                  <a:lnTo>
                    <a:pt x="1987778" y="397459"/>
                  </a:lnTo>
                  <a:lnTo>
                    <a:pt x="1984248" y="408305"/>
                  </a:lnTo>
                  <a:lnTo>
                    <a:pt x="1991283" y="407276"/>
                  </a:lnTo>
                  <a:lnTo>
                    <a:pt x="1994687" y="416763"/>
                  </a:lnTo>
                  <a:lnTo>
                    <a:pt x="1361059" y="643636"/>
                  </a:lnTo>
                  <a:lnTo>
                    <a:pt x="1365377" y="655574"/>
                  </a:lnTo>
                  <a:lnTo>
                    <a:pt x="1998954" y="428726"/>
                  </a:lnTo>
                  <a:lnTo>
                    <a:pt x="2009648" y="458597"/>
                  </a:lnTo>
                  <a:lnTo>
                    <a:pt x="2053742" y="412496"/>
                  </a:lnTo>
                  <a:lnTo>
                    <a:pt x="2068576" y="397002"/>
                  </a:lnTo>
                  <a:lnTo>
                    <a:pt x="2064296" y="396494"/>
                  </a:lnTo>
                  <a:lnTo>
                    <a:pt x="2068576" y="395859"/>
                  </a:lnTo>
                  <a:close/>
                </a:path>
              </a:pathLst>
            </a:custGeom>
            <a:solidFill>
              <a:srgbClr val="13299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2" name="object 72"/>
            <p:cNvSpPr/>
            <p:nvPr/>
          </p:nvSpPr>
          <p:spPr>
            <a:xfrm>
              <a:off x="1619249" y="2862833"/>
              <a:ext cx="334010" cy="334010"/>
            </a:xfrm>
            <a:custGeom>
              <a:avLst/>
              <a:gdLst/>
              <a:ahLst/>
              <a:cxnLst/>
              <a:rect l="l" t="t" r="r" b="b"/>
              <a:pathLst>
                <a:path w="334010" h="334010">
                  <a:moveTo>
                    <a:pt x="0" y="166877"/>
                  </a:moveTo>
                  <a:lnTo>
                    <a:pt x="5958" y="122502"/>
                  </a:lnTo>
                  <a:lnTo>
                    <a:pt x="22775" y="82634"/>
                  </a:lnTo>
                  <a:lnTo>
                    <a:pt x="48863" y="48863"/>
                  </a:lnTo>
                  <a:lnTo>
                    <a:pt x="82634" y="22775"/>
                  </a:lnTo>
                  <a:lnTo>
                    <a:pt x="122502" y="5958"/>
                  </a:lnTo>
                  <a:lnTo>
                    <a:pt x="166877" y="0"/>
                  </a:lnTo>
                  <a:lnTo>
                    <a:pt x="211253" y="5958"/>
                  </a:lnTo>
                  <a:lnTo>
                    <a:pt x="251121" y="22775"/>
                  </a:lnTo>
                  <a:lnTo>
                    <a:pt x="284892" y="48863"/>
                  </a:lnTo>
                  <a:lnTo>
                    <a:pt x="310980" y="82634"/>
                  </a:lnTo>
                  <a:lnTo>
                    <a:pt x="327797" y="122502"/>
                  </a:lnTo>
                  <a:lnTo>
                    <a:pt x="333756" y="166877"/>
                  </a:lnTo>
                  <a:lnTo>
                    <a:pt x="327797" y="211253"/>
                  </a:lnTo>
                  <a:lnTo>
                    <a:pt x="310980" y="251121"/>
                  </a:lnTo>
                  <a:lnTo>
                    <a:pt x="284892" y="284892"/>
                  </a:lnTo>
                  <a:lnTo>
                    <a:pt x="251121" y="310980"/>
                  </a:lnTo>
                  <a:lnTo>
                    <a:pt x="211253" y="327797"/>
                  </a:lnTo>
                  <a:lnTo>
                    <a:pt x="166877" y="333755"/>
                  </a:lnTo>
                  <a:lnTo>
                    <a:pt x="122502" y="327797"/>
                  </a:lnTo>
                  <a:lnTo>
                    <a:pt x="82634" y="310980"/>
                  </a:lnTo>
                  <a:lnTo>
                    <a:pt x="48863" y="284892"/>
                  </a:lnTo>
                  <a:lnTo>
                    <a:pt x="22775" y="251121"/>
                  </a:lnTo>
                  <a:lnTo>
                    <a:pt x="5958" y="211253"/>
                  </a:lnTo>
                  <a:lnTo>
                    <a:pt x="0" y="166877"/>
                  </a:lnTo>
                  <a:close/>
                </a:path>
              </a:pathLst>
            </a:custGeom>
            <a:ln w="19811">
              <a:solidFill>
                <a:srgbClr val="13299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3" name="object 73"/>
            <p:cNvSpPr/>
            <p:nvPr/>
          </p:nvSpPr>
          <p:spPr>
            <a:xfrm>
              <a:off x="1619249" y="3345941"/>
              <a:ext cx="334010" cy="334010"/>
            </a:xfrm>
            <a:custGeom>
              <a:avLst/>
              <a:gdLst/>
              <a:ahLst/>
              <a:cxnLst/>
              <a:rect l="l" t="t" r="r" b="b"/>
              <a:pathLst>
                <a:path w="334010" h="334010">
                  <a:moveTo>
                    <a:pt x="166877" y="0"/>
                  </a:moveTo>
                  <a:lnTo>
                    <a:pt x="122502" y="5958"/>
                  </a:lnTo>
                  <a:lnTo>
                    <a:pt x="82634" y="22775"/>
                  </a:lnTo>
                  <a:lnTo>
                    <a:pt x="48863" y="48863"/>
                  </a:lnTo>
                  <a:lnTo>
                    <a:pt x="22775" y="82634"/>
                  </a:lnTo>
                  <a:lnTo>
                    <a:pt x="5958" y="122502"/>
                  </a:lnTo>
                  <a:lnTo>
                    <a:pt x="0" y="166878"/>
                  </a:lnTo>
                  <a:lnTo>
                    <a:pt x="5958" y="211253"/>
                  </a:lnTo>
                  <a:lnTo>
                    <a:pt x="22775" y="251121"/>
                  </a:lnTo>
                  <a:lnTo>
                    <a:pt x="48863" y="284892"/>
                  </a:lnTo>
                  <a:lnTo>
                    <a:pt x="82634" y="310980"/>
                  </a:lnTo>
                  <a:lnTo>
                    <a:pt x="122502" y="327797"/>
                  </a:lnTo>
                  <a:lnTo>
                    <a:pt x="166877" y="333756"/>
                  </a:lnTo>
                  <a:lnTo>
                    <a:pt x="211253" y="327797"/>
                  </a:lnTo>
                  <a:lnTo>
                    <a:pt x="251121" y="310980"/>
                  </a:lnTo>
                  <a:lnTo>
                    <a:pt x="284892" y="284892"/>
                  </a:lnTo>
                  <a:lnTo>
                    <a:pt x="310980" y="251121"/>
                  </a:lnTo>
                  <a:lnTo>
                    <a:pt x="327797" y="211253"/>
                  </a:lnTo>
                  <a:lnTo>
                    <a:pt x="333756" y="166878"/>
                  </a:lnTo>
                  <a:lnTo>
                    <a:pt x="327797" y="122502"/>
                  </a:lnTo>
                  <a:lnTo>
                    <a:pt x="310980" y="82634"/>
                  </a:lnTo>
                  <a:lnTo>
                    <a:pt x="284892" y="48863"/>
                  </a:lnTo>
                  <a:lnTo>
                    <a:pt x="251121" y="22775"/>
                  </a:lnTo>
                  <a:lnTo>
                    <a:pt x="211253" y="5958"/>
                  </a:lnTo>
                  <a:lnTo>
                    <a:pt x="166877" y="0"/>
                  </a:lnTo>
                  <a:close/>
                </a:path>
              </a:pathLst>
            </a:custGeom>
            <a:solidFill>
              <a:srgbClr val="13299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4" name="object 74"/>
            <p:cNvSpPr/>
            <p:nvPr/>
          </p:nvSpPr>
          <p:spPr>
            <a:xfrm>
              <a:off x="1619249" y="3345941"/>
              <a:ext cx="334010" cy="334010"/>
            </a:xfrm>
            <a:custGeom>
              <a:avLst/>
              <a:gdLst/>
              <a:ahLst/>
              <a:cxnLst/>
              <a:rect l="l" t="t" r="r" b="b"/>
              <a:pathLst>
                <a:path w="334010" h="334010">
                  <a:moveTo>
                    <a:pt x="0" y="166878"/>
                  </a:moveTo>
                  <a:lnTo>
                    <a:pt x="5958" y="122502"/>
                  </a:lnTo>
                  <a:lnTo>
                    <a:pt x="22775" y="82634"/>
                  </a:lnTo>
                  <a:lnTo>
                    <a:pt x="48863" y="48863"/>
                  </a:lnTo>
                  <a:lnTo>
                    <a:pt x="82634" y="22775"/>
                  </a:lnTo>
                  <a:lnTo>
                    <a:pt x="122502" y="5958"/>
                  </a:lnTo>
                  <a:lnTo>
                    <a:pt x="166877" y="0"/>
                  </a:lnTo>
                  <a:lnTo>
                    <a:pt x="211253" y="5958"/>
                  </a:lnTo>
                  <a:lnTo>
                    <a:pt x="251121" y="22775"/>
                  </a:lnTo>
                  <a:lnTo>
                    <a:pt x="284892" y="48863"/>
                  </a:lnTo>
                  <a:lnTo>
                    <a:pt x="310980" y="82634"/>
                  </a:lnTo>
                  <a:lnTo>
                    <a:pt x="327797" y="122502"/>
                  </a:lnTo>
                  <a:lnTo>
                    <a:pt x="333756" y="166878"/>
                  </a:lnTo>
                  <a:lnTo>
                    <a:pt x="327797" y="211253"/>
                  </a:lnTo>
                  <a:lnTo>
                    <a:pt x="310980" y="251121"/>
                  </a:lnTo>
                  <a:lnTo>
                    <a:pt x="284892" y="284892"/>
                  </a:lnTo>
                  <a:lnTo>
                    <a:pt x="251121" y="310980"/>
                  </a:lnTo>
                  <a:lnTo>
                    <a:pt x="211253" y="327797"/>
                  </a:lnTo>
                  <a:lnTo>
                    <a:pt x="166877" y="333756"/>
                  </a:lnTo>
                  <a:lnTo>
                    <a:pt x="122502" y="327797"/>
                  </a:lnTo>
                  <a:lnTo>
                    <a:pt x="82634" y="310980"/>
                  </a:lnTo>
                  <a:lnTo>
                    <a:pt x="48863" y="284892"/>
                  </a:lnTo>
                  <a:lnTo>
                    <a:pt x="22775" y="251121"/>
                  </a:lnTo>
                  <a:lnTo>
                    <a:pt x="5958" y="211253"/>
                  </a:lnTo>
                  <a:lnTo>
                    <a:pt x="0" y="166878"/>
                  </a:lnTo>
                  <a:close/>
                </a:path>
              </a:pathLst>
            </a:custGeom>
            <a:ln w="19812">
              <a:solidFill>
                <a:srgbClr val="13299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5" name="object 75"/>
          <p:cNvSpPr txBox="1"/>
          <p:nvPr/>
        </p:nvSpPr>
        <p:spPr>
          <a:xfrm>
            <a:off x="1757807" y="3399536"/>
            <a:ext cx="67310" cy="2235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sz="1300" spc="-225" dirty="0">
                <a:solidFill>
                  <a:srgbClr val="FFFFFF"/>
                </a:solidFill>
                <a:latin typeface="Trebuchet MS"/>
                <a:cs typeface="Trebuchet MS"/>
              </a:rPr>
              <a:t>x</a:t>
            </a:r>
            <a:endParaRPr sz="1300">
              <a:latin typeface="Trebuchet MS"/>
              <a:cs typeface="Trebuchet MS"/>
            </a:endParaRPr>
          </a:p>
        </p:txBody>
      </p:sp>
      <p:grpSp>
        <p:nvGrpSpPr>
          <p:cNvPr id="76" name="object 76"/>
          <p:cNvGrpSpPr/>
          <p:nvPr/>
        </p:nvGrpSpPr>
        <p:grpSpPr>
          <a:xfrm>
            <a:off x="1948688" y="2319273"/>
            <a:ext cx="1412240" cy="1230630"/>
            <a:chOff x="1948688" y="2319273"/>
            <a:chExt cx="1412240" cy="1230630"/>
          </a:xfrm>
        </p:grpSpPr>
        <p:sp>
          <p:nvSpPr>
            <p:cNvPr id="77" name="object 77"/>
            <p:cNvSpPr/>
            <p:nvPr/>
          </p:nvSpPr>
          <p:spPr>
            <a:xfrm>
              <a:off x="1948688" y="2990087"/>
              <a:ext cx="701675" cy="559435"/>
            </a:xfrm>
            <a:custGeom>
              <a:avLst/>
              <a:gdLst/>
              <a:ahLst/>
              <a:cxnLst/>
              <a:rect l="l" t="t" r="r" b="b"/>
              <a:pathLst>
                <a:path w="701675" h="559435">
                  <a:moveTo>
                    <a:pt x="701167" y="38100"/>
                  </a:moveTo>
                  <a:lnTo>
                    <a:pt x="688467" y="31750"/>
                  </a:lnTo>
                  <a:lnTo>
                    <a:pt x="634974" y="5003"/>
                  </a:lnTo>
                  <a:lnTo>
                    <a:pt x="634974" y="76314"/>
                  </a:lnTo>
                  <a:lnTo>
                    <a:pt x="352374" y="271945"/>
                  </a:lnTo>
                  <a:lnTo>
                    <a:pt x="23799" y="44450"/>
                  </a:lnTo>
                  <a:lnTo>
                    <a:pt x="624967" y="44450"/>
                  </a:lnTo>
                  <a:lnTo>
                    <a:pt x="624967" y="49009"/>
                  </a:lnTo>
                  <a:lnTo>
                    <a:pt x="616839" y="50165"/>
                  </a:lnTo>
                  <a:lnTo>
                    <a:pt x="624967" y="61887"/>
                  </a:lnTo>
                  <a:lnTo>
                    <a:pt x="624967" y="76200"/>
                  </a:lnTo>
                  <a:lnTo>
                    <a:pt x="632333" y="72517"/>
                  </a:lnTo>
                  <a:lnTo>
                    <a:pt x="634974" y="76314"/>
                  </a:lnTo>
                  <a:lnTo>
                    <a:pt x="634974" y="5003"/>
                  </a:lnTo>
                  <a:lnTo>
                    <a:pt x="624967" y="0"/>
                  </a:lnTo>
                  <a:lnTo>
                    <a:pt x="624967" y="31750"/>
                  </a:lnTo>
                  <a:lnTo>
                    <a:pt x="3556" y="31750"/>
                  </a:lnTo>
                  <a:lnTo>
                    <a:pt x="3556" y="38100"/>
                  </a:lnTo>
                  <a:lnTo>
                    <a:pt x="0" y="43307"/>
                  </a:lnTo>
                  <a:lnTo>
                    <a:pt x="341274" y="279628"/>
                  </a:lnTo>
                  <a:lnTo>
                    <a:pt x="0" y="515874"/>
                  </a:lnTo>
                  <a:lnTo>
                    <a:pt x="3556" y="521144"/>
                  </a:lnTo>
                  <a:lnTo>
                    <a:pt x="3556" y="527558"/>
                  </a:lnTo>
                  <a:lnTo>
                    <a:pt x="624967" y="527558"/>
                  </a:lnTo>
                  <a:lnTo>
                    <a:pt x="624967" y="559320"/>
                  </a:lnTo>
                  <a:lnTo>
                    <a:pt x="688467" y="527558"/>
                  </a:lnTo>
                  <a:lnTo>
                    <a:pt x="701167" y="521208"/>
                  </a:lnTo>
                  <a:lnTo>
                    <a:pt x="684225" y="490220"/>
                  </a:lnTo>
                  <a:lnTo>
                    <a:pt x="660273" y="446405"/>
                  </a:lnTo>
                  <a:lnTo>
                    <a:pt x="642162" y="472554"/>
                  </a:lnTo>
                  <a:lnTo>
                    <a:pt x="634949" y="467563"/>
                  </a:lnTo>
                  <a:lnTo>
                    <a:pt x="634949" y="482981"/>
                  </a:lnTo>
                  <a:lnTo>
                    <a:pt x="632307" y="486791"/>
                  </a:lnTo>
                  <a:lnTo>
                    <a:pt x="624967" y="483108"/>
                  </a:lnTo>
                  <a:lnTo>
                    <a:pt x="624967" y="497408"/>
                  </a:lnTo>
                  <a:lnTo>
                    <a:pt x="616839" y="509143"/>
                  </a:lnTo>
                  <a:lnTo>
                    <a:pt x="624967" y="510311"/>
                  </a:lnTo>
                  <a:lnTo>
                    <a:pt x="624967" y="514858"/>
                  </a:lnTo>
                  <a:lnTo>
                    <a:pt x="23799" y="514858"/>
                  </a:lnTo>
                  <a:lnTo>
                    <a:pt x="352425" y="287350"/>
                  </a:lnTo>
                  <a:lnTo>
                    <a:pt x="634949" y="482981"/>
                  </a:lnTo>
                  <a:lnTo>
                    <a:pt x="634949" y="467563"/>
                  </a:lnTo>
                  <a:lnTo>
                    <a:pt x="363537" y="279666"/>
                  </a:lnTo>
                  <a:lnTo>
                    <a:pt x="642200" y="86741"/>
                  </a:lnTo>
                  <a:lnTo>
                    <a:pt x="660273" y="112776"/>
                  </a:lnTo>
                  <a:lnTo>
                    <a:pt x="684187" y="69088"/>
                  </a:lnTo>
                  <a:lnTo>
                    <a:pt x="701167" y="38100"/>
                  </a:lnTo>
                  <a:close/>
                </a:path>
              </a:pathLst>
            </a:custGeom>
            <a:solidFill>
              <a:srgbClr val="13299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8" name="object 78"/>
            <p:cNvSpPr/>
            <p:nvPr/>
          </p:nvSpPr>
          <p:spPr>
            <a:xfrm>
              <a:off x="3018282" y="2329433"/>
              <a:ext cx="332740" cy="332740"/>
            </a:xfrm>
            <a:custGeom>
              <a:avLst/>
              <a:gdLst/>
              <a:ahLst/>
              <a:cxnLst/>
              <a:rect l="l" t="t" r="r" b="b"/>
              <a:pathLst>
                <a:path w="332739" h="332739">
                  <a:moveTo>
                    <a:pt x="166116" y="0"/>
                  </a:moveTo>
                  <a:lnTo>
                    <a:pt x="121972" y="5937"/>
                  </a:lnTo>
                  <a:lnTo>
                    <a:pt x="82296" y="22690"/>
                  </a:lnTo>
                  <a:lnTo>
                    <a:pt x="48672" y="48672"/>
                  </a:lnTo>
                  <a:lnTo>
                    <a:pt x="22690" y="82295"/>
                  </a:lnTo>
                  <a:lnTo>
                    <a:pt x="5937" y="121972"/>
                  </a:lnTo>
                  <a:lnTo>
                    <a:pt x="0" y="166115"/>
                  </a:lnTo>
                  <a:lnTo>
                    <a:pt x="5937" y="210259"/>
                  </a:lnTo>
                  <a:lnTo>
                    <a:pt x="22690" y="249936"/>
                  </a:lnTo>
                  <a:lnTo>
                    <a:pt x="48672" y="283559"/>
                  </a:lnTo>
                  <a:lnTo>
                    <a:pt x="82296" y="309541"/>
                  </a:lnTo>
                  <a:lnTo>
                    <a:pt x="121972" y="326294"/>
                  </a:lnTo>
                  <a:lnTo>
                    <a:pt x="166116" y="332231"/>
                  </a:lnTo>
                  <a:lnTo>
                    <a:pt x="210259" y="326294"/>
                  </a:lnTo>
                  <a:lnTo>
                    <a:pt x="249936" y="309541"/>
                  </a:lnTo>
                  <a:lnTo>
                    <a:pt x="283559" y="283559"/>
                  </a:lnTo>
                  <a:lnTo>
                    <a:pt x="309541" y="249936"/>
                  </a:lnTo>
                  <a:lnTo>
                    <a:pt x="326294" y="210259"/>
                  </a:lnTo>
                  <a:lnTo>
                    <a:pt x="332231" y="166115"/>
                  </a:lnTo>
                  <a:lnTo>
                    <a:pt x="326294" y="121972"/>
                  </a:lnTo>
                  <a:lnTo>
                    <a:pt x="309541" y="82295"/>
                  </a:lnTo>
                  <a:lnTo>
                    <a:pt x="283559" y="48672"/>
                  </a:lnTo>
                  <a:lnTo>
                    <a:pt x="249935" y="22690"/>
                  </a:lnTo>
                  <a:lnTo>
                    <a:pt x="210259" y="5937"/>
                  </a:lnTo>
                  <a:lnTo>
                    <a:pt x="166116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9" name="object 79"/>
            <p:cNvSpPr/>
            <p:nvPr/>
          </p:nvSpPr>
          <p:spPr>
            <a:xfrm>
              <a:off x="3018282" y="2329433"/>
              <a:ext cx="332740" cy="332740"/>
            </a:xfrm>
            <a:custGeom>
              <a:avLst/>
              <a:gdLst/>
              <a:ahLst/>
              <a:cxnLst/>
              <a:rect l="l" t="t" r="r" b="b"/>
              <a:pathLst>
                <a:path w="332739" h="332739">
                  <a:moveTo>
                    <a:pt x="0" y="166115"/>
                  </a:moveTo>
                  <a:lnTo>
                    <a:pt x="5937" y="121972"/>
                  </a:lnTo>
                  <a:lnTo>
                    <a:pt x="22690" y="82295"/>
                  </a:lnTo>
                  <a:lnTo>
                    <a:pt x="48672" y="48672"/>
                  </a:lnTo>
                  <a:lnTo>
                    <a:pt x="82296" y="22690"/>
                  </a:lnTo>
                  <a:lnTo>
                    <a:pt x="121972" y="5937"/>
                  </a:lnTo>
                  <a:lnTo>
                    <a:pt x="166116" y="0"/>
                  </a:lnTo>
                  <a:lnTo>
                    <a:pt x="210259" y="5937"/>
                  </a:lnTo>
                  <a:lnTo>
                    <a:pt x="249935" y="22690"/>
                  </a:lnTo>
                  <a:lnTo>
                    <a:pt x="283559" y="48672"/>
                  </a:lnTo>
                  <a:lnTo>
                    <a:pt x="309541" y="82295"/>
                  </a:lnTo>
                  <a:lnTo>
                    <a:pt x="326294" y="121972"/>
                  </a:lnTo>
                  <a:lnTo>
                    <a:pt x="332231" y="166115"/>
                  </a:lnTo>
                  <a:lnTo>
                    <a:pt x="326294" y="210259"/>
                  </a:lnTo>
                  <a:lnTo>
                    <a:pt x="309541" y="249936"/>
                  </a:lnTo>
                  <a:lnTo>
                    <a:pt x="283559" y="283559"/>
                  </a:lnTo>
                  <a:lnTo>
                    <a:pt x="249936" y="309541"/>
                  </a:lnTo>
                  <a:lnTo>
                    <a:pt x="210259" y="326294"/>
                  </a:lnTo>
                  <a:lnTo>
                    <a:pt x="166116" y="332231"/>
                  </a:lnTo>
                  <a:lnTo>
                    <a:pt x="121972" y="326294"/>
                  </a:lnTo>
                  <a:lnTo>
                    <a:pt x="82296" y="309541"/>
                  </a:lnTo>
                  <a:lnTo>
                    <a:pt x="48672" y="283559"/>
                  </a:lnTo>
                  <a:lnTo>
                    <a:pt x="22690" y="249936"/>
                  </a:lnTo>
                  <a:lnTo>
                    <a:pt x="5937" y="210259"/>
                  </a:lnTo>
                  <a:lnTo>
                    <a:pt x="0" y="166115"/>
                  </a:lnTo>
                  <a:close/>
                </a:path>
              </a:pathLst>
            </a:custGeom>
            <a:ln w="19812">
              <a:solidFill>
                <a:srgbClr val="C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0" name="object 80"/>
          <p:cNvSpPr txBox="1"/>
          <p:nvPr/>
        </p:nvSpPr>
        <p:spPr>
          <a:xfrm>
            <a:off x="3119882" y="2382138"/>
            <a:ext cx="139700" cy="2235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sz="1300" spc="-185" dirty="0">
                <a:solidFill>
                  <a:srgbClr val="FFFFFF"/>
                </a:solidFill>
                <a:latin typeface="Trebuchet MS"/>
                <a:cs typeface="Trebuchet MS"/>
              </a:rPr>
              <a:t>b2</a:t>
            </a:r>
            <a:endParaRPr sz="1300">
              <a:latin typeface="Trebuchet MS"/>
              <a:cs typeface="Trebuchet MS"/>
            </a:endParaRPr>
          </a:p>
        </p:txBody>
      </p:sp>
      <p:grpSp>
        <p:nvGrpSpPr>
          <p:cNvPr id="81" name="object 81"/>
          <p:cNvGrpSpPr/>
          <p:nvPr/>
        </p:nvGrpSpPr>
        <p:grpSpPr>
          <a:xfrm>
            <a:off x="2101342" y="2319273"/>
            <a:ext cx="353060" cy="353060"/>
            <a:chOff x="2101342" y="2319273"/>
            <a:chExt cx="353060" cy="353060"/>
          </a:xfrm>
        </p:grpSpPr>
        <p:sp>
          <p:nvSpPr>
            <p:cNvPr id="82" name="object 82"/>
            <p:cNvSpPr/>
            <p:nvPr/>
          </p:nvSpPr>
          <p:spPr>
            <a:xfrm>
              <a:off x="2111502" y="2329433"/>
              <a:ext cx="332740" cy="332740"/>
            </a:xfrm>
            <a:custGeom>
              <a:avLst/>
              <a:gdLst/>
              <a:ahLst/>
              <a:cxnLst/>
              <a:rect l="l" t="t" r="r" b="b"/>
              <a:pathLst>
                <a:path w="332739" h="332739">
                  <a:moveTo>
                    <a:pt x="166116" y="0"/>
                  </a:moveTo>
                  <a:lnTo>
                    <a:pt x="121972" y="5937"/>
                  </a:lnTo>
                  <a:lnTo>
                    <a:pt x="82296" y="22690"/>
                  </a:lnTo>
                  <a:lnTo>
                    <a:pt x="48672" y="48672"/>
                  </a:lnTo>
                  <a:lnTo>
                    <a:pt x="22690" y="82295"/>
                  </a:lnTo>
                  <a:lnTo>
                    <a:pt x="5937" y="121972"/>
                  </a:lnTo>
                  <a:lnTo>
                    <a:pt x="0" y="166115"/>
                  </a:lnTo>
                  <a:lnTo>
                    <a:pt x="5937" y="210259"/>
                  </a:lnTo>
                  <a:lnTo>
                    <a:pt x="22690" y="249936"/>
                  </a:lnTo>
                  <a:lnTo>
                    <a:pt x="48672" y="283559"/>
                  </a:lnTo>
                  <a:lnTo>
                    <a:pt x="82296" y="309541"/>
                  </a:lnTo>
                  <a:lnTo>
                    <a:pt x="121972" y="326294"/>
                  </a:lnTo>
                  <a:lnTo>
                    <a:pt x="166116" y="332231"/>
                  </a:lnTo>
                  <a:lnTo>
                    <a:pt x="210259" y="326294"/>
                  </a:lnTo>
                  <a:lnTo>
                    <a:pt x="249936" y="309541"/>
                  </a:lnTo>
                  <a:lnTo>
                    <a:pt x="283559" y="283559"/>
                  </a:lnTo>
                  <a:lnTo>
                    <a:pt x="309541" y="249936"/>
                  </a:lnTo>
                  <a:lnTo>
                    <a:pt x="326294" y="210259"/>
                  </a:lnTo>
                  <a:lnTo>
                    <a:pt x="332231" y="166115"/>
                  </a:lnTo>
                  <a:lnTo>
                    <a:pt x="326294" y="121972"/>
                  </a:lnTo>
                  <a:lnTo>
                    <a:pt x="309541" y="82295"/>
                  </a:lnTo>
                  <a:lnTo>
                    <a:pt x="283559" y="48672"/>
                  </a:lnTo>
                  <a:lnTo>
                    <a:pt x="249936" y="22690"/>
                  </a:lnTo>
                  <a:lnTo>
                    <a:pt x="210259" y="5937"/>
                  </a:lnTo>
                  <a:lnTo>
                    <a:pt x="166116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3" name="object 83"/>
            <p:cNvSpPr/>
            <p:nvPr/>
          </p:nvSpPr>
          <p:spPr>
            <a:xfrm>
              <a:off x="2111502" y="2329433"/>
              <a:ext cx="332740" cy="332740"/>
            </a:xfrm>
            <a:custGeom>
              <a:avLst/>
              <a:gdLst/>
              <a:ahLst/>
              <a:cxnLst/>
              <a:rect l="l" t="t" r="r" b="b"/>
              <a:pathLst>
                <a:path w="332739" h="332739">
                  <a:moveTo>
                    <a:pt x="0" y="166115"/>
                  </a:moveTo>
                  <a:lnTo>
                    <a:pt x="5937" y="121972"/>
                  </a:lnTo>
                  <a:lnTo>
                    <a:pt x="22690" y="82295"/>
                  </a:lnTo>
                  <a:lnTo>
                    <a:pt x="48672" y="48672"/>
                  </a:lnTo>
                  <a:lnTo>
                    <a:pt x="82296" y="22690"/>
                  </a:lnTo>
                  <a:lnTo>
                    <a:pt x="121972" y="5937"/>
                  </a:lnTo>
                  <a:lnTo>
                    <a:pt x="166116" y="0"/>
                  </a:lnTo>
                  <a:lnTo>
                    <a:pt x="210259" y="5937"/>
                  </a:lnTo>
                  <a:lnTo>
                    <a:pt x="249936" y="22690"/>
                  </a:lnTo>
                  <a:lnTo>
                    <a:pt x="283559" y="48672"/>
                  </a:lnTo>
                  <a:lnTo>
                    <a:pt x="309541" y="82295"/>
                  </a:lnTo>
                  <a:lnTo>
                    <a:pt x="326294" y="121972"/>
                  </a:lnTo>
                  <a:lnTo>
                    <a:pt x="332231" y="166115"/>
                  </a:lnTo>
                  <a:lnTo>
                    <a:pt x="326294" y="210259"/>
                  </a:lnTo>
                  <a:lnTo>
                    <a:pt x="309541" y="249936"/>
                  </a:lnTo>
                  <a:lnTo>
                    <a:pt x="283559" y="283559"/>
                  </a:lnTo>
                  <a:lnTo>
                    <a:pt x="249936" y="309541"/>
                  </a:lnTo>
                  <a:lnTo>
                    <a:pt x="210259" y="326294"/>
                  </a:lnTo>
                  <a:lnTo>
                    <a:pt x="166116" y="332231"/>
                  </a:lnTo>
                  <a:lnTo>
                    <a:pt x="121972" y="326294"/>
                  </a:lnTo>
                  <a:lnTo>
                    <a:pt x="82296" y="309541"/>
                  </a:lnTo>
                  <a:lnTo>
                    <a:pt x="48672" y="283559"/>
                  </a:lnTo>
                  <a:lnTo>
                    <a:pt x="22690" y="249936"/>
                  </a:lnTo>
                  <a:lnTo>
                    <a:pt x="5937" y="210259"/>
                  </a:lnTo>
                  <a:lnTo>
                    <a:pt x="0" y="166115"/>
                  </a:lnTo>
                  <a:close/>
                </a:path>
              </a:pathLst>
            </a:custGeom>
            <a:ln w="19812">
              <a:solidFill>
                <a:srgbClr val="C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4" name="object 84"/>
          <p:cNvSpPr txBox="1"/>
          <p:nvPr/>
        </p:nvSpPr>
        <p:spPr>
          <a:xfrm>
            <a:off x="2229866" y="2382138"/>
            <a:ext cx="109220" cy="2235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sz="1300" spc="-360" dirty="0">
                <a:solidFill>
                  <a:srgbClr val="FFFFFF"/>
                </a:solidFill>
                <a:latin typeface="Trebuchet MS"/>
                <a:cs typeface="Trebuchet MS"/>
              </a:rPr>
              <a:t>b1</a:t>
            </a:r>
            <a:endParaRPr sz="1300">
              <a:latin typeface="Trebuchet MS"/>
              <a:cs typeface="Trebuchet MS"/>
            </a:endParaRPr>
          </a:p>
        </p:txBody>
      </p:sp>
      <p:grpSp>
        <p:nvGrpSpPr>
          <p:cNvPr id="85" name="object 85"/>
          <p:cNvGrpSpPr/>
          <p:nvPr/>
        </p:nvGrpSpPr>
        <p:grpSpPr>
          <a:xfrm>
            <a:off x="2388107" y="2608833"/>
            <a:ext cx="1299845" cy="902969"/>
            <a:chOff x="2388107" y="2608833"/>
            <a:chExt cx="1299845" cy="902969"/>
          </a:xfrm>
        </p:grpSpPr>
        <p:sp>
          <p:nvSpPr>
            <p:cNvPr id="86" name="object 86"/>
            <p:cNvSpPr/>
            <p:nvPr/>
          </p:nvSpPr>
          <p:spPr>
            <a:xfrm>
              <a:off x="2388108" y="2608833"/>
              <a:ext cx="276860" cy="902969"/>
            </a:xfrm>
            <a:custGeom>
              <a:avLst/>
              <a:gdLst/>
              <a:ahLst/>
              <a:cxnLst/>
              <a:rect l="l" t="t" r="r" b="b"/>
              <a:pathLst>
                <a:path w="276860" h="902970">
                  <a:moveTo>
                    <a:pt x="276733" y="818769"/>
                  </a:moveTo>
                  <a:lnTo>
                    <a:pt x="246202" y="827455"/>
                  </a:lnTo>
                  <a:lnTo>
                    <a:pt x="24815" y="46113"/>
                  </a:lnTo>
                  <a:lnTo>
                    <a:pt x="215709" y="357822"/>
                  </a:lnTo>
                  <a:lnTo>
                    <a:pt x="188595" y="374396"/>
                  </a:lnTo>
                  <a:lnTo>
                    <a:pt x="260858" y="419481"/>
                  </a:lnTo>
                  <a:lnTo>
                    <a:pt x="256514" y="368681"/>
                  </a:lnTo>
                  <a:lnTo>
                    <a:pt x="253619" y="334645"/>
                  </a:lnTo>
                  <a:lnTo>
                    <a:pt x="226568" y="351180"/>
                  </a:lnTo>
                  <a:lnTo>
                    <a:pt x="11557" y="0"/>
                  </a:lnTo>
                  <a:lnTo>
                    <a:pt x="6096" y="3302"/>
                  </a:lnTo>
                  <a:lnTo>
                    <a:pt x="0" y="5080"/>
                  </a:lnTo>
                  <a:lnTo>
                    <a:pt x="234010" y="830910"/>
                  </a:lnTo>
                  <a:lnTo>
                    <a:pt x="203454" y="839597"/>
                  </a:lnTo>
                  <a:lnTo>
                    <a:pt x="260858" y="902589"/>
                  </a:lnTo>
                  <a:lnTo>
                    <a:pt x="272110" y="843153"/>
                  </a:lnTo>
                  <a:lnTo>
                    <a:pt x="276733" y="818769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7" name="object 87"/>
            <p:cNvSpPr/>
            <p:nvPr/>
          </p:nvSpPr>
          <p:spPr>
            <a:xfrm>
              <a:off x="3295522" y="2608833"/>
              <a:ext cx="392430" cy="650240"/>
            </a:xfrm>
            <a:custGeom>
              <a:avLst/>
              <a:gdLst/>
              <a:ahLst/>
              <a:cxnLst/>
              <a:rect l="l" t="t" r="r" b="b"/>
              <a:pathLst>
                <a:path w="392429" h="650239">
                  <a:moveTo>
                    <a:pt x="347582" y="587819"/>
                  </a:moveTo>
                  <a:lnTo>
                    <a:pt x="320293" y="604138"/>
                  </a:lnTo>
                  <a:lnTo>
                    <a:pt x="392049" y="649986"/>
                  </a:lnTo>
                  <a:lnTo>
                    <a:pt x="388214" y="598677"/>
                  </a:lnTo>
                  <a:lnTo>
                    <a:pt x="354075" y="598677"/>
                  </a:lnTo>
                  <a:lnTo>
                    <a:pt x="347582" y="587819"/>
                  </a:lnTo>
                  <a:close/>
                </a:path>
                <a:path w="392429" h="650239">
                  <a:moveTo>
                    <a:pt x="358480" y="581301"/>
                  </a:moveTo>
                  <a:lnTo>
                    <a:pt x="347582" y="587819"/>
                  </a:lnTo>
                  <a:lnTo>
                    <a:pt x="354075" y="598677"/>
                  </a:lnTo>
                  <a:lnTo>
                    <a:pt x="364998" y="592201"/>
                  </a:lnTo>
                  <a:lnTo>
                    <a:pt x="358480" y="581301"/>
                  </a:lnTo>
                  <a:close/>
                </a:path>
                <a:path w="392429" h="650239">
                  <a:moveTo>
                    <a:pt x="385699" y="565023"/>
                  </a:moveTo>
                  <a:lnTo>
                    <a:pt x="358480" y="581301"/>
                  </a:lnTo>
                  <a:lnTo>
                    <a:pt x="364998" y="592201"/>
                  </a:lnTo>
                  <a:lnTo>
                    <a:pt x="354075" y="598677"/>
                  </a:lnTo>
                  <a:lnTo>
                    <a:pt x="388214" y="598677"/>
                  </a:lnTo>
                  <a:lnTo>
                    <a:pt x="385699" y="565023"/>
                  </a:lnTo>
                  <a:close/>
                </a:path>
                <a:path w="392429" h="650239">
                  <a:moveTo>
                    <a:pt x="10922" y="0"/>
                  </a:moveTo>
                  <a:lnTo>
                    <a:pt x="0" y="6603"/>
                  </a:lnTo>
                  <a:lnTo>
                    <a:pt x="347582" y="587819"/>
                  </a:lnTo>
                  <a:lnTo>
                    <a:pt x="358480" y="581301"/>
                  </a:lnTo>
                  <a:lnTo>
                    <a:pt x="10922" y="0"/>
                  </a:lnTo>
                  <a:close/>
                </a:path>
              </a:pathLst>
            </a:custGeom>
            <a:solidFill>
              <a:srgbClr val="13299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8" name="object 88"/>
          <p:cNvSpPr txBox="1"/>
          <p:nvPr/>
        </p:nvSpPr>
        <p:spPr>
          <a:xfrm>
            <a:off x="838199" y="2891300"/>
            <a:ext cx="732027" cy="7663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77495" marR="5080" indent="-278130">
              <a:lnSpc>
                <a:spcPct val="130000"/>
              </a:lnSpc>
              <a:spcBef>
                <a:spcPts val="100"/>
              </a:spcBef>
            </a:pPr>
            <a:r>
              <a:rPr sz="1300" dirty="0">
                <a:latin typeface="Trebuchet MS"/>
                <a:cs typeface="Trebuchet MS"/>
              </a:rPr>
              <a:t>Input layer </a:t>
            </a:r>
            <a:r>
              <a:rPr sz="1300" dirty="0">
                <a:solidFill>
                  <a:srgbClr val="FFFFFF"/>
                </a:solidFill>
                <a:latin typeface="Trebuchet MS"/>
                <a:cs typeface="Trebuchet MS"/>
              </a:rPr>
              <a:t>x</a:t>
            </a:r>
            <a:endParaRPr sz="1300" dirty="0">
              <a:latin typeface="Trebuchet MS"/>
              <a:cs typeface="Trebuchet MS"/>
            </a:endParaRPr>
          </a:p>
        </p:txBody>
      </p:sp>
      <p:sp>
        <p:nvSpPr>
          <p:cNvPr id="89" name="object 89"/>
          <p:cNvSpPr txBox="1"/>
          <p:nvPr/>
        </p:nvSpPr>
        <p:spPr>
          <a:xfrm>
            <a:off x="3572002" y="2658872"/>
            <a:ext cx="650875" cy="412292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sz="1300" dirty="0">
                <a:latin typeface="Trebuchet MS"/>
                <a:cs typeface="Trebuchet MS"/>
              </a:rPr>
              <a:t>Output layer</a:t>
            </a:r>
          </a:p>
        </p:txBody>
      </p:sp>
      <p:sp>
        <p:nvSpPr>
          <p:cNvPr id="90" name="object 90"/>
          <p:cNvSpPr txBox="1"/>
          <p:nvPr/>
        </p:nvSpPr>
        <p:spPr>
          <a:xfrm>
            <a:off x="2477291" y="2302530"/>
            <a:ext cx="659765" cy="7663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34645" marR="5080" indent="-335280">
              <a:lnSpc>
                <a:spcPct val="130000"/>
              </a:lnSpc>
              <a:spcBef>
                <a:spcPts val="100"/>
              </a:spcBef>
            </a:pPr>
            <a:r>
              <a:rPr sz="1300" dirty="0">
                <a:latin typeface="Trebuchet MS"/>
                <a:cs typeface="Trebuchet MS"/>
              </a:rPr>
              <a:t>Hidden layer </a:t>
            </a:r>
            <a:r>
              <a:rPr sz="1300" dirty="0">
                <a:solidFill>
                  <a:srgbClr val="FFFFFF"/>
                </a:solidFill>
                <a:latin typeface="Trebuchet MS"/>
                <a:cs typeface="Trebuchet MS"/>
              </a:rPr>
              <a:t>n</a:t>
            </a:r>
            <a:endParaRPr sz="1300" dirty="0">
              <a:latin typeface="Trebuchet MS"/>
              <a:cs typeface="Trebuchet MS"/>
            </a:endParaRPr>
          </a:p>
        </p:txBody>
      </p:sp>
      <p:sp>
        <p:nvSpPr>
          <p:cNvPr id="91" name="object 91"/>
          <p:cNvSpPr txBox="1"/>
          <p:nvPr/>
        </p:nvSpPr>
        <p:spPr>
          <a:xfrm>
            <a:off x="2084197" y="2848178"/>
            <a:ext cx="142240" cy="2235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sz="1300" spc="-420" dirty="0">
                <a:latin typeface="Trebuchet MS"/>
                <a:cs typeface="Trebuchet MS"/>
              </a:rPr>
              <a:t>W1</a:t>
            </a:r>
            <a:endParaRPr sz="1300">
              <a:latin typeface="Trebuchet MS"/>
              <a:cs typeface="Trebuchet MS"/>
            </a:endParaRPr>
          </a:p>
        </p:txBody>
      </p:sp>
      <p:sp>
        <p:nvSpPr>
          <p:cNvPr id="92" name="object 92"/>
          <p:cNvSpPr txBox="1"/>
          <p:nvPr/>
        </p:nvSpPr>
        <p:spPr>
          <a:xfrm>
            <a:off x="3116326" y="2848178"/>
            <a:ext cx="172720" cy="2235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sz="1300" spc="-295" dirty="0">
                <a:latin typeface="Trebuchet MS"/>
                <a:cs typeface="Trebuchet MS"/>
              </a:rPr>
              <a:t>W2</a:t>
            </a:r>
            <a:endParaRPr sz="1300">
              <a:latin typeface="Trebuchet MS"/>
              <a:cs typeface="Trebuchet MS"/>
            </a:endParaRPr>
          </a:p>
        </p:txBody>
      </p:sp>
      <p:graphicFrame>
        <p:nvGraphicFramePr>
          <p:cNvPr id="93" name="object 93"/>
          <p:cNvGraphicFramePr>
            <a:graphicFrameLocks noGrp="1"/>
          </p:cNvGraphicFramePr>
          <p:nvPr/>
        </p:nvGraphicFramePr>
        <p:xfrm>
          <a:off x="3530536" y="3981958"/>
          <a:ext cx="2839083" cy="91376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6351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3598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796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82880">
                <a:tc gridSpan="3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7E7E7E"/>
                      </a:solidFill>
                      <a:prstDash val="solid"/>
                    </a:lnL>
                    <a:lnR w="3175">
                      <a:solidFill>
                        <a:srgbClr val="7E7E7E"/>
                      </a:solidFill>
                      <a:prstDash val="solid"/>
                    </a:lnR>
                    <a:lnT w="12700">
                      <a:solidFill>
                        <a:srgbClr val="183DAF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36195">
                        <a:lnSpc>
                          <a:spcPct val="100000"/>
                        </a:lnSpc>
                        <a:spcBef>
                          <a:spcPts val="115"/>
                        </a:spcBef>
                      </a:pPr>
                      <a:r>
                        <a:rPr sz="900" spc="-110" dirty="0">
                          <a:solidFill>
                            <a:srgbClr val="252525"/>
                          </a:solidFill>
                          <a:latin typeface="Trebuchet MS"/>
                          <a:cs typeface="Trebuchet MS"/>
                        </a:rPr>
                        <a:t>=C12*$F$12+D12*$F$14+$F$18</a:t>
                      </a:r>
                      <a:endParaRPr sz="900">
                        <a:latin typeface="Trebuchet MS"/>
                        <a:cs typeface="Trebuchet MS"/>
                      </a:endParaRPr>
                    </a:p>
                  </a:txBody>
                  <a:tcPr marL="0" marR="0" marT="14605" marB="0">
                    <a:lnL w="3175">
                      <a:solidFill>
                        <a:srgbClr val="7E7E7E"/>
                      </a:solidFill>
                      <a:prstDash val="solid"/>
                    </a:lnL>
                    <a:lnR w="6350">
                      <a:solidFill>
                        <a:srgbClr val="BEBEBE"/>
                      </a:solidFill>
                      <a:prstDash val="solid"/>
                    </a:lnR>
                    <a:lnT w="6350">
                      <a:solidFill>
                        <a:srgbClr val="BEBEBE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6195">
                        <a:lnSpc>
                          <a:spcPct val="100000"/>
                        </a:lnSpc>
                        <a:spcBef>
                          <a:spcPts val="115"/>
                        </a:spcBef>
                      </a:pPr>
                      <a:r>
                        <a:rPr sz="900" spc="-150" dirty="0">
                          <a:solidFill>
                            <a:srgbClr val="252525"/>
                          </a:solidFill>
                          <a:latin typeface="Trebuchet MS"/>
                          <a:cs typeface="Trebuchet MS"/>
                        </a:rPr>
                        <a:t>=1/(1+EXP(-</a:t>
                      </a:r>
                      <a:r>
                        <a:rPr sz="900" spc="-10" dirty="0">
                          <a:solidFill>
                            <a:srgbClr val="252525"/>
                          </a:solidFill>
                          <a:latin typeface="Trebuchet MS"/>
                          <a:cs typeface="Trebuchet MS"/>
                        </a:rPr>
                        <a:t>K12))</a:t>
                      </a:r>
                      <a:endParaRPr sz="900">
                        <a:latin typeface="Trebuchet MS"/>
                        <a:cs typeface="Trebuchet MS"/>
                      </a:endParaRPr>
                    </a:p>
                  </a:txBody>
                  <a:tcPr marL="0" marR="0" marT="14605" marB="0">
                    <a:lnL w="6350">
                      <a:solidFill>
                        <a:srgbClr val="BEBEBE"/>
                      </a:solidFill>
                      <a:prstDash val="solid"/>
                    </a:lnL>
                    <a:lnR w="6350">
                      <a:solidFill>
                        <a:srgbClr val="BEBEBE"/>
                      </a:solidFill>
                      <a:prstDash val="solid"/>
                    </a:lnR>
                    <a:lnT w="6350">
                      <a:solidFill>
                        <a:srgbClr val="BEBEBE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63500" algn="r">
                        <a:lnSpc>
                          <a:spcPts val="1340"/>
                        </a:lnSpc>
                      </a:pPr>
                      <a:r>
                        <a:rPr sz="1200" dirty="0">
                          <a:solidFill>
                            <a:srgbClr val="252525"/>
                          </a:solidFill>
                          <a:latin typeface="Trebuchet MS"/>
                          <a:cs typeface="Trebuchet MS"/>
                        </a:rPr>
                        <a:t>1</a:t>
                      </a:r>
                      <a:endParaRPr sz="1200"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lnL w="6350">
                      <a:solidFill>
                        <a:srgbClr val="BEBEBE"/>
                      </a:solidFill>
                      <a:prstDash val="solid"/>
                    </a:lnL>
                    <a:lnR w="3175">
                      <a:solidFill>
                        <a:srgbClr val="7E7E7E"/>
                      </a:solidFill>
                      <a:prstDash val="solid"/>
                    </a:lnR>
                    <a:lnT w="6350">
                      <a:solidFill>
                        <a:srgbClr val="BEBEBE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36195">
                        <a:lnSpc>
                          <a:spcPct val="100000"/>
                        </a:lnSpc>
                        <a:spcBef>
                          <a:spcPts val="114"/>
                        </a:spcBef>
                      </a:pPr>
                      <a:r>
                        <a:rPr sz="900" spc="-110" dirty="0">
                          <a:solidFill>
                            <a:srgbClr val="252525"/>
                          </a:solidFill>
                          <a:latin typeface="Trebuchet MS"/>
                          <a:cs typeface="Trebuchet MS"/>
                        </a:rPr>
                        <a:t>=C13*$F$12+D13*$F$14+$F$18</a:t>
                      </a:r>
                      <a:endParaRPr sz="900">
                        <a:latin typeface="Trebuchet MS"/>
                        <a:cs typeface="Trebuchet MS"/>
                      </a:endParaRPr>
                    </a:p>
                  </a:txBody>
                  <a:tcPr marL="0" marR="0" marT="14604" marB="0">
                    <a:lnL w="3175">
                      <a:solidFill>
                        <a:srgbClr val="7E7E7E"/>
                      </a:solidFill>
                      <a:prstDash val="solid"/>
                    </a:lnL>
                    <a:lnR w="6350">
                      <a:solidFill>
                        <a:srgbClr val="BEBEBE"/>
                      </a:solidFill>
                      <a:prstDash val="solid"/>
                    </a:lnR>
                    <a:lnT w="6350">
                      <a:solidFill>
                        <a:srgbClr val="BEBEBE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6195">
                        <a:lnSpc>
                          <a:spcPct val="100000"/>
                        </a:lnSpc>
                        <a:spcBef>
                          <a:spcPts val="114"/>
                        </a:spcBef>
                      </a:pPr>
                      <a:r>
                        <a:rPr sz="900" spc="-150" dirty="0">
                          <a:solidFill>
                            <a:srgbClr val="252525"/>
                          </a:solidFill>
                          <a:latin typeface="Trebuchet MS"/>
                          <a:cs typeface="Trebuchet MS"/>
                        </a:rPr>
                        <a:t>=1/(1+EXP(-</a:t>
                      </a:r>
                      <a:r>
                        <a:rPr sz="900" spc="-10" dirty="0">
                          <a:solidFill>
                            <a:srgbClr val="252525"/>
                          </a:solidFill>
                          <a:latin typeface="Trebuchet MS"/>
                          <a:cs typeface="Trebuchet MS"/>
                        </a:rPr>
                        <a:t>K13))</a:t>
                      </a:r>
                      <a:endParaRPr sz="900">
                        <a:latin typeface="Trebuchet MS"/>
                        <a:cs typeface="Trebuchet MS"/>
                      </a:endParaRPr>
                    </a:p>
                  </a:txBody>
                  <a:tcPr marL="0" marR="0" marT="14604" marB="0">
                    <a:lnL w="6350">
                      <a:solidFill>
                        <a:srgbClr val="BEBEBE"/>
                      </a:solidFill>
                      <a:prstDash val="solid"/>
                    </a:lnL>
                    <a:lnR w="6350">
                      <a:solidFill>
                        <a:srgbClr val="BEBEBE"/>
                      </a:solidFill>
                      <a:prstDash val="solid"/>
                    </a:lnR>
                    <a:lnT w="6350">
                      <a:solidFill>
                        <a:srgbClr val="BEBEBE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63500" algn="r">
                        <a:lnSpc>
                          <a:spcPts val="1340"/>
                        </a:lnSpc>
                      </a:pPr>
                      <a:r>
                        <a:rPr sz="1200" dirty="0">
                          <a:solidFill>
                            <a:srgbClr val="252525"/>
                          </a:solidFill>
                          <a:latin typeface="Trebuchet MS"/>
                          <a:cs typeface="Trebuchet MS"/>
                        </a:rPr>
                        <a:t>1</a:t>
                      </a:r>
                      <a:endParaRPr sz="1200"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lnL w="6350">
                      <a:solidFill>
                        <a:srgbClr val="BEBEBE"/>
                      </a:solidFill>
                      <a:prstDash val="solid"/>
                    </a:lnL>
                    <a:lnR w="3175">
                      <a:solidFill>
                        <a:srgbClr val="7E7E7E"/>
                      </a:solidFill>
                      <a:prstDash val="solid"/>
                    </a:lnR>
                    <a:lnT w="6350">
                      <a:solidFill>
                        <a:srgbClr val="BEBEBE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82245">
                <a:tc>
                  <a:txBody>
                    <a:bodyPr/>
                    <a:lstStyle/>
                    <a:p>
                      <a:pPr marL="36195">
                        <a:lnSpc>
                          <a:spcPct val="100000"/>
                        </a:lnSpc>
                        <a:spcBef>
                          <a:spcPts val="114"/>
                        </a:spcBef>
                      </a:pPr>
                      <a:r>
                        <a:rPr sz="900" spc="-110" dirty="0">
                          <a:solidFill>
                            <a:srgbClr val="252525"/>
                          </a:solidFill>
                          <a:latin typeface="Trebuchet MS"/>
                          <a:cs typeface="Trebuchet MS"/>
                        </a:rPr>
                        <a:t>=C14*$F$12+D14*$F$14+$F$18</a:t>
                      </a:r>
                      <a:endParaRPr sz="900">
                        <a:latin typeface="Trebuchet MS"/>
                        <a:cs typeface="Trebuchet MS"/>
                      </a:endParaRPr>
                    </a:p>
                  </a:txBody>
                  <a:tcPr marL="0" marR="0" marT="14604" marB="0">
                    <a:lnL w="3175">
                      <a:solidFill>
                        <a:srgbClr val="7E7E7E"/>
                      </a:solidFill>
                      <a:prstDash val="solid"/>
                    </a:lnL>
                    <a:lnR w="6350">
                      <a:solidFill>
                        <a:srgbClr val="BEBEBE"/>
                      </a:solidFill>
                      <a:prstDash val="solid"/>
                    </a:lnR>
                    <a:lnT w="6350">
                      <a:solidFill>
                        <a:srgbClr val="BEBEBE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6195">
                        <a:lnSpc>
                          <a:spcPct val="100000"/>
                        </a:lnSpc>
                        <a:spcBef>
                          <a:spcPts val="114"/>
                        </a:spcBef>
                      </a:pPr>
                      <a:r>
                        <a:rPr sz="900" spc="-150" dirty="0">
                          <a:solidFill>
                            <a:srgbClr val="252525"/>
                          </a:solidFill>
                          <a:latin typeface="Trebuchet MS"/>
                          <a:cs typeface="Trebuchet MS"/>
                        </a:rPr>
                        <a:t>=1/(1+EXP(-</a:t>
                      </a:r>
                      <a:r>
                        <a:rPr sz="900" spc="-10" dirty="0">
                          <a:solidFill>
                            <a:srgbClr val="252525"/>
                          </a:solidFill>
                          <a:latin typeface="Trebuchet MS"/>
                          <a:cs typeface="Trebuchet MS"/>
                        </a:rPr>
                        <a:t>K14))</a:t>
                      </a:r>
                      <a:endParaRPr sz="900">
                        <a:latin typeface="Trebuchet MS"/>
                        <a:cs typeface="Trebuchet MS"/>
                      </a:endParaRPr>
                    </a:p>
                  </a:txBody>
                  <a:tcPr marL="0" marR="0" marT="14604" marB="0">
                    <a:lnL w="6350">
                      <a:solidFill>
                        <a:srgbClr val="BEBEBE"/>
                      </a:solidFill>
                      <a:prstDash val="solid"/>
                    </a:lnL>
                    <a:lnR w="6350">
                      <a:solidFill>
                        <a:srgbClr val="BEBEBE"/>
                      </a:solidFill>
                      <a:prstDash val="solid"/>
                    </a:lnR>
                    <a:lnT w="6350">
                      <a:solidFill>
                        <a:srgbClr val="BEBEBE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63500" algn="r">
                        <a:lnSpc>
                          <a:spcPts val="1340"/>
                        </a:lnSpc>
                      </a:pPr>
                      <a:r>
                        <a:rPr sz="1200" dirty="0">
                          <a:solidFill>
                            <a:srgbClr val="252525"/>
                          </a:solidFill>
                          <a:latin typeface="Trebuchet MS"/>
                          <a:cs typeface="Trebuchet MS"/>
                        </a:rPr>
                        <a:t>1</a:t>
                      </a:r>
                      <a:endParaRPr sz="1200"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lnL w="6350">
                      <a:solidFill>
                        <a:srgbClr val="BEBEBE"/>
                      </a:solidFill>
                      <a:prstDash val="solid"/>
                    </a:lnL>
                    <a:lnR w="3175">
                      <a:solidFill>
                        <a:srgbClr val="7E7E7E"/>
                      </a:solidFill>
                      <a:prstDash val="solid"/>
                    </a:lnR>
                    <a:lnT w="6350">
                      <a:solidFill>
                        <a:srgbClr val="BEBEBE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36195">
                        <a:lnSpc>
                          <a:spcPct val="100000"/>
                        </a:lnSpc>
                        <a:spcBef>
                          <a:spcPts val="114"/>
                        </a:spcBef>
                      </a:pPr>
                      <a:r>
                        <a:rPr sz="900" spc="-110" dirty="0">
                          <a:solidFill>
                            <a:srgbClr val="252525"/>
                          </a:solidFill>
                          <a:latin typeface="Trebuchet MS"/>
                          <a:cs typeface="Trebuchet MS"/>
                        </a:rPr>
                        <a:t>=C15*$F$12+D15*$F$14+$F$18</a:t>
                      </a:r>
                      <a:endParaRPr sz="900">
                        <a:latin typeface="Trebuchet MS"/>
                        <a:cs typeface="Trebuchet MS"/>
                      </a:endParaRPr>
                    </a:p>
                  </a:txBody>
                  <a:tcPr marL="0" marR="0" marT="14604" marB="0">
                    <a:lnL w="3175">
                      <a:solidFill>
                        <a:srgbClr val="7E7E7E"/>
                      </a:solidFill>
                      <a:prstDash val="solid"/>
                    </a:lnL>
                    <a:lnR w="6350">
                      <a:solidFill>
                        <a:srgbClr val="BEBEBE"/>
                      </a:solidFill>
                      <a:prstDash val="solid"/>
                    </a:lnR>
                    <a:lnT w="6350">
                      <a:solidFill>
                        <a:srgbClr val="BEBEBE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6195">
                        <a:lnSpc>
                          <a:spcPct val="100000"/>
                        </a:lnSpc>
                        <a:spcBef>
                          <a:spcPts val="114"/>
                        </a:spcBef>
                      </a:pPr>
                      <a:r>
                        <a:rPr sz="900" spc="-150" dirty="0">
                          <a:solidFill>
                            <a:srgbClr val="252525"/>
                          </a:solidFill>
                          <a:latin typeface="Trebuchet MS"/>
                          <a:cs typeface="Trebuchet MS"/>
                        </a:rPr>
                        <a:t>=1/(1+EXP(-</a:t>
                      </a:r>
                      <a:r>
                        <a:rPr sz="900" spc="-10" dirty="0">
                          <a:solidFill>
                            <a:srgbClr val="252525"/>
                          </a:solidFill>
                          <a:latin typeface="Trebuchet MS"/>
                          <a:cs typeface="Trebuchet MS"/>
                        </a:rPr>
                        <a:t>K15))</a:t>
                      </a:r>
                      <a:endParaRPr sz="900">
                        <a:latin typeface="Trebuchet MS"/>
                        <a:cs typeface="Trebuchet MS"/>
                      </a:endParaRPr>
                    </a:p>
                  </a:txBody>
                  <a:tcPr marL="0" marR="0" marT="14604" marB="0">
                    <a:lnL w="6350">
                      <a:solidFill>
                        <a:srgbClr val="BEBEBE"/>
                      </a:solidFill>
                      <a:prstDash val="solid"/>
                    </a:lnL>
                    <a:lnR w="6350">
                      <a:solidFill>
                        <a:srgbClr val="BEBEBE"/>
                      </a:solidFill>
                      <a:prstDash val="solid"/>
                    </a:lnR>
                    <a:lnT w="6350">
                      <a:solidFill>
                        <a:srgbClr val="BEBEBE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63500" algn="r">
                        <a:lnSpc>
                          <a:spcPts val="1340"/>
                        </a:lnSpc>
                      </a:pPr>
                      <a:r>
                        <a:rPr sz="1200" dirty="0">
                          <a:solidFill>
                            <a:srgbClr val="252525"/>
                          </a:solidFill>
                          <a:latin typeface="Trebuchet MS"/>
                          <a:cs typeface="Trebuchet MS"/>
                        </a:rPr>
                        <a:t>0</a:t>
                      </a:r>
                      <a:endParaRPr sz="1200"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lnL w="6350">
                      <a:solidFill>
                        <a:srgbClr val="BEBEBE"/>
                      </a:solidFill>
                      <a:prstDash val="solid"/>
                    </a:lnL>
                    <a:lnR w="3175">
                      <a:solidFill>
                        <a:srgbClr val="7E7E7E"/>
                      </a:solidFill>
                      <a:prstDash val="solid"/>
                    </a:lnR>
                    <a:lnT w="6350">
                      <a:solidFill>
                        <a:srgbClr val="BEBEBE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pSp>
        <p:nvGrpSpPr>
          <p:cNvPr id="94" name="object 94"/>
          <p:cNvGrpSpPr/>
          <p:nvPr/>
        </p:nvGrpSpPr>
        <p:grpSpPr>
          <a:xfrm>
            <a:off x="4235069" y="4022725"/>
            <a:ext cx="1435100" cy="139700"/>
            <a:chOff x="4235069" y="4022725"/>
            <a:chExt cx="1435100" cy="139700"/>
          </a:xfrm>
        </p:grpSpPr>
        <p:pic>
          <p:nvPicPr>
            <p:cNvPr id="95" name="object 95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4235069" y="4022725"/>
              <a:ext cx="84454" cy="116458"/>
            </a:xfrm>
            <a:prstGeom prst="rect">
              <a:avLst/>
            </a:prstGeom>
          </p:spPr>
        </p:pic>
        <p:pic>
          <p:nvPicPr>
            <p:cNvPr id="96" name="object 96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4360799" y="4042409"/>
              <a:ext cx="1309370" cy="119506"/>
            </a:xfrm>
            <a:prstGeom prst="rect">
              <a:avLst/>
            </a:prstGeom>
          </p:spPr>
        </p:pic>
      </p:grpSp>
      <p:graphicFrame>
        <p:nvGraphicFramePr>
          <p:cNvPr id="97" name="object 97"/>
          <p:cNvGraphicFramePr>
            <a:graphicFrameLocks noGrp="1"/>
          </p:cNvGraphicFramePr>
          <p:nvPr/>
        </p:nvGraphicFramePr>
        <p:xfrm>
          <a:off x="3530536" y="4986909"/>
          <a:ext cx="2425699" cy="91376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851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851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851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851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8513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18288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7E7E7E"/>
                      </a:solidFill>
                      <a:prstDash val="solid"/>
                    </a:lnL>
                    <a:lnR w="6350">
                      <a:solidFill>
                        <a:srgbClr val="BEBEBE"/>
                      </a:solidFill>
                      <a:prstDash val="solid"/>
                    </a:lnR>
                    <a:lnT w="12700">
                      <a:solidFill>
                        <a:srgbClr val="183DAF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BEBEBE"/>
                      </a:solidFill>
                      <a:prstDash val="solid"/>
                    </a:lnL>
                    <a:lnR w="6350">
                      <a:solidFill>
                        <a:srgbClr val="BEBEBE"/>
                      </a:solidFill>
                      <a:prstDash val="solid"/>
                    </a:lnR>
                    <a:lnT w="12700">
                      <a:solidFill>
                        <a:srgbClr val="183DAF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BEBEBE"/>
                      </a:solidFill>
                      <a:prstDash val="solid"/>
                    </a:lnL>
                    <a:lnR w="6350">
                      <a:solidFill>
                        <a:srgbClr val="BEBEBE"/>
                      </a:solidFill>
                      <a:prstDash val="solid"/>
                    </a:lnR>
                    <a:lnT w="12700">
                      <a:solidFill>
                        <a:srgbClr val="183DAF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BEBEBE"/>
                      </a:solidFill>
                      <a:prstDash val="solid"/>
                    </a:lnL>
                    <a:lnR w="6350">
                      <a:solidFill>
                        <a:srgbClr val="BEBEBE"/>
                      </a:solidFill>
                      <a:prstDash val="solid"/>
                    </a:lnR>
                    <a:lnT w="12700">
                      <a:solidFill>
                        <a:srgbClr val="183DAF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BEBEBE"/>
                      </a:solidFill>
                      <a:prstDash val="solid"/>
                    </a:lnL>
                    <a:lnR w="3175">
                      <a:solidFill>
                        <a:srgbClr val="7E7E7E"/>
                      </a:solidFill>
                      <a:prstDash val="solid"/>
                    </a:lnR>
                    <a:lnT w="12700">
                      <a:solidFill>
                        <a:srgbClr val="183DAF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>
                        <a:lnSpc>
                          <a:spcPts val="1340"/>
                        </a:lnSpc>
                      </a:pPr>
                      <a:r>
                        <a:rPr sz="1200" dirty="0">
                          <a:solidFill>
                            <a:srgbClr val="252525"/>
                          </a:solidFill>
                          <a:latin typeface="Trebuchet MS"/>
                          <a:cs typeface="Trebuchet MS"/>
                        </a:rPr>
                        <a:t>0</a:t>
                      </a:r>
                      <a:endParaRPr sz="1200"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lnL w="3175">
                      <a:solidFill>
                        <a:srgbClr val="7E7E7E"/>
                      </a:solidFill>
                      <a:prstDash val="solid"/>
                    </a:lnL>
                    <a:lnR w="6350">
                      <a:solidFill>
                        <a:srgbClr val="BEBEBE"/>
                      </a:solidFill>
                      <a:prstDash val="solid"/>
                    </a:lnR>
                    <a:lnT w="6350">
                      <a:solidFill>
                        <a:srgbClr val="BEBEBE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09550">
                        <a:lnSpc>
                          <a:spcPts val="1340"/>
                        </a:lnSpc>
                      </a:pPr>
                      <a:r>
                        <a:rPr sz="1200" dirty="0">
                          <a:solidFill>
                            <a:srgbClr val="252525"/>
                          </a:solidFill>
                          <a:latin typeface="Trebuchet MS"/>
                          <a:cs typeface="Trebuchet MS"/>
                        </a:rPr>
                        <a:t>0</a:t>
                      </a:r>
                      <a:endParaRPr sz="1200"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lnL w="6350">
                      <a:solidFill>
                        <a:srgbClr val="BEBEBE"/>
                      </a:solidFill>
                      <a:prstDash val="solid"/>
                    </a:lnL>
                    <a:lnR w="6350">
                      <a:solidFill>
                        <a:srgbClr val="BEBEBE"/>
                      </a:solidFill>
                      <a:prstDash val="solid"/>
                    </a:lnR>
                    <a:lnT w="6350">
                      <a:solidFill>
                        <a:srgbClr val="BEBEBE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ts val="1340"/>
                        </a:lnSpc>
                      </a:pPr>
                      <a:r>
                        <a:rPr sz="1200" dirty="0">
                          <a:solidFill>
                            <a:srgbClr val="252525"/>
                          </a:solidFill>
                          <a:latin typeface="Trebuchet MS"/>
                          <a:cs typeface="Trebuchet MS"/>
                        </a:rPr>
                        <a:t>0</a:t>
                      </a:r>
                      <a:endParaRPr sz="1200"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lnL w="6350">
                      <a:solidFill>
                        <a:srgbClr val="BEBEBE"/>
                      </a:solidFill>
                      <a:prstDash val="solid"/>
                    </a:lnL>
                    <a:lnR w="6350">
                      <a:solidFill>
                        <a:srgbClr val="BEBEBE"/>
                      </a:solidFill>
                      <a:prstDash val="solid"/>
                    </a:lnR>
                    <a:lnT w="6350">
                      <a:solidFill>
                        <a:srgbClr val="BEBEBE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09550">
                        <a:lnSpc>
                          <a:spcPts val="1340"/>
                        </a:lnSpc>
                      </a:pPr>
                      <a:r>
                        <a:rPr sz="1200" dirty="0">
                          <a:solidFill>
                            <a:srgbClr val="252525"/>
                          </a:solidFill>
                          <a:latin typeface="Trebuchet MS"/>
                          <a:cs typeface="Trebuchet MS"/>
                        </a:rPr>
                        <a:t>0</a:t>
                      </a:r>
                      <a:endParaRPr sz="1200"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lnL w="6350">
                      <a:solidFill>
                        <a:srgbClr val="BEBEBE"/>
                      </a:solidFill>
                      <a:prstDash val="solid"/>
                    </a:lnL>
                    <a:lnR w="6350">
                      <a:solidFill>
                        <a:srgbClr val="BEBEBE"/>
                      </a:solidFill>
                      <a:prstDash val="solid"/>
                    </a:lnR>
                    <a:lnT w="6350">
                      <a:solidFill>
                        <a:srgbClr val="BEBEBE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ts val="1340"/>
                        </a:lnSpc>
                      </a:pPr>
                      <a:r>
                        <a:rPr sz="1200" dirty="0">
                          <a:solidFill>
                            <a:srgbClr val="252525"/>
                          </a:solidFill>
                          <a:latin typeface="Trebuchet MS"/>
                          <a:cs typeface="Trebuchet MS"/>
                        </a:rPr>
                        <a:t>1</a:t>
                      </a:r>
                      <a:endParaRPr sz="1200"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lnL w="6350">
                      <a:solidFill>
                        <a:srgbClr val="BEBEBE"/>
                      </a:solidFill>
                      <a:prstDash val="solid"/>
                    </a:lnL>
                    <a:lnR w="3175">
                      <a:solidFill>
                        <a:srgbClr val="7E7E7E"/>
                      </a:solidFill>
                      <a:prstDash val="solid"/>
                    </a:lnR>
                    <a:lnT w="6350">
                      <a:solidFill>
                        <a:srgbClr val="BEBEBE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>
                        <a:lnSpc>
                          <a:spcPts val="1340"/>
                        </a:lnSpc>
                      </a:pPr>
                      <a:r>
                        <a:rPr sz="1200" dirty="0">
                          <a:solidFill>
                            <a:srgbClr val="252525"/>
                          </a:solidFill>
                          <a:latin typeface="Trebuchet MS"/>
                          <a:cs typeface="Trebuchet MS"/>
                        </a:rPr>
                        <a:t>0</a:t>
                      </a:r>
                      <a:endParaRPr sz="1200"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lnL w="3175">
                      <a:solidFill>
                        <a:srgbClr val="7E7E7E"/>
                      </a:solidFill>
                      <a:prstDash val="solid"/>
                    </a:lnL>
                    <a:lnR w="6350">
                      <a:solidFill>
                        <a:srgbClr val="BEBEBE"/>
                      </a:solidFill>
                      <a:prstDash val="solid"/>
                    </a:lnR>
                    <a:lnT w="6350">
                      <a:solidFill>
                        <a:srgbClr val="BEBEBE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27965">
                        <a:lnSpc>
                          <a:spcPts val="1340"/>
                        </a:lnSpc>
                      </a:pPr>
                      <a:r>
                        <a:rPr sz="1200" dirty="0">
                          <a:solidFill>
                            <a:srgbClr val="252525"/>
                          </a:solidFill>
                          <a:latin typeface="Trebuchet MS"/>
                          <a:cs typeface="Trebuchet MS"/>
                        </a:rPr>
                        <a:t>1</a:t>
                      </a:r>
                      <a:endParaRPr sz="1200"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lnL w="6350">
                      <a:solidFill>
                        <a:srgbClr val="BEBEBE"/>
                      </a:solidFill>
                      <a:prstDash val="solid"/>
                    </a:lnL>
                    <a:lnR w="6350">
                      <a:solidFill>
                        <a:srgbClr val="BEBEBE"/>
                      </a:solidFill>
                      <a:prstDash val="solid"/>
                    </a:lnR>
                    <a:lnT w="6350">
                      <a:solidFill>
                        <a:srgbClr val="BEBEBE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ts val="1340"/>
                        </a:lnSpc>
                      </a:pPr>
                      <a:r>
                        <a:rPr sz="1200" dirty="0">
                          <a:solidFill>
                            <a:srgbClr val="252525"/>
                          </a:solidFill>
                          <a:latin typeface="Trebuchet MS"/>
                          <a:cs typeface="Trebuchet MS"/>
                        </a:rPr>
                        <a:t>1</a:t>
                      </a:r>
                      <a:endParaRPr sz="1200"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lnL w="6350">
                      <a:solidFill>
                        <a:srgbClr val="BEBEBE"/>
                      </a:solidFill>
                      <a:prstDash val="solid"/>
                    </a:lnL>
                    <a:lnR w="6350">
                      <a:solidFill>
                        <a:srgbClr val="BEBEBE"/>
                      </a:solidFill>
                      <a:prstDash val="solid"/>
                    </a:lnR>
                    <a:lnT w="6350">
                      <a:solidFill>
                        <a:srgbClr val="BEBEBE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09550">
                        <a:lnSpc>
                          <a:spcPts val="1340"/>
                        </a:lnSpc>
                      </a:pPr>
                      <a:r>
                        <a:rPr sz="1200" dirty="0">
                          <a:solidFill>
                            <a:srgbClr val="252525"/>
                          </a:solidFill>
                          <a:latin typeface="Trebuchet MS"/>
                          <a:cs typeface="Trebuchet MS"/>
                        </a:rPr>
                        <a:t>0</a:t>
                      </a:r>
                      <a:endParaRPr sz="1200"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lnL w="6350">
                      <a:solidFill>
                        <a:srgbClr val="BEBEBE"/>
                      </a:solidFill>
                      <a:prstDash val="solid"/>
                    </a:lnL>
                    <a:lnR w="6350">
                      <a:solidFill>
                        <a:srgbClr val="BEBEBE"/>
                      </a:solidFill>
                      <a:prstDash val="solid"/>
                    </a:lnR>
                    <a:lnT w="6350">
                      <a:solidFill>
                        <a:srgbClr val="BEBEBE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ts val="1340"/>
                        </a:lnSpc>
                      </a:pPr>
                      <a:r>
                        <a:rPr sz="1200" dirty="0">
                          <a:solidFill>
                            <a:srgbClr val="252525"/>
                          </a:solidFill>
                          <a:latin typeface="Trebuchet MS"/>
                          <a:cs typeface="Trebuchet MS"/>
                        </a:rPr>
                        <a:t>1</a:t>
                      </a:r>
                      <a:endParaRPr sz="1200"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lnL w="6350">
                      <a:solidFill>
                        <a:srgbClr val="BEBEBE"/>
                      </a:solidFill>
                      <a:prstDash val="solid"/>
                    </a:lnL>
                    <a:lnR w="3175">
                      <a:solidFill>
                        <a:srgbClr val="7E7E7E"/>
                      </a:solidFill>
                      <a:prstDash val="solid"/>
                    </a:lnR>
                    <a:lnT w="6350">
                      <a:solidFill>
                        <a:srgbClr val="BEBEBE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82245">
                <a:tc>
                  <a:txBody>
                    <a:bodyPr/>
                    <a:lstStyle/>
                    <a:p>
                      <a:pPr marL="635" algn="ctr">
                        <a:lnSpc>
                          <a:spcPts val="1340"/>
                        </a:lnSpc>
                      </a:pPr>
                      <a:r>
                        <a:rPr sz="1200" dirty="0">
                          <a:solidFill>
                            <a:srgbClr val="252525"/>
                          </a:solidFill>
                          <a:latin typeface="Trebuchet MS"/>
                          <a:cs typeface="Trebuchet MS"/>
                        </a:rPr>
                        <a:t>1</a:t>
                      </a:r>
                      <a:endParaRPr sz="1200"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lnL w="3175">
                      <a:solidFill>
                        <a:srgbClr val="7E7E7E"/>
                      </a:solidFill>
                      <a:prstDash val="solid"/>
                    </a:lnL>
                    <a:lnR w="6350">
                      <a:solidFill>
                        <a:srgbClr val="BEBEBE"/>
                      </a:solidFill>
                      <a:prstDash val="solid"/>
                    </a:lnR>
                    <a:lnT w="6350">
                      <a:solidFill>
                        <a:srgbClr val="BEBEBE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09550">
                        <a:lnSpc>
                          <a:spcPts val="1340"/>
                        </a:lnSpc>
                      </a:pPr>
                      <a:r>
                        <a:rPr sz="1200" dirty="0">
                          <a:solidFill>
                            <a:srgbClr val="252525"/>
                          </a:solidFill>
                          <a:latin typeface="Trebuchet MS"/>
                          <a:cs typeface="Trebuchet MS"/>
                        </a:rPr>
                        <a:t>0</a:t>
                      </a:r>
                      <a:endParaRPr sz="1200"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lnL w="6350">
                      <a:solidFill>
                        <a:srgbClr val="BEBEBE"/>
                      </a:solidFill>
                      <a:prstDash val="solid"/>
                    </a:lnL>
                    <a:lnR w="6350">
                      <a:solidFill>
                        <a:srgbClr val="BEBEBE"/>
                      </a:solidFill>
                      <a:prstDash val="solid"/>
                    </a:lnR>
                    <a:lnT w="6350">
                      <a:solidFill>
                        <a:srgbClr val="BEBEBE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ts val="1340"/>
                        </a:lnSpc>
                      </a:pPr>
                      <a:r>
                        <a:rPr sz="1200" dirty="0">
                          <a:solidFill>
                            <a:srgbClr val="252525"/>
                          </a:solidFill>
                          <a:latin typeface="Trebuchet MS"/>
                          <a:cs typeface="Trebuchet MS"/>
                        </a:rPr>
                        <a:t>1</a:t>
                      </a:r>
                      <a:endParaRPr sz="1200"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lnL w="6350">
                      <a:solidFill>
                        <a:srgbClr val="BEBEBE"/>
                      </a:solidFill>
                      <a:prstDash val="solid"/>
                    </a:lnL>
                    <a:lnR w="6350">
                      <a:solidFill>
                        <a:srgbClr val="BEBEBE"/>
                      </a:solidFill>
                      <a:prstDash val="solid"/>
                    </a:lnR>
                    <a:lnT w="6350">
                      <a:solidFill>
                        <a:srgbClr val="BEBEBE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09550">
                        <a:lnSpc>
                          <a:spcPts val="1340"/>
                        </a:lnSpc>
                      </a:pPr>
                      <a:r>
                        <a:rPr sz="1200" dirty="0">
                          <a:solidFill>
                            <a:srgbClr val="252525"/>
                          </a:solidFill>
                          <a:latin typeface="Trebuchet MS"/>
                          <a:cs typeface="Trebuchet MS"/>
                        </a:rPr>
                        <a:t>0</a:t>
                      </a:r>
                      <a:endParaRPr sz="1200"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lnL w="6350">
                      <a:solidFill>
                        <a:srgbClr val="BEBEBE"/>
                      </a:solidFill>
                      <a:prstDash val="solid"/>
                    </a:lnL>
                    <a:lnR w="6350">
                      <a:solidFill>
                        <a:srgbClr val="BEBEBE"/>
                      </a:solidFill>
                      <a:prstDash val="solid"/>
                    </a:lnR>
                    <a:lnT w="6350">
                      <a:solidFill>
                        <a:srgbClr val="BEBEBE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ts val="1340"/>
                        </a:lnSpc>
                      </a:pPr>
                      <a:r>
                        <a:rPr sz="1200" dirty="0">
                          <a:solidFill>
                            <a:srgbClr val="252525"/>
                          </a:solidFill>
                          <a:latin typeface="Trebuchet MS"/>
                          <a:cs typeface="Trebuchet MS"/>
                        </a:rPr>
                        <a:t>1</a:t>
                      </a:r>
                      <a:endParaRPr sz="1200"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lnL w="6350">
                      <a:solidFill>
                        <a:srgbClr val="BEBEBE"/>
                      </a:solidFill>
                      <a:prstDash val="solid"/>
                    </a:lnL>
                    <a:lnR w="3175">
                      <a:solidFill>
                        <a:srgbClr val="7E7E7E"/>
                      </a:solidFill>
                      <a:prstDash val="solid"/>
                    </a:lnR>
                    <a:lnT w="6350">
                      <a:solidFill>
                        <a:srgbClr val="BEBEBE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635" algn="ctr">
                        <a:lnSpc>
                          <a:spcPts val="1340"/>
                        </a:lnSpc>
                      </a:pPr>
                      <a:r>
                        <a:rPr sz="1200" dirty="0">
                          <a:solidFill>
                            <a:srgbClr val="252525"/>
                          </a:solidFill>
                          <a:latin typeface="Trebuchet MS"/>
                          <a:cs typeface="Trebuchet MS"/>
                        </a:rPr>
                        <a:t>1</a:t>
                      </a:r>
                      <a:endParaRPr sz="1200"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lnL w="3175">
                      <a:solidFill>
                        <a:srgbClr val="7E7E7E"/>
                      </a:solidFill>
                      <a:prstDash val="solid"/>
                    </a:lnL>
                    <a:lnR w="6350">
                      <a:solidFill>
                        <a:srgbClr val="BEBEBE"/>
                      </a:solidFill>
                      <a:prstDash val="solid"/>
                    </a:lnR>
                    <a:lnT w="6350">
                      <a:solidFill>
                        <a:srgbClr val="BEBEBE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27965">
                        <a:lnSpc>
                          <a:spcPts val="1340"/>
                        </a:lnSpc>
                      </a:pPr>
                      <a:r>
                        <a:rPr sz="1200" dirty="0">
                          <a:solidFill>
                            <a:srgbClr val="252525"/>
                          </a:solidFill>
                          <a:latin typeface="Trebuchet MS"/>
                          <a:cs typeface="Trebuchet MS"/>
                        </a:rPr>
                        <a:t>1</a:t>
                      </a:r>
                      <a:endParaRPr sz="1200"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lnL w="6350">
                      <a:solidFill>
                        <a:srgbClr val="BEBEBE"/>
                      </a:solidFill>
                      <a:prstDash val="solid"/>
                    </a:lnL>
                    <a:lnR w="6350">
                      <a:solidFill>
                        <a:srgbClr val="BEBEBE"/>
                      </a:solidFill>
                      <a:prstDash val="solid"/>
                    </a:lnR>
                    <a:lnT w="6350">
                      <a:solidFill>
                        <a:srgbClr val="BEBEBE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ts val="1340"/>
                        </a:lnSpc>
                      </a:pPr>
                      <a:r>
                        <a:rPr sz="1200" dirty="0">
                          <a:solidFill>
                            <a:srgbClr val="252525"/>
                          </a:solidFill>
                          <a:latin typeface="Trebuchet MS"/>
                          <a:cs typeface="Trebuchet MS"/>
                        </a:rPr>
                        <a:t>1</a:t>
                      </a:r>
                      <a:endParaRPr sz="1200"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lnL w="6350">
                      <a:solidFill>
                        <a:srgbClr val="BEBEBE"/>
                      </a:solidFill>
                      <a:prstDash val="solid"/>
                    </a:lnL>
                    <a:lnR w="6350">
                      <a:solidFill>
                        <a:srgbClr val="BEBEBE"/>
                      </a:solidFill>
                      <a:prstDash val="solid"/>
                    </a:lnR>
                    <a:lnT w="6350">
                      <a:solidFill>
                        <a:srgbClr val="BEBEBE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27965">
                        <a:lnSpc>
                          <a:spcPts val="1340"/>
                        </a:lnSpc>
                      </a:pPr>
                      <a:r>
                        <a:rPr sz="1200" dirty="0">
                          <a:solidFill>
                            <a:srgbClr val="252525"/>
                          </a:solidFill>
                          <a:latin typeface="Trebuchet MS"/>
                          <a:cs typeface="Trebuchet MS"/>
                        </a:rPr>
                        <a:t>1</a:t>
                      </a:r>
                      <a:endParaRPr sz="1200"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lnL w="6350">
                      <a:solidFill>
                        <a:srgbClr val="BEBEBE"/>
                      </a:solidFill>
                      <a:prstDash val="solid"/>
                    </a:lnL>
                    <a:lnR w="6350">
                      <a:solidFill>
                        <a:srgbClr val="BEBEBE"/>
                      </a:solidFill>
                      <a:prstDash val="solid"/>
                    </a:lnR>
                    <a:lnT w="6350">
                      <a:solidFill>
                        <a:srgbClr val="BEBEBE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ts val="1340"/>
                        </a:lnSpc>
                      </a:pPr>
                      <a:r>
                        <a:rPr sz="1200" dirty="0">
                          <a:solidFill>
                            <a:srgbClr val="252525"/>
                          </a:solidFill>
                          <a:latin typeface="Trebuchet MS"/>
                          <a:cs typeface="Trebuchet MS"/>
                        </a:rPr>
                        <a:t>0</a:t>
                      </a:r>
                      <a:endParaRPr sz="1200"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lnL w="6350">
                      <a:solidFill>
                        <a:srgbClr val="BEBEBE"/>
                      </a:solidFill>
                      <a:prstDash val="solid"/>
                    </a:lnL>
                    <a:lnR w="3175">
                      <a:solidFill>
                        <a:srgbClr val="7E7E7E"/>
                      </a:solidFill>
                      <a:prstDash val="solid"/>
                    </a:lnR>
                    <a:lnT w="6350">
                      <a:solidFill>
                        <a:srgbClr val="BEBEBE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pic>
        <p:nvPicPr>
          <p:cNvPr id="98" name="object 98"/>
          <p:cNvPicPr/>
          <p:nvPr/>
        </p:nvPicPr>
        <p:blipFill>
          <a:blip r:embed="rId15" cstate="print"/>
          <a:stretch>
            <a:fillRect/>
          </a:stretch>
        </p:blipFill>
        <p:spPr>
          <a:xfrm>
            <a:off x="3730625" y="5027676"/>
            <a:ext cx="82930" cy="116459"/>
          </a:xfrm>
          <a:prstGeom prst="rect">
            <a:avLst/>
          </a:prstGeom>
        </p:spPr>
      </p:pic>
      <p:pic>
        <p:nvPicPr>
          <p:cNvPr id="99" name="object 99"/>
          <p:cNvPicPr/>
          <p:nvPr/>
        </p:nvPicPr>
        <p:blipFill>
          <a:blip r:embed="rId16" cstate="print"/>
          <a:stretch>
            <a:fillRect/>
          </a:stretch>
        </p:blipFill>
        <p:spPr>
          <a:xfrm>
            <a:off x="4197858" y="5027676"/>
            <a:ext cx="116586" cy="116459"/>
          </a:xfrm>
          <a:prstGeom prst="rect">
            <a:avLst/>
          </a:prstGeom>
        </p:spPr>
      </p:pic>
      <p:pic>
        <p:nvPicPr>
          <p:cNvPr id="100" name="object 100"/>
          <p:cNvPicPr/>
          <p:nvPr/>
        </p:nvPicPr>
        <p:blipFill>
          <a:blip r:embed="rId17" cstate="print"/>
          <a:stretch>
            <a:fillRect/>
          </a:stretch>
        </p:blipFill>
        <p:spPr>
          <a:xfrm>
            <a:off x="4692522" y="5068696"/>
            <a:ext cx="109854" cy="75437"/>
          </a:xfrm>
          <a:prstGeom prst="rect">
            <a:avLst/>
          </a:prstGeom>
        </p:spPr>
      </p:pic>
      <p:pic>
        <p:nvPicPr>
          <p:cNvPr id="101" name="object 101"/>
          <p:cNvPicPr/>
          <p:nvPr/>
        </p:nvPicPr>
        <p:blipFill>
          <a:blip r:embed="rId18" cstate="print"/>
          <a:stretch>
            <a:fillRect/>
          </a:stretch>
        </p:blipFill>
        <p:spPr>
          <a:xfrm>
            <a:off x="5142610" y="5027676"/>
            <a:ext cx="175133" cy="116840"/>
          </a:xfrm>
          <a:prstGeom prst="rect">
            <a:avLst/>
          </a:prstGeom>
        </p:spPr>
      </p:pic>
      <p:pic>
        <p:nvPicPr>
          <p:cNvPr id="102" name="object 102"/>
          <p:cNvPicPr/>
          <p:nvPr/>
        </p:nvPicPr>
        <p:blipFill>
          <a:blip r:embed="rId19" cstate="print"/>
          <a:stretch>
            <a:fillRect/>
          </a:stretch>
        </p:blipFill>
        <p:spPr>
          <a:xfrm>
            <a:off x="5597905" y="5027676"/>
            <a:ext cx="237363" cy="116840"/>
          </a:xfrm>
          <a:prstGeom prst="rect">
            <a:avLst/>
          </a:prstGeom>
        </p:spPr>
      </p:pic>
      <p:grpSp>
        <p:nvGrpSpPr>
          <p:cNvPr id="103" name="object 103"/>
          <p:cNvGrpSpPr/>
          <p:nvPr/>
        </p:nvGrpSpPr>
        <p:grpSpPr>
          <a:xfrm>
            <a:off x="6027039" y="4986909"/>
            <a:ext cx="1504950" cy="923925"/>
            <a:chOff x="6027039" y="4986909"/>
            <a:chExt cx="1504950" cy="923925"/>
          </a:xfrm>
        </p:grpSpPr>
        <p:sp>
          <p:nvSpPr>
            <p:cNvPr id="104" name="object 104"/>
            <p:cNvSpPr/>
            <p:nvPr/>
          </p:nvSpPr>
          <p:spPr>
            <a:xfrm>
              <a:off x="6030214" y="4993259"/>
              <a:ext cx="1499870" cy="182880"/>
            </a:xfrm>
            <a:custGeom>
              <a:avLst/>
              <a:gdLst/>
              <a:ahLst/>
              <a:cxnLst/>
              <a:rect l="l" t="t" r="r" b="b"/>
              <a:pathLst>
                <a:path w="1499870" h="182879">
                  <a:moveTo>
                    <a:pt x="1499628" y="0"/>
                  </a:moveTo>
                  <a:lnTo>
                    <a:pt x="1499628" y="0"/>
                  </a:lnTo>
                  <a:lnTo>
                    <a:pt x="0" y="0"/>
                  </a:lnTo>
                  <a:lnTo>
                    <a:pt x="0" y="182880"/>
                  </a:lnTo>
                  <a:lnTo>
                    <a:pt x="1499628" y="182880"/>
                  </a:lnTo>
                  <a:lnTo>
                    <a:pt x="1499628" y="0"/>
                  </a:lnTo>
                  <a:close/>
                </a:path>
              </a:pathLst>
            </a:custGeom>
            <a:solidFill>
              <a:srgbClr val="D9D9D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5" name="object 105"/>
            <p:cNvSpPr/>
            <p:nvPr/>
          </p:nvSpPr>
          <p:spPr>
            <a:xfrm>
              <a:off x="6027039" y="4986909"/>
              <a:ext cx="1504950" cy="923925"/>
            </a:xfrm>
            <a:custGeom>
              <a:avLst/>
              <a:gdLst/>
              <a:ahLst/>
              <a:cxnLst/>
              <a:rect l="l" t="t" r="r" b="b"/>
              <a:pathLst>
                <a:path w="1504950" h="923925">
                  <a:moveTo>
                    <a:pt x="503046" y="0"/>
                  </a:moveTo>
                  <a:lnTo>
                    <a:pt x="503046" y="923925"/>
                  </a:lnTo>
                </a:path>
                <a:path w="1504950" h="923925">
                  <a:moveTo>
                    <a:pt x="1002918" y="0"/>
                  </a:moveTo>
                  <a:lnTo>
                    <a:pt x="1002918" y="923925"/>
                  </a:lnTo>
                </a:path>
                <a:path w="1504950" h="923925">
                  <a:moveTo>
                    <a:pt x="0" y="189230"/>
                  </a:moveTo>
                  <a:lnTo>
                    <a:pt x="1504441" y="189230"/>
                  </a:lnTo>
                </a:path>
                <a:path w="1504950" h="923925">
                  <a:moveTo>
                    <a:pt x="0" y="372110"/>
                  </a:moveTo>
                  <a:lnTo>
                    <a:pt x="1504441" y="372110"/>
                  </a:lnTo>
                </a:path>
                <a:path w="1504950" h="923925">
                  <a:moveTo>
                    <a:pt x="0" y="554990"/>
                  </a:moveTo>
                  <a:lnTo>
                    <a:pt x="1504441" y="554990"/>
                  </a:lnTo>
                </a:path>
                <a:path w="1504950" h="923925">
                  <a:moveTo>
                    <a:pt x="0" y="737870"/>
                  </a:moveTo>
                  <a:lnTo>
                    <a:pt x="1504441" y="737870"/>
                  </a:lnTo>
                </a:path>
                <a:path w="1504950" h="923925">
                  <a:moveTo>
                    <a:pt x="3175" y="0"/>
                  </a:moveTo>
                  <a:lnTo>
                    <a:pt x="3175" y="923925"/>
                  </a:lnTo>
                </a:path>
              </a:pathLst>
            </a:custGeom>
            <a:ln w="6350">
              <a:solidFill>
                <a:srgbClr val="BEBEB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6" name="object 106"/>
            <p:cNvSpPr/>
            <p:nvPr/>
          </p:nvSpPr>
          <p:spPr>
            <a:xfrm>
              <a:off x="7529957" y="4986909"/>
              <a:ext cx="0" cy="923925"/>
            </a:xfrm>
            <a:custGeom>
              <a:avLst/>
              <a:gdLst/>
              <a:ahLst/>
              <a:cxnLst/>
              <a:rect l="l" t="t" r="r" b="b"/>
              <a:pathLst>
                <a:path h="923925">
                  <a:moveTo>
                    <a:pt x="0" y="0"/>
                  </a:moveTo>
                  <a:lnTo>
                    <a:pt x="0" y="923925"/>
                  </a:lnTo>
                </a:path>
              </a:pathLst>
            </a:custGeom>
            <a:ln w="3175">
              <a:solidFill>
                <a:srgbClr val="7E7E7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7" name="object 107"/>
            <p:cNvSpPr/>
            <p:nvPr/>
          </p:nvSpPr>
          <p:spPr>
            <a:xfrm>
              <a:off x="6027039" y="4993259"/>
              <a:ext cx="1504950" cy="0"/>
            </a:xfrm>
            <a:custGeom>
              <a:avLst/>
              <a:gdLst/>
              <a:ahLst/>
              <a:cxnLst/>
              <a:rect l="l" t="t" r="r" b="b"/>
              <a:pathLst>
                <a:path w="1504950">
                  <a:moveTo>
                    <a:pt x="0" y="0"/>
                  </a:moveTo>
                  <a:lnTo>
                    <a:pt x="1504441" y="0"/>
                  </a:lnTo>
                </a:path>
              </a:pathLst>
            </a:custGeom>
            <a:ln w="12700">
              <a:solidFill>
                <a:srgbClr val="183D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8" name="object 108"/>
            <p:cNvSpPr/>
            <p:nvPr/>
          </p:nvSpPr>
          <p:spPr>
            <a:xfrm>
              <a:off x="6027039" y="5907659"/>
              <a:ext cx="1504950" cy="0"/>
            </a:xfrm>
            <a:custGeom>
              <a:avLst/>
              <a:gdLst/>
              <a:ahLst/>
              <a:cxnLst/>
              <a:rect l="l" t="t" r="r" b="b"/>
              <a:pathLst>
                <a:path w="1504950">
                  <a:moveTo>
                    <a:pt x="0" y="0"/>
                  </a:moveTo>
                  <a:lnTo>
                    <a:pt x="1504441" y="0"/>
                  </a:lnTo>
                </a:path>
              </a:pathLst>
            </a:custGeom>
            <a:ln w="6350">
              <a:solidFill>
                <a:srgbClr val="BEBEB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9" name="object 109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6225794" y="5068697"/>
              <a:ext cx="109981" cy="75437"/>
            </a:xfrm>
            <a:prstGeom prst="rect">
              <a:avLst/>
            </a:prstGeom>
          </p:spPr>
        </p:pic>
        <p:pic>
          <p:nvPicPr>
            <p:cNvPr id="110" name="object 110"/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6660261" y="5027676"/>
              <a:ext cx="237236" cy="116840"/>
            </a:xfrm>
            <a:prstGeom prst="rect">
              <a:avLst/>
            </a:prstGeom>
          </p:spPr>
        </p:pic>
      </p:grpSp>
      <p:sp>
        <p:nvSpPr>
          <p:cNvPr id="111" name="object 111"/>
          <p:cNvSpPr txBox="1"/>
          <p:nvPr/>
        </p:nvSpPr>
        <p:spPr>
          <a:xfrm>
            <a:off x="6235446" y="5152085"/>
            <a:ext cx="92075" cy="3924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110" dirty="0">
                <a:solidFill>
                  <a:srgbClr val="252525"/>
                </a:solidFill>
                <a:latin typeface="Trebuchet MS"/>
                <a:cs typeface="Trebuchet MS"/>
              </a:rPr>
              <a:t>0</a:t>
            </a:r>
            <a:endParaRPr sz="1200">
              <a:latin typeface="Trebuchet MS"/>
              <a:cs typeface="Trebuchet MS"/>
            </a:endParaRPr>
          </a:p>
          <a:p>
            <a:pPr marL="29209">
              <a:lnSpc>
                <a:spcPct val="100000"/>
              </a:lnSpc>
              <a:spcBef>
                <a:spcPts val="5"/>
              </a:spcBef>
            </a:pPr>
            <a:r>
              <a:rPr sz="1200" spc="-390" dirty="0">
                <a:solidFill>
                  <a:srgbClr val="252525"/>
                </a:solidFill>
                <a:latin typeface="Trebuchet MS"/>
                <a:cs typeface="Trebuchet MS"/>
              </a:rPr>
              <a:t>1</a:t>
            </a:r>
            <a:endParaRPr sz="1200">
              <a:latin typeface="Trebuchet MS"/>
              <a:cs typeface="Trebuchet MS"/>
            </a:endParaRPr>
          </a:p>
        </p:txBody>
      </p:sp>
      <p:sp>
        <p:nvSpPr>
          <p:cNvPr id="112" name="object 112"/>
          <p:cNvSpPr txBox="1"/>
          <p:nvPr/>
        </p:nvSpPr>
        <p:spPr>
          <a:xfrm>
            <a:off x="6752081" y="5152085"/>
            <a:ext cx="56515" cy="3924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390" dirty="0">
                <a:solidFill>
                  <a:srgbClr val="252525"/>
                </a:solidFill>
                <a:latin typeface="Trebuchet MS"/>
                <a:cs typeface="Trebuchet MS"/>
              </a:rPr>
              <a:t>1</a:t>
            </a:r>
            <a:endParaRPr sz="12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200" spc="-390" dirty="0">
                <a:solidFill>
                  <a:srgbClr val="252525"/>
                </a:solidFill>
                <a:latin typeface="Trebuchet MS"/>
                <a:cs typeface="Trebuchet MS"/>
              </a:rPr>
              <a:t>1</a:t>
            </a:r>
            <a:endParaRPr sz="1200">
              <a:latin typeface="Trebuchet MS"/>
              <a:cs typeface="Trebuchet MS"/>
            </a:endParaRPr>
          </a:p>
        </p:txBody>
      </p:sp>
      <p:sp>
        <p:nvSpPr>
          <p:cNvPr id="113" name="object 113"/>
          <p:cNvSpPr txBox="1"/>
          <p:nvPr/>
        </p:nvSpPr>
        <p:spPr>
          <a:xfrm>
            <a:off x="7235190" y="5152085"/>
            <a:ext cx="92075" cy="3924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110" dirty="0">
                <a:solidFill>
                  <a:srgbClr val="252525"/>
                </a:solidFill>
                <a:latin typeface="Trebuchet MS"/>
                <a:cs typeface="Trebuchet MS"/>
              </a:rPr>
              <a:t>0</a:t>
            </a:r>
            <a:endParaRPr sz="1200">
              <a:latin typeface="Trebuchet MS"/>
              <a:cs typeface="Trebuchet MS"/>
            </a:endParaRPr>
          </a:p>
          <a:p>
            <a:pPr marL="29209">
              <a:lnSpc>
                <a:spcPct val="100000"/>
              </a:lnSpc>
              <a:spcBef>
                <a:spcPts val="5"/>
              </a:spcBef>
            </a:pPr>
            <a:r>
              <a:rPr sz="1200" spc="-390" dirty="0">
                <a:solidFill>
                  <a:srgbClr val="252525"/>
                </a:solidFill>
                <a:latin typeface="Trebuchet MS"/>
                <a:cs typeface="Trebuchet MS"/>
              </a:rPr>
              <a:t>1</a:t>
            </a:r>
            <a:endParaRPr sz="1200">
              <a:latin typeface="Trebuchet MS"/>
              <a:cs typeface="Trebuchet MS"/>
            </a:endParaRPr>
          </a:p>
        </p:txBody>
      </p:sp>
      <p:sp>
        <p:nvSpPr>
          <p:cNvPr id="114" name="object 114"/>
          <p:cNvSpPr txBox="1"/>
          <p:nvPr/>
        </p:nvSpPr>
        <p:spPr>
          <a:xfrm>
            <a:off x="6252209" y="5518505"/>
            <a:ext cx="5651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390" dirty="0">
                <a:solidFill>
                  <a:srgbClr val="252525"/>
                </a:solidFill>
                <a:latin typeface="Trebuchet MS"/>
                <a:cs typeface="Trebuchet MS"/>
              </a:rPr>
              <a:t>1</a:t>
            </a:r>
            <a:endParaRPr sz="12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</a:pPr>
            <a:r>
              <a:rPr sz="1200" spc="-390" dirty="0">
                <a:solidFill>
                  <a:srgbClr val="252525"/>
                </a:solidFill>
                <a:latin typeface="Trebuchet MS"/>
                <a:cs typeface="Trebuchet MS"/>
              </a:rPr>
              <a:t>1</a:t>
            </a:r>
            <a:endParaRPr sz="1200">
              <a:latin typeface="Trebuchet MS"/>
              <a:cs typeface="Trebuchet MS"/>
            </a:endParaRPr>
          </a:p>
        </p:txBody>
      </p:sp>
      <p:sp>
        <p:nvSpPr>
          <p:cNvPr id="115" name="object 115"/>
          <p:cNvSpPr txBox="1"/>
          <p:nvPr/>
        </p:nvSpPr>
        <p:spPr>
          <a:xfrm>
            <a:off x="6735318" y="5518505"/>
            <a:ext cx="9207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209">
              <a:lnSpc>
                <a:spcPct val="100000"/>
              </a:lnSpc>
              <a:spcBef>
                <a:spcPts val="100"/>
              </a:spcBef>
            </a:pPr>
            <a:r>
              <a:rPr sz="1200" spc="-390" dirty="0">
                <a:solidFill>
                  <a:srgbClr val="252525"/>
                </a:solidFill>
                <a:latin typeface="Trebuchet MS"/>
                <a:cs typeface="Trebuchet MS"/>
              </a:rPr>
              <a:t>1</a:t>
            </a:r>
            <a:endParaRPr sz="12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</a:pPr>
            <a:r>
              <a:rPr sz="1200" spc="-110" dirty="0">
                <a:solidFill>
                  <a:srgbClr val="252525"/>
                </a:solidFill>
                <a:latin typeface="Trebuchet MS"/>
                <a:cs typeface="Trebuchet MS"/>
              </a:rPr>
              <a:t>0</a:t>
            </a:r>
            <a:endParaRPr sz="1200">
              <a:latin typeface="Trebuchet MS"/>
              <a:cs typeface="Trebuchet MS"/>
            </a:endParaRPr>
          </a:p>
        </p:txBody>
      </p:sp>
      <p:sp>
        <p:nvSpPr>
          <p:cNvPr id="116" name="object 116"/>
          <p:cNvSpPr txBox="1"/>
          <p:nvPr/>
        </p:nvSpPr>
        <p:spPr>
          <a:xfrm>
            <a:off x="7235190" y="5518505"/>
            <a:ext cx="9207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209">
              <a:lnSpc>
                <a:spcPct val="100000"/>
              </a:lnSpc>
              <a:spcBef>
                <a:spcPts val="100"/>
              </a:spcBef>
            </a:pPr>
            <a:r>
              <a:rPr sz="1200" spc="-390" dirty="0">
                <a:solidFill>
                  <a:srgbClr val="252525"/>
                </a:solidFill>
                <a:latin typeface="Trebuchet MS"/>
                <a:cs typeface="Trebuchet MS"/>
              </a:rPr>
              <a:t>1</a:t>
            </a:r>
            <a:endParaRPr sz="12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</a:pPr>
            <a:r>
              <a:rPr sz="1200" spc="-110" dirty="0">
                <a:solidFill>
                  <a:srgbClr val="252525"/>
                </a:solidFill>
                <a:latin typeface="Trebuchet MS"/>
                <a:cs typeface="Trebuchet MS"/>
              </a:rPr>
              <a:t>0</a:t>
            </a:r>
            <a:endParaRPr sz="1200">
              <a:latin typeface="Trebuchet MS"/>
              <a:cs typeface="Trebuchet MS"/>
            </a:endParaRPr>
          </a:p>
        </p:txBody>
      </p:sp>
      <p:graphicFrame>
        <p:nvGraphicFramePr>
          <p:cNvPr id="117" name="object 117"/>
          <p:cNvGraphicFramePr>
            <a:graphicFrameLocks noGrp="1"/>
          </p:cNvGraphicFramePr>
          <p:nvPr/>
        </p:nvGraphicFramePr>
        <p:xfrm>
          <a:off x="6466204" y="3981958"/>
          <a:ext cx="2875913" cy="91376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65671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4805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11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82880">
                <a:tc gridSpan="3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7E7E7E"/>
                      </a:solidFill>
                      <a:prstDash val="solid"/>
                    </a:lnL>
                    <a:lnR w="3175">
                      <a:solidFill>
                        <a:srgbClr val="7E7E7E"/>
                      </a:solidFill>
                      <a:prstDash val="solid"/>
                    </a:lnR>
                    <a:lnT w="12700">
                      <a:solidFill>
                        <a:srgbClr val="183DAF"/>
                      </a:solidFill>
                      <a:prstDash val="solid"/>
                    </a:lnT>
                    <a:lnB w="12700">
                      <a:solidFill>
                        <a:srgbClr val="227518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36830">
                        <a:lnSpc>
                          <a:spcPct val="100000"/>
                        </a:lnSpc>
                        <a:spcBef>
                          <a:spcPts val="115"/>
                        </a:spcBef>
                      </a:pPr>
                      <a:r>
                        <a:rPr sz="900" spc="-110" dirty="0">
                          <a:solidFill>
                            <a:srgbClr val="252525"/>
                          </a:solidFill>
                          <a:latin typeface="Trebuchet MS"/>
                          <a:cs typeface="Trebuchet MS"/>
                        </a:rPr>
                        <a:t>=</a:t>
                      </a:r>
                      <a:r>
                        <a:rPr sz="900" spc="-110" dirty="0">
                          <a:solidFill>
                            <a:srgbClr val="2D75B6"/>
                          </a:solidFill>
                          <a:latin typeface="Trebuchet MS"/>
                          <a:cs typeface="Trebuchet MS"/>
                        </a:rPr>
                        <a:t>C12</a:t>
                      </a:r>
                      <a:r>
                        <a:rPr sz="900" spc="-110" dirty="0">
                          <a:solidFill>
                            <a:srgbClr val="252525"/>
                          </a:solidFill>
                          <a:latin typeface="Trebuchet MS"/>
                          <a:cs typeface="Trebuchet MS"/>
                        </a:rPr>
                        <a:t>*</a:t>
                      </a:r>
                      <a:r>
                        <a:rPr sz="900" spc="-110" dirty="0">
                          <a:solidFill>
                            <a:srgbClr val="FF0000"/>
                          </a:solidFill>
                          <a:latin typeface="Trebuchet MS"/>
                          <a:cs typeface="Trebuchet MS"/>
                        </a:rPr>
                        <a:t>$F$13</a:t>
                      </a:r>
                      <a:r>
                        <a:rPr sz="900" spc="-110" dirty="0">
                          <a:solidFill>
                            <a:srgbClr val="252525"/>
                          </a:solidFill>
                          <a:latin typeface="Trebuchet MS"/>
                          <a:cs typeface="Trebuchet MS"/>
                        </a:rPr>
                        <a:t>+</a:t>
                      </a:r>
                      <a:r>
                        <a:rPr sz="900" spc="-110" dirty="0">
                          <a:solidFill>
                            <a:srgbClr val="6F2F9F"/>
                          </a:solidFill>
                          <a:latin typeface="Trebuchet MS"/>
                          <a:cs typeface="Trebuchet MS"/>
                        </a:rPr>
                        <a:t>D12</a:t>
                      </a:r>
                      <a:r>
                        <a:rPr sz="900" spc="-110" dirty="0">
                          <a:solidFill>
                            <a:srgbClr val="252525"/>
                          </a:solidFill>
                          <a:latin typeface="Trebuchet MS"/>
                          <a:cs typeface="Trebuchet MS"/>
                        </a:rPr>
                        <a:t>*</a:t>
                      </a:r>
                      <a:r>
                        <a:rPr sz="900" spc="-110" dirty="0">
                          <a:solidFill>
                            <a:srgbClr val="538235"/>
                          </a:solidFill>
                          <a:latin typeface="Trebuchet MS"/>
                          <a:cs typeface="Trebuchet MS"/>
                        </a:rPr>
                        <a:t>$F$15</a:t>
                      </a:r>
                      <a:r>
                        <a:rPr sz="900" spc="-110" dirty="0">
                          <a:solidFill>
                            <a:srgbClr val="252525"/>
                          </a:solidFill>
                          <a:latin typeface="Trebuchet MS"/>
                          <a:cs typeface="Trebuchet MS"/>
                        </a:rPr>
                        <a:t>+</a:t>
                      </a:r>
                      <a:r>
                        <a:rPr sz="900" spc="-110" dirty="0">
                          <a:solidFill>
                            <a:srgbClr val="CC0099"/>
                          </a:solidFill>
                          <a:latin typeface="Trebuchet MS"/>
                          <a:cs typeface="Trebuchet MS"/>
                        </a:rPr>
                        <a:t>$F$19</a:t>
                      </a:r>
                      <a:endParaRPr sz="900">
                        <a:latin typeface="Trebuchet MS"/>
                        <a:cs typeface="Trebuchet MS"/>
                      </a:endParaRPr>
                    </a:p>
                  </a:txBody>
                  <a:tcPr marL="0" marR="0" marT="14605" marB="0">
                    <a:lnL w="12700">
                      <a:solidFill>
                        <a:srgbClr val="227518"/>
                      </a:solidFill>
                      <a:prstDash val="solid"/>
                    </a:lnL>
                    <a:lnR w="12700">
                      <a:solidFill>
                        <a:srgbClr val="227518"/>
                      </a:solidFill>
                      <a:prstDash val="solid"/>
                    </a:lnR>
                    <a:lnT w="12700">
                      <a:solidFill>
                        <a:srgbClr val="227518"/>
                      </a:solidFill>
                      <a:prstDash val="solid"/>
                    </a:lnT>
                    <a:lnB w="12700">
                      <a:solidFill>
                        <a:srgbClr val="22751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6830">
                        <a:lnSpc>
                          <a:spcPct val="100000"/>
                        </a:lnSpc>
                        <a:spcBef>
                          <a:spcPts val="115"/>
                        </a:spcBef>
                      </a:pPr>
                      <a:r>
                        <a:rPr sz="900" spc="-150" dirty="0">
                          <a:solidFill>
                            <a:srgbClr val="252525"/>
                          </a:solidFill>
                          <a:latin typeface="Trebuchet MS"/>
                          <a:cs typeface="Trebuchet MS"/>
                        </a:rPr>
                        <a:t>=1/(1+EXP(-</a:t>
                      </a:r>
                      <a:r>
                        <a:rPr sz="900" spc="-10" dirty="0">
                          <a:solidFill>
                            <a:srgbClr val="252525"/>
                          </a:solidFill>
                          <a:latin typeface="Trebuchet MS"/>
                          <a:cs typeface="Trebuchet MS"/>
                        </a:rPr>
                        <a:t>O12))</a:t>
                      </a:r>
                      <a:endParaRPr sz="900">
                        <a:latin typeface="Trebuchet MS"/>
                        <a:cs typeface="Trebuchet MS"/>
                      </a:endParaRPr>
                    </a:p>
                  </a:txBody>
                  <a:tcPr marL="0" marR="0" marT="14605" marB="0">
                    <a:lnL w="12700">
                      <a:solidFill>
                        <a:srgbClr val="227518"/>
                      </a:solidFill>
                      <a:prstDash val="solid"/>
                    </a:lnL>
                    <a:lnR w="6350">
                      <a:solidFill>
                        <a:srgbClr val="BEBEBE"/>
                      </a:solidFill>
                      <a:prstDash val="solid"/>
                    </a:lnR>
                    <a:lnT w="6350">
                      <a:solidFill>
                        <a:srgbClr val="BEBEBE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63500" algn="r">
                        <a:lnSpc>
                          <a:spcPts val="1340"/>
                        </a:lnSpc>
                      </a:pPr>
                      <a:r>
                        <a:rPr sz="1200" dirty="0">
                          <a:solidFill>
                            <a:srgbClr val="252525"/>
                          </a:solidFill>
                          <a:latin typeface="Trebuchet MS"/>
                          <a:cs typeface="Trebuchet MS"/>
                        </a:rPr>
                        <a:t>0</a:t>
                      </a:r>
                      <a:endParaRPr sz="1200"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lnL w="6350">
                      <a:solidFill>
                        <a:srgbClr val="BEBEBE"/>
                      </a:solidFill>
                      <a:prstDash val="solid"/>
                    </a:lnL>
                    <a:lnR w="3175">
                      <a:solidFill>
                        <a:srgbClr val="7E7E7E"/>
                      </a:solidFill>
                      <a:prstDash val="solid"/>
                    </a:lnR>
                    <a:lnT w="6350">
                      <a:solidFill>
                        <a:srgbClr val="BEBEBE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36830">
                        <a:lnSpc>
                          <a:spcPct val="100000"/>
                        </a:lnSpc>
                        <a:spcBef>
                          <a:spcPts val="114"/>
                        </a:spcBef>
                      </a:pPr>
                      <a:r>
                        <a:rPr sz="900" spc="-110" dirty="0">
                          <a:solidFill>
                            <a:srgbClr val="252525"/>
                          </a:solidFill>
                          <a:latin typeface="Trebuchet MS"/>
                          <a:cs typeface="Trebuchet MS"/>
                        </a:rPr>
                        <a:t>=C13*$F$13+D13*$F$15+$F$19</a:t>
                      </a:r>
                      <a:endParaRPr sz="900">
                        <a:latin typeface="Trebuchet MS"/>
                        <a:cs typeface="Trebuchet MS"/>
                      </a:endParaRPr>
                    </a:p>
                  </a:txBody>
                  <a:tcPr marL="0" marR="0" marT="14604" marB="0">
                    <a:lnL w="3175">
                      <a:solidFill>
                        <a:srgbClr val="7E7E7E"/>
                      </a:solidFill>
                      <a:prstDash val="solid"/>
                    </a:lnL>
                    <a:lnR w="6350">
                      <a:solidFill>
                        <a:srgbClr val="BEBEBE"/>
                      </a:solidFill>
                      <a:prstDash val="solid"/>
                    </a:lnR>
                    <a:lnT w="12700">
                      <a:solidFill>
                        <a:srgbClr val="227518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6830">
                        <a:lnSpc>
                          <a:spcPct val="100000"/>
                        </a:lnSpc>
                        <a:spcBef>
                          <a:spcPts val="114"/>
                        </a:spcBef>
                      </a:pPr>
                      <a:r>
                        <a:rPr sz="900" spc="-150" dirty="0">
                          <a:solidFill>
                            <a:srgbClr val="252525"/>
                          </a:solidFill>
                          <a:latin typeface="Trebuchet MS"/>
                          <a:cs typeface="Trebuchet MS"/>
                        </a:rPr>
                        <a:t>=1/(1+EXP(-</a:t>
                      </a:r>
                      <a:r>
                        <a:rPr sz="900" spc="-10" dirty="0">
                          <a:solidFill>
                            <a:srgbClr val="252525"/>
                          </a:solidFill>
                          <a:latin typeface="Trebuchet MS"/>
                          <a:cs typeface="Trebuchet MS"/>
                        </a:rPr>
                        <a:t>O13))</a:t>
                      </a:r>
                      <a:endParaRPr sz="900">
                        <a:latin typeface="Trebuchet MS"/>
                        <a:cs typeface="Trebuchet MS"/>
                      </a:endParaRPr>
                    </a:p>
                  </a:txBody>
                  <a:tcPr marL="0" marR="0" marT="14604" marB="0">
                    <a:lnL w="6350">
                      <a:solidFill>
                        <a:srgbClr val="BEBEBE"/>
                      </a:solidFill>
                      <a:prstDash val="solid"/>
                    </a:lnL>
                    <a:lnR w="6350">
                      <a:solidFill>
                        <a:srgbClr val="BEBEBE"/>
                      </a:solidFill>
                      <a:prstDash val="solid"/>
                    </a:lnR>
                    <a:lnT w="6350">
                      <a:solidFill>
                        <a:srgbClr val="BEBEBE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63500" algn="r">
                        <a:lnSpc>
                          <a:spcPts val="1340"/>
                        </a:lnSpc>
                      </a:pPr>
                      <a:r>
                        <a:rPr sz="1200" dirty="0">
                          <a:solidFill>
                            <a:srgbClr val="252525"/>
                          </a:solidFill>
                          <a:latin typeface="Trebuchet MS"/>
                          <a:cs typeface="Trebuchet MS"/>
                        </a:rPr>
                        <a:t>1</a:t>
                      </a:r>
                      <a:endParaRPr sz="1200"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lnL w="6350">
                      <a:solidFill>
                        <a:srgbClr val="BEBEBE"/>
                      </a:solidFill>
                      <a:prstDash val="solid"/>
                    </a:lnL>
                    <a:lnR w="3175">
                      <a:solidFill>
                        <a:srgbClr val="7E7E7E"/>
                      </a:solidFill>
                      <a:prstDash val="solid"/>
                    </a:lnR>
                    <a:lnT w="6350">
                      <a:solidFill>
                        <a:srgbClr val="BEBEBE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82245">
                <a:tc>
                  <a:txBody>
                    <a:bodyPr/>
                    <a:lstStyle/>
                    <a:p>
                      <a:pPr marL="36830">
                        <a:lnSpc>
                          <a:spcPct val="100000"/>
                        </a:lnSpc>
                        <a:spcBef>
                          <a:spcPts val="114"/>
                        </a:spcBef>
                      </a:pPr>
                      <a:r>
                        <a:rPr sz="900" spc="-110" dirty="0">
                          <a:solidFill>
                            <a:srgbClr val="252525"/>
                          </a:solidFill>
                          <a:latin typeface="Trebuchet MS"/>
                          <a:cs typeface="Trebuchet MS"/>
                        </a:rPr>
                        <a:t>=C14*$F$13+D14*$F$15+$F$19</a:t>
                      </a:r>
                      <a:endParaRPr sz="900">
                        <a:latin typeface="Trebuchet MS"/>
                        <a:cs typeface="Trebuchet MS"/>
                      </a:endParaRPr>
                    </a:p>
                  </a:txBody>
                  <a:tcPr marL="0" marR="0" marT="14604" marB="0">
                    <a:lnL w="3175">
                      <a:solidFill>
                        <a:srgbClr val="7E7E7E"/>
                      </a:solidFill>
                      <a:prstDash val="solid"/>
                    </a:lnL>
                    <a:lnR w="6350">
                      <a:solidFill>
                        <a:srgbClr val="BEBEBE"/>
                      </a:solidFill>
                      <a:prstDash val="solid"/>
                    </a:lnR>
                    <a:lnT w="6350">
                      <a:solidFill>
                        <a:srgbClr val="BEBEBE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6830">
                        <a:lnSpc>
                          <a:spcPct val="100000"/>
                        </a:lnSpc>
                        <a:spcBef>
                          <a:spcPts val="114"/>
                        </a:spcBef>
                      </a:pPr>
                      <a:r>
                        <a:rPr sz="900" spc="-150" dirty="0">
                          <a:solidFill>
                            <a:srgbClr val="252525"/>
                          </a:solidFill>
                          <a:latin typeface="Trebuchet MS"/>
                          <a:cs typeface="Trebuchet MS"/>
                        </a:rPr>
                        <a:t>=1/(1+EXP(-</a:t>
                      </a:r>
                      <a:r>
                        <a:rPr sz="900" spc="-10" dirty="0">
                          <a:solidFill>
                            <a:srgbClr val="252525"/>
                          </a:solidFill>
                          <a:latin typeface="Trebuchet MS"/>
                          <a:cs typeface="Trebuchet MS"/>
                        </a:rPr>
                        <a:t>O14))</a:t>
                      </a:r>
                      <a:endParaRPr sz="900">
                        <a:latin typeface="Trebuchet MS"/>
                        <a:cs typeface="Trebuchet MS"/>
                      </a:endParaRPr>
                    </a:p>
                  </a:txBody>
                  <a:tcPr marL="0" marR="0" marT="14604" marB="0">
                    <a:lnL w="6350">
                      <a:solidFill>
                        <a:srgbClr val="BEBEBE"/>
                      </a:solidFill>
                      <a:prstDash val="solid"/>
                    </a:lnL>
                    <a:lnR w="6350">
                      <a:solidFill>
                        <a:srgbClr val="BEBEBE"/>
                      </a:solidFill>
                      <a:prstDash val="solid"/>
                    </a:lnR>
                    <a:lnT w="6350">
                      <a:solidFill>
                        <a:srgbClr val="BEBEBE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63500" algn="r">
                        <a:lnSpc>
                          <a:spcPts val="1340"/>
                        </a:lnSpc>
                      </a:pPr>
                      <a:r>
                        <a:rPr sz="1200" dirty="0">
                          <a:solidFill>
                            <a:srgbClr val="252525"/>
                          </a:solidFill>
                          <a:latin typeface="Trebuchet MS"/>
                          <a:cs typeface="Trebuchet MS"/>
                        </a:rPr>
                        <a:t>1</a:t>
                      </a:r>
                      <a:endParaRPr sz="1200"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lnL w="6350">
                      <a:solidFill>
                        <a:srgbClr val="BEBEBE"/>
                      </a:solidFill>
                      <a:prstDash val="solid"/>
                    </a:lnL>
                    <a:lnR w="3175">
                      <a:solidFill>
                        <a:srgbClr val="7E7E7E"/>
                      </a:solidFill>
                      <a:prstDash val="solid"/>
                    </a:lnR>
                    <a:lnT w="6350">
                      <a:solidFill>
                        <a:srgbClr val="BEBEBE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36830">
                        <a:lnSpc>
                          <a:spcPct val="100000"/>
                        </a:lnSpc>
                        <a:spcBef>
                          <a:spcPts val="114"/>
                        </a:spcBef>
                      </a:pPr>
                      <a:r>
                        <a:rPr sz="900" spc="-110" dirty="0">
                          <a:solidFill>
                            <a:srgbClr val="252525"/>
                          </a:solidFill>
                          <a:latin typeface="Trebuchet MS"/>
                          <a:cs typeface="Trebuchet MS"/>
                        </a:rPr>
                        <a:t>=C15*$F$13+D14*$F$15+$F$19</a:t>
                      </a:r>
                      <a:endParaRPr sz="900">
                        <a:latin typeface="Trebuchet MS"/>
                        <a:cs typeface="Trebuchet MS"/>
                      </a:endParaRPr>
                    </a:p>
                  </a:txBody>
                  <a:tcPr marL="0" marR="0" marT="14604" marB="0">
                    <a:lnL w="3175">
                      <a:solidFill>
                        <a:srgbClr val="7E7E7E"/>
                      </a:solidFill>
                      <a:prstDash val="solid"/>
                    </a:lnL>
                    <a:lnR w="6350">
                      <a:solidFill>
                        <a:srgbClr val="BEBEBE"/>
                      </a:solidFill>
                      <a:prstDash val="solid"/>
                    </a:lnR>
                    <a:lnT w="6350">
                      <a:solidFill>
                        <a:srgbClr val="BEBEBE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6830">
                        <a:lnSpc>
                          <a:spcPct val="100000"/>
                        </a:lnSpc>
                        <a:spcBef>
                          <a:spcPts val="114"/>
                        </a:spcBef>
                      </a:pPr>
                      <a:r>
                        <a:rPr sz="900" spc="-150" dirty="0">
                          <a:solidFill>
                            <a:srgbClr val="252525"/>
                          </a:solidFill>
                          <a:latin typeface="Trebuchet MS"/>
                          <a:cs typeface="Trebuchet MS"/>
                        </a:rPr>
                        <a:t>=1/(1+EXP(-</a:t>
                      </a:r>
                      <a:r>
                        <a:rPr sz="900" spc="-10" dirty="0">
                          <a:solidFill>
                            <a:srgbClr val="252525"/>
                          </a:solidFill>
                          <a:latin typeface="Trebuchet MS"/>
                          <a:cs typeface="Trebuchet MS"/>
                        </a:rPr>
                        <a:t>O15))</a:t>
                      </a:r>
                      <a:endParaRPr sz="900">
                        <a:latin typeface="Trebuchet MS"/>
                        <a:cs typeface="Trebuchet MS"/>
                      </a:endParaRPr>
                    </a:p>
                  </a:txBody>
                  <a:tcPr marL="0" marR="0" marT="14604" marB="0">
                    <a:lnL w="6350">
                      <a:solidFill>
                        <a:srgbClr val="BEBEBE"/>
                      </a:solidFill>
                      <a:prstDash val="solid"/>
                    </a:lnL>
                    <a:lnR w="6350">
                      <a:solidFill>
                        <a:srgbClr val="BEBEBE"/>
                      </a:solidFill>
                      <a:prstDash val="solid"/>
                    </a:lnR>
                    <a:lnT w="6350">
                      <a:solidFill>
                        <a:srgbClr val="BEBEBE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63500" algn="r">
                        <a:lnSpc>
                          <a:spcPts val="1340"/>
                        </a:lnSpc>
                      </a:pPr>
                      <a:r>
                        <a:rPr sz="1200" dirty="0">
                          <a:solidFill>
                            <a:srgbClr val="252525"/>
                          </a:solidFill>
                          <a:latin typeface="Trebuchet MS"/>
                          <a:cs typeface="Trebuchet MS"/>
                        </a:rPr>
                        <a:t>1</a:t>
                      </a:r>
                      <a:endParaRPr sz="1200"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lnL w="6350">
                      <a:solidFill>
                        <a:srgbClr val="BEBEBE"/>
                      </a:solidFill>
                      <a:prstDash val="solid"/>
                    </a:lnL>
                    <a:lnR w="3175">
                      <a:solidFill>
                        <a:srgbClr val="7E7E7E"/>
                      </a:solidFill>
                      <a:prstDash val="solid"/>
                    </a:lnR>
                    <a:lnT w="6350">
                      <a:solidFill>
                        <a:srgbClr val="BEBEBE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pic>
        <p:nvPicPr>
          <p:cNvPr id="118" name="object 118"/>
          <p:cNvPicPr/>
          <p:nvPr/>
        </p:nvPicPr>
        <p:blipFill>
          <a:blip r:embed="rId22" cstate="print"/>
          <a:stretch>
            <a:fillRect/>
          </a:stretch>
        </p:blipFill>
        <p:spPr>
          <a:xfrm>
            <a:off x="7851267" y="4022725"/>
            <a:ext cx="117982" cy="116458"/>
          </a:xfrm>
          <a:prstGeom prst="rect">
            <a:avLst/>
          </a:prstGeom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366624" y="6524434"/>
            <a:ext cx="84461" cy="90487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54151" y="6527292"/>
            <a:ext cx="1794510" cy="142494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862571" y="6521195"/>
            <a:ext cx="2327910" cy="118110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710183" y="1805939"/>
            <a:ext cx="4088129" cy="4142994"/>
          </a:xfrm>
          <a:prstGeom prst="rect">
            <a:avLst/>
          </a:prstGeom>
        </p:spPr>
      </p:pic>
      <p:sp>
        <p:nvSpPr>
          <p:cNvPr id="6" name="object 6"/>
          <p:cNvSpPr/>
          <p:nvPr/>
        </p:nvSpPr>
        <p:spPr>
          <a:xfrm>
            <a:off x="559308" y="1440180"/>
            <a:ext cx="36830" cy="180340"/>
          </a:xfrm>
          <a:custGeom>
            <a:avLst/>
            <a:gdLst/>
            <a:ahLst/>
            <a:cxnLst/>
            <a:rect l="l" t="t" r="r" b="b"/>
            <a:pathLst>
              <a:path w="36829" h="180340">
                <a:moveTo>
                  <a:pt x="36576" y="0"/>
                </a:moveTo>
                <a:lnTo>
                  <a:pt x="0" y="0"/>
                </a:lnTo>
                <a:lnTo>
                  <a:pt x="0" y="179832"/>
                </a:lnTo>
                <a:lnTo>
                  <a:pt x="36576" y="179832"/>
                </a:lnTo>
                <a:lnTo>
                  <a:pt x="36576" y="0"/>
                </a:lnTo>
                <a:close/>
              </a:path>
            </a:pathLst>
          </a:custGeom>
          <a:solidFill>
            <a:srgbClr val="183DAF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7" name="object 7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719327" y="1464563"/>
            <a:ext cx="1610106" cy="174498"/>
          </a:xfrm>
          <a:prstGeom prst="rect">
            <a:avLst/>
          </a:prstGeom>
        </p:spPr>
      </p:pic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1.2.</a:t>
            </a:r>
            <a:r>
              <a:rPr spc="-40" dirty="0"/>
              <a:t> </a:t>
            </a:r>
            <a:r>
              <a:rPr dirty="0"/>
              <a:t>Understanding</a:t>
            </a:r>
            <a:r>
              <a:rPr spc="-30" dirty="0"/>
              <a:t> </a:t>
            </a:r>
            <a:r>
              <a:rPr dirty="0"/>
              <a:t>Multilayer</a:t>
            </a:r>
            <a:r>
              <a:rPr spc="-40" dirty="0"/>
              <a:t> </a:t>
            </a:r>
            <a:r>
              <a:rPr dirty="0"/>
              <a:t>Perceptron</a:t>
            </a:r>
            <a:r>
              <a:rPr spc="-20" dirty="0"/>
              <a:t> </a:t>
            </a:r>
            <a:r>
              <a:rPr dirty="0"/>
              <a:t>with</a:t>
            </a:r>
            <a:r>
              <a:rPr spc="-25" dirty="0"/>
              <a:t> </a:t>
            </a:r>
            <a:r>
              <a:rPr spc="-10" dirty="0"/>
              <a:t>Excel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8671941" y="463677"/>
            <a:ext cx="80962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dirty="0">
                <a:solidFill>
                  <a:srgbClr val="D9D9D9"/>
                </a:solidFill>
                <a:latin typeface="Ebrima"/>
                <a:cs typeface="Ebrima"/>
              </a:rPr>
              <a:t>UNIT</a:t>
            </a:r>
            <a:r>
              <a:rPr sz="1600" spc="400" dirty="0">
                <a:solidFill>
                  <a:srgbClr val="D9D9D9"/>
                </a:solidFill>
                <a:latin typeface="Ebrima"/>
                <a:cs typeface="Ebrima"/>
              </a:rPr>
              <a:t> </a:t>
            </a:r>
            <a:r>
              <a:rPr sz="1600" spc="-35" dirty="0">
                <a:solidFill>
                  <a:srgbClr val="D9D9D9"/>
                </a:solidFill>
                <a:latin typeface="Ebrima"/>
                <a:cs typeface="Ebrima"/>
              </a:rPr>
              <a:t>01</a:t>
            </a:r>
            <a:endParaRPr sz="1600">
              <a:latin typeface="Ebrima"/>
              <a:cs typeface="Ebrima"/>
            </a:endParaRPr>
          </a:p>
        </p:txBody>
      </p:sp>
      <p:graphicFrame>
        <p:nvGraphicFramePr>
          <p:cNvPr id="10" name="object 10"/>
          <p:cNvGraphicFramePr>
            <a:graphicFrameLocks noGrp="1"/>
          </p:cNvGraphicFramePr>
          <p:nvPr/>
        </p:nvGraphicFramePr>
        <p:xfrm>
          <a:off x="701357" y="2111501"/>
          <a:ext cx="6807200" cy="110617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8509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509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509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509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509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509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509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8509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21336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7E7E7E"/>
                      </a:solidFill>
                      <a:prstDash val="solid"/>
                    </a:lnL>
                    <a:lnR w="6350">
                      <a:solidFill>
                        <a:srgbClr val="BEBEBE"/>
                      </a:solidFill>
                      <a:prstDash val="solid"/>
                    </a:lnR>
                    <a:lnT w="12700">
                      <a:solidFill>
                        <a:srgbClr val="183DAF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BEBEBE"/>
                      </a:solidFill>
                      <a:prstDash val="solid"/>
                    </a:lnL>
                    <a:lnR w="6350">
                      <a:solidFill>
                        <a:srgbClr val="BEBEBE"/>
                      </a:solidFill>
                      <a:prstDash val="solid"/>
                    </a:lnR>
                    <a:lnT w="12700">
                      <a:solidFill>
                        <a:srgbClr val="183DAF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BEBEBE"/>
                      </a:solidFill>
                      <a:prstDash val="solid"/>
                    </a:lnL>
                    <a:lnR w="6350">
                      <a:solidFill>
                        <a:srgbClr val="BEBEBE"/>
                      </a:solidFill>
                      <a:prstDash val="solid"/>
                    </a:lnR>
                    <a:lnT w="12700">
                      <a:solidFill>
                        <a:srgbClr val="183DAF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BEBEBE"/>
                      </a:solidFill>
                      <a:prstDash val="solid"/>
                    </a:lnL>
                    <a:lnR w="6350">
                      <a:solidFill>
                        <a:srgbClr val="BEBEBE"/>
                      </a:solidFill>
                      <a:prstDash val="solid"/>
                    </a:lnR>
                    <a:lnT w="12700">
                      <a:solidFill>
                        <a:srgbClr val="183DAF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BEBEBE"/>
                      </a:solidFill>
                      <a:prstDash val="solid"/>
                    </a:lnL>
                    <a:lnR w="6350">
                      <a:solidFill>
                        <a:srgbClr val="BEBEBE"/>
                      </a:solidFill>
                      <a:prstDash val="solid"/>
                    </a:lnR>
                    <a:lnT w="12700">
                      <a:solidFill>
                        <a:srgbClr val="183DAF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BEBEBE"/>
                      </a:solidFill>
                      <a:prstDash val="solid"/>
                    </a:lnL>
                    <a:lnR w="6350">
                      <a:solidFill>
                        <a:srgbClr val="BEBEBE"/>
                      </a:solidFill>
                      <a:prstDash val="solid"/>
                    </a:lnR>
                    <a:lnT w="12700">
                      <a:solidFill>
                        <a:srgbClr val="183DAF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BEBEBE"/>
                      </a:solidFill>
                      <a:prstDash val="solid"/>
                    </a:lnL>
                    <a:lnR w="3175">
                      <a:solidFill>
                        <a:srgbClr val="7E7E7E"/>
                      </a:solidFill>
                      <a:prstDash val="solid"/>
                    </a:lnR>
                    <a:lnT w="12700">
                      <a:solidFill>
                        <a:srgbClr val="183DAF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7E7E7E"/>
                      </a:solidFill>
                      <a:prstDash val="solid"/>
                    </a:lnL>
                    <a:lnR w="3175">
                      <a:solidFill>
                        <a:srgbClr val="7E7E7E"/>
                      </a:solidFill>
                      <a:prstDash val="solid"/>
                    </a:lnR>
                    <a:lnT w="12700">
                      <a:solidFill>
                        <a:srgbClr val="183DAF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3520">
                <a:tc>
                  <a:txBody>
                    <a:bodyPr/>
                    <a:lstStyle/>
                    <a:p>
                      <a:pPr marL="388620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1300" dirty="0">
                          <a:solidFill>
                            <a:srgbClr val="252525"/>
                          </a:solidFill>
                          <a:latin typeface="Trebuchet MS"/>
                          <a:cs typeface="Trebuchet MS"/>
                        </a:rPr>
                        <a:t>0</a:t>
                      </a:r>
                      <a:endParaRPr sz="1300">
                        <a:latin typeface="Trebuchet MS"/>
                        <a:cs typeface="Trebuchet MS"/>
                      </a:endParaRPr>
                    </a:p>
                  </a:txBody>
                  <a:tcPr marL="0" marR="0" marT="635" marB="0">
                    <a:lnL w="3175">
                      <a:solidFill>
                        <a:srgbClr val="7E7E7E"/>
                      </a:solidFill>
                      <a:prstDash val="solid"/>
                    </a:lnL>
                    <a:lnR w="6350">
                      <a:solidFill>
                        <a:srgbClr val="BEBEBE"/>
                      </a:solidFill>
                      <a:prstDash val="solid"/>
                    </a:lnR>
                    <a:lnT w="6350">
                      <a:solidFill>
                        <a:srgbClr val="BEBEBE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8620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1300" dirty="0">
                          <a:solidFill>
                            <a:srgbClr val="252525"/>
                          </a:solidFill>
                          <a:latin typeface="Trebuchet MS"/>
                          <a:cs typeface="Trebuchet MS"/>
                        </a:rPr>
                        <a:t>0</a:t>
                      </a:r>
                      <a:endParaRPr sz="1300">
                        <a:latin typeface="Trebuchet MS"/>
                        <a:cs typeface="Trebuchet MS"/>
                      </a:endParaRPr>
                    </a:p>
                  </a:txBody>
                  <a:tcPr marL="0" marR="0" marT="635" marB="0">
                    <a:lnL w="6350">
                      <a:solidFill>
                        <a:srgbClr val="BEBEBE"/>
                      </a:solidFill>
                      <a:prstDash val="solid"/>
                    </a:lnL>
                    <a:lnR w="6350">
                      <a:solidFill>
                        <a:srgbClr val="BEBEBE"/>
                      </a:solidFill>
                      <a:prstDash val="solid"/>
                    </a:lnR>
                    <a:lnT w="6350">
                      <a:solidFill>
                        <a:srgbClr val="BEBEBE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1300" dirty="0">
                          <a:solidFill>
                            <a:srgbClr val="252525"/>
                          </a:solidFill>
                          <a:latin typeface="Trebuchet MS"/>
                          <a:cs typeface="Trebuchet MS"/>
                        </a:rPr>
                        <a:t>0</a:t>
                      </a:r>
                      <a:endParaRPr sz="1300">
                        <a:latin typeface="Trebuchet MS"/>
                        <a:cs typeface="Trebuchet MS"/>
                      </a:endParaRPr>
                    </a:p>
                  </a:txBody>
                  <a:tcPr marL="0" marR="0" marT="635" marB="0">
                    <a:lnL w="6350">
                      <a:solidFill>
                        <a:srgbClr val="BEBEBE"/>
                      </a:solidFill>
                      <a:prstDash val="solid"/>
                    </a:lnL>
                    <a:lnR w="6350">
                      <a:solidFill>
                        <a:srgbClr val="BEBEBE"/>
                      </a:solidFill>
                      <a:prstDash val="solid"/>
                    </a:lnR>
                    <a:lnT w="6350">
                      <a:solidFill>
                        <a:srgbClr val="BEBEBE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1300" dirty="0">
                          <a:solidFill>
                            <a:srgbClr val="252525"/>
                          </a:solidFill>
                          <a:latin typeface="Trebuchet MS"/>
                          <a:cs typeface="Trebuchet MS"/>
                        </a:rPr>
                        <a:t>0</a:t>
                      </a:r>
                      <a:endParaRPr sz="1300">
                        <a:latin typeface="Trebuchet MS"/>
                        <a:cs typeface="Trebuchet MS"/>
                      </a:endParaRPr>
                    </a:p>
                  </a:txBody>
                  <a:tcPr marL="0" marR="0" marT="635" marB="0">
                    <a:lnL w="6350">
                      <a:solidFill>
                        <a:srgbClr val="BEBEBE"/>
                      </a:solidFill>
                      <a:prstDash val="solid"/>
                    </a:lnL>
                    <a:lnR w="6350">
                      <a:solidFill>
                        <a:srgbClr val="BEBEBE"/>
                      </a:solidFill>
                      <a:prstDash val="solid"/>
                    </a:lnR>
                    <a:lnT w="6350">
                      <a:solidFill>
                        <a:srgbClr val="BEBEBE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08940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1300" dirty="0">
                          <a:solidFill>
                            <a:srgbClr val="252525"/>
                          </a:solidFill>
                          <a:latin typeface="Trebuchet MS"/>
                          <a:cs typeface="Trebuchet MS"/>
                        </a:rPr>
                        <a:t>1</a:t>
                      </a:r>
                      <a:endParaRPr sz="1300">
                        <a:latin typeface="Trebuchet MS"/>
                        <a:cs typeface="Trebuchet MS"/>
                      </a:endParaRPr>
                    </a:p>
                  </a:txBody>
                  <a:tcPr marL="0" marR="0" marT="635" marB="0">
                    <a:lnL w="6350">
                      <a:solidFill>
                        <a:srgbClr val="BEBEBE"/>
                      </a:solidFill>
                      <a:prstDash val="solid"/>
                    </a:lnL>
                    <a:lnR w="6350">
                      <a:solidFill>
                        <a:srgbClr val="BEBEBE"/>
                      </a:solidFill>
                      <a:prstDash val="solid"/>
                    </a:lnR>
                    <a:lnT w="6350">
                      <a:solidFill>
                        <a:srgbClr val="BEBEBE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9255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1300" dirty="0">
                          <a:solidFill>
                            <a:srgbClr val="252525"/>
                          </a:solidFill>
                          <a:latin typeface="Trebuchet MS"/>
                          <a:cs typeface="Trebuchet MS"/>
                        </a:rPr>
                        <a:t>0</a:t>
                      </a:r>
                      <a:endParaRPr sz="1300">
                        <a:latin typeface="Trebuchet MS"/>
                        <a:cs typeface="Trebuchet MS"/>
                      </a:endParaRPr>
                    </a:p>
                  </a:txBody>
                  <a:tcPr marL="0" marR="0" marT="635" marB="0">
                    <a:lnL w="6350">
                      <a:solidFill>
                        <a:srgbClr val="BEBEBE"/>
                      </a:solidFill>
                      <a:prstDash val="solid"/>
                    </a:lnL>
                    <a:lnR w="6350">
                      <a:solidFill>
                        <a:srgbClr val="BEBEBE"/>
                      </a:solidFill>
                      <a:prstDash val="solid"/>
                    </a:lnR>
                    <a:lnT w="6350">
                      <a:solidFill>
                        <a:srgbClr val="BEBEBE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1300" dirty="0">
                          <a:solidFill>
                            <a:srgbClr val="252525"/>
                          </a:solidFill>
                          <a:latin typeface="Trebuchet MS"/>
                          <a:cs typeface="Trebuchet MS"/>
                        </a:rPr>
                        <a:t>1</a:t>
                      </a:r>
                      <a:endParaRPr sz="1300">
                        <a:latin typeface="Trebuchet MS"/>
                        <a:cs typeface="Trebuchet MS"/>
                      </a:endParaRPr>
                    </a:p>
                  </a:txBody>
                  <a:tcPr marL="0" marR="0" marT="635" marB="0">
                    <a:lnL w="6350">
                      <a:solidFill>
                        <a:srgbClr val="BEBEBE"/>
                      </a:solidFill>
                      <a:prstDash val="solid"/>
                    </a:lnL>
                    <a:lnR w="3175">
                      <a:solidFill>
                        <a:srgbClr val="7E7E7E"/>
                      </a:solidFill>
                      <a:prstDash val="solid"/>
                    </a:lnR>
                    <a:lnT w="6350">
                      <a:solidFill>
                        <a:srgbClr val="BEBEBE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1300" dirty="0">
                          <a:solidFill>
                            <a:srgbClr val="252525"/>
                          </a:solidFill>
                          <a:latin typeface="Trebuchet MS"/>
                          <a:cs typeface="Trebuchet MS"/>
                        </a:rPr>
                        <a:t>0</a:t>
                      </a:r>
                      <a:endParaRPr sz="1300">
                        <a:latin typeface="Trebuchet MS"/>
                        <a:cs typeface="Trebuchet MS"/>
                      </a:endParaRPr>
                    </a:p>
                  </a:txBody>
                  <a:tcPr marL="0" marR="0" marT="635" marB="0">
                    <a:lnL w="3175">
                      <a:solidFill>
                        <a:srgbClr val="7E7E7E"/>
                      </a:solidFill>
                      <a:prstDash val="solid"/>
                    </a:lnL>
                    <a:lnR w="3175">
                      <a:solidFill>
                        <a:srgbClr val="7E7E7E"/>
                      </a:solidFill>
                      <a:prstDash val="solid"/>
                    </a:lnR>
                    <a:lnT w="6350">
                      <a:solidFill>
                        <a:srgbClr val="BEBEBE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2885">
                <a:tc>
                  <a:txBody>
                    <a:bodyPr/>
                    <a:lstStyle/>
                    <a:p>
                      <a:pPr marL="388620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1300" dirty="0">
                          <a:solidFill>
                            <a:srgbClr val="252525"/>
                          </a:solidFill>
                          <a:latin typeface="Trebuchet MS"/>
                          <a:cs typeface="Trebuchet MS"/>
                        </a:rPr>
                        <a:t>0</a:t>
                      </a:r>
                      <a:endParaRPr sz="1300">
                        <a:latin typeface="Trebuchet MS"/>
                        <a:cs typeface="Trebuchet MS"/>
                      </a:endParaRPr>
                    </a:p>
                  </a:txBody>
                  <a:tcPr marL="0" marR="0" marT="635" marB="0">
                    <a:lnL w="3175">
                      <a:solidFill>
                        <a:srgbClr val="7E7E7E"/>
                      </a:solidFill>
                      <a:prstDash val="solid"/>
                    </a:lnL>
                    <a:lnR w="6350">
                      <a:solidFill>
                        <a:srgbClr val="BEBEBE"/>
                      </a:solidFill>
                      <a:prstDash val="solid"/>
                    </a:lnR>
                    <a:lnT w="6350">
                      <a:solidFill>
                        <a:srgbClr val="BEBEBE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08305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1300" dirty="0">
                          <a:solidFill>
                            <a:srgbClr val="252525"/>
                          </a:solidFill>
                          <a:latin typeface="Trebuchet MS"/>
                          <a:cs typeface="Trebuchet MS"/>
                        </a:rPr>
                        <a:t>1</a:t>
                      </a:r>
                      <a:endParaRPr sz="1300">
                        <a:latin typeface="Trebuchet MS"/>
                        <a:cs typeface="Trebuchet MS"/>
                      </a:endParaRPr>
                    </a:p>
                  </a:txBody>
                  <a:tcPr marL="0" marR="0" marT="635" marB="0">
                    <a:lnL w="6350">
                      <a:solidFill>
                        <a:srgbClr val="BEBEBE"/>
                      </a:solidFill>
                      <a:prstDash val="solid"/>
                    </a:lnL>
                    <a:lnR w="6350">
                      <a:solidFill>
                        <a:srgbClr val="BEBEBE"/>
                      </a:solidFill>
                      <a:prstDash val="solid"/>
                    </a:lnR>
                    <a:lnT w="6350">
                      <a:solidFill>
                        <a:srgbClr val="BEBEBE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1300" dirty="0">
                          <a:solidFill>
                            <a:srgbClr val="252525"/>
                          </a:solidFill>
                          <a:latin typeface="Trebuchet MS"/>
                          <a:cs typeface="Trebuchet MS"/>
                        </a:rPr>
                        <a:t>1</a:t>
                      </a:r>
                      <a:endParaRPr sz="1300">
                        <a:latin typeface="Trebuchet MS"/>
                        <a:cs typeface="Trebuchet MS"/>
                      </a:endParaRPr>
                    </a:p>
                  </a:txBody>
                  <a:tcPr marL="0" marR="0" marT="635" marB="0">
                    <a:lnL w="6350">
                      <a:solidFill>
                        <a:srgbClr val="BEBEBE"/>
                      </a:solidFill>
                      <a:prstDash val="solid"/>
                    </a:lnL>
                    <a:lnR w="6350">
                      <a:solidFill>
                        <a:srgbClr val="BEBEBE"/>
                      </a:solidFill>
                      <a:prstDash val="solid"/>
                    </a:lnR>
                    <a:lnT w="6350">
                      <a:solidFill>
                        <a:srgbClr val="BEBEBE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1300" dirty="0">
                          <a:solidFill>
                            <a:srgbClr val="252525"/>
                          </a:solidFill>
                          <a:latin typeface="Trebuchet MS"/>
                          <a:cs typeface="Trebuchet MS"/>
                        </a:rPr>
                        <a:t>0</a:t>
                      </a:r>
                      <a:endParaRPr sz="1300">
                        <a:latin typeface="Trebuchet MS"/>
                        <a:cs typeface="Trebuchet MS"/>
                      </a:endParaRPr>
                    </a:p>
                  </a:txBody>
                  <a:tcPr marL="0" marR="0" marT="635" marB="0">
                    <a:lnL w="6350">
                      <a:solidFill>
                        <a:srgbClr val="BEBEBE"/>
                      </a:solidFill>
                      <a:prstDash val="solid"/>
                    </a:lnL>
                    <a:lnR w="6350">
                      <a:solidFill>
                        <a:srgbClr val="BEBEBE"/>
                      </a:solidFill>
                      <a:prstDash val="solid"/>
                    </a:lnR>
                    <a:lnT w="6350">
                      <a:solidFill>
                        <a:srgbClr val="BEBEBE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08940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1300" dirty="0">
                          <a:solidFill>
                            <a:srgbClr val="252525"/>
                          </a:solidFill>
                          <a:latin typeface="Trebuchet MS"/>
                          <a:cs typeface="Trebuchet MS"/>
                        </a:rPr>
                        <a:t>1</a:t>
                      </a:r>
                      <a:endParaRPr sz="1300">
                        <a:latin typeface="Trebuchet MS"/>
                        <a:cs typeface="Trebuchet MS"/>
                      </a:endParaRPr>
                    </a:p>
                  </a:txBody>
                  <a:tcPr marL="0" marR="0" marT="635" marB="0">
                    <a:lnL w="6350">
                      <a:solidFill>
                        <a:srgbClr val="BEBEBE"/>
                      </a:solidFill>
                      <a:prstDash val="solid"/>
                    </a:lnL>
                    <a:lnR w="6350">
                      <a:solidFill>
                        <a:srgbClr val="BEBEBE"/>
                      </a:solidFill>
                      <a:prstDash val="solid"/>
                    </a:lnR>
                    <a:lnT w="6350">
                      <a:solidFill>
                        <a:srgbClr val="BEBEBE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08940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1300" dirty="0">
                          <a:solidFill>
                            <a:srgbClr val="252525"/>
                          </a:solidFill>
                          <a:latin typeface="Trebuchet MS"/>
                          <a:cs typeface="Trebuchet MS"/>
                        </a:rPr>
                        <a:t>1</a:t>
                      </a:r>
                      <a:endParaRPr sz="1300">
                        <a:latin typeface="Trebuchet MS"/>
                        <a:cs typeface="Trebuchet MS"/>
                      </a:endParaRPr>
                    </a:p>
                  </a:txBody>
                  <a:tcPr marL="0" marR="0" marT="635" marB="0">
                    <a:lnL w="6350">
                      <a:solidFill>
                        <a:srgbClr val="BEBEBE"/>
                      </a:solidFill>
                      <a:prstDash val="solid"/>
                    </a:lnL>
                    <a:lnR w="6350">
                      <a:solidFill>
                        <a:srgbClr val="BEBEBE"/>
                      </a:solidFill>
                      <a:prstDash val="solid"/>
                    </a:lnR>
                    <a:lnT w="6350">
                      <a:solidFill>
                        <a:srgbClr val="BEBEBE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1300" dirty="0">
                          <a:solidFill>
                            <a:srgbClr val="252525"/>
                          </a:solidFill>
                          <a:latin typeface="Trebuchet MS"/>
                          <a:cs typeface="Trebuchet MS"/>
                        </a:rPr>
                        <a:t>1</a:t>
                      </a:r>
                      <a:endParaRPr sz="1300">
                        <a:latin typeface="Trebuchet MS"/>
                        <a:cs typeface="Trebuchet MS"/>
                      </a:endParaRPr>
                    </a:p>
                  </a:txBody>
                  <a:tcPr marL="0" marR="0" marT="635" marB="0">
                    <a:lnL w="6350">
                      <a:solidFill>
                        <a:srgbClr val="BEBEBE"/>
                      </a:solidFill>
                      <a:prstDash val="solid"/>
                    </a:lnL>
                    <a:lnR w="3175">
                      <a:solidFill>
                        <a:srgbClr val="7E7E7E"/>
                      </a:solidFill>
                      <a:prstDash val="solid"/>
                    </a:lnR>
                    <a:lnT w="6350">
                      <a:solidFill>
                        <a:srgbClr val="BEBEBE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1300" dirty="0">
                          <a:solidFill>
                            <a:srgbClr val="252525"/>
                          </a:solidFill>
                          <a:latin typeface="Trebuchet MS"/>
                          <a:cs typeface="Trebuchet MS"/>
                        </a:rPr>
                        <a:t>1</a:t>
                      </a:r>
                      <a:endParaRPr sz="1300">
                        <a:latin typeface="Trebuchet MS"/>
                        <a:cs typeface="Trebuchet MS"/>
                      </a:endParaRPr>
                    </a:p>
                  </a:txBody>
                  <a:tcPr marL="0" marR="0" marT="635" marB="0">
                    <a:lnL w="3175">
                      <a:solidFill>
                        <a:srgbClr val="7E7E7E"/>
                      </a:solidFill>
                      <a:prstDash val="solid"/>
                    </a:lnL>
                    <a:lnR w="3175">
                      <a:solidFill>
                        <a:srgbClr val="7E7E7E"/>
                      </a:solidFill>
                      <a:prstDash val="solid"/>
                    </a:lnR>
                    <a:lnT w="6350">
                      <a:solidFill>
                        <a:srgbClr val="BEBEBE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23520">
                <a:tc>
                  <a:txBody>
                    <a:bodyPr/>
                    <a:lstStyle/>
                    <a:p>
                      <a:pPr marL="408305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1300" dirty="0">
                          <a:solidFill>
                            <a:srgbClr val="252525"/>
                          </a:solidFill>
                          <a:latin typeface="Trebuchet MS"/>
                          <a:cs typeface="Trebuchet MS"/>
                        </a:rPr>
                        <a:t>1</a:t>
                      </a:r>
                      <a:endParaRPr sz="1300">
                        <a:latin typeface="Trebuchet MS"/>
                        <a:cs typeface="Trebuchet MS"/>
                      </a:endParaRPr>
                    </a:p>
                  </a:txBody>
                  <a:tcPr marL="0" marR="0" marT="635" marB="0">
                    <a:lnL w="3175">
                      <a:solidFill>
                        <a:srgbClr val="7E7E7E"/>
                      </a:solidFill>
                      <a:prstDash val="solid"/>
                    </a:lnL>
                    <a:lnR w="6350">
                      <a:solidFill>
                        <a:srgbClr val="BEBEBE"/>
                      </a:solidFill>
                      <a:prstDash val="solid"/>
                    </a:lnR>
                    <a:lnT w="6350">
                      <a:solidFill>
                        <a:srgbClr val="BEBEBE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8620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1300" dirty="0">
                          <a:solidFill>
                            <a:srgbClr val="252525"/>
                          </a:solidFill>
                          <a:latin typeface="Trebuchet MS"/>
                          <a:cs typeface="Trebuchet MS"/>
                        </a:rPr>
                        <a:t>0</a:t>
                      </a:r>
                      <a:endParaRPr sz="1300">
                        <a:latin typeface="Trebuchet MS"/>
                        <a:cs typeface="Trebuchet MS"/>
                      </a:endParaRPr>
                    </a:p>
                  </a:txBody>
                  <a:tcPr marL="0" marR="0" marT="635" marB="0">
                    <a:lnL w="6350">
                      <a:solidFill>
                        <a:srgbClr val="BEBEBE"/>
                      </a:solidFill>
                      <a:prstDash val="solid"/>
                    </a:lnL>
                    <a:lnR w="6350">
                      <a:solidFill>
                        <a:srgbClr val="BEBEBE"/>
                      </a:solidFill>
                      <a:prstDash val="solid"/>
                    </a:lnR>
                    <a:lnT w="6350">
                      <a:solidFill>
                        <a:srgbClr val="BEBEBE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1300" dirty="0">
                          <a:solidFill>
                            <a:srgbClr val="252525"/>
                          </a:solidFill>
                          <a:latin typeface="Trebuchet MS"/>
                          <a:cs typeface="Trebuchet MS"/>
                        </a:rPr>
                        <a:t>1</a:t>
                      </a:r>
                      <a:endParaRPr sz="1300">
                        <a:latin typeface="Trebuchet MS"/>
                        <a:cs typeface="Trebuchet MS"/>
                      </a:endParaRPr>
                    </a:p>
                  </a:txBody>
                  <a:tcPr marL="0" marR="0" marT="635" marB="0">
                    <a:lnL w="6350">
                      <a:solidFill>
                        <a:srgbClr val="BEBEBE"/>
                      </a:solidFill>
                      <a:prstDash val="solid"/>
                    </a:lnL>
                    <a:lnR w="6350">
                      <a:solidFill>
                        <a:srgbClr val="BEBEBE"/>
                      </a:solidFill>
                      <a:prstDash val="solid"/>
                    </a:lnR>
                    <a:lnT w="6350">
                      <a:solidFill>
                        <a:srgbClr val="BEBEBE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1300" dirty="0">
                          <a:solidFill>
                            <a:srgbClr val="252525"/>
                          </a:solidFill>
                          <a:latin typeface="Trebuchet MS"/>
                          <a:cs typeface="Trebuchet MS"/>
                        </a:rPr>
                        <a:t>0</a:t>
                      </a:r>
                      <a:endParaRPr sz="1300">
                        <a:latin typeface="Trebuchet MS"/>
                        <a:cs typeface="Trebuchet MS"/>
                      </a:endParaRPr>
                    </a:p>
                  </a:txBody>
                  <a:tcPr marL="0" marR="0" marT="635" marB="0">
                    <a:lnL w="6350">
                      <a:solidFill>
                        <a:srgbClr val="BEBEBE"/>
                      </a:solidFill>
                      <a:prstDash val="solid"/>
                    </a:lnL>
                    <a:lnR w="6350">
                      <a:solidFill>
                        <a:srgbClr val="BEBEBE"/>
                      </a:solidFill>
                      <a:prstDash val="solid"/>
                    </a:lnR>
                    <a:lnT w="6350">
                      <a:solidFill>
                        <a:srgbClr val="BEBEBE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08940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1300" dirty="0">
                          <a:solidFill>
                            <a:srgbClr val="252525"/>
                          </a:solidFill>
                          <a:latin typeface="Trebuchet MS"/>
                          <a:cs typeface="Trebuchet MS"/>
                        </a:rPr>
                        <a:t>1</a:t>
                      </a:r>
                      <a:endParaRPr sz="1300">
                        <a:latin typeface="Trebuchet MS"/>
                        <a:cs typeface="Trebuchet MS"/>
                      </a:endParaRPr>
                    </a:p>
                  </a:txBody>
                  <a:tcPr marL="0" marR="0" marT="635" marB="0">
                    <a:lnL w="6350">
                      <a:solidFill>
                        <a:srgbClr val="BEBEBE"/>
                      </a:solidFill>
                      <a:prstDash val="solid"/>
                    </a:lnL>
                    <a:lnR w="6350">
                      <a:solidFill>
                        <a:srgbClr val="BEBEBE"/>
                      </a:solidFill>
                      <a:prstDash val="solid"/>
                    </a:lnR>
                    <a:lnT w="6350">
                      <a:solidFill>
                        <a:srgbClr val="BEBEBE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08940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1300" dirty="0">
                          <a:solidFill>
                            <a:srgbClr val="252525"/>
                          </a:solidFill>
                          <a:latin typeface="Trebuchet MS"/>
                          <a:cs typeface="Trebuchet MS"/>
                        </a:rPr>
                        <a:t>1</a:t>
                      </a:r>
                      <a:endParaRPr sz="1300">
                        <a:latin typeface="Trebuchet MS"/>
                        <a:cs typeface="Trebuchet MS"/>
                      </a:endParaRPr>
                    </a:p>
                  </a:txBody>
                  <a:tcPr marL="0" marR="0" marT="635" marB="0">
                    <a:lnL w="6350">
                      <a:solidFill>
                        <a:srgbClr val="BEBEBE"/>
                      </a:solidFill>
                      <a:prstDash val="solid"/>
                    </a:lnL>
                    <a:lnR w="6350">
                      <a:solidFill>
                        <a:srgbClr val="BEBEBE"/>
                      </a:solidFill>
                      <a:prstDash val="solid"/>
                    </a:lnR>
                    <a:lnT w="6350">
                      <a:solidFill>
                        <a:srgbClr val="BEBEBE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1300" dirty="0">
                          <a:solidFill>
                            <a:srgbClr val="252525"/>
                          </a:solidFill>
                          <a:latin typeface="Trebuchet MS"/>
                          <a:cs typeface="Trebuchet MS"/>
                        </a:rPr>
                        <a:t>1</a:t>
                      </a:r>
                      <a:endParaRPr sz="1300">
                        <a:latin typeface="Trebuchet MS"/>
                        <a:cs typeface="Trebuchet MS"/>
                      </a:endParaRPr>
                    </a:p>
                  </a:txBody>
                  <a:tcPr marL="0" marR="0" marT="635" marB="0">
                    <a:lnL w="6350">
                      <a:solidFill>
                        <a:srgbClr val="BEBEBE"/>
                      </a:solidFill>
                      <a:prstDash val="solid"/>
                    </a:lnL>
                    <a:lnR w="3175">
                      <a:solidFill>
                        <a:srgbClr val="7E7E7E"/>
                      </a:solidFill>
                      <a:prstDash val="solid"/>
                    </a:lnR>
                    <a:lnT w="6350">
                      <a:solidFill>
                        <a:srgbClr val="BEBEBE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1300" dirty="0">
                          <a:solidFill>
                            <a:srgbClr val="252525"/>
                          </a:solidFill>
                          <a:latin typeface="Trebuchet MS"/>
                          <a:cs typeface="Trebuchet MS"/>
                        </a:rPr>
                        <a:t>1</a:t>
                      </a:r>
                      <a:endParaRPr sz="1300">
                        <a:latin typeface="Trebuchet MS"/>
                        <a:cs typeface="Trebuchet MS"/>
                      </a:endParaRPr>
                    </a:p>
                  </a:txBody>
                  <a:tcPr marL="0" marR="0" marT="635" marB="0">
                    <a:lnL w="3175">
                      <a:solidFill>
                        <a:srgbClr val="7E7E7E"/>
                      </a:solidFill>
                      <a:prstDash val="solid"/>
                    </a:lnL>
                    <a:lnR w="3175">
                      <a:solidFill>
                        <a:srgbClr val="7E7E7E"/>
                      </a:solidFill>
                      <a:prstDash val="solid"/>
                    </a:lnR>
                    <a:lnT w="6350">
                      <a:solidFill>
                        <a:srgbClr val="BEBEBE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22885">
                <a:tc>
                  <a:txBody>
                    <a:bodyPr/>
                    <a:lstStyle/>
                    <a:p>
                      <a:pPr marL="408305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1300" dirty="0">
                          <a:solidFill>
                            <a:srgbClr val="252525"/>
                          </a:solidFill>
                          <a:latin typeface="Trebuchet MS"/>
                          <a:cs typeface="Trebuchet MS"/>
                        </a:rPr>
                        <a:t>1</a:t>
                      </a:r>
                      <a:endParaRPr sz="1300">
                        <a:latin typeface="Trebuchet MS"/>
                        <a:cs typeface="Trebuchet MS"/>
                      </a:endParaRPr>
                    </a:p>
                  </a:txBody>
                  <a:tcPr marL="0" marR="0" marT="635" marB="0">
                    <a:lnL w="3175">
                      <a:solidFill>
                        <a:srgbClr val="7E7E7E"/>
                      </a:solidFill>
                      <a:prstDash val="solid"/>
                    </a:lnL>
                    <a:lnR w="6350">
                      <a:solidFill>
                        <a:srgbClr val="BEBEBE"/>
                      </a:solidFill>
                      <a:prstDash val="solid"/>
                    </a:lnR>
                    <a:lnT w="6350">
                      <a:solidFill>
                        <a:srgbClr val="BEBEBE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08305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1300" dirty="0">
                          <a:solidFill>
                            <a:srgbClr val="252525"/>
                          </a:solidFill>
                          <a:latin typeface="Trebuchet MS"/>
                          <a:cs typeface="Trebuchet MS"/>
                        </a:rPr>
                        <a:t>1</a:t>
                      </a:r>
                      <a:endParaRPr sz="1300">
                        <a:latin typeface="Trebuchet MS"/>
                        <a:cs typeface="Trebuchet MS"/>
                      </a:endParaRPr>
                    </a:p>
                  </a:txBody>
                  <a:tcPr marL="0" marR="0" marT="635" marB="0">
                    <a:lnL w="6350">
                      <a:solidFill>
                        <a:srgbClr val="BEBEBE"/>
                      </a:solidFill>
                      <a:prstDash val="solid"/>
                    </a:lnL>
                    <a:lnR w="6350">
                      <a:solidFill>
                        <a:srgbClr val="BEBEBE"/>
                      </a:solidFill>
                      <a:prstDash val="solid"/>
                    </a:lnR>
                    <a:lnT w="6350">
                      <a:solidFill>
                        <a:srgbClr val="BEBEBE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1300" dirty="0">
                          <a:solidFill>
                            <a:srgbClr val="252525"/>
                          </a:solidFill>
                          <a:latin typeface="Trebuchet MS"/>
                          <a:cs typeface="Trebuchet MS"/>
                        </a:rPr>
                        <a:t>1</a:t>
                      </a:r>
                      <a:endParaRPr sz="1300">
                        <a:latin typeface="Trebuchet MS"/>
                        <a:cs typeface="Trebuchet MS"/>
                      </a:endParaRPr>
                    </a:p>
                  </a:txBody>
                  <a:tcPr marL="0" marR="0" marT="635" marB="0">
                    <a:lnL w="6350">
                      <a:solidFill>
                        <a:srgbClr val="BEBEBE"/>
                      </a:solidFill>
                      <a:prstDash val="solid"/>
                    </a:lnL>
                    <a:lnR w="6350">
                      <a:solidFill>
                        <a:srgbClr val="BEBEBE"/>
                      </a:solidFill>
                      <a:prstDash val="solid"/>
                    </a:lnR>
                    <a:lnT w="6350">
                      <a:solidFill>
                        <a:srgbClr val="BEBEBE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1300" dirty="0">
                          <a:solidFill>
                            <a:srgbClr val="252525"/>
                          </a:solidFill>
                          <a:latin typeface="Trebuchet MS"/>
                          <a:cs typeface="Trebuchet MS"/>
                        </a:rPr>
                        <a:t>1</a:t>
                      </a:r>
                      <a:endParaRPr sz="1300">
                        <a:latin typeface="Trebuchet MS"/>
                        <a:cs typeface="Trebuchet MS"/>
                      </a:endParaRPr>
                    </a:p>
                  </a:txBody>
                  <a:tcPr marL="0" marR="0" marT="635" marB="0">
                    <a:lnL w="6350">
                      <a:solidFill>
                        <a:srgbClr val="BEBEBE"/>
                      </a:solidFill>
                      <a:prstDash val="solid"/>
                    </a:lnL>
                    <a:lnR w="6350">
                      <a:solidFill>
                        <a:srgbClr val="BEBEBE"/>
                      </a:solidFill>
                      <a:prstDash val="solid"/>
                    </a:lnR>
                    <a:lnT w="6350">
                      <a:solidFill>
                        <a:srgbClr val="BEBEBE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8620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1300" dirty="0">
                          <a:solidFill>
                            <a:srgbClr val="252525"/>
                          </a:solidFill>
                          <a:latin typeface="Trebuchet MS"/>
                          <a:cs typeface="Trebuchet MS"/>
                        </a:rPr>
                        <a:t>0</a:t>
                      </a:r>
                      <a:endParaRPr sz="1300">
                        <a:latin typeface="Trebuchet MS"/>
                        <a:cs typeface="Trebuchet MS"/>
                      </a:endParaRPr>
                    </a:p>
                  </a:txBody>
                  <a:tcPr marL="0" marR="0" marT="635" marB="0">
                    <a:lnL w="6350">
                      <a:solidFill>
                        <a:srgbClr val="BEBEBE"/>
                      </a:solidFill>
                      <a:prstDash val="solid"/>
                    </a:lnL>
                    <a:lnR w="6350">
                      <a:solidFill>
                        <a:srgbClr val="BEBEBE"/>
                      </a:solidFill>
                      <a:prstDash val="solid"/>
                    </a:lnR>
                    <a:lnT w="6350">
                      <a:solidFill>
                        <a:srgbClr val="BEBEBE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08940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1300" dirty="0">
                          <a:solidFill>
                            <a:srgbClr val="252525"/>
                          </a:solidFill>
                          <a:latin typeface="Trebuchet MS"/>
                          <a:cs typeface="Trebuchet MS"/>
                        </a:rPr>
                        <a:t>1</a:t>
                      </a:r>
                      <a:endParaRPr sz="1300">
                        <a:latin typeface="Trebuchet MS"/>
                        <a:cs typeface="Trebuchet MS"/>
                      </a:endParaRPr>
                    </a:p>
                  </a:txBody>
                  <a:tcPr marL="0" marR="0" marT="635" marB="0">
                    <a:lnL w="6350">
                      <a:solidFill>
                        <a:srgbClr val="BEBEBE"/>
                      </a:solidFill>
                      <a:prstDash val="solid"/>
                    </a:lnL>
                    <a:lnR w="6350">
                      <a:solidFill>
                        <a:srgbClr val="BEBEBE"/>
                      </a:solidFill>
                      <a:prstDash val="solid"/>
                    </a:lnR>
                    <a:lnT w="6350">
                      <a:solidFill>
                        <a:srgbClr val="BEBEBE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1300" dirty="0">
                          <a:solidFill>
                            <a:srgbClr val="252525"/>
                          </a:solidFill>
                          <a:latin typeface="Trebuchet MS"/>
                          <a:cs typeface="Trebuchet MS"/>
                        </a:rPr>
                        <a:t>0</a:t>
                      </a:r>
                      <a:endParaRPr sz="1300">
                        <a:latin typeface="Trebuchet MS"/>
                        <a:cs typeface="Trebuchet MS"/>
                      </a:endParaRPr>
                    </a:p>
                  </a:txBody>
                  <a:tcPr marL="0" marR="0" marT="635" marB="0">
                    <a:lnL w="6350">
                      <a:solidFill>
                        <a:srgbClr val="BEBEBE"/>
                      </a:solidFill>
                      <a:prstDash val="solid"/>
                    </a:lnL>
                    <a:lnR w="3175">
                      <a:solidFill>
                        <a:srgbClr val="7E7E7E"/>
                      </a:solidFill>
                      <a:prstDash val="solid"/>
                    </a:lnR>
                    <a:lnT w="6350">
                      <a:solidFill>
                        <a:srgbClr val="BEBEBE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1300" dirty="0">
                          <a:solidFill>
                            <a:srgbClr val="252525"/>
                          </a:solidFill>
                          <a:latin typeface="Trebuchet MS"/>
                          <a:cs typeface="Trebuchet MS"/>
                        </a:rPr>
                        <a:t>0</a:t>
                      </a:r>
                      <a:endParaRPr sz="1300">
                        <a:latin typeface="Trebuchet MS"/>
                        <a:cs typeface="Trebuchet MS"/>
                      </a:endParaRPr>
                    </a:p>
                  </a:txBody>
                  <a:tcPr marL="0" marR="0" marT="635" marB="0">
                    <a:lnL w="3175">
                      <a:solidFill>
                        <a:srgbClr val="7E7E7E"/>
                      </a:solidFill>
                      <a:prstDash val="solid"/>
                    </a:lnL>
                    <a:lnR w="3175">
                      <a:solidFill>
                        <a:srgbClr val="7E7E7E"/>
                      </a:solidFill>
                      <a:prstDash val="solid"/>
                    </a:lnR>
                    <a:lnT w="6350">
                      <a:solidFill>
                        <a:srgbClr val="BEBEBE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pic>
        <p:nvPicPr>
          <p:cNvPr id="11" name="object 11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076985" y="2158364"/>
            <a:ext cx="98145" cy="136271"/>
          </a:xfrm>
          <a:prstGeom prst="rect">
            <a:avLst/>
          </a:prstGeom>
        </p:spPr>
      </p:pic>
      <p:pic>
        <p:nvPicPr>
          <p:cNvPr id="12" name="object 12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1906270" y="2158364"/>
            <a:ext cx="137541" cy="136271"/>
          </a:xfrm>
          <a:prstGeom prst="rect">
            <a:avLst/>
          </a:prstGeom>
        </p:spPr>
      </p:pic>
      <p:pic>
        <p:nvPicPr>
          <p:cNvPr id="13" name="object 13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2766822" y="2206370"/>
            <a:ext cx="128650" cy="88264"/>
          </a:xfrm>
          <a:prstGeom prst="rect">
            <a:avLst/>
          </a:prstGeom>
        </p:spPr>
      </p:pic>
      <p:pic>
        <p:nvPicPr>
          <p:cNvPr id="14" name="object 14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3577463" y="2158364"/>
            <a:ext cx="204977" cy="136779"/>
          </a:xfrm>
          <a:prstGeom prst="rect">
            <a:avLst/>
          </a:prstGeom>
        </p:spPr>
      </p:pic>
      <p:pic>
        <p:nvPicPr>
          <p:cNvPr id="15" name="object 15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4391786" y="2158364"/>
            <a:ext cx="277749" cy="136779"/>
          </a:xfrm>
          <a:prstGeom prst="rect">
            <a:avLst/>
          </a:prstGeom>
        </p:spPr>
      </p:pic>
      <p:pic>
        <p:nvPicPr>
          <p:cNvPr id="16" name="object 16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5318633" y="2206370"/>
            <a:ext cx="128524" cy="88264"/>
          </a:xfrm>
          <a:prstGeom prst="rect">
            <a:avLst/>
          </a:prstGeom>
        </p:spPr>
      </p:pic>
      <p:pic>
        <p:nvPicPr>
          <p:cNvPr id="17" name="object 17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6092952" y="2158364"/>
            <a:ext cx="277875" cy="136779"/>
          </a:xfrm>
          <a:prstGeom prst="rect">
            <a:avLst/>
          </a:prstGeom>
        </p:spPr>
      </p:pic>
      <p:pic>
        <p:nvPicPr>
          <p:cNvPr id="18" name="object 18"/>
          <p:cNvPicPr/>
          <p:nvPr/>
        </p:nvPicPr>
        <p:blipFill>
          <a:blip r:embed="rId14" cstate="print"/>
          <a:stretch>
            <a:fillRect/>
          </a:stretch>
        </p:blipFill>
        <p:spPr>
          <a:xfrm>
            <a:off x="6980935" y="2206370"/>
            <a:ext cx="201041" cy="88264"/>
          </a:xfrm>
          <a:prstGeom prst="rect">
            <a:avLst/>
          </a:prstGeom>
        </p:spPr>
      </p:pic>
      <p:pic>
        <p:nvPicPr>
          <p:cNvPr id="19" name="object 19"/>
          <p:cNvPicPr/>
          <p:nvPr/>
        </p:nvPicPr>
        <p:blipFill>
          <a:blip r:embed="rId15" cstate="print"/>
          <a:stretch>
            <a:fillRect/>
          </a:stretch>
        </p:blipFill>
        <p:spPr>
          <a:xfrm>
            <a:off x="2880360" y="3506723"/>
            <a:ext cx="4142232" cy="1929384"/>
          </a:xfrm>
          <a:prstGeom prst="rect">
            <a:avLst/>
          </a:prstGeom>
        </p:spPr>
      </p:pic>
      <p:sp>
        <p:nvSpPr>
          <p:cNvPr id="20" name="object 20"/>
          <p:cNvSpPr txBox="1"/>
          <p:nvPr/>
        </p:nvSpPr>
        <p:spPr>
          <a:xfrm>
            <a:off x="2916935" y="5122164"/>
            <a:ext cx="981710" cy="292735"/>
          </a:xfrm>
          <a:prstGeom prst="rect">
            <a:avLst/>
          </a:prstGeom>
          <a:solidFill>
            <a:srgbClr val="FFFFFF"/>
          </a:solidFill>
        </p:spPr>
        <p:txBody>
          <a:bodyPr vert="horz" wrap="square" lIns="0" tIns="45085" rIns="0" bIns="0" rtlCol="0">
            <a:spAutoFit/>
          </a:bodyPr>
          <a:lstStyle/>
          <a:p>
            <a:pPr marL="92075">
              <a:lnSpc>
                <a:spcPct val="100000"/>
              </a:lnSpc>
              <a:spcBef>
                <a:spcPts val="355"/>
              </a:spcBef>
            </a:pPr>
            <a:r>
              <a:rPr sz="1300" spc="-204" dirty="0">
                <a:latin typeface="Trebuchet MS"/>
                <a:cs typeface="Trebuchet MS"/>
              </a:rPr>
              <a:t>Input</a:t>
            </a:r>
            <a:r>
              <a:rPr sz="1300" spc="-114" dirty="0">
                <a:latin typeface="Trebuchet MS"/>
                <a:cs typeface="Trebuchet MS"/>
              </a:rPr>
              <a:t> </a:t>
            </a:r>
            <a:r>
              <a:rPr sz="1300" spc="-10" dirty="0">
                <a:latin typeface="Trebuchet MS"/>
                <a:cs typeface="Trebuchet MS"/>
              </a:rPr>
              <a:t>layer</a:t>
            </a:r>
            <a:endParaRPr sz="1300">
              <a:latin typeface="Trebuchet MS"/>
              <a:cs typeface="Trebuchet MS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4642103" y="5122164"/>
            <a:ext cx="1118870" cy="292735"/>
          </a:xfrm>
          <a:prstGeom prst="rect">
            <a:avLst/>
          </a:prstGeom>
          <a:solidFill>
            <a:srgbClr val="FFFFFF"/>
          </a:solidFill>
        </p:spPr>
        <p:txBody>
          <a:bodyPr vert="horz" wrap="square" lIns="0" tIns="45085" rIns="0" bIns="0" rtlCol="0">
            <a:spAutoFit/>
          </a:bodyPr>
          <a:lstStyle/>
          <a:p>
            <a:pPr marL="91440">
              <a:lnSpc>
                <a:spcPct val="100000"/>
              </a:lnSpc>
              <a:spcBef>
                <a:spcPts val="355"/>
              </a:spcBef>
            </a:pPr>
            <a:r>
              <a:rPr sz="1300" spc="-235" dirty="0">
                <a:latin typeface="Trebuchet MS"/>
                <a:cs typeface="Trebuchet MS"/>
              </a:rPr>
              <a:t>Hidden</a:t>
            </a:r>
            <a:r>
              <a:rPr sz="1300" spc="-95" dirty="0">
                <a:latin typeface="Trebuchet MS"/>
                <a:cs typeface="Trebuchet MS"/>
              </a:rPr>
              <a:t> </a:t>
            </a:r>
            <a:r>
              <a:rPr sz="1300" spc="-10" dirty="0">
                <a:latin typeface="Trebuchet MS"/>
                <a:cs typeface="Trebuchet MS"/>
              </a:rPr>
              <a:t>layer</a:t>
            </a:r>
            <a:endParaRPr sz="1300">
              <a:latin typeface="Trebuchet MS"/>
              <a:cs typeface="Trebuchet MS"/>
            </a:endParaRPr>
          </a:p>
        </p:txBody>
      </p:sp>
      <p:sp>
        <p:nvSpPr>
          <p:cNvPr id="22" name="object 22"/>
          <p:cNvSpPr/>
          <p:nvPr/>
        </p:nvSpPr>
        <p:spPr>
          <a:xfrm>
            <a:off x="6281928" y="5122164"/>
            <a:ext cx="1112520" cy="292735"/>
          </a:xfrm>
          <a:custGeom>
            <a:avLst/>
            <a:gdLst/>
            <a:ahLst/>
            <a:cxnLst/>
            <a:rect l="l" t="t" r="r" b="b"/>
            <a:pathLst>
              <a:path w="1112520" h="292735">
                <a:moveTo>
                  <a:pt x="1112520" y="0"/>
                </a:moveTo>
                <a:lnTo>
                  <a:pt x="0" y="0"/>
                </a:lnTo>
                <a:lnTo>
                  <a:pt x="0" y="292608"/>
                </a:lnTo>
                <a:lnTo>
                  <a:pt x="1112520" y="292608"/>
                </a:lnTo>
                <a:lnTo>
                  <a:pt x="111252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 txBox="1"/>
          <p:nvPr/>
        </p:nvSpPr>
        <p:spPr>
          <a:xfrm>
            <a:off x="6361303" y="5155438"/>
            <a:ext cx="663575" cy="2235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300" spc="-235" dirty="0">
                <a:latin typeface="Trebuchet MS"/>
                <a:cs typeface="Trebuchet MS"/>
              </a:rPr>
              <a:t>Output</a:t>
            </a:r>
            <a:r>
              <a:rPr sz="1300" spc="-125" dirty="0">
                <a:latin typeface="Trebuchet MS"/>
                <a:cs typeface="Trebuchet MS"/>
              </a:rPr>
              <a:t> </a:t>
            </a:r>
            <a:r>
              <a:rPr sz="1300" spc="-160" dirty="0">
                <a:latin typeface="Trebuchet MS"/>
                <a:cs typeface="Trebuchet MS"/>
              </a:rPr>
              <a:t>layer</a:t>
            </a:r>
            <a:endParaRPr sz="13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355873" y="6524434"/>
            <a:ext cx="87590" cy="90487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54151" y="6527292"/>
            <a:ext cx="1794510" cy="142494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862571" y="6521195"/>
            <a:ext cx="2327910" cy="118110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710183" y="1805939"/>
            <a:ext cx="8274558" cy="857250"/>
          </a:xfrm>
          <a:prstGeom prst="rect">
            <a:avLst/>
          </a:prstGeom>
        </p:spPr>
      </p:pic>
      <p:sp>
        <p:nvSpPr>
          <p:cNvPr id="6" name="object 6"/>
          <p:cNvSpPr/>
          <p:nvPr/>
        </p:nvSpPr>
        <p:spPr>
          <a:xfrm>
            <a:off x="559308" y="1440180"/>
            <a:ext cx="36830" cy="180340"/>
          </a:xfrm>
          <a:custGeom>
            <a:avLst/>
            <a:gdLst/>
            <a:ahLst/>
            <a:cxnLst/>
            <a:rect l="l" t="t" r="r" b="b"/>
            <a:pathLst>
              <a:path w="36829" h="180340">
                <a:moveTo>
                  <a:pt x="36576" y="0"/>
                </a:moveTo>
                <a:lnTo>
                  <a:pt x="0" y="0"/>
                </a:lnTo>
                <a:lnTo>
                  <a:pt x="0" y="179832"/>
                </a:lnTo>
                <a:lnTo>
                  <a:pt x="36576" y="179832"/>
                </a:lnTo>
                <a:lnTo>
                  <a:pt x="36576" y="0"/>
                </a:lnTo>
                <a:close/>
              </a:path>
            </a:pathLst>
          </a:custGeom>
          <a:solidFill>
            <a:srgbClr val="183DAF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7" name="object 7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847344" y="1456944"/>
            <a:ext cx="1524762" cy="183641"/>
          </a:xfrm>
          <a:prstGeom prst="rect">
            <a:avLst/>
          </a:prstGeom>
        </p:spPr>
      </p:pic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1.2.</a:t>
            </a:r>
            <a:r>
              <a:rPr spc="-40" dirty="0"/>
              <a:t> </a:t>
            </a:r>
            <a:r>
              <a:rPr dirty="0"/>
              <a:t>Understanding</a:t>
            </a:r>
            <a:r>
              <a:rPr spc="-30" dirty="0"/>
              <a:t> </a:t>
            </a:r>
            <a:r>
              <a:rPr dirty="0"/>
              <a:t>Multilayer</a:t>
            </a:r>
            <a:r>
              <a:rPr spc="-40" dirty="0"/>
              <a:t> </a:t>
            </a:r>
            <a:r>
              <a:rPr dirty="0"/>
              <a:t>Perceptron</a:t>
            </a:r>
            <a:r>
              <a:rPr spc="-20" dirty="0"/>
              <a:t> </a:t>
            </a:r>
            <a:r>
              <a:rPr dirty="0"/>
              <a:t>with</a:t>
            </a:r>
            <a:r>
              <a:rPr spc="-25" dirty="0"/>
              <a:t> </a:t>
            </a:r>
            <a:r>
              <a:rPr spc="-10" dirty="0"/>
              <a:t>Excel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8671941" y="463677"/>
            <a:ext cx="80962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dirty="0">
                <a:solidFill>
                  <a:srgbClr val="D9D9D9"/>
                </a:solidFill>
                <a:latin typeface="Ebrima"/>
                <a:cs typeface="Ebrima"/>
              </a:rPr>
              <a:t>UNIT</a:t>
            </a:r>
            <a:r>
              <a:rPr sz="1600" spc="400" dirty="0">
                <a:solidFill>
                  <a:srgbClr val="D9D9D9"/>
                </a:solidFill>
                <a:latin typeface="Ebrima"/>
                <a:cs typeface="Ebrima"/>
              </a:rPr>
              <a:t> </a:t>
            </a:r>
            <a:r>
              <a:rPr sz="1600" spc="-35" dirty="0">
                <a:solidFill>
                  <a:srgbClr val="D9D9D9"/>
                </a:solidFill>
                <a:latin typeface="Ebrima"/>
                <a:cs typeface="Ebrima"/>
              </a:rPr>
              <a:t>01</a:t>
            </a:r>
            <a:endParaRPr sz="1600">
              <a:latin typeface="Ebrima"/>
              <a:cs typeface="Ebrima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355873" y="6524434"/>
            <a:ext cx="87590" cy="90487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54151" y="6527292"/>
            <a:ext cx="1794510" cy="142494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862571" y="6521195"/>
            <a:ext cx="2327910" cy="118110"/>
          </a:xfrm>
          <a:prstGeom prst="rect">
            <a:avLst/>
          </a:prstGeom>
        </p:spPr>
      </p:pic>
      <p:sp>
        <p:nvSpPr>
          <p:cNvPr id="5" name="object 5"/>
          <p:cNvSpPr/>
          <p:nvPr/>
        </p:nvSpPr>
        <p:spPr>
          <a:xfrm>
            <a:off x="559308" y="1440180"/>
            <a:ext cx="36830" cy="180340"/>
          </a:xfrm>
          <a:custGeom>
            <a:avLst/>
            <a:gdLst/>
            <a:ahLst/>
            <a:cxnLst/>
            <a:rect l="l" t="t" r="r" b="b"/>
            <a:pathLst>
              <a:path w="36829" h="180340">
                <a:moveTo>
                  <a:pt x="36576" y="0"/>
                </a:moveTo>
                <a:lnTo>
                  <a:pt x="0" y="0"/>
                </a:lnTo>
                <a:lnTo>
                  <a:pt x="0" y="179832"/>
                </a:lnTo>
                <a:lnTo>
                  <a:pt x="36576" y="179832"/>
                </a:lnTo>
                <a:lnTo>
                  <a:pt x="36576" y="0"/>
                </a:lnTo>
                <a:close/>
              </a:path>
            </a:pathLst>
          </a:custGeom>
          <a:solidFill>
            <a:srgbClr val="183DAF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6" name="object 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719327" y="1464563"/>
            <a:ext cx="2283714" cy="174498"/>
          </a:xfrm>
          <a:prstGeom prst="rect">
            <a:avLst/>
          </a:prstGeom>
        </p:spPr>
      </p:pic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1.2.</a:t>
            </a:r>
            <a:r>
              <a:rPr spc="-40" dirty="0"/>
              <a:t> </a:t>
            </a:r>
            <a:r>
              <a:rPr dirty="0"/>
              <a:t>Understanding</a:t>
            </a:r>
            <a:r>
              <a:rPr spc="-30" dirty="0"/>
              <a:t> </a:t>
            </a:r>
            <a:r>
              <a:rPr dirty="0"/>
              <a:t>Multilayer</a:t>
            </a:r>
            <a:r>
              <a:rPr spc="-40" dirty="0"/>
              <a:t> </a:t>
            </a:r>
            <a:r>
              <a:rPr dirty="0"/>
              <a:t>Perceptron</a:t>
            </a:r>
            <a:r>
              <a:rPr spc="-20" dirty="0"/>
              <a:t> </a:t>
            </a:r>
            <a:r>
              <a:rPr dirty="0"/>
              <a:t>with</a:t>
            </a:r>
            <a:r>
              <a:rPr spc="-25" dirty="0"/>
              <a:t> </a:t>
            </a:r>
            <a:r>
              <a:rPr spc="-10" dirty="0"/>
              <a:t>Excel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8671941" y="463677"/>
            <a:ext cx="80962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dirty="0">
                <a:solidFill>
                  <a:srgbClr val="D9D9D9"/>
                </a:solidFill>
                <a:latin typeface="Ebrima"/>
                <a:cs typeface="Ebrima"/>
              </a:rPr>
              <a:t>UNIT</a:t>
            </a:r>
            <a:r>
              <a:rPr sz="1600" spc="400" dirty="0">
                <a:solidFill>
                  <a:srgbClr val="D9D9D9"/>
                </a:solidFill>
                <a:latin typeface="Ebrima"/>
                <a:cs typeface="Ebrima"/>
              </a:rPr>
              <a:t> </a:t>
            </a:r>
            <a:r>
              <a:rPr sz="1600" spc="-35" dirty="0">
                <a:solidFill>
                  <a:srgbClr val="D9D9D9"/>
                </a:solidFill>
                <a:latin typeface="Ebrima"/>
                <a:cs typeface="Ebrima"/>
              </a:rPr>
              <a:t>01</a:t>
            </a:r>
            <a:endParaRPr sz="1600">
              <a:latin typeface="Ebrima"/>
              <a:cs typeface="Ebrima"/>
            </a:endParaRPr>
          </a:p>
        </p:txBody>
      </p:sp>
      <p:pic>
        <p:nvPicPr>
          <p:cNvPr id="9" name="object 9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710183" y="1805939"/>
            <a:ext cx="8256270" cy="1354074"/>
          </a:xfrm>
          <a:prstGeom prst="rect">
            <a:avLst/>
          </a:prstGeom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357397" y="6524434"/>
            <a:ext cx="87590" cy="90487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54151" y="6527292"/>
            <a:ext cx="1794510" cy="142494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862571" y="6521195"/>
            <a:ext cx="2327910" cy="118110"/>
          </a:xfrm>
          <a:prstGeom prst="rect">
            <a:avLst/>
          </a:prstGeom>
        </p:spPr>
      </p:pic>
      <p:sp>
        <p:nvSpPr>
          <p:cNvPr id="5" name="object 5"/>
          <p:cNvSpPr/>
          <p:nvPr/>
        </p:nvSpPr>
        <p:spPr>
          <a:xfrm>
            <a:off x="559308" y="1440180"/>
            <a:ext cx="36830" cy="180340"/>
          </a:xfrm>
          <a:custGeom>
            <a:avLst/>
            <a:gdLst/>
            <a:ahLst/>
            <a:cxnLst/>
            <a:rect l="l" t="t" r="r" b="b"/>
            <a:pathLst>
              <a:path w="36829" h="180340">
                <a:moveTo>
                  <a:pt x="36576" y="0"/>
                </a:moveTo>
                <a:lnTo>
                  <a:pt x="0" y="0"/>
                </a:lnTo>
                <a:lnTo>
                  <a:pt x="0" y="179832"/>
                </a:lnTo>
                <a:lnTo>
                  <a:pt x="36576" y="179832"/>
                </a:lnTo>
                <a:lnTo>
                  <a:pt x="36576" y="0"/>
                </a:lnTo>
                <a:close/>
              </a:path>
            </a:pathLst>
          </a:custGeom>
          <a:solidFill>
            <a:srgbClr val="183DAF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6" name="object 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719327" y="1464563"/>
            <a:ext cx="2283714" cy="174498"/>
          </a:xfrm>
          <a:prstGeom prst="rect">
            <a:avLst/>
          </a:prstGeom>
        </p:spPr>
      </p:pic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1.2.</a:t>
            </a:r>
            <a:r>
              <a:rPr spc="-40" dirty="0"/>
              <a:t> </a:t>
            </a:r>
            <a:r>
              <a:rPr dirty="0"/>
              <a:t>Understanding</a:t>
            </a:r>
            <a:r>
              <a:rPr spc="-30" dirty="0"/>
              <a:t> </a:t>
            </a:r>
            <a:r>
              <a:rPr dirty="0"/>
              <a:t>Multilayer</a:t>
            </a:r>
            <a:r>
              <a:rPr spc="-40" dirty="0"/>
              <a:t> </a:t>
            </a:r>
            <a:r>
              <a:rPr dirty="0"/>
              <a:t>Perceptron</a:t>
            </a:r>
            <a:r>
              <a:rPr spc="-20" dirty="0"/>
              <a:t> </a:t>
            </a:r>
            <a:r>
              <a:rPr dirty="0"/>
              <a:t>with</a:t>
            </a:r>
            <a:r>
              <a:rPr spc="-25" dirty="0"/>
              <a:t> </a:t>
            </a:r>
            <a:r>
              <a:rPr spc="-10" dirty="0"/>
              <a:t>Excel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8671941" y="463677"/>
            <a:ext cx="80962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dirty="0">
                <a:solidFill>
                  <a:srgbClr val="D9D9D9"/>
                </a:solidFill>
                <a:latin typeface="Ebrima"/>
                <a:cs typeface="Ebrima"/>
              </a:rPr>
              <a:t>UNIT</a:t>
            </a:r>
            <a:r>
              <a:rPr sz="1600" spc="400" dirty="0">
                <a:solidFill>
                  <a:srgbClr val="D9D9D9"/>
                </a:solidFill>
                <a:latin typeface="Ebrima"/>
                <a:cs typeface="Ebrima"/>
              </a:rPr>
              <a:t> </a:t>
            </a:r>
            <a:r>
              <a:rPr sz="1600" spc="-35" dirty="0">
                <a:solidFill>
                  <a:srgbClr val="D9D9D9"/>
                </a:solidFill>
                <a:latin typeface="Ebrima"/>
                <a:cs typeface="Ebrima"/>
              </a:rPr>
              <a:t>01</a:t>
            </a:r>
            <a:endParaRPr sz="1600">
              <a:latin typeface="Ebrima"/>
              <a:cs typeface="Ebrima"/>
            </a:endParaRPr>
          </a:p>
        </p:txBody>
      </p:sp>
      <p:pic>
        <p:nvPicPr>
          <p:cNvPr id="9" name="object 9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710183" y="1805927"/>
            <a:ext cx="4546854" cy="758202"/>
          </a:xfrm>
          <a:prstGeom prst="rect">
            <a:avLst/>
          </a:prstGeom>
        </p:spPr>
      </p:pic>
      <p:grpSp>
        <p:nvGrpSpPr>
          <p:cNvPr id="10" name="object 10"/>
          <p:cNvGrpSpPr/>
          <p:nvPr/>
        </p:nvGrpSpPr>
        <p:grpSpPr>
          <a:xfrm>
            <a:off x="1996447" y="3180588"/>
            <a:ext cx="2137410" cy="1259840"/>
            <a:chOff x="1996447" y="3180588"/>
            <a:chExt cx="2137410" cy="1259840"/>
          </a:xfrm>
        </p:grpSpPr>
        <p:sp>
          <p:nvSpPr>
            <p:cNvPr id="11" name="object 11"/>
            <p:cNvSpPr/>
            <p:nvPr/>
          </p:nvSpPr>
          <p:spPr>
            <a:xfrm>
              <a:off x="2499360" y="3800538"/>
              <a:ext cx="189865" cy="0"/>
            </a:xfrm>
            <a:custGeom>
              <a:avLst/>
              <a:gdLst/>
              <a:ahLst/>
              <a:cxnLst/>
              <a:rect l="l" t="t" r="r" b="b"/>
              <a:pathLst>
                <a:path w="189864">
                  <a:moveTo>
                    <a:pt x="0" y="0"/>
                  </a:moveTo>
                  <a:lnTo>
                    <a:pt x="189737" y="0"/>
                  </a:lnTo>
                </a:path>
              </a:pathLst>
            </a:custGeom>
            <a:ln w="1460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2499360" y="3252470"/>
              <a:ext cx="189865" cy="0"/>
            </a:xfrm>
            <a:custGeom>
              <a:avLst/>
              <a:gdLst/>
              <a:ahLst/>
              <a:cxnLst/>
              <a:rect l="l" t="t" r="r" b="b"/>
              <a:pathLst>
                <a:path w="189864">
                  <a:moveTo>
                    <a:pt x="0" y="0"/>
                  </a:moveTo>
                  <a:lnTo>
                    <a:pt x="189737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2808732" y="3252216"/>
              <a:ext cx="835660" cy="1081405"/>
            </a:xfrm>
            <a:custGeom>
              <a:avLst/>
              <a:gdLst/>
              <a:ahLst/>
              <a:cxnLst/>
              <a:rect l="l" t="t" r="r" b="b"/>
              <a:pathLst>
                <a:path w="835660" h="1081404">
                  <a:moveTo>
                    <a:pt x="0" y="0"/>
                  </a:moveTo>
                  <a:lnTo>
                    <a:pt x="835152" y="169545"/>
                  </a:lnTo>
                </a:path>
                <a:path w="835660" h="1081404">
                  <a:moveTo>
                    <a:pt x="0" y="1081151"/>
                  </a:moveTo>
                  <a:lnTo>
                    <a:pt x="835152" y="170687"/>
                  </a:lnTo>
                </a:path>
              </a:pathLst>
            </a:custGeom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4" name="object 14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2673096" y="3180588"/>
              <a:ext cx="146304" cy="146303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2673096" y="3729228"/>
              <a:ext cx="146304" cy="144780"/>
            </a:xfrm>
            <a:prstGeom prst="rect">
              <a:avLst/>
            </a:prstGeom>
          </p:spPr>
        </p:pic>
        <p:sp>
          <p:nvSpPr>
            <p:cNvPr id="16" name="object 16"/>
            <p:cNvSpPr/>
            <p:nvPr/>
          </p:nvSpPr>
          <p:spPr>
            <a:xfrm>
              <a:off x="2499360" y="4332732"/>
              <a:ext cx="184150" cy="0"/>
            </a:xfrm>
            <a:custGeom>
              <a:avLst/>
              <a:gdLst/>
              <a:ahLst/>
              <a:cxnLst/>
              <a:rect l="l" t="t" r="r" b="b"/>
              <a:pathLst>
                <a:path w="184150">
                  <a:moveTo>
                    <a:pt x="183641" y="0"/>
                  </a:moveTo>
                  <a:lnTo>
                    <a:pt x="0" y="0"/>
                  </a:lnTo>
                </a:path>
              </a:pathLst>
            </a:custGeom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7" name="object 17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2673096" y="4261104"/>
              <a:ext cx="146304" cy="144779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3634740" y="3323844"/>
              <a:ext cx="199643" cy="199643"/>
            </a:xfrm>
            <a:prstGeom prst="rect">
              <a:avLst/>
            </a:prstGeom>
          </p:spPr>
        </p:pic>
        <p:pic>
          <p:nvPicPr>
            <p:cNvPr id="19" name="object 19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3634740" y="4023360"/>
              <a:ext cx="199643" cy="199644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1996447" y="3200421"/>
              <a:ext cx="489958" cy="160760"/>
            </a:xfrm>
            <a:prstGeom prst="rect">
              <a:avLst/>
            </a:prstGeom>
          </p:spPr>
        </p:pic>
        <p:pic>
          <p:nvPicPr>
            <p:cNvPr id="21" name="object 21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2330263" y="3782709"/>
              <a:ext cx="153094" cy="122540"/>
            </a:xfrm>
            <a:prstGeom prst="rect">
              <a:avLst/>
            </a:prstGeom>
          </p:spPr>
        </p:pic>
        <p:pic>
          <p:nvPicPr>
            <p:cNvPr id="22" name="object 22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2325645" y="4315995"/>
              <a:ext cx="156188" cy="124178"/>
            </a:xfrm>
            <a:prstGeom prst="rect">
              <a:avLst/>
            </a:prstGeom>
          </p:spPr>
        </p:pic>
        <p:pic>
          <p:nvPicPr>
            <p:cNvPr id="23" name="object 23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3188208" y="3195828"/>
              <a:ext cx="203454" cy="133350"/>
            </a:xfrm>
            <a:prstGeom prst="rect">
              <a:avLst/>
            </a:prstGeom>
          </p:spPr>
        </p:pic>
        <p:pic>
          <p:nvPicPr>
            <p:cNvPr id="24" name="object 24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3273552" y="3407664"/>
              <a:ext cx="119634" cy="131825"/>
            </a:xfrm>
            <a:prstGeom prst="rect">
              <a:avLst/>
            </a:prstGeom>
          </p:spPr>
        </p:pic>
        <p:pic>
          <p:nvPicPr>
            <p:cNvPr id="25" name="object 25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3582924" y="3585972"/>
              <a:ext cx="119634" cy="131825"/>
            </a:xfrm>
            <a:prstGeom prst="rect">
              <a:avLst/>
            </a:prstGeom>
          </p:spPr>
        </p:pic>
        <p:pic>
          <p:nvPicPr>
            <p:cNvPr id="26" name="object 26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3584448" y="3857244"/>
              <a:ext cx="116586" cy="131825"/>
            </a:xfrm>
            <a:prstGeom prst="rect">
              <a:avLst/>
            </a:prstGeom>
          </p:spPr>
        </p:pic>
        <p:pic>
          <p:nvPicPr>
            <p:cNvPr id="27" name="object 27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3230943" y="4018814"/>
              <a:ext cx="162242" cy="128751"/>
            </a:xfrm>
            <a:prstGeom prst="rect">
              <a:avLst/>
            </a:prstGeom>
          </p:spPr>
        </p:pic>
        <p:pic>
          <p:nvPicPr>
            <p:cNvPr id="28" name="object 28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3314700" y="4258055"/>
              <a:ext cx="168401" cy="131825"/>
            </a:xfrm>
            <a:prstGeom prst="rect">
              <a:avLst/>
            </a:prstGeom>
          </p:spPr>
        </p:pic>
        <p:sp>
          <p:nvSpPr>
            <p:cNvPr id="29" name="object 29"/>
            <p:cNvSpPr/>
            <p:nvPr/>
          </p:nvSpPr>
          <p:spPr>
            <a:xfrm>
              <a:off x="2808732" y="3252216"/>
              <a:ext cx="835660" cy="1081405"/>
            </a:xfrm>
            <a:custGeom>
              <a:avLst/>
              <a:gdLst/>
              <a:ahLst/>
              <a:cxnLst/>
              <a:rect l="l" t="t" r="r" b="b"/>
              <a:pathLst>
                <a:path w="835660" h="1081404">
                  <a:moveTo>
                    <a:pt x="0" y="549656"/>
                  </a:moveTo>
                  <a:lnTo>
                    <a:pt x="835152" y="170687"/>
                  </a:lnTo>
                </a:path>
                <a:path w="835660" h="1081404">
                  <a:moveTo>
                    <a:pt x="0" y="0"/>
                  </a:moveTo>
                  <a:lnTo>
                    <a:pt x="835152" y="868934"/>
                  </a:lnTo>
                </a:path>
                <a:path w="835660" h="1081404">
                  <a:moveTo>
                    <a:pt x="0" y="548640"/>
                  </a:moveTo>
                  <a:lnTo>
                    <a:pt x="835152" y="869188"/>
                  </a:lnTo>
                </a:path>
                <a:path w="835660" h="1081404">
                  <a:moveTo>
                    <a:pt x="0" y="1081278"/>
                  </a:moveTo>
                  <a:lnTo>
                    <a:pt x="835152" y="870204"/>
                  </a:lnTo>
                </a:path>
              </a:pathLst>
            </a:custGeom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0" name="object 30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3989903" y="3407748"/>
              <a:ext cx="143946" cy="121073"/>
            </a:xfrm>
            <a:prstGeom prst="rect">
              <a:avLst/>
            </a:prstGeom>
          </p:spPr>
        </p:pic>
        <p:sp>
          <p:nvSpPr>
            <p:cNvPr id="31" name="object 31"/>
            <p:cNvSpPr/>
            <p:nvPr/>
          </p:nvSpPr>
          <p:spPr>
            <a:xfrm>
              <a:off x="3823716" y="3422904"/>
              <a:ext cx="147955" cy="0"/>
            </a:xfrm>
            <a:custGeom>
              <a:avLst/>
              <a:gdLst/>
              <a:ahLst/>
              <a:cxnLst/>
              <a:rect l="l" t="t" r="r" b="b"/>
              <a:pathLst>
                <a:path w="147954">
                  <a:moveTo>
                    <a:pt x="0" y="0"/>
                  </a:moveTo>
                  <a:lnTo>
                    <a:pt x="147955" y="0"/>
                  </a:lnTo>
                </a:path>
              </a:pathLst>
            </a:custGeom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2" name="object 32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3985379" y="4107264"/>
              <a:ext cx="145422" cy="121073"/>
            </a:xfrm>
            <a:prstGeom prst="rect">
              <a:avLst/>
            </a:prstGeom>
          </p:spPr>
        </p:pic>
        <p:sp>
          <p:nvSpPr>
            <p:cNvPr id="33" name="object 33"/>
            <p:cNvSpPr/>
            <p:nvPr/>
          </p:nvSpPr>
          <p:spPr>
            <a:xfrm>
              <a:off x="3823716" y="4122420"/>
              <a:ext cx="147955" cy="0"/>
            </a:xfrm>
            <a:custGeom>
              <a:avLst/>
              <a:gdLst/>
              <a:ahLst/>
              <a:cxnLst/>
              <a:rect l="l" t="t" r="r" b="b"/>
              <a:pathLst>
                <a:path w="147954">
                  <a:moveTo>
                    <a:pt x="0" y="0"/>
                  </a:moveTo>
                  <a:lnTo>
                    <a:pt x="147955" y="0"/>
                  </a:lnTo>
                </a:path>
              </a:pathLst>
            </a:custGeom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34" name="object 34"/>
          <p:cNvGrpSpPr/>
          <p:nvPr/>
        </p:nvGrpSpPr>
        <p:grpSpPr>
          <a:xfrm>
            <a:off x="4997214" y="2752509"/>
            <a:ext cx="3297554" cy="1819275"/>
            <a:chOff x="4997214" y="2752509"/>
            <a:chExt cx="3297554" cy="1819275"/>
          </a:xfrm>
        </p:grpSpPr>
        <p:sp>
          <p:nvSpPr>
            <p:cNvPr id="35" name="object 35"/>
            <p:cNvSpPr/>
            <p:nvPr/>
          </p:nvSpPr>
          <p:spPr>
            <a:xfrm>
              <a:off x="5177028" y="2862071"/>
              <a:ext cx="3117850" cy="1709420"/>
            </a:xfrm>
            <a:custGeom>
              <a:avLst/>
              <a:gdLst/>
              <a:ahLst/>
              <a:cxnLst/>
              <a:rect l="l" t="t" r="r" b="b"/>
              <a:pathLst>
                <a:path w="3117850" h="1709420">
                  <a:moveTo>
                    <a:pt x="1555369" y="1385316"/>
                  </a:moveTo>
                  <a:lnTo>
                    <a:pt x="1542669" y="1378966"/>
                  </a:lnTo>
                  <a:lnTo>
                    <a:pt x="1479169" y="1347216"/>
                  </a:lnTo>
                  <a:lnTo>
                    <a:pt x="1479169" y="1378966"/>
                  </a:lnTo>
                  <a:lnTo>
                    <a:pt x="268478" y="1378966"/>
                  </a:lnTo>
                  <a:lnTo>
                    <a:pt x="268478" y="230124"/>
                  </a:lnTo>
                  <a:lnTo>
                    <a:pt x="300228" y="230124"/>
                  </a:lnTo>
                  <a:lnTo>
                    <a:pt x="293878" y="217424"/>
                  </a:lnTo>
                  <a:lnTo>
                    <a:pt x="262128" y="153924"/>
                  </a:lnTo>
                  <a:lnTo>
                    <a:pt x="224028" y="230124"/>
                  </a:lnTo>
                  <a:lnTo>
                    <a:pt x="255778" y="230124"/>
                  </a:lnTo>
                  <a:lnTo>
                    <a:pt x="255778" y="1378966"/>
                  </a:lnTo>
                  <a:lnTo>
                    <a:pt x="0" y="1378966"/>
                  </a:lnTo>
                  <a:lnTo>
                    <a:pt x="0" y="1391666"/>
                  </a:lnTo>
                  <a:lnTo>
                    <a:pt x="255778" y="1391666"/>
                  </a:lnTo>
                  <a:lnTo>
                    <a:pt x="255778" y="1709293"/>
                  </a:lnTo>
                  <a:lnTo>
                    <a:pt x="268478" y="1709293"/>
                  </a:lnTo>
                  <a:lnTo>
                    <a:pt x="268478" y="1391666"/>
                  </a:lnTo>
                  <a:lnTo>
                    <a:pt x="1479169" y="1391666"/>
                  </a:lnTo>
                  <a:lnTo>
                    <a:pt x="1479169" y="1423416"/>
                  </a:lnTo>
                  <a:lnTo>
                    <a:pt x="1542669" y="1391666"/>
                  </a:lnTo>
                  <a:lnTo>
                    <a:pt x="1555369" y="1385316"/>
                  </a:lnTo>
                  <a:close/>
                </a:path>
                <a:path w="3117850" h="1709420">
                  <a:moveTo>
                    <a:pt x="3117469" y="752856"/>
                  </a:moveTo>
                  <a:lnTo>
                    <a:pt x="3104769" y="746506"/>
                  </a:lnTo>
                  <a:lnTo>
                    <a:pt x="3041269" y="714756"/>
                  </a:lnTo>
                  <a:lnTo>
                    <a:pt x="3041269" y="746506"/>
                  </a:lnTo>
                  <a:lnTo>
                    <a:pt x="2345690" y="746506"/>
                  </a:lnTo>
                  <a:lnTo>
                    <a:pt x="2345690" y="76200"/>
                  </a:lnTo>
                  <a:lnTo>
                    <a:pt x="2377440" y="76200"/>
                  </a:lnTo>
                  <a:lnTo>
                    <a:pt x="2371090" y="63500"/>
                  </a:lnTo>
                  <a:lnTo>
                    <a:pt x="2339340" y="0"/>
                  </a:lnTo>
                  <a:lnTo>
                    <a:pt x="2301240" y="76200"/>
                  </a:lnTo>
                  <a:lnTo>
                    <a:pt x="2332990" y="76200"/>
                  </a:lnTo>
                  <a:lnTo>
                    <a:pt x="2332990" y="746506"/>
                  </a:lnTo>
                  <a:lnTo>
                    <a:pt x="1562100" y="746506"/>
                  </a:lnTo>
                  <a:lnTo>
                    <a:pt x="1562100" y="759206"/>
                  </a:lnTo>
                  <a:lnTo>
                    <a:pt x="2332990" y="759206"/>
                  </a:lnTo>
                  <a:lnTo>
                    <a:pt x="2332990" y="1555369"/>
                  </a:lnTo>
                  <a:lnTo>
                    <a:pt x="2345690" y="1555369"/>
                  </a:lnTo>
                  <a:lnTo>
                    <a:pt x="2345690" y="759206"/>
                  </a:lnTo>
                  <a:lnTo>
                    <a:pt x="3041269" y="759206"/>
                  </a:lnTo>
                  <a:lnTo>
                    <a:pt x="3041269" y="790956"/>
                  </a:lnTo>
                  <a:lnTo>
                    <a:pt x="3104769" y="759206"/>
                  </a:lnTo>
                  <a:lnTo>
                    <a:pt x="3117469" y="75285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6" name="object 36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5379720" y="3518916"/>
              <a:ext cx="126491" cy="126492"/>
            </a:xfrm>
            <a:prstGeom prst="rect">
              <a:avLst/>
            </a:prstGeom>
          </p:spPr>
        </p:pic>
        <p:pic>
          <p:nvPicPr>
            <p:cNvPr id="37" name="object 37"/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5388889" y="2904909"/>
              <a:ext cx="133324" cy="104228"/>
            </a:xfrm>
            <a:prstGeom prst="rect">
              <a:avLst/>
            </a:prstGeom>
          </p:spPr>
        </p:pic>
        <p:sp>
          <p:nvSpPr>
            <p:cNvPr id="38" name="object 38"/>
            <p:cNvSpPr/>
            <p:nvPr/>
          </p:nvSpPr>
          <p:spPr>
            <a:xfrm>
              <a:off x="5380482" y="4168902"/>
              <a:ext cx="127000" cy="127000"/>
            </a:xfrm>
            <a:custGeom>
              <a:avLst/>
              <a:gdLst/>
              <a:ahLst/>
              <a:cxnLst/>
              <a:rect l="l" t="t" r="r" b="b"/>
              <a:pathLst>
                <a:path w="127000" h="127000">
                  <a:moveTo>
                    <a:pt x="126491" y="0"/>
                  </a:moveTo>
                  <a:lnTo>
                    <a:pt x="0" y="0"/>
                  </a:lnTo>
                  <a:lnTo>
                    <a:pt x="0" y="126492"/>
                  </a:lnTo>
                  <a:lnTo>
                    <a:pt x="126491" y="126492"/>
                  </a:lnTo>
                  <a:lnTo>
                    <a:pt x="126491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5380482" y="4168902"/>
              <a:ext cx="127000" cy="127000"/>
            </a:xfrm>
            <a:custGeom>
              <a:avLst/>
              <a:gdLst/>
              <a:ahLst/>
              <a:cxnLst/>
              <a:rect l="l" t="t" r="r" b="b"/>
              <a:pathLst>
                <a:path w="127000" h="127000">
                  <a:moveTo>
                    <a:pt x="0" y="126492"/>
                  </a:moveTo>
                  <a:lnTo>
                    <a:pt x="126491" y="126492"/>
                  </a:lnTo>
                  <a:lnTo>
                    <a:pt x="126491" y="0"/>
                  </a:lnTo>
                  <a:lnTo>
                    <a:pt x="0" y="0"/>
                  </a:lnTo>
                  <a:lnTo>
                    <a:pt x="0" y="126492"/>
                  </a:lnTo>
                  <a:close/>
                </a:path>
              </a:pathLst>
            </a:custGeom>
            <a:ln w="1981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0" name="object 40"/>
            <p:cNvPicPr/>
            <p:nvPr/>
          </p:nvPicPr>
          <p:blipFill>
            <a:blip r:embed="rId22" cstate="print"/>
            <a:stretch>
              <a:fillRect/>
            </a:stretch>
          </p:blipFill>
          <p:spPr>
            <a:xfrm>
              <a:off x="6003036" y="4168140"/>
              <a:ext cx="126491" cy="126492"/>
            </a:xfrm>
            <a:prstGeom prst="rect">
              <a:avLst/>
            </a:prstGeom>
          </p:spPr>
        </p:pic>
        <p:pic>
          <p:nvPicPr>
            <p:cNvPr id="41" name="object 41"/>
            <p:cNvPicPr/>
            <p:nvPr/>
          </p:nvPicPr>
          <p:blipFill>
            <a:blip r:embed="rId23" cstate="print"/>
            <a:stretch>
              <a:fillRect/>
            </a:stretch>
          </p:blipFill>
          <p:spPr>
            <a:xfrm>
              <a:off x="6838319" y="4224693"/>
              <a:ext cx="131694" cy="104228"/>
            </a:xfrm>
            <a:prstGeom prst="rect">
              <a:avLst/>
            </a:prstGeom>
          </p:spPr>
        </p:pic>
        <p:pic>
          <p:nvPicPr>
            <p:cNvPr id="42" name="object 42"/>
            <p:cNvPicPr/>
            <p:nvPr/>
          </p:nvPicPr>
          <p:blipFill>
            <a:blip r:embed="rId24" cstate="print"/>
            <a:stretch>
              <a:fillRect/>
            </a:stretch>
          </p:blipFill>
          <p:spPr>
            <a:xfrm>
              <a:off x="5006397" y="3805485"/>
              <a:ext cx="180536" cy="180536"/>
            </a:xfrm>
            <a:prstGeom prst="rect">
              <a:avLst/>
            </a:prstGeom>
          </p:spPr>
        </p:pic>
        <p:sp>
          <p:nvSpPr>
            <p:cNvPr id="43" name="object 43"/>
            <p:cNvSpPr/>
            <p:nvPr/>
          </p:nvSpPr>
          <p:spPr>
            <a:xfrm>
              <a:off x="5999226" y="3536442"/>
              <a:ext cx="127000" cy="127000"/>
            </a:xfrm>
            <a:custGeom>
              <a:avLst/>
              <a:gdLst/>
              <a:ahLst/>
              <a:cxnLst/>
              <a:rect l="l" t="t" r="r" b="b"/>
              <a:pathLst>
                <a:path w="127000" h="127000">
                  <a:moveTo>
                    <a:pt x="0" y="126492"/>
                  </a:moveTo>
                  <a:lnTo>
                    <a:pt x="126491" y="126492"/>
                  </a:lnTo>
                  <a:lnTo>
                    <a:pt x="126491" y="0"/>
                  </a:lnTo>
                  <a:lnTo>
                    <a:pt x="0" y="0"/>
                  </a:lnTo>
                  <a:lnTo>
                    <a:pt x="0" y="126492"/>
                  </a:lnTo>
                  <a:close/>
                </a:path>
              </a:pathLst>
            </a:custGeom>
            <a:ln w="1981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4" name="object 44"/>
            <p:cNvPicPr/>
            <p:nvPr/>
          </p:nvPicPr>
          <p:blipFill>
            <a:blip r:embed="rId25" cstate="print"/>
            <a:stretch>
              <a:fillRect/>
            </a:stretch>
          </p:blipFill>
          <p:spPr>
            <a:xfrm>
              <a:off x="5652573" y="3771957"/>
              <a:ext cx="180536" cy="180536"/>
            </a:xfrm>
            <a:prstGeom prst="rect">
              <a:avLst/>
            </a:prstGeom>
          </p:spPr>
        </p:pic>
        <p:pic>
          <p:nvPicPr>
            <p:cNvPr id="45" name="object 45"/>
            <p:cNvPicPr/>
            <p:nvPr/>
          </p:nvPicPr>
          <p:blipFill>
            <a:blip r:embed="rId26" cstate="print"/>
            <a:stretch>
              <a:fillRect/>
            </a:stretch>
          </p:blipFill>
          <p:spPr>
            <a:xfrm>
              <a:off x="6225597" y="3938073"/>
              <a:ext cx="180536" cy="180536"/>
            </a:xfrm>
            <a:prstGeom prst="rect">
              <a:avLst/>
            </a:prstGeom>
          </p:spPr>
        </p:pic>
        <p:pic>
          <p:nvPicPr>
            <p:cNvPr id="46" name="object 46"/>
            <p:cNvPicPr/>
            <p:nvPr/>
          </p:nvPicPr>
          <p:blipFill>
            <a:blip r:embed="rId27" cstate="print"/>
            <a:stretch>
              <a:fillRect/>
            </a:stretch>
          </p:blipFill>
          <p:spPr>
            <a:xfrm>
              <a:off x="5856835" y="4351195"/>
              <a:ext cx="168299" cy="56974"/>
            </a:xfrm>
            <a:prstGeom prst="rect">
              <a:avLst/>
            </a:prstGeom>
          </p:spPr>
        </p:pic>
        <p:pic>
          <p:nvPicPr>
            <p:cNvPr id="47" name="object 47"/>
            <p:cNvPicPr/>
            <p:nvPr/>
          </p:nvPicPr>
          <p:blipFill>
            <a:blip r:embed="rId28" cstate="print"/>
            <a:stretch>
              <a:fillRect/>
            </a:stretch>
          </p:blipFill>
          <p:spPr>
            <a:xfrm>
              <a:off x="6338336" y="4351195"/>
              <a:ext cx="169905" cy="56974"/>
            </a:xfrm>
            <a:prstGeom prst="rect">
              <a:avLst/>
            </a:prstGeom>
          </p:spPr>
        </p:pic>
        <p:pic>
          <p:nvPicPr>
            <p:cNvPr id="48" name="object 48"/>
            <p:cNvPicPr/>
            <p:nvPr/>
          </p:nvPicPr>
          <p:blipFill>
            <a:blip r:embed="rId29" cstate="print"/>
            <a:stretch>
              <a:fillRect/>
            </a:stretch>
          </p:blipFill>
          <p:spPr>
            <a:xfrm>
              <a:off x="4997214" y="3005346"/>
              <a:ext cx="183623" cy="183623"/>
            </a:xfrm>
            <a:prstGeom prst="rect">
              <a:avLst/>
            </a:prstGeom>
          </p:spPr>
        </p:pic>
        <p:pic>
          <p:nvPicPr>
            <p:cNvPr id="49" name="object 49"/>
            <p:cNvPicPr/>
            <p:nvPr/>
          </p:nvPicPr>
          <p:blipFill>
            <a:blip r:embed="rId30" cstate="print"/>
            <a:stretch>
              <a:fillRect/>
            </a:stretch>
          </p:blipFill>
          <p:spPr>
            <a:xfrm>
              <a:off x="4997214" y="3506742"/>
              <a:ext cx="183623" cy="183623"/>
            </a:xfrm>
            <a:prstGeom prst="rect">
              <a:avLst/>
            </a:prstGeom>
          </p:spPr>
        </p:pic>
        <p:pic>
          <p:nvPicPr>
            <p:cNvPr id="50" name="object 50"/>
            <p:cNvPicPr/>
            <p:nvPr/>
          </p:nvPicPr>
          <p:blipFill>
            <a:blip r:embed="rId31" cstate="print"/>
            <a:stretch>
              <a:fillRect/>
            </a:stretch>
          </p:blipFill>
          <p:spPr>
            <a:xfrm>
              <a:off x="7469205" y="2752509"/>
              <a:ext cx="125648" cy="104228"/>
            </a:xfrm>
            <a:prstGeom prst="rect">
              <a:avLst/>
            </a:prstGeom>
          </p:spPr>
        </p:pic>
        <p:pic>
          <p:nvPicPr>
            <p:cNvPr id="51" name="object 51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7775448" y="3176016"/>
              <a:ext cx="126492" cy="126492"/>
            </a:xfrm>
            <a:prstGeom prst="rect">
              <a:avLst/>
            </a:prstGeom>
          </p:spPr>
        </p:pic>
        <p:sp>
          <p:nvSpPr>
            <p:cNvPr id="52" name="object 52"/>
            <p:cNvSpPr/>
            <p:nvPr/>
          </p:nvSpPr>
          <p:spPr>
            <a:xfrm>
              <a:off x="7079742" y="3176778"/>
              <a:ext cx="803275" cy="893444"/>
            </a:xfrm>
            <a:custGeom>
              <a:avLst/>
              <a:gdLst/>
              <a:ahLst/>
              <a:cxnLst/>
              <a:rect l="l" t="t" r="r" b="b"/>
              <a:pathLst>
                <a:path w="803275" h="893445">
                  <a:moveTo>
                    <a:pt x="676655" y="893063"/>
                  </a:moveTo>
                  <a:lnTo>
                    <a:pt x="803148" y="893063"/>
                  </a:lnTo>
                  <a:lnTo>
                    <a:pt x="803148" y="766571"/>
                  </a:lnTo>
                  <a:lnTo>
                    <a:pt x="676655" y="766571"/>
                  </a:lnTo>
                  <a:lnTo>
                    <a:pt x="676655" y="893063"/>
                  </a:lnTo>
                  <a:close/>
                </a:path>
                <a:path w="803275" h="893445">
                  <a:moveTo>
                    <a:pt x="0" y="126491"/>
                  </a:moveTo>
                  <a:lnTo>
                    <a:pt x="126492" y="126491"/>
                  </a:lnTo>
                  <a:lnTo>
                    <a:pt x="126492" y="0"/>
                  </a:lnTo>
                  <a:lnTo>
                    <a:pt x="0" y="0"/>
                  </a:lnTo>
                  <a:lnTo>
                    <a:pt x="0" y="126491"/>
                  </a:lnTo>
                  <a:close/>
                </a:path>
              </a:pathLst>
            </a:custGeom>
            <a:ln w="1981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3" name="object 53"/>
            <p:cNvSpPr/>
            <p:nvPr/>
          </p:nvSpPr>
          <p:spPr>
            <a:xfrm>
              <a:off x="5209794" y="3108198"/>
              <a:ext cx="1291590" cy="1354455"/>
            </a:xfrm>
            <a:custGeom>
              <a:avLst/>
              <a:gdLst/>
              <a:ahLst/>
              <a:cxnLst/>
              <a:rect l="l" t="t" r="r" b="b"/>
              <a:pathLst>
                <a:path w="1291589" h="1354454">
                  <a:moveTo>
                    <a:pt x="0" y="513588"/>
                  </a:moveTo>
                  <a:lnTo>
                    <a:pt x="806576" y="1354201"/>
                  </a:lnTo>
                </a:path>
                <a:path w="1291589" h="1354454">
                  <a:moveTo>
                    <a:pt x="0" y="0"/>
                  </a:moveTo>
                  <a:lnTo>
                    <a:pt x="1291463" y="1346072"/>
                  </a:lnTo>
                </a:path>
              </a:pathLst>
            </a:custGeom>
            <a:ln w="19812">
              <a:solidFill>
                <a:srgbClr val="13299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4" name="object 54"/>
            <p:cNvSpPr/>
            <p:nvPr/>
          </p:nvSpPr>
          <p:spPr>
            <a:xfrm>
              <a:off x="5176393" y="3202812"/>
              <a:ext cx="2637155" cy="842644"/>
            </a:xfrm>
            <a:custGeom>
              <a:avLst/>
              <a:gdLst/>
              <a:ahLst/>
              <a:cxnLst/>
              <a:rect l="l" t="t" r="r" b="b"/>
              <a:pathLst>
                <a:path w="2637154" h="842645">
                  <a:moveTo>
                    <a:pt x="49022" y="627507"/>
                  </a:moveTo>
                  <a:lnTo>
                    <a:pt x="41783" y="617093"/>
                  </a:lnTo>
                  <a:lnTo>
                    <a:pt x="0" y="646176"/>
                  </a:lnTo>
                  <a:lnTo>
                    <a:pt x="7366" y="656590"/>
                  </a:lnTo>
                  <a:lnTo>
                    <a:pt x="49022" y="627507"/>
                  </a:lnTo>
                  <a:close/>
                </a:path>
                <a:path w="2637154" h="842645">
                  <a:moveTo>
                    <a:pt x="122555" y="577977"/>
                  </a:moveTo>
                  <a:lnTo>
                    <a:pt x="115570" y="567309"/>
                  </a:lnTo>
                  <a:lnTo>
                    <a:pt x="106045" y="573532"/>
                  </a:lnTo>
                  <a:lnTo>
                    <a:pt x="73279" y="595630"/>
                  </a:lnTo>
                  <a:lnTo>
                    <a:pt x="80391" y="606171"/>
                  </a:lnTo>
                  <a:lnTo>
                    <a:pt x="113157" y="584073"/>
                  </a:lnTo>
                  <a:lnTo>
                    <a:pt x="113030" y="584073"/>
                  </a:lnTo>
                  <a:lnTo>
                    <a:pt x="122555" y="577977"/>
                  </a:lnTo>
                  <a:close/>
                </a:path>
                <a:path w="2637154" h="842645">
                  <a:moveTo>
                    <a:pt x="197104" y="529844"/>
                  </a:moveTo>
                  <a:lnTo>
                    <a:pt x="190373" y="519049"/>
                  </a:lnTo>
                  <a:lnTo>
                    <a:pt x="160782" y="537718"/>
                  </a:lnTo>
                  <a:lnTo>
                    <a:pt x="147447" y="546481"/>
                  </a:lnTo>
                  <a:lnTo>
                    <a:pt x="154432" y="557022"/>
                  </a:lnTo>
                  <a:lnTo>
                    <a:pt x="167640" y="548386"/>
                  </a:lnTo>
                  <a:lnTo>
                    <a:pt x="167513" y="548513"/>
                  </a:lnTo>
                  <a:lnTo>
                    <a:pt x="167703" y="548386"/>
                  </a:lnTo>
                  <a:lnTo>
                    <a:pt x="197104" y="529844"/>
                  </a:lnTo>
                  <a:close/>
                </a:path>
                <a:path w="2637154" h="842645">
                  <a:moveTo>
                    <a:pt x="272796" y="483235"/>
                  </a:moveTo>
                  <a:lnTo>
                    <a:pt x="266192" y="472440"/>
                  </a:lnTo>
                  <a:lnTo>
                    <a:pt x="222758" y="498729"/>
                  </a:lnTo>
                  <a:lnTo>
                    <a:pt x="229362" y="509651"/>
                  </a:lnTo>
                  <a:lnTo>
                    <a:pt x="272796" y="483235"/>
                  </a:lnTo>
                  <a:close/>
                </a:path>
                <a:path w="2637154" h="842645">
                  <a:moveTo>
                    <a:pt x="349250" y="438404"/>
                  </a:moveTo>
                  <a:lnTo>
                    <a:pt x="343027" y="427355"/>
                  </a:lnTo>
                  <a:lnTo>
                    <a:pt x="330200" y="434594"/>
                  </a:lnTo>
                  <a:lnTo>
                    <a:pt x="299085" y="452882"/>
                  </a:lnTo>
                  <a:lnTo>
                    <a:pt x="305435" y="463931"/>
                  </a:lnTo>
                  <a:lnTo>
                    <a:pt x="336550" y="445643"/>
                  </a:lnTo>
                  <a:lnTo>
                    <a:pt x="336423" y="445643"/>
                  </a:lnTo>
                  <a:lnTo>
                    <a:pt x="349250" y="438404"/>
                  </a:lnTo>
                  <a:close/>
                </a:path>
                <a:path w="2637154" h="842645">
                  <a:moveTo>
                    <a:pt x="426847" y="395351"/>
                  </a:moveTo>
                  <a:lnTo>
                    <a:pt x="420878" y="384175"/>
                  </a:lnTo>
                  <a:lnTo>
                    <a:pt x="388239" y="401828"/>
                  </a:lnTo>
                  <a:lnTo>
                    <a:pt x="376174" y="408686"/>
                  </a:lnTo>
                  <a:lnTo>
                    <a:pt x="382524" y="419735"/>
                  </a:lnTo>
                  <a:lnTo>
                    <a:pt x="394335" y="413004"/>
                  </a:lnTo>
                  <a:lnTo>
                    <a:pt x="426847" y="395351"/>
                  </a:lnTo>
                  <a:close/>
                </a:path>
                <a:path w="2637154" h="842645">
                  <a:moveTo>
                    <a:pt x="505460" y="353949"/>
                  </a:moveTo>
                  <a:lnTo>
                    <a:pt x="499618" y="342658"/>
                  </a:lnTo>
                  <a:lnTo>
                    <a:pt x="454533" y="366014"/>
                  </a:lnTo>
                  <a:lnTo>
                    <a:pt x="460375" y="377317"/>
                  </a:lnTo>
                  <a:lnTo>
                    <a:pt x="505460" y="353949"/>
                  </a:lnTo>
                  <a:close/>
                </a:path>
                <a:path w="2637154" h="842645">
                  <a:moveTo>
                    <a:pt x="584962" y="314579"/>
                  </a:moveTo>
                  <a:lnTo>
                    <a:pt x="579501" y="303149"/>
                  </a:lnTo>
                  <a:lnTo>
                    <a:pt x="564896" y="310007"/>
                  </a:lnTo>
                  <a:lnTo>
                    <a:pt x="533781" y="325501"/>
                  </a:lnTo>
                  <a:lnTo>
                    <a:pt x="539369" y="336943"/>
                  </a:lnTo>
                  <a:lnTo>
                    <a:pt x="570484" y="321437"/>
                  </a:lnTo>
                  <a:lnTo>
                    <a:pt x="570357" y="321437"/>
                  </a:lnTo>
                  <a:lnTo>
                    <a:pt x="584962" y="314579"/>
                  </a:lnTo>
                  <a:close/>
                </a:path>
                <a:path w="2637154" h="842645">
                  <a:moveTo>
                    <a:pt x="665480" y="277368"/>
                  </a:moveTo>
                  <a:lnTo>
                    <a:pt x="660273" y="265811"/>
                  </a:lnTo>
                  <a:lnTo>
                    <a:pt x="624459" y="281813"/>
                  </a:lnTo>
                  <a:lnTo>
                    <a:pt x="613918" y="286766"/>
                  </a:lnTo>
                  <a:lnTo>
                    <a:pt x="619379" y="298323"/>
                  </a:lnTo>
                  <a:lnTo>
                    <a:pt x="629793" y="293370"/>
                  </a:lnTo>
                  <a:lnTo>
                    <a:pt x="629666" y="293370"/>
                  </a:lnTo>
                  <a:lnTo>
                    <a:pt x="665480" y="277368"/>
                  </a:lnTo>
                  <a:close/>
                </a:path>
                <a:path w="2637154" h="842645">
                  <a:moveTo>
                    <a:pt x="701040" y="645541"/>
                  </a:moveTo>
                  <a:lnTo>
                    <a:pt x="699516" y="632968"/>
                  </a:lnTo>
                  <a:lnTo>
                    <a:pt x="649097" y="638937"/>
                  </a:lnTo>
                  <a:lnTo>
                    <a:pt x="650621" y="651637"/>
                  </a:lnTo>
                  <a:lnTo>
                    <a:pt x="701040" y="645541"/>
                  </a:lnTo>
                  <a:close/>
                </a:path>
                <a:path w="2637154" h="842645">
                  <a:moveTo>
                    <a:pt x="747014" y="242189"/>
                  </a:moveTo>
                  <a:lnTo>
                    <a:pt x="742061" y="230505"/>
                  </a:lnTo>
                  <a:lnTo>
                    <a:pt x="695325" y="250317"/>
                  </a:lnTo>
                  <a:lnTo>
                    <a:pt x="700278" y="262001"/>
                  </a:lnTo>
                  <a:lnTo>
                    <a:pt x="747014" y="242189"/>
                  </a:lnTo>
                  <a:close/>
                </a:path>
                <a:path w="2637154" h="842645">
                  <a:moveTo>
                    <a:pt x="789305" y="634873"/>
                  </a:moveTo>
                  <a:lnTo>
                    <a:pt x="787781" y="622300"/>
                  </a:lnTo>
                  <a:lnTo>
                    <a:pt x="737362" y="628396"/>
                  </a:lnTo>
                  <a:lnTo>
                    <a:pt x="738886" y="640969"/>
                  </a:lnTo>
                  <a:lnTo>
                    <a:pt x="789305" y="634873"/>
                  </a:lnTo>
                  <a:close/>
                </a:path>
                <a:path w="2637154" h="842645">
                  <a:moveTo>
                    <a:pt x="829564" y="209931"/>
                  </a:moveTo>
                  <a:lnTo>
                    <a:pt x="825119" y="197993"/>
                  </a:lnTo>
                  <a:lnTo>
                    <a:pt x="803529" y="206121"/>
                  </a:lnTo>
                  <a:lnTo>
                    <a:pt x="777621" y="216408"/>
                  </a:lnTo>
                  <a:lnTo>
                    <a:pt x="782193" y="228219"/>
                  </a:lnTo>
                  <a:lnTo>
                    <a:pt x="808101" y="217932"/>
                  </a:lnTo>
                  <a:lnTo>
                    <a:pt x="807974" y="217932"/>
                  </a:lnTo>
                  <a:lnTo>
                    <a:pt x="829564" y="209931"/>
                  </a:lnTo>
                  <a:close/>
                </a:path>
                <a:path w="2637154" h="842645">
                  <a:moveTo>
                    <a:pt x="877570" y="624078"/>
                  </a:moveTo>
                  <a:lnTo>
                    <a:pt x="876046" y="611505"/>
                  </a:lnTo>
                  <a:lnTo>
                    <a:pt x="825627" y="617728"/>
                  </a:lnTo>
                  <a:lnTo>
                    <a:pt x="827151" y="630301"/>
                  </a:lnTo>
                  <a:lnTo>
                    <a:pt x="877570" y="624078"/>
                  </a:lnTo>
                  <a:close/>
                </a:path>
                <a:path w="2637154" h="842645">
                  <a:moveTo>
                    <a:pt x="913130" y="180340"/>
                  </a:moveTo>
                  <a:lnTo>
                    <a:pt x="909066" y="168275"/>
                  </a:lnTo>
                  <a:lnTo>
                    <a:pt x="862965" y="184023"/>
                  </a:lnTo>
                  <a:lnTo>
                    <a:pt x="860806" y="184785"/>
                  </a:lnTo>
                  <a:lnTo>
                    <a:pt x="865251" y="196723"/>
                  </a:lnTo>
                  <a:lnTo>
                    <a:pt x="867283" y="195961"/>
                  </a:lnTo>
                  <a:lnTo>
                    <a:pt x="867156" y="195961"/>
                  </a:lnTo>
                  <a:lnTo>
                    <a:pt x="913130" y="180340"/>
                  </a:lnTo>
                  <a:close/>
                </a:path>
                <a:path w="2637154" h="842645">
                  <a:moveTo>
                    <a:pt x="965835" y="613156"/>
                  </a:moveTo>
                  <a:lnTo>
                    <a:pt x="964184" y="600583"/>
                  </a:lnTo>
                  <a:lnTo>
                    <a:pt x="913892" y="606806"/>
                  </a:lnTo>
                  <a:lnTo>
                    <a:pt x="915416" y="619379"/>
                  </a:lnTo>
                  <a:lnTo>
                    <a:pt x="965835" y="613156"/>
                  </a:lnTo>
                  <a:close/>
                </a:path>
                <a:path w="2637154" h="842645">
                  <a:moveTo>
                    <a:pt x="997712" y="153924"/>
                  </a:moveTo>
                  <a:lnTo>
                    <a:pt x="994156" y="141732"/>
                  </a:lnTo>
                  <a:lnTo>
                    <a:pt x="981075" y="145415"/>
                  </a:lnTo>
                  <a:lnTo>
                    <a:pt x="945515" y="156464"/>
                  </a:lnTo>
                  <a:lnTo>
                    <a:pt x="949198" y="168656"/>
                  </a:lnTo>
                  <a:lnTo>
                    <a:pt x="984758" y="157607"/>
                  </a:lnTo>
                  <a:lnTo>
                    <a:pt x="984631" y="157607"/>
                  </a:lnTo>
                  <a:lnTo>
                    <a:pt x="997712" y="153924"/>
                  </a:lnTo>
                  <a:close/>
                </a:path>
                <a:path w="2637154" h="842645">
                  <a:moveTo>
                    <a:pt x="1053973" y="601726"/>
                  </a:moveTo>
                  <a:lnTo>
                    <a:pt x="1052322" y="589153"/>
                  </a:lnTo>
                  <a:lnTo>
                    <a:pt x="1002030" y="595630"/>
                  </a:lnTo>
                  <a:lnTo>
                    <a:pt x="1003681" y="608330"/>
                  </a:lnTo>
                  <a:lnTo>
                    <a:pt x="1053973" y="601726"/>
                  </a:lnTo>
                  <a:close/>
                </a:path>
                <a:path w="2637154" h="842645">
                  <a:moveTo>
                    <a:pt x="1083310" y="130810"/>
                  </a:moveTo>
                  <a:lnTo>
                    <a:pt x="1080262" y="118491"/>
                  </a:lnTo>
                  <a:lnTo>
                    <a:pt x="1039622" y="128778"/>
                  </a:lnTo>
                  <a:lnTo>
                    <a:pt x="1030859" y="131318"/>
                  </a:lnTo>
                  <a:lnTo>
                    <a:pt x="1034288" y="143510"/>
                  </a:lnTo>
                  <a:lnTo>
                    <a:pt x="1042924" y="141097"/>
                  </a:lnTo>
                  <a:lnTo>
                    <a:pt x="1042797" y="141097"/>
                  </a:lnTo>
                  <a:lnTo>
                    <a:pt x="1083310" y="130810"/>
                  </a:lnTo>
                  <a:close/>
                </a:path>
                <a:path w="2637154" h="842645">
                  <a:moveTo>
                    <a:pt x="1142111" y="589661"/>
                  </a:moveTo>
                  <a:lnTo>
                    <a:pt x="1140333" y="577088"/>
                  </a:lnTo>
                  <a:lnTo>
                    <a:pt x="1090041" y="583946"/>
                  </a:lnTo>
                  <a:lnTo>
                    <a:pt x="1091819" y="596646"/>
                  </a:lnTo>
                  <a:lnTo>
                    <a:pt x="1142111" y="589661"/>
                  </a:lnTo>
                  <a:close/>
                </a:path>
                <a:path w="2637154" h="842645">
                  <a:moveTo>
                    <a:pt x="1169670" y="110998"/>
                  </a:moveTo>
                  <a:lnTo>
                    <a:pt x="1167130" y="98552"/>
                  </a:lnTo>
                  <a:lnTo>
                    <a:pt x="1156335" y="100711"/>
                  </a:lnTo>
                  <a:lnTo>
                    <a:pt x="1117346" y="109601"/>
                  </a:lnTo>
                  <a:lnTo>
                    <a:pt x="1120267" y="121920"/>
                  </a:lnTo>
                  <a:lnTo>
                    <a:pt x="1159002" y="113157"/>
                  </a:lnTo>
                  <a:lnTo>
                    <a:pt x="1158875" y="113157"/>
                  </a:lnTo>
                  <a:lnTo>
                    <a:pt x="1169670" y="110998"/>
                  </a:lnTo>
                  <a:close/>
                </a:path>
                <a:path w="2637154" h="842645">
                  <a:moveTo>
                    <a:pt x="1230249" y="577088"/>
                  </a:moveTo>
                  <a:lnTo>
                    <a:pt x="1229245" y="570484"/>
                  </a:lnTo>
                  <a:lnTo>
                    <a:pt x="1228344" y="564515"/>
                  </a:lnTo>
                  <a:lnTo>
                    <a:pt x="1188466" y="570484"/>
                  </a:lnTo>
                  <a:lnTo>
                    <a:pt x="1188593" y="570357"/>
                  </a:lnTo>
                  <a:lnTo>
                    <a:pt x="1178179" y="571881"/>
                  </a:lnTo>
                  <a:lnTo>
                    <a:pt x="1179830" y="584454"/>
                  </a:lnTo>
                  <a:lnTo>
                    <a:pt x="1230249" y="577088"/>
                  </a:lnTo>
                  <a:close/>
                </a:path>
                <a:path w="2637154" h="842645">
                  <a:moveTo>
                    <a:pt x="1256792" y="94361"/>
                  </a:moveTo>
                  <a:lnTo>
                    <a:pt x="1254633" y="81788"/>
                  </a:lnTo>
                  <a:lnTo>
                    <a:pt x="1214501" y="89027"/>
                  </a:lnTo>
                  <a:lnTo>
                    <a:pt x="1204468" y="91059"/>
                  </a:lnTo>
                  <a:lnTo>
                    <a:pt x="1207008" y="103505"/>
                  </a:lnTo>
                  <a:lnTo>
                    <a:pt x="1217041" y="101473"/>
                  </a:lnTo>
                  <a:lnTo>
                    <a:pt x="1216914" y="101473"/>
                  </a:lnTo>
                  <a:lnTo>
                    <a:pt x="1256792" y="94361"/>
                  </a:lnTo>
                  <a:close/>
                </a:path>
                <a:path w="2637154" h="842645">
                  <a:moveTo>
                    <a:pt x="1318133" y="563626"/>
                  </a:moveTo>
                  <a:lnTo>
                    <a:pt x="1316228" y="551180"/>
                  </a:lnTo>
                  <a:lnTo>
                    <a:pt x="1265936" y="558927"/>
                  </a:lnTo>
                  <a:lnTo>
                    <a:pt x="1267968" y="571500"/>
                  </a:lnTo>
                  <a:lnTo>
                    <a:pt x="1318133" y="563626"/>
                  </a:lnTo>
                  <a:close/>
                </a:path>
                <a:path w="2637154" h="842645">
                  <a:moveTo>
                    <a:pt x="1325499" y="803783"/>
                  </a:moveTo>
                  <a:lnTo>
                    <a:pt x="1274699" y="804037"/>
                  </a:lnTo>
                  <a:lnTo>
                    <a:pt x="1274699" y="816737"/>
                  </a:lnTo>
                  <a:lnTo>
                    <a:pt x="1325499" y="816483"/>
                  </a:lnTo>
                  <a:lnTo>
                    <a:pt x="1325499" y="803783"/>
                  </a:lnTo>
                  <a:close/>
                </a:path>
                <a:path w="2637154" h="842645">
                  <a:moveTo>
                    <a:pt x="1344422" y="80645"/>
                  </a:moveTo>
                  <a:lnTo>
                    <a:pt x="1342631" y="68072"/>
                  </a:lnTo>
                  <a:lnTo>
                    <a:pt x="1331722" y="69469"/>
                  </a:lnTo>
                  <a:lnTo>
                    <a:pt x="1292352" y="75565"/>
                  </a:lnTo>
                  <a:lnTo>
                    <a:pt x="1294257" y="88138"/>
                  </a:lnTo>
                  <a:lnTo>
                    <a:pt x="1333627" y="82042"/>
                  </a:lnTo>
                  <a:lnTo>
                    <a:pt x="1333500" y="82042"/>
                  </a:lnTo>
                  <a:lnTo>
                    <a:pt x="1344422" y="80645"/>
                  </a:lnTo>
                  <a:close/>
                </a:path>
                <a:path w="2637154" h="842645">
                  <a:moveTo>
                    <a:pt x="1405877" y="549402"/>
                  </a:moveTo>
                  <a:lnTo>
                    <a:pt x="1403858" y="536956"/>
                  </a:lnTo>
                  <a:lnTo>
                    <a:pt x="1353680" y="545211"/>
                  </a:lnTo>
                  <a:lnTo>
                    <a:pt x="1355852" y="557657"/>
                  </a:lnTo>
                  <a:lnTo>
                    <a:pt x="1405877" y="549402"/>
                  </a:lnTo>
                  <a:close/>
                </a:path>
                <a:path w="2637154" h="842645">
                  <a:moveTo>
                    <a:pt x="1414399" y="803275"/>
                  </a:moveTo>
                  <a:lnTo>
                    <a:pt x="1363599" y="803529"/>
                  </a:lnTo>
                  <a:lnTo>
                    <a:pt x="1363599" y="816229"/>
                  </a:lnTo>
                  <a:lnTo>
                    <a:pt x="1414399" y="815975"/>
                  </a:lnTo>
                  <a:lnTo>
                    <a:pt x="1414399" y="803275"/>
                  </a:lnTo>
                  <a:close/>
                </a:path>
                <a:path w="2637154" h="842645">
                  <a:moveTo>
                    <a:pt x="1432433" y="69596"/>
                  </a:moveTo>
                  <a:lnTo>
                    <a:pt x="1431036" y="57023"/>
                  </a:lnTo>
                  <a:lnTo>
                    <a:pt x="1390650" y="61595"/>
                  </a:lnTo>
                  <a:lnTo>
                    <a:pt x="1380477" y="62992"/>
                  </a:lnTo>
                  <a:lnTo>
                    <a:pt x="1382128" y="75565"/>
                  </a:lnTo>
                  <a:lnTo>
                    <a:pt x="1392301" y="74168"/>
                  </a:lnTo>
                  <a:lnTo>
                    <a:pt x="1392174" y="74168"/>
                  </a:lnTo>
                  <a:lnTo>
                    <a:pt x="1432433" y="69596"/>
                  </a:lnTo>
                  <a:close/>
                </a:path>
                <a:path w="2637154" h="842645">
                  <a:moveTo>
                    <a:pt x="1493647" y="533908"/>
                  </a:moveTo>
                  <a:lnTo>
                    <a:pt x="1491234" y="521462"/>
                  </a:lnTo>
                  <a:lnTo>
                    <a:pt x="1480058" y="523494"/>
                  </a:lnTo>
                  <a:lnTo>
                    <a:pt x="1480185" y="523494"/>
                  </a:lnTo>
                  <a:lnTo>
                    <a:pt x="1441323" y="530352"/>
                  </a:lnTo>
                  <a:lnTo>
                    <a:pt x="1443482" y="542925"/>
                  </a:lnTo>
                  <a:lnTo>
                    <a:pt x="1493647" y="533908"/>
                  </a:lnTo>
                  <a:close/>
                </a:path>
                <a:path w="2637154" h="842645">
                  <a:moveTo>
                    <a:pt x="1503299" y="802894"/>
                  </a:moveTo>
                  <a:lnTo>
                    <a:pt x="1452499" y="803148"/>
                  </a:lnTo>
                  <a:lnTo>
                    <a:pt x="1452499" y="815848"/>
                  </a:lnTo>
                  <a:lnTo>
                    <a:pt x="1503299" y="815594"/>
                  </a:lnTo>
                  <a:lnTo>
                    <a:pt x="1503299" y="802894"/>
                  </a:lnTo>
                  <a:close/>
                </a:path>
                <a:path w="2637154" h="842645">
                  <a:moveTo>
                    <a:pt x="1520698" y="60833"/>
                  </a:moveTo>
                  <a:lnTo>
                    <a:pt x="1519682" y="48260"/>
                  </a:lnTo>
                  <a:lnTo>
                    <a:pt x="1510030" y="49022"/>
                  </a:lnTo>
                  <a:lnTo>
                    <a:pt x="1469009" y="52959"/>
                  </a:lnTo>
                  <a:lnTo>
                    <a:pt x="1470279" y="65659"/>
                  </a:lnTo>
                  <a:lnTo>
                    <a:pt x="1511300" y="61595"/>
                  </a:lnTo>
                  <a:lnTo>
                    <a:pt x="1520698" y="60833"/>
                  </a:lnTo>
                  <a:close/>
                </a:path>
                <a:path w="2637154" h="842645">
                  <a:moveTo>
                    <a:pt x="1581023" y="517017"/>
                  </a:moveTo>
                  <a:lnTo>
                    <a:pt x="1578483" y="504571"/>
                  </a:lnTo>
                  <a:lnTo>
                    <a:pt x="1549908" y="510413"/>
                  </a:lnTo>
                  <a:lnTo>
                    <a:pt x="1528699" y="514350"/>
                  </a:lnTo>
                  <a:lnTo>
                    <a:pt x="1531112" y="526796"/>
                  </a:lnTo>
                  <a:lnTo>
                    <a:pt x="1552321" y="522859"/>
                  </a:lnTo>
                  <a:lnTo>
                    <a:pt x="1581023" y="517017"/>
                  </a:lnTo>
                  <a:close/>
                </a:path>
                <a:path w="2637154" h="842645">
                  <a:moveTo>
                    <a:pt x="1592199" y="802386"/>
                  </a:moveTo>
                  <a:lnTo>
                    <a:pt x="1541399" y="802640"/>
                  </a:lnTo>
                  <a:lnTo>
                    <a:pt x="1541399" y="815340"/>
                  </a:lnTo>
                  <a:lnTo>
                    <a:pt x="1592199" y="815086"/>
                  </a:lnTo>
                  <a:lnTo>
                    <a:pt x="1592199" y="802386"/>
                  </a:lnTo>
                  <a:close/>
                </a:path>
                <a:path w="2637154" h="842645">
                  <a:moveTo>
                    <a:pt x="1609344" y="54229"/>
                  </a:moveTo>
                  <a:lnTo>
                    <a:pt x="1608455" y="41656"/>
                  </a:lnTo>
                  <a:lnTo>
                    <a:pt x="1570736" y="44069"/>
                  </a:lnTo>
                  <a:lnTo>
                    <a:pt x="1557655" y="45212"/>
                  </a:lnTo>
                  <a:lnTo>
                    <a:pt x="1558671" y="57785"/>
                  </a:lnTo>
                  <a:lnTo>
                    <a:pt x="1571752" y="56769"/>
                  </a:lnTo>
                  <a:lnTo>
                    <a:pt x="1609344" y="54229"/>
                  </a:lnTo>
                  <a:close/>
                </a:path>
                <a:path w="2637154" h="842645">
                  <a:moveTo>
                    <a:pt x="1668018" y="498475"/>
                  </a:moveTo>
                  <a:lnTo>
                    <a:pt x="1665351" y="486156"/>
                  </a:lnTo>
                  <a:lnTo>
                    <a:pt x="1618107" y="496443"/>
                  </a:lnTo>
                  <a:lnTo>
                    <a:pt x="1618234" y="496443"/>
                  </a:lnTo>
                  <a:lnTo>
                    <a:pt x="1615821" y="496951"/>
                  </a:lnTo>
                  <a:lnTo>
                    <a:pt x="1618361" y="509397"/>
                  </a:lnTo>
                  <a:lnTo>
                    <a:pt x="1668018" y="498475"/>
                  </a:lnTo>
                  <a:close/>
                </a:path>
                <a:path w="2637154" h="842645">
                  <a:moveTo>
                    <a:pt x="1681099" y="802005"/>
                  </a:moveTo>
                  <a:lnTo>
                    <a:pt x="1630299" y="802259"/>
                  </a:lnTo>
                  <a:lnTo>
                    <a:pt x="1630299" y="814959"/>
                  </a:lnTo>
                  <a:lnTo>
                    <a:pt x="1681099" y="814705"/>
                  </a:lnTo>
                  <a:lnTo>
                    <a:pt x="1681099" y="802005"/>
                  </a:lnTo>
                  <a:close/>
                </a:path>
                <a:path w="2637154" h="842645">
                  <a:moveTo>
                    <a:pt x="1697863" y="49149"/>
                  </a:moveTo>
                  <a:lnTo>
                    <a:pt x="1697355" y="36449"/>
                  </a:lnTo>
                  <a:lnTo>
                    <a:pt x="1694307" y="36576"/>
                  </a:lnTo>
                  <a:lnTo>
                    <a:pt x="1646555" y="39243"/>
                  </a:lnTo>
                  <a:lnTo>
                    <a:pt x="1647190" y="51943"/>
                  </a:lnTo>
                  <a:lnTo>
                    <a:pt x="1694942" y="49276"/>
                  </a:lnTo>
                  <a:lnTo>
                    <a:pt x="1697863" y="49149"/>
                  </a:lnTo>
                  <a:close/>
                </a:path>
                <a:path w="2637154" h="842645">
                  <a:moveTo>
                    <a:pt x="1754886" y="478155"/>
                  </a:moveTo>
                  <a:lnTo>
                    <a:pt x="1751711" y="465963"/>
                  </a:lnTo>
                  <a:lnTo>
                    <a:pt x="1749552" y="466471"/>
                  </a:lnTo>
                  <a:lnTo>
                    <a:pt x="1749679" y="466471"/>
                  </a:lnTo>
                  <a:lnTo>
                    <a:pt x="1702308" y="477647"/>
                  </a:lnTo>
                  <a:lnTo>
                    <a:pt x="1705229" y="489966"/>
                  </a:lnTo>
                  <a:lnTo>
                    <a:pt x="1752727" y="478790"/>
                  </a:lnTo>
                  <a:lnTo>
                    <a:pt x="1754886" y="478155"/>
                  </a:lnTo>
                  <a:close/>
                </a:path>
                <a:path w="2637154" h="842645">
                  <a:moveTo>
                    <a:pt x="1769999" y="801497"/>
                  </a:moveTo>
                  <a:lnTo>
                    <a:pt x="1719199" y="801751"/>
                  </a:lnTo>
                  <a:lnTo>
                    <a:pt x="1719199" y="814451"/>
                  </a:lnTo>
                  <a:lnTo>
                    <a:pt x="1769999" y="814197"/>
                  </a:lnTo>
                  <a:lnTo>
                    <a:pt x="1769999" y="801497"/>
                  </a:lnTo>
                  <a:close/>
                </a:path>
                <a:path w="2637154" h="842645">
                  <a:moveTo>
                    <a:pt x="1786636" y="45339"/>
                  </a:moveTo>
                  <a:lnTo>
                    <a:pt x="1786255" y="32639"/>
                  </a:lnTo>
                  <a:lnTo>
                    <a:pt x="1735455" y="34671"/>
                  </a:lnTo>
                  <a:lnTo>
                    <a:pt x="1735963" y="47371"/>
                  </a:lnTo>
                  <a:lnTo>
                    <a:pt x="1758061" y="46355"/>
                  </a:lnTo>
                  <a:lnTo>
                    <a:pt x="1786636" y="45339"/>
                  </a:lnTo>
                  <a:close/>
                </a:path>
                <a:path w="2637154" h="842645">
                  <a:moveTo>
                    <a:pt x="1840865" y="455422"/>
                  </a:moveTo>
                  <a:lnTo>
                    <a:pt x="1837436" y="443103"/>
                  </a:lnTo>
                  <a:lnTo>
                    <a:pt x="1812417" y="450215"/>
                  </a:lnTo>
                  <a:lnTo>
                    <a:pt x="1812544" y="450215"/>
                  </a:lnTo>
                  <a:lnTo>
                    <a:pt x="1788541" y="456438"/>
                  </a:lnTo>
                  <a:lnTo>
                    <a:pt x="1791716" y="468630"/>
                  </a:lnTo>
                  <a:lnTo>
                    <a:pt x="1815846" y="462407"/>
                  </a:lnTo>
                  <a:lnTo>
                    <a:pt x="1840865" y="455422"/>
                  </a:lnTo>
                  <a:close/>
                </a:path>
                <a:path w="2637154" h="842645">
                  <a:moveTo>
                    <a:pt x="1858899" y="801116"/>
                  </a:moveTo>
                  <a:lnTo>
                    <a:pt x="1808099" y="801370"/>
                  </a:lnTo>
                  <a:lnTo>
                    <a:pt x="1808099" y="814070"/>
                  </a:lnTo>
                  <a:lnTo>
                    <a:pt x="1858899" y="813816"/>
                  </a:lnTo>
                  <a:lnTo>
                    <a:pt x="1858899" y="801116"/>
                  </a:lnTo>
                  <a:close/>
                </a:path>
                <a:path w="2637154" h="842645">
                  <a:moveTo>
                    <a:pt x="1887347" y="35687"/>
                  </a:moveTo>
                  <a:lnTo>
                    <a:pt x="1810004" y="0"/>
                  </a:lnTo>
                  <a:lnTo>
                    <a:pt x="1812417" y="76200"/>
                  </a:lnTo>
                  <a:lnTo>
                    <a:pt x="1887347" y="35687"/>
                  </a:lnTo>
                  <a:close/>
                </a:path>
                <a:path w="2637154" h="842645">
                  <a:moveTo>
                    <a:pt x="1926336" y="430276"/>
                  </a:moveTo>
                  <a:lnTo>
                    <a:pt x="1922653" y="418084"/>
                  </a:lnTo>
                  <a:lnTo>
                    <a:pt x="1874012" y="432816"/>
                  </a:lnTo>
                  <a:lnTo>
                    <a:pt x="1877695" y="445008"/>
                  </a:lnTo>
                  <a:lnTo>
                    <a:pt x="1926336" y="430276"/>
                  </a:lnTo>
                  <a:close/>
                </a:path>
                <a:path w="2637154" h="842645">
                  <a:moveTo>
                    <a:pt x="1947799" y="800608"/>
                  </a:moveTo>
                  <a:lnTo>
                    <a:pt x="1896999" y="800862"/>
                  </a:lnTo>
                  <a:lnTo>
                    <a:pt x="1896999" y="813562"/>
                  </a:lnTo>
                  <a:lnTo>
                    <a:pt x="1947799" y="813308"/>
                  </a:lnTo>
                  <a:lnTo>
                    <a:pt x="1947799" y="800608"/>
                  </a:lnTo>
                  <a:close/>
                </a:path>
                <a:path w="2637154" h="842645">
                  <a:moveTo>
                    <a:pt x="2010918" y="402209"/>
                  </a:moveTo>
                  <a:lnTo>
                    <a:pt x="2006727" y="390283"/>
                  </a:lnTo>
                  <a:lnTo>
                    <a:pt x="1989963" y="396113"/>
                  </a:lnTo>
                  <a:lnTo>
                    <a:pt x="1990090" y="396113"/>
                  </a:lnTo>
                  <a:lnTo>
                    <a:pt x="1958721" y="406400"/>
                  </a:lnTo>
                  <a:lnTo>
                    <a:pt x="1962658" y="418465"/>
                  </a:lnTo>
                  <a:lnTo>
                    <a:pt x="1994154" y="408178"/>
                  </a:lnTo>
                  <a:lnTo>
                    <a:pt x="2010918" y="402209"/>
                  </a:lnTo>
                  <a:close/>
                </a:path>
                <a:path w="2637154" h="842645">
                  <a:moveTo>
                    <a:pt x="2036699" y="800227"/>
                  </a:moveTo>
                  <a:lnTo>
                    <a:pt x="1985899" y="800481"/>
                  </a:lnTo>
                  <a:lnTo>
                    <a:pt x="1985899" y="813181"/>
                  </a:lnTo>
                  <a:lnTo>
                    <a:pt x="2036699" y="812927"/>
                  </a:lnTo>
                  <a:lnTo>
                    <a:pt x="2036699" y="800227"/>
                  </a:lnTo>
                  <a:close/>
                </a:path>
                <a:path w="2637154" h="842645">
                  <a:moveTo>
                    <a:pt x="2094611" y="371729"/>
                  </a:moveTo>
                  <a:lnTo>
                    <a:pt x="2090166" y="359918"/>
                  </a:lnTo>
                  <a:lnTo>
                    <a:pt x="2045716" y="376555"/>
                  </a:lnTo>
                  <a:lnTo>
                    <a:pt x="2045843" y="376555"/>
                  </a:lnTo>
                  <a:lnTo>
                    <a:pt x="2042668" y="377583"/>
                  </a:lnTo>
                  <a:lnTo>
                    <a:pt x="2046859" y="389636"/>
                  </a:lnTo>
                  <a:lnTo>
                    <a:pt x="2050161" y="388493"/>
                  </a:lnTo>
                  <a:lnTo>
                    <a:pt x="2094611" y="371729"/>
                  </a:lnTo>
                  <a:close/>
                </a:path>
                <a:path w="2637154" h="842645">
                  <a:moveTo>
                    <a:pt x="2125599" y="799719"/>
                  </a:moveTo>
                  <a:lnTo>
                    <a:pt x="2074799" y="799973"/>
                  </a:lnTo>
                  <a:lnTo>
                    <a:pt x="2074799" y="812673"/>
                  </a:lnTo>
                  <a:lnTo>
                    <a:pt x="2125599" y="812419"/>
                  </a:lnTo>
                  <a:lnTo>
                    <a:pt x="2125599" y="799719"/>
                  </a:lnTo>
                  <a:close/>
                </a:path>
                <a:path w="2637154" h="842645">
                  <a:moveTo>
                    <a:pt x="2177415" y="338836"/>
                  </a:moveTo>
                  <a:lnTo>
                    <a:pt x="2172462" y="327152"/>
                  </a:lnTo>
                  <a:lnTo>
                    <a:pt x="2152904" y="335280"/>
                  </a:lnTo>
                  <a:lnTo>
                    <a:pt x="2153031" y="335280"/>
                  </a:lnTo>
                  <a:lnTo>
                    <a:pt x="2125599" y="346075"/>
                  </a:lnTo>
                  <a:lnTo>
                    <a:pt x="2130171" y="357886"/>
                  </a:lnTo>
                  <a:lnTo>
                    <a:pt x="2157730" y="347091"/>
                  </a:lnTo>
                  <a:lnTo>
                    <a:pt x="2177415" y="338836"/>
                  </a:lnTo>
                  <a:close/>
                </a:path>
                <a:path w="2637154" h="842645">
                  <a:moveTo>
                    <a:pt x="2214499" y="799211"/>
                  </a:moveTo>
                  <a:lnTo>
                    <a:pt x="2163699" y="799465"/>
                  </a:lnTo>
                  <a:lnTo>
                    <a:pt x="2163699" y="812165"/>
                  </a:lnTo>
                  <a:lnTo>
                    <a:pt x="2214499" y="811911"/>
                  </a:lnTo>
                  <a:lnTo>
                    <a:pt x="2214499" y="799211"/>
                  </a:lnTo>
                  <a:close/>
                </a:path>
                <a:path w="2637154" h="842645">
                  <a:moveTo>
                    <a:pt x="2259203" y="303657"/>
                  </a:moveTo>
                  <a:lnTo>
                    <a:pt x="2254123" y="292100"/>
                  </a:lnTo>
                  <a:lnTo>
                    <a:pt x="2207514" y="312420"/>
                  </a:lnTo>
                  <a:lnTo>
                    <a:pt x="2212594" y="324104"/>
                  </a:lnTo>
                  <a:lnTo>
                    <a:pt x="2259203" y="303657"/>
                  </a:lnTo>
                  <a:close/>
                </a:path>
                <a:path w="2637154" h="842645">
                  <a:moveTo>
                    <a:pt x="2303399" y="798830"/>
                  </a:moveTo>
                  <a:lnTo>
                    <a:pt x="2252599" y="799084"/>
                  </a:lnTo>
                  <a:lnTo>
                    <a:pt x="2252599" y="811784"/>
                  </a:lnTo>
                  <a:lnTo>
                    <a:pt x="2303399" y="811530"/>
                  </a:lnTo>
                  <a:lnTo>
                    <a:pt x="2303399" y="798830"/>
                  </a:lnTo>
                  <a:close/>
                </a:path>
                <a:path w="2637154" h="842645">
                  <a:moveTo>
                    <a:pt x="2340102" y="266446"/>
                  </a:moveTo>
                  <a:lnTo>
                    <a:pt x="2334641" y="255016"/>
                  </a:lnTo>
                  <a:lnTo>
                    <a:pt x="2304542" y="269240"/>
                  </a:lnTo>
                  <a:lnTo>
                    <a:pt x="2304669" y="269113"/>
                  </a:lnTo>
                  <a:lnTo>
                    <a:pt x="2288794" y="276352"/>
                  </a:lnTo>
                  <a:lnTo>
                    <a:pt x="2294001" y="287909"/>
                  </a:lnTo>
                  <a:lnTo>
                    <a:pt x="2310003" y="280670"/>
                  </a:lnTo>
                  <a:lnTo>
                    <a:pt x="2334183" y="269240"/>
                  </a:lnTo>
                  <a:lnTo>
                    <a:pt x="2340102" y="266446"/>
                  </a:lnTo>
                  <a:close/>
                </a:path>
                <a:path w="2637154" h="842645">
                  <a:moveTo>
                    <a:pt x="2392299" y="798322"/>
                  </a:moveTo>
                  <a:lnTo>
                    <a:pt x="2341499" y="798576"/>
                  </a:lnTo>
                  <a:lnTo>
                    <a:pt x="2341499" y="811276"/>
                  </a:lnTo>
                  <a:lnTo>
                    <a:pt x="2392299" y="811022"/>
                  </a:lnTo>
                  <a:lnTo>
                    <a:pt x="2392299" y="798322"/>
                  </a:lnTo>
                  <a:close/>
                </a:path>
                <a:path w="2637154" h="842645">
                  <a:moveTo>
                    <a:pt x="2420239" y="227711"/>
                  </a:moveTo>
                  <a:lnTo>
                    <a:pt x="2417940" y="223012"/>
                  </a:lnTo>
                  <a:lnTo>
                    <a:pt x="2414651" y="216281"/>
                  </a:lnTo>
                  <a:lnTo>
                    <a:pt x="2401189" y="223012"/>
                  </a:lnTo>
                  <a:lnTo>
                    <a:pt x="2401316" y="222885"/>
                  </a:lnTo>
                  <a:lnTo>
                    <a:pt x="2369058" y="238633"/>
                  </a:lnTo>
                  <a:lnTo>
                    <a:pt x="2374519" y="250063"/>
                  </a:lnTo>
                  <a:lnTo>
                    <a:pt x="2420239" y="227711"/>
                  </a:lnTo>
                  <a:close/>
                </a:path>
                <a:path w="2637154" h="842645">
                  <a:moveTo>
                    <a:pt x="2481199" y="797941"/>
                  </a:moveTo>
                  <a:lnTo>
                    <a:pt x="2430399" y="798195"/>
                  </a:lnTo>
                  <a:lnTo>
                    <a:pt x="2430399" y="810895"/>
                  </a:lnTo>
                  <a:lnTo>
                    <a:pt x="2481199" y="810641"/>
                  </a:lnTo>
                  <a:lnTo>
                    <a:pt x="2481199" y="797941"/>
                  </a:lnTo>
                  <a:close/>
                </a:path>
                <a:path w="2637154" h="842645">
                  <a:moveTo>
                    <a:pt x="2499614" y="187452"/>
                  </a:moveTo>
                  <a:lnTo>
                    <a:pt x="2493772" y="176149"/>
                  </a:lnTo>
                  <a:lnTo>
                    <a:pt x="2448560" y="199390"/>
                  </a:lnTo>
                  <a:lnTo>
                    <a:pt x="2454402" y="210693"/>
                  </a:lnTo>
                  <a:lnTo>
                    <a:pt x="2499614" y="187452"/>
                  </a:lnTo>
                  <a:close/>
                </a:path>
                <a:path w="2637154" h="842645">
                  <a:moveTo>
                    <a:pt x="2579878" y="803783"/>
                  </a:moveTo>
                  <a:lnTo>
                    <a:pt x="2503424" y="766064"/>
                  </a:lnTo>
                  <a:lnTo>
                    <a:pt x="2503805" y="842264"/>
                  </a:lnTo>
                  <a:lnTo>
                    <a:pt x="2579878" y="803783"/>
                  </a:lnTo>
                  <a:close/>
                </a:path>
                <a:path w="2637154" h="842645">
                  <a:moveTo>
                    <a:pt x="2637155" y="108839"/>
                  </a:moveTo>
                  <a:lnTo>
                    <a:pt x="2551938" y="110363"/>
                  </a:lnTo>
                  <a:lnTo>
                    <a:pt x="2566657" y="138557"/>
                  </a:lnTo>
                  <a:lnTo>
                    <a:pt x="2541778" y="151511"/>
                  </a:lnTo>
                  <a:lnTo>
                    <a:pt x="2541905" y="151511"/>
                  </a:lnTo>
                  <a:lnTo>
                    <a:pt x="2527681" y="158750"/>
                  </a:lnTo>
                  <a:lnTo>
                    <a:pt x="2533523" y="170053"/>
                  </a:lnTo>
                  <a:lnTo>
                    <a:pt x="2547620" y="162814"/>
                  </a:lnTo>
                  <a:lnTo>
                    <a:pt x="2572512" y="149758"/>
                  </a:lnTo>
                  <a:lnTo>
                    <a:pt x="2587244" y="177927"/>
                  </a:lnTo>
                  <a:lnTo>
                    <a:pt x="2617978" y="135382"/>
                  </a:lnTo>
                  <a:lnTo>
                    <a:pt x="2637155" y="108839"/>
                  </a:lnTo>
                  <a:close/>
                </a:path>
              </a:pathLst>
            </a:custGeom>
            <a:solidFill>
              <a:srgbClr val="7E7E7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55" name="object 55"/>
          <p:cNvPicPr/>
          <p:nvPr/>
        </p:nvPicPr>
        <p:blipFill>
          <a:blip r:embed="rId32" cstate="print"/>
          <a:stretch>
            <a:fillRect/>
          </a:stretch>
        </p:blipFill>
        <p:spPr>
          <a:xfrm>
            <a:off x="8423290" y="3599732"/>
            <a:ext cx="70721" cy="73869"/>
          </a:xfrm>
          <a:prstGeom prst="rect">
            <a:avLst/>
          </a:prstGeom>
        </p:spPr>
      </p:pic>
      <p:pic>
        <p:nvPicPr>
          <p:cNvPr id="56" name="object 56"/>
          <p:cNvPicPr/>
          <p:nvPr/>
        </p:nvPicPr>
        <p:blipFill>
          <a:blip r:embed="rId33" cstate="print"/>
          <a:stretch>
            <a:fillRect/>
          </a:stretch>
        </p:blipFill>
        <p:spPr>
          <a:xfrm>
            <a:off x="2060448" y="4873752"/>
            <a:ext cx="1928622" cy="162306"/>
          </a:xfrm>
          <a:prstGeom prst="rect">
            <a:avLst/>
          </a:prstGeom>
        </p:spPr>
      </p:pic>
      <p:pic>
        <p:nvPicPr>
          <p:cNvPr id="57" name="object 57"/>
          <p:cNvPicPr/>
          <p:nvPr/>
        </p:nvPicPr>
        <p:blipFill>
          <a:blip r:embed="rId34" cstate="print"/>
          <a:stretch>
            <a:fillRect/>
          </a:stretch>
        </p:blipFill>
        <p:spPr>
          <a:xfrm>
            <a:off x="5401055" y="4876800"/>
            <a:ext cx="3044190" cy="162306"/>
          </a:xfrm>
          <a:prstGeom prst="rect">
            <a:avLst/>
          </a:prstGeom>
        </p:spPr>
      </p:pic>
      <p:sp>
        <p:nvSpPr>
          <p:cNvPr id="58" name="object 58"/>
          <p:cNvSpPr txBox="1"/>
          <p:nvPr/>
        </p:nvSpPr>
        <p:spPr>
          <a:xfrm>
            <a:off x="3895471" y="5219191"/>
            <a:ext cx="2112010" cy="44371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dirty="0">
                <a:latin typeface="Tahoma"/>
                <a:cs typeface="Tahoma"/>
              </a:rPr>
              <a:t>Transformation of a feature space</a:t>
            </a:r>
            <a:endParaRPr sz="1400" dirty="0">
              <a:latin typeface="Tahoma"/>
              <a:cs typeface="Tahoma"/>
            </a:endParaRPr>
          </a:p>
        </p:txBody>
      </p:sp>
      <p:pic>
        <p:nvPicPr>
          <p:cNvPr id="59" name="object 59"/>
          <p:cNvPicPr/>
          <p:nvPr/>
        </p:nvPicPr>
        <p:blipFill>
          <a:blip r:embed="rId35" cstate="print"/>
          <a:stretch>
            <a:fillRect/>
          </a:stretch>
        </p:blipFill>
        <p:spPr>
          <a:xfrm>
            <a:off x="888491" y="5753100"/>
            <a:ext cx="3522726" cy="160781"/>
          </a:xfrm>
          <a:prstGeom prst="rect">
            <a:avLst/>
          </a:prstGeom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384846" y="6524434"/>
            <a:ext cx="60143" cy="90487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54151" y="6527292"/>
            <a:ext cx="1794510" cy="142494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862571" y="6521195"/>
            <a:ext cx="2327910" cy="118110"/>
          </a:xfrm>
          <a:prstGeom prst="rect">
            <a:avLst/>
          </a:prstGeom>
        </p:spPr>
      </p:pic>
      <p:sp>
        <p:nvSpPr>
          <p:cNvPr id="5" name="object 5"/>
          <p:cNvSpPr/>
          <p:nvPr/>
        </p:nvSpPr>
        <p:spPr>
          <a:xfrm>
            <a:off x="559308" y="1440180"/>
            <a:ext cx="36830" cy="180340"/>
          </a:xfrm>
          <a:custGeom>
            <a:avLst/>
            <a:gdLst/>
            <a:ahLst/>
            <a:cxnLst/>
            <a:rect l="l" t="t" r="r" b="b"/>
            <a:pathLst>
              <a:path w="36829" h="180340">
                <a:moveTo>
                  <a:pt x="36576" y="0"/>
                </a:moveTo>
                <a:lnTo>
                  <a:pt x="0" y="0"/>
                </a:lnTo>
                <a:lnTo>
                  <a:pt x="0" y="179832"/>
                </a:lnTo>
                <a:lnTo>
                  <a:pt x="36576" y="179832"/>
                </a:lnTo>
                <a:lnTo>
                  <a:pt x="36576" y="0"/>
                </a:lnTo>
                <a:close/>
              </a:path>
            </a:pathLst>
          </a:custGeom>
          <a:solidFill>
            <a:srgbClr val="183DAF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6" name="object 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719327" y="1464563"/>
            <a:ext cx="2283714" cy="174498"/>
          </a:xfrm>
          <a:prstGeom prst="rect">
            <a:avLst/>
          </a:prstGeom>
        </p:spPr>
      </p:pic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1.2.</a:t>
            </a:r>
            <a:r>
              <a:rPr spc="-40" dirty="0"/>
              <a:t> </a:t>
            </a:r>
            <a:r>
              <a:rPr dirty="0"/>
              <a:t>Understanding</a:t>
            </a:r>
            <a:r>
              <a:rPr spc="-30" dirty="0"/>
              <a:t> </a:t>
            </a:r>
            <a:r>
              <a:rPr dirty="0"/>
              <a:t>Multilayer</a:t>
            </a:r>
            <a:r>
              <a:rPr spc="-40" dirty="0"/>
              <a:t> </a:t>
            </a:r>
            <a:r>
              <a:rPr dirty="0"/>
              <a:t>Perceptron</a:t>
            </a:r>
            <a:r>
              <a:rPr spc="-20" dirty="0"/>
              <a:t> </a:t>
            </a:r>
            <a:r>
              <a:rPr dirty="0"/>
              <a:t>with</a:t>
            </a:r>
            <a:r>
              <a:rPr spc="-25" dirty="0"/>
              <a:t> </a:t>
            </a:r>
            <a:r>
              <a:rPr spc="-10" dirty="0"/>
              <a:t>Excel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8671941" y="463677"/>
            <a:ext cx="80962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dirty="0">
                <a:solidFill>
                  <a:srgbClr val="D9D9D9"/>
                </a:solidFill>
                <a:latin typeface="Ebrima"/>
                <a:cs typeface="Ebrima"/>
              </a:rPr>
              <a:t>UNIT</a:t>
            </a:r>
            <a:r>
              <a:rPr sz="1600" spc="400" dirty="0">
                <a:solidFill>
                  <a:srgbClr val="D9D9D9"/>
                </a:solidFill>
                <a:latin typeface="Ebrima"/>
                <a:cs typeface="Ebrima"/>
              </a:rPr>
              <a:t> </a:t>
            </a:r>
            <a:r>
              <a:rPr sz="1600" spc="-35" dirty="0">
                <a:solidFill>
                  <a:srgbClr val="D9D9D9"/>
                </a:solidFill>
                <a:latin typeface="Ebrima"/>
                <a:cs typeface="Ebrima"/>
              </a:rPr>
              <a:t>01</a:t>
            </a:r>
            <a:endParaRPr sz="1600">
              <a:latin typeface="Ebrima"/>
              <a:cs typeface="Ebrima"/>
            </a:endParaRPr>
          </a:p>
        </p:txBody>
      </p:sp>
      <p:pic>
        <p:nvPicPr>
          <p:cNvPr id="9" name="object 9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710183" y="1805939"/>
            <a:ext cx="7101078" cy="459486"/>
          </a:xfrm>
          <a:prstGeom prst="rect">
            <a:avLst/>
          </a:prstGeom>
        </p:spPr>
      </p:pic>
      <p:grpSp>
        <p:nvGrpSpPr>
          <p:cNvPr id="10" name="object 10"/>
          <p:cNvGrpSpPr/>
          <p:nvPr/>
        </p:nvGrpSpPr>
        <p:grpSpPr>
          <a:xfrm>
            <a:off x="2005583" y="2947581"/>
            <a:ext cx="1932305" cy="1664970"/>
            <a:chOff x="2005583" y="2947581"/>
            <a:chExt cx="1932305" cy="1664970"/>
          </a:xfrm>
        </p:grpSpPr>
        <p:sp>
          <p:nvSpPr>
            <p:cNvPr id="11" name="object 11"/>
            <p:cNvSpPr/>
            <p:nvPr/>
          </p:nvSpPr>
          <p:spPr>
            <a:xfrm>
              <a:off x="2382012" y="3057143"/>
              <a:ext cx="1555750" cy="1555750"/>
            </a:xfrm>
            <a:custGeom>
              <a:avLst/>
              <a:gdLst/>
              <a:ahLst/>
              <a:cxnLst/>
              <a:rect l="l" t="t" r="r" b="b"/>
              <a:pathLst>
                <a:path w="1555750" h="1555750">
                  <a:moveTo>
                    <a:pt x="1555369" y="751332"/>
                  </a:moveTo>
                  <a:lnTo>
                    <a:pt x="1542669" y="744982"/>
                  </a:lnTo>
                  <a:lnTo>
                    <a:pt x="1479169" y="713232"/>
                  </a:lnTo>
                  <a:lnTo>
                    <a:pt x="1479169" y="744982"/>
                  </a:lnTo>
                  <a:lnTo>
                    <a:pt x="783590" y="744982"/>
                  </a:lnTo>
                  <a:lnTo>
                    <a:pt x="783590" y="76200"/>
                  </a:lnTo>
                  <a:lnTo>
                    <a:pt x="815340" y="76200"/>
                  </a:lnTo>
                  <a:lnTo>
                    <a:pt x="808990" y="63500"/>
                  </a:lnTo>
                  <a:lnTo>
                    <a:pt x="777240" y="0"/>
                  </a:lnTo>
                  <a:lnTo>
                    <a:pt x="739140" y="76200"/>
                  </a:lnTo>
                  <a:lnTo>
                    <a:pt x="770890" y="76200"/>
                  </a:lnTo>
                  <a:lnTo>
                    <a:pt x="770890" y="744982"/>
                  </a:lnTo>
                  <a:lnTo>
                    <a:pt x="0" y="744982"/>
                  </a:lnTo>
                  <a:lnTo>
                    <a:pt x="0" y="757682"/>
                  </a:lnTo>
                  <a:lnTo>
                    <a:pt x="770890" y="757682"/>
                  </a:lnTo>
                  <a:lnTo>
                    <a:pt x="770890" y="1555369"/>
                  </a:lnTo>
                  <a:lnTo>
                    <a:pt x="783590" y="1555369"/>
                  </a:lnTo>
                  <a:lnTo>
                    <a:pt x="783590" y="757682"/>
                  </a:lnTo>
                  <a:lnTo>
                    <a:pt x="1479169" y="757682"/>
                  </a:lnTo>
                  <a:lnTo>
                    <a:pt x="1479169" y="789432"/>
                  </a:lnTo>
                  <a:lnTo>
                    <a:pt x="1542669" y="757682"/>
                  </a:lnTo>
                  <a:lnTo>
                    <a:pt x="1555369" y="75133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2" name="object 12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2005583" y="2973324"/>
              <a:ext cx="805433" cy="188213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3113559" y="2947581"/>
              <a:ext cx="124178" cy="104228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3418331" y="3371088"/>
              <a:ext cx="126491" cy="126491"/>
            </a:xfrm>
            <a:prstGeom prst="rect">
              <a:avLst/>
            </a:prstGeom>
          </p:spPr>
        </p:pic>
        <p:sp>
          <p:nvSpPr>
            <p:cNvPr id="15" name="object 15"/>
            <p:cNvSpPr/>
            <p:nvPr/>
          </p:nvSpPr>
          <p:spPr>
            <a:xfrm>
              <a:off x="2724150" y="3371850"/>
              <a:ext cx="802005" cy="893444"/>
            </a:xfrm>
            <a:custGeom>
              <a:avLst/>
              <a:gdLst/>
              <a:ahLst/>
              <a:cxnLst/>
              <a:rect l="l" t="t" r="r" b="b"/>
              <a:pathLst>
                <a:path w="802004" h="893445">
                  <a:moveTo>
                    <a:pt x="675132" y="893063"/>
                  </a:moveTo>
                  <a:lnTo>
                    <a:pt x="801624" y="893063"/>
                  </a:lnTo>
                  <a:lnTo>
                    <a:pt x="801624" y="766571"/>
                  </a:lnTo>
                  <a:lnTo>
                    <a:pt x="675132" y="766571"/>
                  </a:lnTo>
                  <a:lnTo>
                    <a:pt x="675132" y="893063"/>
                  </a:lnTo>
                  <a:close/>
                </a:path>
                <a:path w="802004" h="893445">
                  <a:moveTo>
                    <a:pt x="0" y="126491"/>
                  </a:moveTo>
                  <a:lnTo>
                    <a:pt x="124968" y="126491"/>
                  </a:lnTo>
                  <a:lnTo>
                    <a:pt x="124968" y="0"/>
                  </a:lnTo>
                  <a:lnTo>
                    <a:pt x="0" y="0"/>
                  </a:lnTo>
                  <a:lnTo>
                    <a:pt x="0" y="126491"/>
                  </a:lnTo>
                  <a:close/>
                </a:path>
              </a:pathLst>
            </a:custGeom>
            <a:ln w="1981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2932937" y="3167634"/>
              <a:ext cx="807085" cy="840740"/>
            </a:xfrm>
            <a:custGeom>
              <a:avLst/>
              <a:gdLst/>
              <a:ahLst/>
              <a:cxnLst/>
              <a:rect l="l" t="t" r="r" b="b"/>
              <a:pathLst>
                <a:path w="807085" h="840739">
                  <a:moveTo>
                    <a:pt x="0" y="0"/>
                  </a:moveTo>
                  <a:lnTo>
                    <a:pt x="806576" y="840613"/>
                  </a:lnTo>
                </a:path>
              </a:pathLst>
            </a:custGeom>
            <a:ln w="19812">
              <a:solidFill>
                <a:srgbClr val="13299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17" name="object 17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4034169" y="3794925"/>
            <a:ext cx="122540" cy="104228"/>
          </a:xfrm>
          <a:prstGeom prst="rect">
            <a:avLst/>
          </a:prstGeom>
        </p:spPr>
      </p:pic>
      <p:grpSp>
        <p:nvGrpSpPr>
          <p:cNvPr id="18" name="object 18"/>
          <p:cNvGrpSpPr/>
          <p:nvPr/>
        </p:nvGrpSpPr>
        <p:grpSpPr>
          <a:xfrm>
            <a:off x="5198385" y="3194304"/>
            <a:ext cx="2813685" cy="1323975"/>
            <a:chOff x="5198385" y="3194304"/>
            <a:chExt cx="2813685" cy="1323975"/>
          </a:xfrm>
        </p:grpSpPr>
        <p:sp>
          <p:nvSpPr>
            <p:cNvPr id="19" name="object 19"/>
            <p:cNvSpPr/>
            <p:nvPr/>
          </p:nvSpPr>
          <p:spPr>
            <a:xfrm>
              <a:off x="5701283" y="3814254"/>
              <a:ext cx="189865" cy="0"/>
            </a:xfrm>
            <a:custGeom>
              <a:avLst/>
              <a:gdLst/>
              <a:ahLst/>
              <a:cxnLst/>
              <a:rect l="l" t="t" r="r" b="b"/>
              <a:pathLst>
                <a:path w="189864">
                  <a:moveTo>
                    <a:pt x="0" y="0"/>
                  </a:moveTo>
                  <a:lnTo>
                    <a:pt x="189737" y="0"/>
                  </a:lnTo>
                </a:path>
              </a:pathLst>
            </a:custGeom>
            <a:ln w="1460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5701283" y="3266186"/>
              <a:ext cx="189865" cy="0"/>
            </a:xfrm>
            <a:custGeom>
              <a:avLst/>
              <a:gdLst/>
              <a:ahLst/>
              <a:cxnLst/>
              <a:rect l="l" t="t" r="r" b="b"/>
              <a:pathLst>
                <a:path w="189864">
                  <a:moveTo>
                    <a:pt x="0" y="0"/>
                  </a:moveTo>
                  <a:lnTo>
                    <a:pt x="189737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6010655" y="3265932"/>
              <a:ext cx="835660" cy="1080770"/>
            </a:xfrm>
            <a:custGeom>
              <a:avLst/>
              <a:gdLst/>
              <a:ahLst/>
              <a:cxnLst/>
              <a:rect l="l" t="t" r="r" b="b"/>
              <a:pathLst>
                <a:path w="835659" h="1080770">
                  <a:moveTo>
                    <a:pt x="0" y="0"/>
                  </a:moveTo>
                  <a:lnTo>
                    <a:pt x="835151" y="552449"/>
                  </a:lnTo>
                </a:path>
                <a:path w="835659" h="1080770">
                  <a:moveTo>
                    <a:pt x="0" y="1080769"/>
                  </a:moveTo>
                  <a:lnTo>
                    <a:pt x="835151" y="553211"/>
                  </a:lnTo>
                </a:path>
              </a:pathLst>
            </a:custGeom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2" name="object 22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5875019" y="3194304"/>
              <a:ext cx="146303" cy="146303"/>
            </a:xfrm>
            <a:prstGeom prst="rect">
              <a:avLst/>
            </a:prstGeom>
          </p:spPr>
        </p:pic>
        <p:pic>
          <p:nvPicPr>
            <p:cNvPr id="23" name="object 23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5875019" y="3742944"/>
              <a:ext cx="146303" cy="144780"/>
            </a:xfrm>
            <a:prstGeom prst="rect">
              <a:avLst/>
            </a:prstGeom>
          </p:spPr>
        </p:pic>
        <p:sp>
          <p:nvSpPr>
            <p:cNvPr id="24" name="object 24"/>
            <p:cNvSpPr/>
            <p:nvPr/>
          </p:nvSpPr>
          <p:spPr>
            <a:xfrm>
              <a:off x="5701283" y="4346448"/>
              <a:ext cx="184150" cy="0"/>
            </a:xfrm>
            <a:custGeom>
              <a:avLst/>
              <a:gdLst/>
              <a:ahLst/>
              <a:cxnLst/>
              <a:rect l="l" t="t" r="r" b="b"/>
              <a:pathLst>
                <a:path w="184150">
                  <a:moveTo>
                    <a:pt x="183641" y="0"/>
                  </a:moveTo>
                  <a:lnTo>
                    <a:pt x="0" y="0"/>
                  </a:lnTo>
                </a:path>
              </a:pathLst>
            </a:custGeom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5" name="object 25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5875019" y="4274820"/>
              <a:ext cx="146303" cy="144780"/>
            </a:xfrm>
            <a:prstGeom prst="rect">
              <a:avLst/>
            </a:prstGeom>
          </p:spPr>
        </p:pic>
        <p:pic>
          <p:nvPicPr>
            <p:cNvPr id="26" name="object 26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6836663" y="3720084"/>
              <a:ext cx="199643" cy="199644"/>
            </a:xfrm>
            <a:prstGeom prst="rect">
              <a:avLst/>
            </a:prstGeom>
          </p:spPr>
        </p:pic>
        <p:pic>
          <p:nvPicPr>
            <p:cNvPr id="27" name="object 27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6836663" y="4244340"/>
              <a:ext cx="199643" cy="199644"/>
            </a:xfrm>
            <a:prstGeom prst="rect">
              <a:avLst/>
            </a:prstGeom>
          </p:spPr>
        </p:pic>
        <p:pic>
          <p:nvPicPr>
            <p:cNvPr id="28" name="object 28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6658355" y="3194304"/>
              <a:ext cx="327659" cy="146303"/>
            </a:xfrm>
            <a:prstGeom prst="rect">
              <a:avLst/>
            </a:prstGeom>
          </p:spPr>
        </p:pic>
        <p:pic>
          <p:nvPicPr>
            <p:cNvPr id="29" name="object 29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5198385" y="3214137"/>
              <a:ext cx="491468" cy="160760"/>
            </a:xfrm>
            <a:prstGeom prst="rect">
              <a:avLst/>
            </a:prstGeom>
          </p:spPr>
        </p:pic>
        <p:pic>
          <p:nvPicPr>
            <p:cNvPr id="30" name="object 30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5532187" y="3796425"/>
              <a:ext cx="153094" cy="122540"/>
            </a:xfrm>
            <a:prstGeom prst="rect">
              <a:avLst/>
            </a:prstGeom>
          </p:spPr>
        </p:pic>
        <p:pic>
          <p:nvPicPr>
            <p:cNvPr id="31" name="object 31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5527569" y="4329711"/>
              <a:ext cx="156188" cy="124178"/>
            </a:xfrm>
            <a:prstGeom prst="rect">
              <a:avLst/>
            </a:prstGeom>
          </p:spPr>
        </p:pic>
        <p:pic>
          <p:nvPicPr>
            <p:cNvPr id="32" name="object 32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6559382" y="3491620"/>
              <a:ext cx="200319" cy="127117"/>
            </a:xfrm>
            <a:prstGeom prst="rect">
              <a:avLst/>
            </a:prstGeom>
          </p:spPr>
        </p:pic>
        <p:pic>
          <p:nvPicPr>
            <p:cNvPr id="33" name="object 33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6516653" y="3679072"/>
              <a:ext cx="115032" cy="127117"/>
            </a:xfrm>
            <a:prstGeom prst="rect">
              <a:avLst/>
            </a:prstGeom>
          </p:spPr>
        </p:pic>
        <p:pic>
          <p:nvPicPr>
            <p:cNvPr id="34" name="object 34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6795515" y="3921252"/>
              <a:ext cx="119633" cy="133350"/>
            </a:xfrm>
            <a:prstGeom prst="rect">
              <a:avLst/>
            </a:prstGeom>
          </p:spPr>
        </p:pic>
        <p:pic>
          <p:nvPicPr>
            <p:cNvPr id="35" name="object 35"/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6797039" y="4101084"/>
              <a:ext cx="118109" cy="133350"/>
            </a:xfrm>
            <a:prstGeom prst="rect">
              <a:avLst/>
            </a:prstGeom>
          </p:spPr>
        </p:pic>
        <p:pic>
          <p:nvPicPr>
            <p:cNvPr id="36" name="object 36"/>
            <p:cNvPicPr/>
            <p:nvPr/>
          </p:nvPicPr>
          <p:blipFill>
            <a:blip r:embed="rId22" cstate="print"/>
            <a:stretch>
              <a:fillRect/>
            </a:stretch>
          </p:blipFill>
          <p:spPr>
            <a:xfrm>
              <a:off x="6455727" y="4177420"/>
              <a:ext cx="162242" cy="127117"/>
            </a:xfrm>
            <a:prstGeom prst="rect">
              <a:avLst/>
            </a:prstGeom>
          </p:spPr>
        </p:pic>
        <p:pic>
          <p:nvPicPr>
            <p:cNvPr id="37" name="object 37"/>
            <p:cNvPicPr/>
            <p:nvPr/>
          </p:nvPicPr>
          <p:blipFill>
            <a:blip r:embed="rId22" cstate="print"/>
            <a:stretch>
              <a:fillRect/>
            </a:stretch>
          </p:blipFill>
          <p:spPr>
            <a:xfrm>
              <a:off x="6544119" y="4390780"/>
              <a:ext cx="162242" cy="127117"/>
            </a:xfrm>
            <a:prstGeom prst="rect">
              <a:avLst/>
            </a:prstGeom>
          </p:spPr>
        </p:pic>
        <p:pic>
          <p:nvPicPr>
            <p:cNvPr id="38" name="object 38"/>
            <p:cNvPicPr/>
            <p:nvPr/>
          </p:nvPicPr>
          <p:blipFill>
            <a:blip r:embed="rId23" cstate="print"/>
            <a:stretch>
              <a:fillRect/>
            </a:stretch>
          </p:blipFill>
          <p:spPr>
            <a:xfrm>
              <a:off x="6577583" y="3209544"/>
              <a:ext cx="75436" cy="127253"/>
            </a:xfrm>
            <a:prstGeom prst="rect">
              <a:avLst/>
            </a:prstGeom>
          </p:spPr>
        </p:pic>
        <p:sp>
          <p:nvSpPr>
            <p:cNvPr id="39" name="object 39"/>
            <p:cNvSpPr/>
            <p:nvPr/>
          </p:nvSpPr>
          <p:spPr>
            <a:xfrm>
              <a:off x="6010655" y="3265932"/>
              <a:ext cx="835660" cy="1080135"/>
            </a:xfrm>
            <a:custGeom>
              <a:avLst/>
              <a:gdLst/>
              <a:ahLst/>
              <a:cxnLst/>
              <a:rect l="l" t="t" r="r" b="b"/>
              <a:pathLst>
                <a:path w="835659" h="1080135">
                  <a:moveTo>
                    <a:pt x="0" y="548639"/>
                  </a:moveTo>
                  <a:lnTo>
                    <a:pt x="835151" y="552576"/>
                  </a:lnTo>
                </a:path>
                <a:path w="835659" h="1080135">
                  <a:moveTo>
                    <a:pt x="0" y="0"/>
                  </a:moveTo>
                  <a:lnTo>
                    <a:pt x="835151" y="1077467"/>
                  </a:lnTo>
                </a:path>
                <a:path w="835659" h="1080135">
                  <a:moveTo>
                    <a:pt x="0" y="548639"/>
                  </a:moveTo>
                  <a:lnTo>
                    <a:pt x="835151" y="1077594"/>
                  </a:lnTo>
                </a:path>
                <a:path w="835659" h="1080135">
                  <a:moveTo>
                    <a:pt x="0" y="1080134"/>
                  </a:moveTo>
                  <a:lnTo>
                    <a:pt x="835151" y="1077467"/>
                  </a:lnTo>
                </a:path>
              </a:pathLst>
            </a:custGeom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0" name="object 40"/>
            <p:cNvPicPr/>
            <p:nvPr/>
          </p:nvPicPr>
          <p:blipFill>
            <a:blip r:embed="rId24" cstate="print"/>
            <a:stretch>
              <a:fillRect/>
            </a:stretch>
          </p:blipFill>
          <p:spPr>
            <a:xfrm>
              <a:off x="7650479" y="3720084"/>
              <a:ext cx="199644" cy="199644"/>
            </a:xfrm>
            <a:prstGeom prst="rect">
              <a:avLst/>
            </a:prstGeom>
          </p:spPr>
        </p:pic>
        <p:pic>
          <p:nvPicPr>
            <p:cNvPr id="41" name="object 41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7284749" y="3858904"/>
              <a:ext cx="115032" cy="127117"/>
            </a:xfrm>
            <a:prstGeom prst="rect">
              <a:avLst/>
            </a:prstGeom>
          </p:spPr>
        </p:pic>
        <p:sp>
          <p:nvSpPr>
            <p:cNvPr id="42" name="object 42"/>
            <p:cNvSpPr/>
            <p:nvPr/>
          </p:nvSpPr>
          <p:spPr>
            <a:xfrm>
              <a:off x="7025639" y="3819144"/>
              <a:ext cx="634365" cy="0"/>
            </a:xfrm>
            <a:custGeom>
              <a:avLst/>
              <a:gdLst/>
              <a:ahLst/>
              <a:cxnLst/>
              <a:rect l="l" t="t" r="r" b="b"/>
              <a:pathLst>
                <a:path w="634365">
                  <a:moveTo>
                    <a:pt x="0" y="0"/>
                  </a:moveTo>
                  <a:lnTo>
                    <a:pt x="633856" y="0"/>
                  </a:lnTo>
                </a:path>
              </a:pathLst>
            </a:custGeom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3" name="object 43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7440197" y="4093600"/>
              <a:ext cx="115032" cy="127117"/>
            </a:xfrm>
            <a:prstGeom prst="rect">
              <a:avLst/>
            </a:prstGeom>
          </p:spPr>
        </p:pic>
        <p:sp>
          <p:nvSpPr>
            <p:cNvPr id="44" name="object 44"/>
            <p:cNvSpPr/>
            <p:nvPr/>
          </p:nvSpPr>
          <p:spPr>
            <a:xfrm>
              <a:off x="7025639" y="3819144"/>
              <a:ext cx="634365" cy="525145"/>
            </a:xfrm>
            <a:custGeom>
              <a:avLst/>
              <a:gdLst/>
              <a:ahLst/>
              <a:cxnLst/>
              <a:rect l="l" t="t" r="r" b="b"/>
              <a:pathLst>
                <a:path w="634365" h="525145">
                  <a:moveTo>
                    <a:pt x="0" y="525017"/>
                  </a:moveTo>
                  <a:lnTo>
                    <a:pt x="633856" y="0"/>
                  </a:lnTo>
                </a:path>
              </a:pathLst>
            </a:custGeom>
            <a:ln w="1219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5" name="object 45"/>
            <p:cNvPicPr/>
            <p:nvPr/>
          </p:nvPicPr>
          <p:blipFill>
            <a:blip r:embed="rId22" cstate="print"/>
            <a:stretch>
              <a:fillRect/>
            </a:stretch>
          </p:blipFill>
          <p:spPr>
            <a:xfrm>
              <a:off x="7392987" y="3421516"/>
              <a:ext cx="162242" cy="127117"/>
            </a:xfrm>
            <a:prstGeom prst="rect">
              <a:avLst/>
            </a:prstGeom>
          </p:spPr>
        </p:pic>
        <p:sp>
          <p:nvSpPr>
            <p:cNvPr id="46" name="object 46"/>
            <p:cNvSpPr/>
            <p:nvPr/>
          </p:nvSpPr>
          <p:spPr>
            <a:xfrm>
              <a:off x="6975347" y="3265932"/>
              <a:ext cx="1036955" cy="553720"/>
            </a:xfrm>
            <a:custGeom>
              <a:avLst/>
              <a:gdLst/>
              <a:ahLst/>
              <a:cxnLst/>
              <a:rect l="l" t="t" r="r" b="b"/>
              <a:pathLst>
                <a:path w="1036954" h="553720">
                  <a:moveTo>
                    <a:pt x="0" y="0"/>
                  </a:moveTo>
                  <a:lnTo>
                    <a:pt x="685037" y="552449"/>
                  </a:lnTo>
                </a:path>
                <a:path w="1036954" h="553720">
                  <a:moveTo>
                    <a:pt x="864107" y="553211"/>
                  </a:moveTo>
                  <a:lnTo>
                    <a:pt x="1036574" y="553211"/>
                  </a:lnTo>
                </a:path>
              </a:pathLst>
            </a:custGeom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47" name="object 47"/>
          <p:cNvPicPr/>
          <p:nvPr/>
        </p:nvPicPr>
        <p:blipFill>
          <a:blip r:embed="rId25" cstate="print"/>
          <a:stretch>
            <a:fillRect/>
          </a:stretch>
        </p:blipFill>
        <p:spPr>
          <a:xfrm>
            <a:off x="6176771" y="2849879"/>
            <a:ext cx="805433" cy="188213"/>
          </a:xfrm>
          <a:prstGeom prst="rect">
            <a:avLst/>
          </a:prstGeom>
        </p:spPr>
      </p:pic>
      <p:pic>
        <p:nvPicPr>
          <p:cNvPr id="48" name="object 48"/>
          <p:cNvPicPr/>
          <p:nvPr/>
        </p:nvPicPr>
        <p:blipFill>
          <a:blip r:embed="rId26" cstate="print"/>
          <a:stretch>
            <a:fillRect/>
          </a:stretch>
        </p:blipFill>
        <p:spPr>
          <a:xfrm>
            <a:off x="2185416" y="4817364"/>
            <a:ext cx="1946909" cy="162306"/>
          </a:xfrm>
          <a:prstGeom prst="rect">
            <a:avLst/>
          </a:prstGeom>
        </p:spPr>
      </p:pic>
      <p:pic>
        <p:nvPicPr>
          <p:cNvPr id="49" name="object 49"/>
          <p:cNvPicPr/>
          <p:nvPr/>
        </p:nvPicPr>
        <p:blipFill>
          <a:blip r:embed="rId27" cstate="print"/>
          <a:stretch>
            <a:fillRect/>
          </a:stretch>
        </p:blipFill>
        <p:spPr>
          <a:xfrm>
            <a:off x="5116067" y="4811267"/>
            <a:ext cx="3045714" cy="162306"/>
          </a:xfrm>
          <a:prstGeom prst="rect">
            <a:avLst/>
          </a:prstGeom>
        </p:spPr>
      </p:pic>
      <p:sp>
        <p:nvSpPr>
          <p:cNvPr id="50" name="object 50"/>
          <p:cNvSpPr txBox="1"/>
          <p:nvPr/>
        </p:nvSpPr>
        <p:spPr>
          <a:xfrm>
            <a:off x="4224654" y="5253685"/>
            <a:ext cx="1365250" cy="444352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b="1" dirty="0">
                <a:latin typeface="Tahoma"/>
                <a:cs typeface="Tahoma"/>
              </a:rPr>
              <a:t>Multilayer Perceptron</a:t>
            </a:r>
            <a:endParaRPr sz="1400" dirty="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358924" y="6524434"/>
            <a:ext cx="83017" cy="90487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54151" y="6527292"/>
            <a:ext cx="1794510" cy="142494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862571" y="6521195"/>
            <a:ext cx="2327910" cy="118110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710183" y="1805939"/>
            <a:ext cx="8372094" cy="345186"/>
          </a:xfrm>
          <a:prstGeom prst="rect">
            <a:avLst/>
          </a:prstGeom>
        </p:spPr>
      </p:pic>
      <p:sp>
        <p:nvSpPr>
          <p:cNvPr id="6" name="object 6"/>
          <p:cNvSpPr/>
          <p:nvPr/>
        </p:nvSpPr>
        <p:spPr>
          <a:xfrm>
            <a:off x="559308" y="1440180"/>
            <a:ext cx="36830" cy="180340"/>
          </a:xfrm>
          <a:custGeom>
            <a:avLst/>
            <a:gdLst/>
            <a:ahLst/>
            <a:cxnLst/>
            <a:rect l="l" t="t" r="r" b="b"/>
            <a:pathLst>
              <a:path w="36829" h="180340">
                <a:moveTo>
                  <a:pt x="36576" y="0"/>
                </a:moveTo>
                <a:lnTo>
                  <a:pt x="0" y="0"/>
                </a:lnTo>
                <a:lnTo>
                  <a:pt x="0" y="179832"/>
                </a:lnTo>
                <a:lnTo>
                  <a:pt x="36576" y="179832"/>
                </a:lnTo>
                <a:lnTo>
                  <a:pt x="36576" y="0"/>
                </a:lnTo>
                <a:close/>
              </a:path>
            </a:pathLst>
          </a:custGeom>
          <a:solidFill>
            <a:srgbClr val="183DAF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7" name="object 7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719327" y="1464563"/>
            <a:ext cx="2283714" cy="174498"/>
          </a:xfrm>
          <a:prstGeom prst="rect">
            <a:avLst/>
          </a:prstGeom>
        </p:spPr>
      </p:pic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1.2.</a:t>
            </a:r>
            <a:r>
              <a:rPr spc="-40" dirty="0"/>
              <a:t> </a:t>
            </a:r>
            <a:r>
              <a:rPr dirty="0"/>
              <a:t>Understanding</a:t>
            </a:r>
            <a:r>
              <a:rPr spc="-30" dirty="0"/>
              <a:t> </a:t>
            </a:r>
            <a:r>
              <a:rPr dirty="0"/>
              <a:t>Multilayer</a:t>
            </a:r>
            <a:r>
              <a:rPr spc="-40" dirty="0"/>
              <a:t> </a:t>
            </a:r>
            <a:r>
              <a:rPr dirty="0"/>
              <a:t>Perceptron</a:t>
            </a:r>
            <a:r>
              <a:rPr spc="-20" dirty="0"/>
              <a:t> </a:t>
            </a:r>
            <a:r>
              <a:rPr dirty="0"/>
              <a:t>with</a:t>
            </a:r>
            <a:r>
              <a:rPr spc="-25" dirty="0"/>
              <a:t> </a:t>
            </a:r>
            <a:r>
              <a:rPr spc="-10" dirty="0"/>
              <a:t>Excel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8671941" y="463677"/>
            <a:ext cx="80962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dirty="0">
                <a:solidFill>
                  <a:srgbClr val="D9D9D9"/>
                </a:solidFill>
                <a:latin typeface="Ebrima"/>
                <a:cs typeface="Ebrima"/>
              </a:rPr>
              <a:t>UNIT</a:t>
            </a:r>
            <a:r>
              <a:rPr sz="1600" spc="400" dirty="0">
                <a:solidFill>
                  <a:srgbClr val="D9D9D9"/>
                </a:solidFill>
                <a:latin typeface="Ebrima"/>
                <a:cs typeface="Ebrima"/>
              </a:rPr>
              <a:t> </a:t>
            </a:r>
            <a:r>
              <a:rPr sz="1600" spc="-35" dirty="0">
                <a:solidFill>
                  <a:srgbClr val="D9D9D9"/>
                </a:solidFill>
                <a:latin typeface="Ebrima"/>
                <a:cs typeface="Ebrima"/>
              </a:rPr>
              <a:t>01</a:t>
            </a:r>
            <a:endParaRPr sz="1600">
              <a:latin typeface="Ebrima"/>
              <a:cs typeface="Ebrima"/>
            </a:endParaRPr>
          </a:p>
        </p:txBody>
      </p:sp>
      <p:pic>
        <p:nvPicPr>
          <p:cNvPr id="10" name="object 10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2523744" y="4302252"/>
            <a:ext cx="1131570" cy="150113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6480047" y="4302252"/>
            <a:ext cx="1003553" cy="162306"/>
          </a:xfrm>
          <a:prstGeom prst="rect">
            <a:avLst/>
          </a:prstGeom>
        </p:spPr>
      </p:pic>
      <p:sp>
        <p:nvSpPr>
          <p:cNvPr id="12" name="object 12"/>
          <p:cNvSpPr txBox="1"/>
          <p:nvPr/>
        </p:nvSpPr>
        <p:spPr>
          <a:xfrm>
            <a:off x="3656838" y="4764151"/>
            <a:ext cx="2585720" cy="44371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dirty="0">
                <a:latin typeface="Tahoma"/>
                <a:cs typeface="Tahoma"/>
              </a:rPr>
              <a:t>Activation function used in neural network</a:t>
            </a:r>
            <a:endParaRPr sz="1400" dirty="0">
              <a:latin typeface="Tahoma"/>
              <a:cs typeface="Tahoma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1534687" y="2525267"/>
            <a:ext cx="2894330" cy="1330960"/>
            <a:chOff x="1534687" y="2525267"/>
            <a:chExt cx="2894330" cy="1330960"/>
          </a:xfrm>
        </p:grpSpPr>
        <p:sp>
          <p:nvSpPr>
            <p:cNvPr id="14" name="object 14"/>
            <p:cNvSpPr/>
            <p:nvPr/>
          </p:nvSpPr>
          <p:spPr>
            <a:xfrm>
              <a:off x="1751075" y="2529839"/>
              <a:ext cx="2667000" cy="1321435"/>
            </a:xfrm>
            <a:custGeom>
              <a:avLst/>
              <a:gdLst/>
              <a:ahLst/>
              <a:cxnLst/>
              <a:rect l="l" t="t" r="r" b="b"/>
              <a:pathLst>
                <a:path w="2667000" h="1321435">
                  <a:moveTo>
                    <a:pt x="0" y="1321308"/>
                  </a:moveTo>
                  <a:lnTo>
                    <a:pt x="2667000" y="1321308"/>
                  </a:lnTo>
                  <a:lnTo>
                    <a:pt x="2667000" y="0"/>
                  </a:lnTo>
                  <a:lnTo>
                    <a:pt x="0" y="0"/>
                  </a:lnTo>
                  <a:lnTo>
                    <a:pt x="0" y="1321308"/>
                  </a:lnTo>
                  <a:close/>
                </a:path>
              </a:pathLst>
            </a:custGeom>
            <a:ln w="9144">
              <a:solidFill>
                <a:srgbClr val="7E7E7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1751075" y="2529839"/>
              <a:ext cx="2667000" cy="1320800"/>
            </a:xfrm>
            <a:custGeom>
              <a:avLst/>
              <a:gdLst/>
              <a:ahLst/>
              <a:cxnLst/>
              <a:rect l="l" t="t" r="r" b="b"/>
              <a:pathLst>
                <a:path w="2667000" h="1320800">
                  <a:moveTo>
                    <a:pt x="0" y="661415"/>
                  </a:moveTo>
                  <a:lnTo>
                    <a:pt x="33528" y="661415"/>
                  </a:lnTo>
                </a:path>
                <a:path w="2667000" h="1320800">
                  <a:moveTo>
                    <a:pt x="2628900" y="661415"/>
                  </a:moveTo>
                  <a:lnTo>
                    <a:pt x="2667000" y="661415"/>
                  </a:lnTo>
                </a:path>
                <a:path w="2667000" h="1320800">
                  <a:moveTo>
                    <a:pt x="0" y="77724"/>
                  </a:moveTo>
                  <a:lnTo>
                    <a:pt x="33528" y="77724"/>
                  </a:lnTo>
                </a:path>
                <a:path w="2667000" h="1320800">
                  <a:moveTo>
                    <a:pt x="2628900" y="77724"/>
                  </a:moveTo>
                  <a:lnTo>
                    <a:pt x="2667000" y="77724"/>
                  </a:lnTo>
                </a:path>
                <a:path w="2667000" h="1320800">
                  <a:moveTo>
                    <a:pt x="0" y="961644"/>
                  </a:moveTo>
                  <a:lnTo>
                    <a:pt x="33528" y="961644"/>
                  </a:lnTo>
                </a:path>
                <a:path w="2667000" h="1320800">
                  <a:moveTo>
                    <a:pt x="2628900" y="961644"/>
                  </a:moveTo>
                  <a:lnTo>
                    <a:pt x="2667000" y="961644"/>
                  </a:lnTo>
                </a:path>
                <a:path w="2667000" h="1320800">
                  <a:moveTo>
                    <a:pt x="0" y="381000"/>
                  </a:moveTo>
                  <a:lnTo>
                    <a:pt x="33528" y="381000"/>
                  </a:lnTo>
                </a:path>
                <a:path w="2667000" h="1320800">
                  <a:moveTo>
                    <a:pt x="2628900" y="381000"/>
                  </a:moveTo>
                  <a:lnTo>
                    <a:pt x="2667000" y="381000"/>
                  </a:lnTo>
                </a:path>
                <a:path w="2667000" h="1320800">
                  <a:moveTo>
                    <a:pt x="1333500" y="1287780"/>
                  </a:moveTo>
                  <a:lnTo>
                    <a:pt x="1333500" y="1320800"/>
                  </a:lnTo>
                </a:path>
                <a:path w="2667000" h="1320800">
                  <a:moveTo>
                    <a:pt x="1333500" y="0"/>
                  </a:moveTo>
                  <a:lnTo>
                    <a:pt x="1333500" y="39624"/>
                  </a:lnTo>
                </a:path>
                <a:path w="2667000" h="1320800">
                  <a:moveTo>
                    <a:pt x="880872" y="1287780"/>
                  </a:moveTo>
                  <a:lnTo>
                    <a:pt x="880872" y="1320800"/>
                  </a:lnTo>
                </a:path>
                <a:path w="2667000" h="1320800">
                  <a:moveTo>
                    <a:pt x="880872" y="0"/>
                  </a:moveTo>
                  <a:lnTo>
                    <a:pt x="880872" y="39624"/>
                  </a:lnTo>
                </a:path>
                <a:path w="2667000" h="1320800">
                  <a:moveTo>
                    <a:pt x="438912" y="1287780"/>
                  </a:moveTo>
                  <a:lnTo>
                    <a:pt x="438912" y="1320800"/>
                  </a:lnTo>
                </a:path>
                <a:path w="2667000" h="1320800">
                  <a:moveTo>
                    <a:pt x="438912" y="0"/>
                  </a:moveTo>
                  <a:lnTo>
                    <a:pt x="438912" y="39624"/>
                  </a:lnTo>
                </a:path>
                <a:path w="2667000" h="1320800">
                  <a:moveTo>
                    <a:pt x="2228088" y="1287780"/>
                  </a:moveTo>
                  <a:lnTo>
                    <a:pt x="2228088" y="1320800"/>
                  </a:lnTo>
                </a:path>
                <a:path w="2667000" h="1320800">
                  <a:moveTo>
                    <a:pt x="2228088" y="0"/>
                  </a:moveTo>
                  <a:lnTo>
                    <a:pt x="2228088" y="39624"/>
                  </a:lnTo>
                </a:path>
                <a:path w="2667000" h="1320800">
                  <a:moveTo>
                    <a:pt x="1780032" y="1287780"/>
                  </a:moveTo>
                  <a:lnTo>
                    <a:pt x="1780032" y="1320800"/>
                  </a:lnTo>
                </a:path>
                <a:path w="2667000" h="1320800">
                  <a:moveTo>
                    <a:pt x="1780032" y="0"/>
                  </a:moveTo>
                  <a:lnTo>
                    <a:pt x="1780032" y="39624"/>
                  </a:lnTo>
                </a:path>
                <a:path w="2667000" h="1320800">
                  <a:moveTo>
                    <a:pt x="0" y="1234440"/>
                  </a:moveTo>
                  <a:lnTo>
                    <a:pt x="33528" y="1234440"/>
                  </a:lnTo>
                </a:path>
                <a:path w="2667000" h="1320800">
                  <a:moveTo>
                    <a:pt x="2628900" y="1234440"/>
                  </a:moveTo>
                  <a:lnTo>
                    <a:pt x="2667000" y="1234440"/>
                  </a:lnTo>
                </a:path>
              </a:pathLst>
            </a:custGeom>
            <a:ln w="9144">
              <a:solidFill>
                <a:srgbClr val="7E7E7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6" name="object 16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1695259" y="2560478"/>
              <a:ext cx="15430" cy="108807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1578942" y="2868198"/>
              <a:ext cx="130223" cy="110459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1534687" y="3435254"/>
              <a:ext cx="174478" cy="108807"/>
            </a:xfrm>
            <a:prstGeom prst="rect">
              <a:avLst/>
            </a:prstGeom>
          </p:spPr>
        </p:pic>
        <p:pic>
          <p:nvPicPr>
            <p:cNvPr id="19" name="object 19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1653715" y="3711098"/>
              <a:ext cx="56974" cy="108807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1664588" y="3144170"/>
              <a:ext cx="44577" cy="108807"/>
            </a:xfrm>
            <a:prstGeom prst="rect">
              <a:avLst/>
            </a:prstGeom>
          </p:spPr>
        </p:pic>
        <p:sp>
          <p:nvSpPr>
            <p:cNvPr id="21" name="object 21"/>
            <p:cNvSpPr/>
            <p:nvPr/>
          </p:nvSpPr>
          <p:spPr>
            <a:xfrm>
              <a:off x="1784603" y="2569463"/>
              <a:ext cx="2595880" cy="1248410"/>
            </a:xfrm>
            <a:custGeom>
              <a:avLst/>
              <a:gdLst/>
              <a:ahLst/>
              <a:cxnLst/>
              <a:rect l="l" t="t" r="r" b="b"/>
              <a:pathLst>
                <a:path w="2595879" h="1248410">
                  <a:moveTo>
                    <a:pt x="2595372" y="0"/>
                  </a:moveTo>
                  <a:lnTo>
                    <a:pt x="0" y="0"/>
                  </a:lnTo>
                  <a:lnTo>
                    <a:pt x="0" y="1248156"/>
                  </a:lnTo>
                  <a:lnTo>
                    <a:pt x="2595372" y="1248156"/>
                  </a:lnTo>
                  <a:lnTo>
                    <a:pt x="259537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1751837" y="2611373"/>
              <a:ext cx="2667000" cy="1160780"/>
            </a:xfrm>
            <a:custGeom>
              <a:avLst/>
              <a:gdLst/>
              <a:ahLst/>
              <a:cxnLst/>
              <a:rect l="l" t="t" r="r" b="b"/>
              <a:pathLst>
                <a:path w="2667000" h="1160779">
                  <a:moveTo>
                    <a:pt x="0" y="580643"/>
                  </a:moveTo>
                  <a:lnTo>
                    <a:pt x="2667000" y="580643"/>
                  </a:lnTo>
                </a:path>
                <a:path w="2667000" h="1160779">
                  <a:moveTo>
                    <a:pt x="1327404" y="0"/>
                  </a:moveTo>
                  <a:lnTo>
                    <a:pt x="1327404" y="1160526"/>
                  </a:lnTo>
                </a:path>
              </a:pathLst>
            </a:custGeom>
            <a:ln w="289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1751837" y="2608325"/>
              <a:ext cx="2667000" cy="1156970"/>
            </a:xfrm>
            <a:custGeom>
              <a:avLst/>
              <a:gdLst/>
              <a:ahLst/>
              <a:cxnLst/>
              <a:rect l="l" t="t" r="r" b="b"/>
              <a:pathLst>
                <a:path w="2667000" h="1156970">
                  <a:moveTo>
                    <a:pt x="0" y="1156716"/>
                  </a:moveTo>
                  <a:lnTo>
                    <a:pt x="1333500" y="1156716"/>
                  </a:lnTo>
                  <a:lnTo>
                    <a:pt x="1333500" y="0"/>
                  </a:lnTo>
                  <a:lnTo>
                    <a:pt x="2667000" y="0"/>
                  </a:lnTo>
                </a:path>
              </a:pathLst>
            </a:custGeom>
            <a:ln w="19811">
              <a:solidFill>
                <a:srgbClr val="13299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24" name="object 24"/>
          <p:cNvPicPr/>
          <p:nvPr/>
        </p:nvPicPr>
        <p:blipFill>
          <a:blip r:embed="rId14" cstate="print"/>
          <a:stretch>
            <a:fillRect/>
          </a:stretch>
        </p:blipFill>
        <p:spPr>
          <a:xfrm>
            <a:off x="1702346" y="3950238"/>
            <a:ext cx="87591" cy="110459"/>
          </a:xfrm>
          <a:prstGeom prst="rect">
            <a:avLst/>
          </a:prstGeom>
        </p:spPr>
      </p:pic>
      <p:pic>
        <p:nvPicPr>
          <p:cNvPr id="25" name="object 25"/>
          <p:cNvPicPr/>
          <p:nvPr/>
        </p:nvPicPr>
        <p:blipFill>
          <a:blip r:embed="rId15" cstate="print"/>
          <a:stretch>
            <a:fillRect/>
          </a:stretch>
        </p:blipFill>
        <p:spPr>
          <a:xfrm>
            <a:off x="2151926" y="3950238"/>
            <a:ext cx="87591" cy="110459"/>
          </a:xfrm>
          <a:prstGeom prst="rect">
            <a:avLst/>
          </a:prstGeom>
        </p:spPr>
      </p:pic>
      <p:pic>
        <p:nvPicPr>
          <p:cNvPr id="26" name="object 26"/>
          <p:cNvPicPr/>
          <p:nvPr/>
        </p:nvPicPr>
        <p:blipFill>
          <a:blip r:embed="rId16" cstate="print"/>
          <a:stretch>
            <a:fillRect/>
          </a:stretch>
        </p:blipFill>
        <p:spPr>
          <a:xfrm>
            <a:off x="2592524" y="3950238"/>
            <a:ext cx="85905" cy="110459"/>
          </a:xfrm>
          <a:prstGeom prst="rect">
            <a:avLst/>
          </a:prstGeom>
        </p:spPr>
      </p:pic>
      <p:pic>
        <p:nvPicPr>
          <p:cNvPr id="27" name="object 27"/>
          <p:cNvPicPr/>
          <p:nvPr/>
        </p:nvPicPr>
        <p:blipFill>
          <a:blip r:embed="rId17" cstate="print"/>
          <a:stretch>
            <a:fillRect/>
          </a:stretch>
        </p:blipFill>
        <p:spPr>
          <a:xfrm>
            <a:off x="3060261" y="3950238"/>
            <a:ext cx="46412" cy="110459"/>
          </a:xfrm>
          <a:prstGeom prst="rect">
            <a:avLst/>
          </a:prstGeom>
        </p:spPr>
      </p:pic>
      <p:pic>
        <p:nvPicPr>
          <p:cNvPr id="28" name="object 28"/>
          <p:cNvPicPr/>
          <p:nvPr/>
        </p:nvPicPr>
        <p:blipFill>
          <a:blip r:embed="rId18" cstate="print"/>
          <a:stretch>
            <a:fillRect/>
          </a:stretch>
        </p:blipFill>
        <p:spPr>
          <a:xfrm>
            <a:off x="3507104" y="3950238"/>
            <a:ext cx="44576" cy="110459"/>
          </a:xfrm>
          <a:prstGeom prst="rect">
            <a:avLst/>
          </a:prstGeom>
        </p:spPr>
      </p:pic>
      <p:pic>
        <p:nvPicPr>
          <p:cNvPr id="29" name="object 29"/>
          <p:cNvPicPr/>
          <p:nvPr/>
        </p:nvPicPr>
        <p:blipFill>
          <a:blip r:embed="rId19" cstate="print"/>
          <a:stretch>
            <a:fillRect/>
          </a:stretch>
        </p:blipFill>
        <p:spPr>
          <a:xfrm>
            <a:off x="3948747" y="3950238"/>
            <a:ext cx="50990" cy="110459"/>
          </a:xfrm>
          <a:prstGeom prst="rect">
            <a:avLst/>
          </a:prstGeom>
        </p:spPr>
      </p:pic>
      <p:pic>
        <p:nvPicPr>
          <p:cNvPr id="30" name="object 30"/>
          <p:cNvPicPr/>
          <p:nvPr/>
        </p:nvPicPr>
        <p:blipFill>
          <a:blip r:embed="rId20" cstate="print"/>
          <a:stretch>
            <a:fillRect/>
          </a:stretch>
        </p:blipFill>
        <p:spPr>
          <a:xfrm>
            <a:off x="4397121" y="3950238"/>
            <a:ext cx="44576" cy="110459"/>
          </a:xfrm>
          <a:prstGeom prst="rect">
            <a:avLst/>
          </a:prstGeom>
        </p:spPr>
      </p:pic>
      <p:grpSp>
        <p:nvGrpSpPr>
          <p:cNvPr id="31" name="object 31"/>
          <p:cNvGrpSpPr/>
          <p:nvPr/>
        </p:nvGrpSpPr>
        <p:grpSpPr>
          <a:xfrm>
            <a:off x="5430031" y="2525267"/>
            <a:ext cx="2887980" cy="1330960"/>
            <a:chOff x="5430031" y="2525267"/>
            <a:chExt cx="2887980" cy="1330960"/>
          </a:xfrm>
        </p:grpSpPr>
        <p:sp>
          <p:nvSpPr>
            <p:cNvPr id="32" name="object 32"/>
            <p:cNvSpPr/>
            <p:nvPr/>
          </p:nvSpPr>
          <p:spPr>
            <a:xfrm>
              <a:off x="5646419" y="2529839"/>
              <a:ext cx="2667000" cy="1321435"/>
            </a:xfrm>
            <a:custGeom>
              <a:avLst/>
              <a:gdLst/>
              <a:ahLst/>
              <a:cxnLst/>
              <a:rect l="l" t="t" r="r" b="b"/>
              <a:pathLst>
                <a:path w="2667000" h="1321435">
                  <a:moveTo>
                    <a:pt x="0" y="1321308"/>
                  </a:moveTo>
                  <a:lnTo>
                    <a:pt x="2667000" y="1321308"/>
                  </a:lnTo>
                  <a:lnTo>
                    <a:pt x="2667000" y="0"/>
                  </a:lnTo>
                  <a:lnTo>
                    <a:pt x="0" y="0"/>
                  </a:lnTo>
                  <a:lnTo>
                    <a:pt x="0" y="1321308"/>
                  </a:lnTo>
                  <a:close/>
                </a:path>
              </a:pathLst>
            </a:custGeom>
            <a:ln w="9144">
              <a:solidFill>
                <a:srgbClr val="7E7E7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5646419" y="2529839"/>
              <a:ext cx="2667000" cy="1320800"/>
            </a:xfrm>
            <a:custGeom>
              <a:avLst/>
              <a:gdLst/>
              <a:ahLst/>
              <a:cxnLst/>
              <a:rect l="l" t="t" r="r" b="b"/>
              <a:pathLst>
                <a:path w="2667000" h="1320800">
                  <a:moveTo>
                    <a:pt x="0" y="661415"/>
                  </a:moveTo>
                  <a:lnTo>
                    <a:pt x="33527" y="661415"/>
                  </a:lnTo>
                </a:path>
                <a:path w="2667000" h="1320800">
                  <a:moveTo>
                    <a:pt x="2628900" y="661415"/>
                  </a:moveTo>
                  <a:lnTo>
                    <a:pt x="2667000" y="661415"/>
                  </a:lnTo>
                </a:path>
                <a:path w="2667000" h="1320800">
                  <a:moveTo>
                    <a:pt x="0" y="77724"/>
                  </a:moveTo>
                  <a:lnTo>
                    <a:pt x="33527" y="77724"/>
                  </a:lnTo>
                </a:path>
                <a:path w="2667000" h="1320800">
                  <a:moveTo>
                    <a:pt x="2628900" y="77724"/>
                  </a:moveTo>
                  <a:lnTo>
                    <a:pt x="2667000" y="77724"/>
                  </a:lnTo>
                </a:path>
                <a:path w="2667000" h="1320800">
                  <a:moveTo>
                    <a:pt x="0" y="961644"/>
                  </a:moveTo>
                  <a:lnTo>
                    <a:pt x="33527" y="961644"/>
                  </a:lnTo>
                </a:path>
                <a:path w="2667000" h="1320800">
                  <a:moveTo>
                    <a:pt x="2628900" y="961644"/>
                  </a:moveTo>
                  <a:lnTo>
                    <a:pt x="2667000" y="961644"/>
                  </a:lnTo>
                </a:path>
                <a:path w="2667000" h="1320800">
                  <a:moveTo>
                    <a:pt x="0" y="381000"/>
                  </a:moveTo>
                  <a:lnTo>
                    <a:pt x="33527" y="381000"/>
                  </a:lnTo>
                </a:path>
                <a:path w="2667000" h="1320800">
                  <a:moveTo>
                    <a:pt x="2628900" y="381000"/>
                  </a:moveTo>
                  <a:lnTo>
                    <a:pt x="2667000" y="381000"/>
                  </a:lnTo>
                </a:path>
                <a:path w="2667000" h="1320800">
                  <a:moveTo>
                    <a:pt x="1333500" y="1287780"/>
                  </a:moveTo>
                  <a:lnTo>
                    <a:pt x="1333500" y="1320800"/>
                  </a:lnTo>
                </a:path>
                <a:path w="2667000" h="1320800">
                  <a:moveTo>
                    <a:pt x="1333500" y="0"/>
                  </a:moveTo>
                  <a:lnTo>
                    <a:pt x="1333500" y="39624"/>
                  </a:lnTo>
                </a:path>
                <a:path w="2667000" h="1320800">
                  <a:moveTo>
                    <a:pt x="880872" y="1287780"/>
                  </a:moveTo>
                  <a:lnTo>
                    <a:pt x="880872" y="1320800"/>
                  </a:lnTo>
                </a:path>
                <a:path w="2667000" h="1320800">
                  <a:moveTo>
                    <a:pt x="880872" y="0"/>
                  </a:moveTo>
                  <a:lnTo>
                    <a:pt x="880872" y="39624"/>
                  </a:lnTo>
                </a:path>
                <a:path w="2667000" h="1320800">
                  <a:moveTo>
                    <a:pt x="438912" y="1287780"/>
                  </a:moveTo>
                  <a:lnTo>
                    <a:pt x="438912" y="1320800"/>
                  </a:lnTo>
                </a:path>
                <a:path w="2667000" h="1320800">
                  <a:moveTo>
                    <a:pt x="438912" y="0"/>
                  </a:moveTo>
                  <a:lnTo>
                    <a:pt x="438912" y="39624"/>
                  </a:lnTo>
                </a:path>
                <a:path w="2667000" h="1320800">
                  <a:moveTo>
                    <a:pt x="2228087" y="1287780"/>
                  </a:moveTo>
                  <a:lnTo>
                    <a:pt x="2228087" y="1320800"/>
                  </a:lnTo>
                </a:path>
                <a:path w="2667000" h="1320800">
                  <a:moveTo>
                    <a:pt x="2228087" y="0"/>
                  </a:moveTo>
                  <a:lnTo>
                    <a:pt x="2228087" y="39624"/>
                  </a:lnTo>
                </a:path>
                <a:path w="2667000" h="1320800">
                  <a:moveTo>
                    <a:pt x="1780031" y="1287780"/>
                  </a:moveTo>
                  <a:lnTo>
                    <a:pt x="1780031" y="1320800"/>
                  </a:lnTo>
                </a:path>
                <a:path w="2667000" h="1320800">
                  <a:moveTo>
                    <a:pt x="1780031" y="0"/>
                  </a:moveTo>
                  <a:lnTo>
                    <a:pt x="1780031" y="39624"/>
                  </a:lnTo>
                </a:path>
                <a:path w="2667000" h="1320800">
                  <a:moveTo>
                    <a:pt x="0" y="1234440"/>
                  </a:moveTo>
                  <a:lnTo>
                    <a:pt x="33527" y="1234440"/>
                  </a:lnTo>
                </a:path>
                <a:path w="2667000" h="1320800">
                  <a:moveTo>
                    <a:pt x="2628900" y="1234440"/>
                  </a:moveTo>
                  <a:lnTo>
                    <a:pt x="2667000" y="1234440"/>
                  </a:lnTo>
                </a:path>
              </a:pathLst>
            </a:custGeom>
            <a:ln w="9144">
              <a:solidFill>
                <a:srgbClr val="7E7E7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4" name="object 34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5590603" y="2560478"/>
              <a:ext cx="15430" cy="108807"/>
            </a:xfrm>
            <a:prstGeom prst="rect">
              <a:avLst/>
            </a:prstGeom>
          </p:spPr>
        </p:pic>
        <p:pic>
          <p:nvPicPr>
            <p:cNvPr id="35" name="object 35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5474286" y="2868198"/>
              <a:ext cx="130223" cy="110459"/>
            </a:xfrm>
            <a:prstGeom prst="rect">
              <a:avLst/>
            </a:prstGeom>
          </p:spPr>
        </p:pic>
        <p:pic>
          <p:nvPicPr>
            <p:cNvPr id="36" name="object 36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5430031" y="3435254"/>
              <a:ext cx="174478" cy="108807"/>
            </a:xfrm>
            <a:prstGeom prst="rect">
              <a:avLst/>
            </a:prstGeom>
          </p:spPr>
        </p:pic>
        <p:pic>
          <p:nvPicPr>
            <p:cNvPr id="37" name="object 37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5549059" y="3711098"/>
              <a:ext cx="56974" cy="108807"/>
            </a:xfrm>
            <a:prstGeom prst="rect">
              <a:avLst/>
            </a:prstGeom>
          </p:spPr>
        </p:pic>
        <p:pic>
          <p:nvPicPr>
            <p:cNvPr id="38" name="object 38"/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5559621" y="3144170"/>
              <a:ext cx="46412" cy="108807"/>
            </a:xfrm>
            <a:prstGeom prst="rect">
              <a:avLst/>
            </a:prstGeom>
          </p:spPr>
        </p:pic>
        <p:sp>
          <p:nvSpPr>
            <p:cNvPr id="39" name="object 39"/>
            <p:cNvSpPr/>
            <p:nvPr/>
          </p:nvSpPr>
          <p:spPr>
            <a:xfrm>
              <a:off x="5679947" y="2569463"/>
              <a:ext cx="2595880" cy="1248410"/>
            </a:xfrm>
            <a:custGeom>
              <a:avLst/>
              <a:gdLst/>
              <a:ahLst/>
              <a:cxnLst/>
              <a:rect l="l" t="t" r="r" b="b"/>
              <a:pathLst>
                <a:path w="2595879" h="1248410">
                  <a:moveTo>
                    <a:pt x="2595372" y="0"/>
                  </a:moveTo>
                  <a:lnTo>
                    <a:pt x="0" y="0"/>
                  </a:lnTo>
                  <a:lnTo>
                    <a:pt x="0" y="1248156"/>
                  </a:lnTo>
                  <a:lnTo>
                    <a:pt x="2595372" y="1248156"/>
                  </a:lnTo>
                  <a:lnTo>
                    <a:pt x="259537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5647181" y="2611373"/>
              <a:ext cx="2667000" cy="1160780"/>
            </a:xfrm>
            <a:custGeom>
              <a:avLst/>
              <a:gdLst/>
              <a:ahLst/>
              <a:cxnLst/>
              <a:rect l="l" t="t" r="r" b="b"/>
              <a:pathLst>
                <a:path w="2667000" h="1160779">
                  <a:moveTo>
                    <a:pt x="0" y="580643"/>
                  </a:moveTo>
                  <a:lnTo>
                    <a:pt x="2666999" y="580643"/>
                  </a:lnTo>
                </a:path>
                <a:path w="2667000" h="1160779">
                  <a:moveTo>
                    <a:pt x="1327403" y="0"/>
                  </a:moveTo>
                  <a:lnTo>
                    <a:pt x="1327403" y="1160526"/>
                  </a:lnTo>
                </a:path>
              </a:pathLst>
            </a:custGeom>
            <a:ln w="289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5648705" y="2617461"/>
              <a:ext cx="2659380" cy="573405"/>
            </a:xfrm>
            <a:custGeom>
              <a:avLst/>
              <a:gdLst/>
              <a:ahLst/>
              <a:cxnLst/>
              <a:rect l="l" t="t" r="r" b="b"/>
              <a:pathLst>
                <a:path w="2659379" h="573405">
                  <a:moveTo>
                    <a:pt x="0" y="573032"/>
                  </a:moveTo>
                  <a:lnTo>
                    <a:pt x="55030" y="572923"/>
                  </a:lnTo>
                  <a:lnTo>
                    <a:pt x="109917" y="572745"/>
                  </a:lnTo>
                  <a:lnTo>
                    <a:pt x="164516" y="572434"/>
                  </a:lnTo>
                  <a:lnTo>
                    <a:pt x="218684" y="571926"/>
                  </a:lnTo>
                  <a:lnTo>
                    <a:pt x="272277" y="571157"/>
                  </a:lnTo>
                  <a:lnTo>
                    <a:pt x="325151" y="570063"/>
                  </a:lnTo>
                  <a:lnTo>
                    <a:pt x="377163" y="568580"/>
                  </a:lnTo>
                  <a:lnTo>
                    <a:pt x="428168" y="566644"/>
                  </a:lnTo>
                  <a:lnTo>
                    <a:pt x="478024" y="564191"/>
                  </a:lnTo>
                  <a:lnTo>
                    <a:pt x="526585" y="561158"/>
                  </a:lnTo>
                  <a:lnTo>
                    <a:pt x="573709" y="557480"/>
                  </a:lnTo>
                  <a:lnTo>
                    <a:pt x="619252" y="553093"/>
                  </a:lnTo>
                  <a:lnTo>
                    <a:pt x="677250" y="546746"/>
                  </a:lnTo>
                  <a:lnTo>
                    <a:pt x="732392" y="540172"/>
                  </a:lnTo>
                  <a:lnTo>
                    <a:pt x="785085" y="533022"/>
                  </a:lnTo>
                  <a:lnTo>
                    <a:pt x="835737" y="524947"/>
                  </a:lnTo>
                  <a:lnTo>
                    <a:pt x="884755" y="515598"/>
                  </a:lnTo>
                  <a:lnTo>
                    <a:pt x="932546" y="504626"/>
                  </a:lnTo>
                  <a:lnTo>
                    <a:pt x="979520" y="491681"/>
                  </a:lnTo>
                  <a:lnTo>
                    <a:pt x="1026082" y="476415"/>
                  </a:lnTo>
                  <a:lnTo>
                    <a:pt x="1072642" y="458478"/>
                  </a:lnTo>
                  <a:lnTo>
                    <a:pt x="1118102" y="436768"/>
                  </a:lnTo>
                  <a:lnTo>
                    <a:pt x="1161508" y="411087"/>
                  </a:lnTo>
                  <a:lnTo>
                    <a:pt x="1203475" y="382438"/>
                  </a:lnTo>
                  <a:lnTo>
                    <a:pt x="1244621" y="351826"/>
                  </a:lnTo>
                  <a:lnTo>
                    <a:pt x="1285562" y="320255"/>
                  </a:lnTo>
                  <a:lnTo>
                    <a:pt x="1326914" y="288730"/>
                  </a:lnTo>
                  <a:lnTo>
                    <a:pt x="1369296" y="258256"/>
                  </a:lnTo>
                  <a:lnTo>
                    <a:pt x="1413322" y="229837"/>
                  </a:lnTo>
                  <a:lnTo>
                    <a:pt x="1459611" y="204478"/>
                  </a:lnTo>
                  <a:lnTo>
                    <a:pt x="1503581" y="183474"/>
                  </a:lnTo>
                  <a:lnTo>
                    <a:pt x="1549457" y="162937"/>
                  </a:lnTo>
                  <a:lnTo>
                    <a:pt x="1596777" y="143032"/>
                  </a:lnTo>
                  <a:lnTo>
                    <a:pt x="1645077" y="123921"/>
                  </a:lnTo>
                  <a:lnTo>
                    <a:pt x="1693894" y="105767"/>
                  </a:lnTo>
                  <a:lnTo>
                    <a:pt x="1742764" y="88733"/>
                  </a:lnTo>
                  <a:lnTo>
                    <a:pt x="1791224" y="72982"/>
                  </a:lnTo>
                  <a:lnTo>
                    <a:pt x="1838810" y="58678"/>
                  </a:lnTo>
                  <a:lnTo>
                    <a:pt x="1885060" y="45982"/>
                  </a:lnTo>
                  <a:lnTo>
                    <a:pt x="1929511" y="35060"/>
                  </a:lnTo>
                  <a:lnTo>
                    <a:pt x="1983196" y="24500"/>
                  </a:lnTo>
                  <a:lnTo>
                    <a:pt x="2035690" y="17234"/>
                  </a:lnTo>
                  <a:lnTo>
                    <a:pt x="2087030" y="12590"/>
                  </a:lnTo>
                  <a:lnTo>
                    <a:pt x="2137251" y="9898"/>
                  </a:lnTo>
                  <a:lnTo>
                    <a:pt x="2186388" y="8485"/>
                  </a:lnTo>
                  <a:lnTo>
                    <a:pt x="2234477" y="7681"/>
                  </a:lnTo>
                  <a:lnTo>
                    <a:pt x="2281555" y="6815"/>
                  </a:lnTo>
                  <a:lnTo>
                    <a:pt x="2327655" y="5215"/>
                  </a:lnTo>
                  <a:lnTo>
                    <a:pt x="2378828" y="3074"/>
                  </a:lnTo>
                  <a:lnTo>
                    <a:pt x="2428254" y="1589"/>
                  </a:lnTo>
                  <a:lnTo>
                    <a:pt x="2476226" y="653"/>
                  </a:lnTo>
                  <a:lnTo>
                    <a:pt x="2523033" y="158"/>
                  </a:lnTo>
                  <a:lnTo>
                    <a:pt x="2568967" y="0"/>
                  </a:lnTo>
                  <a:lnTo>
                    <a:pt x="2614319" y="69"/>
                  </a:lnTo>
                  <a:lnTo>
                    <a:pt x="2659379" y="262"/>
                  </a:lnTo>
                </a:path>
              </a:pathLst>
            </a:custGeom>
            <a:ln w="19812">
              <a:solidFill>
                <a:srgbClr val="13299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42" name="object 42"/>
          <p:cNvPicPr/>
          <p:nvPr/>
        </p:nvPicPr>
        <p:blipFill>
          <a:blip r:embed="rId14" cstate="print"/>
          <a:stretch>
            <a:fillRect/>
          </a:stretch>
        </p:blipFill>
        <p:spPr>
          <a:xfrm>
            <a:off x="5597690" y="3950238"/>
            <a:ext cx="87591" cy="110459"/>
          </a:xfrm>
          <a:prstGeom prst="rect">
            <a:avLst/>
          </a:prstGeom>
        </p:spPr>
      </p:pic>
      <p:pic>
        <p:nvPicPr>
          <p:cNvPr id="43" name="object 43"/>
          <p:cNvPicPr/>
          <p:nvPr/>
        </p:nvPicPr>
        <p:blipFill>
          <a:blip r:embed="rId15" cstate="print"/>
          <a:stretch>
            <a:fillRect/>
          </a:stretch>
        </p:blipFill>
        <p:spPr>
          <a:xfrm>
            <a:off x="6047270" y="3950238"/>
            <a:ext cx="87591" cy="110459"/>
          </a:xfrm>
          <a:prstGeom prst="rect">
            <a:avLst/>
          </a:prstGeom>
        </p:spPr>
      </p:pic>
      <p:pic>
        <p:nvPicPr>
          <p:cNvPr id="44" name="object 44"/>
          <p:cNvPicPr/>
          <p:nvPr/>
        </p:nvPicPr>
        <p:blipFill>
          <a:blip r:embed="rId22" cstate="print"/>
          <a:stretch>
            <a:fillRect/>
          </a:stretch>
        </p:blipFill>
        <p:spPr>
          <a:xfrm>
            <a:off x="6489312" y="3950238"/>
            <a:ext cx="84461" cy="110459"/>
          </a:xfrm>
          <a:prstGeom prst="rect">
            <a:avLst/>
          </a:prstGeom>
        </p:spPr>
      </p:pic>
      <p:pic>
        <p:nvPicPr>
          <p:cNvPr id="45" name="object 45"/>
          <p:cNvPicPr/>
          <p:nvPr/>
        </p:nvPicPr>
        <p:blipFill>
          <a:blip r:embed="rId17" cstate="print"/>
          <a:stretch>
            <a:fillRect/>
          </a:stretch>
        </p:blipFill>
        <p:spPr>
          <a:xfrm>
            <a:off x="6955604" y="3950238"/>
            <a:ext cx="46412" cy="110459"/>
          </a:xfrm>
          <a:prstGeom prst="rect">
            <a:avLst/>
          </a:prstGeom>
        </p:spPr>
      </p:pic>
      <p:pic>
        <p:nvPicPr>
          <p:cNvPr id="46" name="object 46"/>
          <p:cNvPicPr/>
          <p:nvPr/>
        </p:nvPicPr>
        <p:blipFill>
          <a:blip r:embed="rId18" cstate="print"/>
          <a:stretch>
            <a:fillRect/>
          </a:stretch>
        </p:blipFill>
        <p:spPr>
          <a:xfrm>
            <a:off x="7402448" y="3950238"/>
            <a:ext cx="44576" cy="110459"/>
          </a:xfrm>
          <a:prstGeom prst="rect">
            <a:avLst/>
          </a:prstGeom>
        </p:spPr>
      </p:pic>
      <p:pic>
        <p:nvPicPr>
          <p:cNvPr id="47" name="object 47"/>
          <p:cNvPicPr/>
          <p:nvPr/>
        </p:nvPicPr>
        <p:blipFill>
          <a:blip r:embed="rId19" cstate="print"/>
          <a:stretch>
            <a:fillRect/>
          </a:stretch>
        </p:blipFill>
        <p:spPr>
          <a:xfrm>
            <a:off x="7844091" y="3950238"/>
            <a:ext cx="50989" cy="110459"/>
          </a:xfrm>
          <a:prstGeom prst="rect">
            <a:avLst/>
          </a:prstGeom>
        </p:spPr>
      </p:pic>
      <p:pic>
        <p:nvPicPr>
          <p:cNvPr id="48" name="object 48"/>
          <p:cNvPicPr/>
          <p:nvPr/>
        </p:nvPicPr>
        <p:blipFill>
          <a:blip r:embed="rId23" cstate="print"/>
          <a:stretch>
            <a:fillRect/>
          </a:stretch>
        </p:blipFill>
        <p:spPr>
          <a:xfrm>
            <a:off x="8293836" y="3950238"/>
            <a:ext cx="43205" cy="110459"/>
          </a:xfrm>
          <a:prstGeom prst="rect">
            <a:avLst/>
          </a:prstGeom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902951" cy="2997319"/>
          </a:xfrm>
          <a:prstGeom prst="rect">
            <a:avLst/>
          </a:prstGeom>
        </p:spPr>
      </p:pic>
      <p:sp>
        <p:nvSpPr>
          <p:cNvPr id="3" name="object 3"/>
          <p:cNvSpPr/>
          <p:nvPr/>
        </p:nvSpPr>
        <p:spPr>
          <a:xfrm>
            <a:off x="449580" y="6425184"/>
            <a:ext cx="9001125" cy="0"/>
          </a:xfrm>
          <a:custGeom>
            <a:avLst/>
            <a:gdLst/>
            <a:ahLst/>
            <a:cxnLst/>
            <a:rect l="l" t="t" r="r" b="b"/>
            <a:pathLst>
              <a:path w="9001125">
                <a:moveTo>
                  <a:pt x="0" y="0"/>
                </a:moveTo>
                <a:lnTo>
                  <a:pt x="9000744" y="0"/>
                </a:lnTo>
              </a:path>
            </a:pathLst>
          </a:custGeom>
          <a:ln w="6096">
            <a:solidFill>
              <a:srgbClr val="BEBEB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357560" y="6524434"/>
            <a:ext cx="85905" cy="90487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54151" y="6527292"/>
            <a:ext cx="1794510" cy="142494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6862571" y="6521195"/>
            <a:ext cx="2327910" cy="118110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944880" y="3083039"/>
            <a:ext cx="4458470" cy="316242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929639" y="2670048"/>
            <a:ext cx="700278" cy="195834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986027" y="3663696"/>
            <a:ext cx="4947666" cy="2344674"/>
          </a:xfrm>
          <a:prstGeom prst="rect">
            <a:avLst/>
          </a:prstGeom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363656" y="6524434"/>
            <a:ext cx="85905" cy="90487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54151" y="6527292"/>
            <a:ext cx="1794510" cy="142494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862571" y="6521195"/>
            <a:ext cx="2327910" cy="118110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437489" y="431419"/>
            <a:ext cx="498856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FFFFFF"/>
                </a:solidFill>
                <a:latin typeface="Ebrima"/>
                <a:cs typeface="Ebrima"/>
              </a:rPr>
              <a:t>1.3.</a:t>
            </a:r>
            <a:r>
              <a:rPr sz="1800" spc="-25" dirty="0">
                <a:solidFill>
                  <a:srgbClr val="FFFFFF"/>
                </a:solidFill>
                <a:latin typeface="Ebrima"/>
                <a:cs typeface="Ebrima"/>
              </a:rPr>
              <a:t> </a:t>
            </a:r>
            <a:r>
              <a:rPr sz="1800" dirty="0">
                <a:solidFill>
                  <a:srgbClr val="FFFFFF"/>
                </a:solidFill>
                <a:latin typeface="Ebrima"/>
                <a:cs typeface="Ebrima"/>
              </a:rPr>
              <a:t>From</a:t>
            </a:r>
            <a:r>
              <a:rPr sz="1800" spc="-30" dirty="0">
                <a:solidFill>
                  <a:srgbClr val="FFFFFF"/>
                </a:solidFill>
                <a:latin typeface="Ebrima"/>
                <a:cs typeface="Ebrima"/>
              </a:rPr>
              <a:t> </a:t>
            </a:r>
            <a:r>
              <a:rPr sz="1800" dirty="0">
                <a:solidFill>
                  <a:srgbClr val="FFFFFF"/>
                </a:solidFill>
                <a:latin typeface="Ebrima"/>
                <a:cs typeface="Ebrima"/>
              </a:rPr>
              <a:t>Multilayer</a:t>
            </a:r>
            <a:r>
              <a:rPr sz="1800" spc="-10" dirty="0">
                <a:solidFill>
                  <a:srgbClr val="FFFFFF"/>
                </a:solidFill>
                <a:latin typeface="Ebrima"/>
                <a:cs typeface="Ebrima"/>
              </a:rPr>
              <a:t> </a:t>
            </a:r>
            <a:r>
              <a:rPr sz="1800" dirty="0">
                <a:solidFill>
                  <a:srgbClr val="FFFFFF"/>
                </a:solidFill>
                <a:latin typeface="Ebrima"/>
                <a:cs typeface="Ebrima"/>
              </a:rPr>
              <a:t>Perceptron</a:t>
            </a:r>
            <a:r>
              <a:rPr sz="1800" spc="-10" dirty="0">
                <a:solidFill>
                  <a:srgbClr val="FFFFFF"/>
                </a:solidFill>
                <a:latin typeface="Ebrima"/>
                <a:cs typeface="Ebrima"/>
              </a:rPr>
              <a:t> </a:t>
            </a:r>
            <a:r>
              <a:rPr sz="1800" dirty="0">
                <a:solidFill>
                  <a:srgbClr val="FFFFFF"/>
                </a:solidFill>
                <a:latin typeface="Ebrima"/>
                <a:cs typeface="Ebrima"/>
              </a:rPr>
              <a:t>to</a:t>
            </a:r>
            <a:r>
              <a:rPr sz="1800" spc="-25" dirty="0">
                <a:solidFill>
                  <a:srgbClr val="FFFFFF"/>
                </a:solidFill>
                <a:latin typeface="Ebrima"/>
                <a:cs typeface="Ebrima"/>
              </a:rPr>
              <a:t> </a:t>
            </a:r>
            <a:r>
              <a:rPr sz="1800" dirty="0">
                <a:solidFill>
                  <a:srgbClr val="FFFFFF"/>
                </a:solidFill>
                <a:latin typeface="Ebrima"/>
                <a:cs typeface="Ebrima"/>
              </a:rPr>
              <a:t>Deep</a:t>
            </a:r>
            <a:r>
              <a:rPr sz="1800" spc="-10" dirty="0">
                <a:solidFill>
                  <a:srgbClr val="FFFFFF"/>
                </a:solidFill>
                <a:latin typeface="Ebrima"/>
                <a:cs typeface="Ebrima"/>
              </a:rPr>
              <a:t> Learning</a:t>
            </a:r>
            <a:endParaRPr sz="1800">
              <a:latin typeface="Ebrima"/>
              <a:cs typeface="Ebrim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8671941" y="463677"/>
            <a:ext cx="80962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dirty="0">
                <a:solidFill>
                  <a:srgbClr val="D9D9D9"/>
                </a:solidFill>
                <a:latin typeface="Ebrima"/>
                <a:cs typeface="Ebrima"/>
              </a:rPr>
              <a:t>UNIT</a:t>
            </a:r>
            <a:r>
              <a:rPr sz="1600" spc="400" dirty="0">
                <a:solidFill>
                  <a:srgbClr val="D9D9D9"/>
                </a:solidFill>
                <a:latin typeface="Ebrima"/>
                <a:cs typeface="Ebrima"/>
              </a:rPr>
              <a:t> </a:t>
            </a:r>
            <a:r>
              <a:rPr sz="1600" spc="-35" dirty="0">
                <a:solidFill>
                  <a:srgbClr val="D9D9D9"/>
                </a:solidFill>
                <a:latin typeface="Ebrima"/>
                <a:cs typeface="Ebrima"/>
              </a:rPr>
              <a:t>01</a:t>
            </a:r>
            <a:endParaRPr sz="1600">
              <a:latin typeface="Ebrima"/>
              <a:cs typeface="Ebrima"/>
            </a:endParaRPr>
          </a:p>
        </p:txBody>
      </p:sp>
      <p:pic>
        <p:nvPicPr>
          <p:cNvPr id="7" name="object 7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710183" y="5673852"/>
            <a:ext cx="2823210" cy="409194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449580" y="1440154"/>
            <a:ext cx="4213098" cy="282727"/>
          </a:xfrm>
          <a:prstGeom prst="rect">
            <a:avLst/>
          </a:prstGeom>
        </p:spPr>
      </p:pic>
      <p:sp>
        <p:nvSpPr>
          <p:cNvPr id="9" name="object 9"/>
          <p:cNvSpPr/>
          <p:nvPr/>
        </p:nvSpPr>
        <p:spPr>
          <a:xfrm>
            <a:off x="559308" y="1914144"/>
            <a:ext cx="36830" cy="180340"/>
          </a:xfrm>
          <a:custGeom>
            <a:avLst/>
            <a:gdLst/>
            <a:ahLst/>
            <a:cxnLst/>
            <a:rect l="l" t="t" r="r" b="b"/>
            <a:pathLst>
              <a:path w="36829" h="180339">
                <a:moveTo>
                  <a:pt x="36576" y="0"/>
                </a:moveTo>
                <a:lnTo>
                  <a:pt x="0" y="0"/>
                </a:lnTo>
                <a:lnTo>
                  <a:pt x="0" y="179832"/>
                </a:lnTo>
                <a:lnTo>
                  <a:pt x="36576" y="179832"/>
                </a:lnTo>
                <a:lnTo>
                  <a:pt x="36576" y="0"/>
                </a:lnTo>
                <a:close/>
              </a:path>
            </a:pathLst>
          </a:custGeom>
          <a:solidFill>
            <a:srgbClr val="183DAF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0" name="object 10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713231" y="1937004"/>
            <a:ext cx="2268474" cy="160782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3198904" y="2468900"/>
            <a:ext cx="616429" cy="169905"/>
          </a:xfrm>
          <a:prstGeom prst="rect">
            <a:avLst/>
          </a:prstGeom>
        </p:spPr>
      </p:pic>
      <p:pic>
        <p:nvPicPr>
          <p:cNvPr id="12" name="object 12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4561332" y="2464307"/>
            <a:ext cx="778001" cy="174498"/>
          </a:xfrm>
          <a:prstGeom prst="rect">
            <a:avLst/>
          </a:prstGeom>
        </p:spPr>
      </p:pic>
      <p:pic>
        <p:nvPicPr>
          <p:cNvPr id="13" name="object 13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6039611" y="2464307"/>
            <a:ext cx="710945" cy="174498"/>
          </a:xfrm>
          <a:prstGeom prst="rect">
            <a:avLst/>
          </a:prstGeom>
        </p:spPr>
      </p:pic>
      <p:pic>
        <p:nvPicPr>
          <p:cNvPr id="14" name="object 14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2443058" y="3895428"/>
            <a:ext cx="200319" cy="204893"/>
          </a:xfrm>
          <a:prstGeom prst="rect">
            <a:avLst/>
          </a:prstGeom>
        </p:spPr>
      </p:pic>
      <p:grpSp>
        <p:nvGrpSpPr>
          <p:cNvPr id="15" name="object 15"/>
          <p:cNvGrpSpPr/>
          <p:nvPr/>
        </p:nvGrpSpPr>
        <p:grpSpPr>
          <a:xfrm>
            <a:off x="2729483" y="2711195"/>
            <a:ext cx="4450715" cy="2592705"/>
            <a:chOff x="2729483" y="2711195"/>
            <a:chExt cx="4450715" cy="2592705"/>
          </a:xfrm>
        </p:grpSpPr>
        <p:sp>
          <p:nvSpPr>
            <p:cNvPr id="16" name="object 16"/>
            <p:cNvSpPr/>
            <p:nvPr/>
          </p:nvSpPr>
          <p:spPr>
            <a:xfrm>
              <a:off x="3008375" y="2714243"/>
              <a:ext cx="1001394" cy="2586355"/>
            </a:xfrm>
            <a:custGeom>
              <a:avLst/>
              <a:gdLst/>
              <a:ahLst/>
              <a:cxnLst/>
              <a:rect l="l" t="t" r="r" b="b"/>
              <a:pathLst>
                <a:path w="1001395" h="2586354">
                  <a:moveTo>
                    <a:pt x="1001268" y="0"/>
                  </a:moveTo>
                  <a:lnTo>
                    <a:pt x="0" y="0"/>
                  </a:lnTo>
                  <a:lnTo>
                    <a:pt x="0" y="2586228"/>
                  </a:lnTo>
                  <a:lnTo>
                    <a:pt x="1001268" y="2586228"/>
                  </a:lnTo>
                  <a:lnTo>
                    <a:pt x="1001268" y="0"/>
                  </a:lnTo>
                  <a:close/>
                </a:path>
              </a:pathLst>
            </a:custGeom>
            <a:solidFill>
              <a:srgbClr val="006FC0">
                <a:alpha val="5097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3008375" y="2714243"/>
              <a:ext cx="1001394" cy="2586355"/>
            </a:xfrm>
            <a:custGeom>
              <a:avLst/>
              <a:gdLst/>
              <a:ahLst/>
              <a:cxnLst/>
              <a:rect l="l" t="t" r="r" b="b"/>
              <a:pathLst>
                <a:path w="1001395" h="2586354">
                  <a:moveTo>
                    <a:pt x="0" y="2586228"/>
                  </a:moveTo>
                  <a:lnTo>
                    <a:pt x="1001268" y="2586228"/>
                  </a:lnTo>
                  <a:lnTo>
                    <a:pt x="1001268" y="0"/>
                  </a:lnTo>
                  <a:lnTo>
                    <a:pt x="0" y="0"/>
                  </a:lnTo>
                  <a:lnTo>
                    <a:pt x="0" y="2586228"/>
                  </a:lnTo>
                  <a:close/>
                </a:path>
              </a:pathLst>
            </a:custGeom>
            <a:ln w="6096">
              <a:solidFill>
                <a:srgbClr val="006FC0"/>
              </a:solidFill>
              <a:prstDash val="sys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4151375" y="2714243"/>
              <a:ext cx="1598930" cy="2586355"/>
            </a:xfrm>
            <a:custGeom>
              <a:avLst/>
              <a:gdLst/>
              <a:ahLst/>
              <a:cxnLst/>
              <a:rect l="l" t="t" r="r" b="b"/>
              <a:pathLst>
                <a:path w="1598929" h="2586354">
                  <a:moveTo>
                    <a:pt x="1598676" y="0"/>
                  </a:moveTo>
                  <a:lnTo>
                    <a:pt x="0" y="0"/>
                  </a:lnTo>
                  <a:lnTo>
                    <a:pt x="0" y="2586228"/>
                  </a:lnTo>
                  <a:lnTo>
                    <a:pt x="1598676" y="2586228"/>
                  </a:lnTo>
                  <a:lnTo>
                    <a:pt x="1598676" y="0"/>
                  </a:lnTo>
                  <a:close/>
                </a:path>
              </a:pathLst>
            </a:custGeom>
            <a:solidFill>
              <a:srgbClr val="A6A6A6">
                <a:alpha val="5097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4151375" y="2714243"/>
              <a:ext cx="1598930" cy="2586355"/>
            </a:xfrm>
            <a:custGeom>
              <a:avLst/>
              <a:gdLst/>
              <a:ahLst/>
              <a:cxnLst/>
              <a:rect l="l" t="t" r="r" b="b"/>
              <a:pathLst>
                <a:path w="1598929" h="2586354">
                  <a:moveTo>
                    <a:pt x="0" y="2586228"/>
                  </a:moveTo>
                  <a:lnTo>
                    <a:pt x="1598676" y="2586228"/>
                  </a:lnTo>
                  <a:lnTo>
                    <a:pt x="1598676" y="0"/>
                  </a:lnTo>
                  <a:lnTo>
                    <a:pt x="0" y="0"/>
                  </a:lnTo>
                  <a:lnTo>
                    <a:pt x="0" y="2586228"/>
                  </a:lnTo>
                  <a:close/>
                </a:path>
              </a:pathLst>
            </a:custGeom>
            <a:ln w="6096">
              <a:solidFill>
                <a:srgbClr val="A6A6A6"/>
              </a:solidFill>
              <a:prstDash val="sys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5891783" y="2714243"/>
              <a:ext cx="1003300" cy="2586355"/>
            </a:xfrm>
            <a:custGeom>
              <a:avLst/>
              <a:gdLst/>
              <a:ahLst/>
              <a:cxnLst/>
              <a:rect l="l" t="t" r="r" b="b"/>
              <a:pathLst>
                <a:path w="1003300" h="2586354">
                  <a:moveTo>
                    <a:pt x="1002791" y="0"/>
                  </a:moveTo>
                  <a:lnTo>
                    <a:pt x="0" y="0"/>
                  </a:lnTo>
                  <a:lnTo>
                    <a:pt x="0" y="2586228"/>
                  </a:lnTo>
                  <a:lnTo>
                    <a:pt x="1002791" y="2586228"/>
                  </a:lnTo>
                  <a:lnTo>
                    <a:pt x="1002791" y="0"/>
                  </a:lnTo>
                  <a:close/>
                </a:path>
              </a:pathLst>
            </a:custGeom>
            <a:solidFill>
              <a:srgbClr val="FF0000">
                <a:alpha val="5097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5891783" y="2714243"/>
              <a:ext cx="1003300" cy="2586355"/>
            </a:xfrm>
            <a:custGeom>
              <a:avLst/>
              <a:gdLst/>
              <a:ahLst/>
              <a:cxnLst/>
              <a:rect l="l" t="t" r="r" b="b"/>
              <a:pathLst>
                <a:path w="1003300" h="2586354">
                  <a:moveTo>
                    <a:pt x="0" y="2586228"/>
                  </a:moveTo>
                  <a:lnTo>
                    <a:pt x="1002791" y="2586228"/>
                  </a:lnTo>
                  <a:lnTo>
                    <a:pt x="1002791" y="0"/>
                  </a:lnTo>
                  <a:lnTo>
                    <a:pt x="0" y="0"/>
                  </a:lnTo>
                  <a:lnTo>
                    <a:pt x="0" y="2586228"/>
                  </a:lnTo>
                  <a:close/>
                </a:path>
              </a:pathLst>
            </a:custGeom>
            <a:ln w="6096">
              <a:solidFill>
                <a:srgbClr val="FF0000"/>
              </a:solidFill>
              <a:prstDash val="sys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2" name="object 22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3300983" y="2919983"/>
              <a:ext cx="2907030" cy="2177796"/>
            </a:xfrm>
            <a:prstGeom prst="rect">
              <a:avLst/>
            </a:prstGeom>
          </p:spPr>
        </p:pic>
        <p:sp>
          <p:nvSpPr>
            <p:cNvPr id="23" name="object 23"/>
            <p:cNvSpPr/>
            <p:nvPr/>
          </p:nvSpPr>
          <p:spPr>
            <a:xfrm>
              <a:off x="2729484" y="3088639"/>
              <a:ext cx="4450715" cy="1839595"/>
            </a:xfrm>
            <a:custGeom>
              <a:avLst/>
              <a:gdLst/>
              <a:ahLst/>
              <a:cxnLst/>
              <a:rect l="l" t="t" r="r" b="b"/>
              <a:pathLst>
                <a:path w="4450715" h="1839595">
                  <a:moveTo>
                    <a:pt x="585343" y="1210183"/>
                  </a:moveTo>
                  <a:lnTo>
                    <a:pt x="509143" y="1171956"/>
                  </a:lnTo>
                  <a:lnTo>
                    <a:pt x="509079" y="1203693"/>
                  </a:lnTo>
                  <a:lnTo>
                    <a:pt x="0" y="1202690"/>
                  </a:lnTo>
                  <a:lnTo>
                    <a:pt x="0" y="1215390"/>
                  </a:lnTo>
                  <a:lnTo>
                    <a:pt x="509066" y="1216393"/>
                  </a:lnTo>
                  <a:lnTo>
                    <a:pt x="509016" y="1248156"/>
                  </a:lnTo>
                  <a:lnTo>
                    <a:pt x="572833" y="1216406"/>
                  </a:lnTo>
                  <a:lnTo>
                    <a:pt x="585343" y="1210183"/>
                  </a:lnTo>
                  <a:close/>
                </a:path>
                <a:path w="4450715" h="1839595">
                  <a:moveTo>
                    <a:pt x="588391" y="38227"/>
                  </a:moveTo>
                  <a:lnTo>
                    <a:pt x="512191" y="0"/>
                  </a:lnTo>
                  <a:lnTo>
                    <a:pt x="512127" y="31737"/>
                  </a:lnTo>
                  <a:lnTo>
                    <a:pt x="3048" y="30734"/>
                  </a:lnTo>
                  <a:lnTo>
                    <a:pt x="3048" y="43434"/>
                  </a:lnTo>
                  <a:lnTo>
                    <a:pt x="512114" y="44437"/>
                  </a:lnTo>
                  <a:lnTo>
                    <a:pt x="512064" y="76200"/>
                  </a:lnTo>
                  <a:lnTo>
                    <a:pt x="575881" y="44450"/>
                  </a:lnTo>
                  <a:lnTo>
                    <a:pt x="588391" y="38227"/>
                  </a:lnTo>
                  <a:close/>
                </a:path>
                <a:path w="4450715" h="1839595">
                  <a:moveTo>
                    <a:pt x="591439" y="632587"/>
                  </a:moveTo>
                  <a:lnTo>
                    <a:pt x="515239" y="594360"/>
                  </a:lnTo>
                  <a:lnTo>
                    <a:pt x="515175" y="626097"/>
                  </a:lnTo>
                  <a:lnTo>
                    <a:pt x="6096" y="625094"/>
                  </a:lnTo>
                  <a:lnTo>
                    <a:pt x="6096" y="637794"/>
                  </a:lnTo>
                  <a:lnTo>
                    <a:pt x="515162" y="638797"/>
                  </a:lnTo>
                  <a:lnTo>
                    <a:pt x="515112" y="670560"/>
                  </a:lnTo>
                  <a:lnTo>
                    <a:pt x="578929" y="638810"/>
                  </a:lnTo>
                  <a:lnTo>
                    <a:pt x="591439" y="632587"/>
                  </a:lnTo>
                  <a:close/>
                </a:path>
                <a:path w="4450715" h="1839595">
                  <a:moveTo>
                    <a:pt x="594487" y="1801495"/>
                  </a:moveTo>
                  <a:lnTo>
                    <a:pt x="518287" y="1763268"/>
                  </a:lnTo>
                  <a:lnTo>
                    <a:pt x="518223" y="1795005"/>
                  </a:lnTo>
                  <a:lnTo>
                    <a:pt x="9144" y="1794002"/>
                  </a:lnTo>
                  <a:lnTo>
                    <a:pt x="9144" y="1806702"/>
                  </a:lnTo>
                  <a:lnTo>
                    <a:pt x="518210" y="1807705"/>
                  </a:lnTo>
                  <a:lnTo>
                    <a:pt x="518160" y="1839468"/>
                  </a:lnTo>
                  <a:lnTo>
                    <a:pt x="581977" y="1807718"/>
                  </a:lnTo>
                  <a:lnTo>
                    <a:pt x="594487" y="1801495"/>
                  </a:lnTo>
                  <a:close/>
                </a:path>
                <a:path w="4450715" h="1839595">
                  <a:moveTo>
                    <a:pt x="4447159" y="1219327"/>
                  </a:moveTo>
                  <a:lnTo>
                    <a:pt x="4370959" y="1181100"/>
                  </a:lnTo>
                  <a:lnTo>
                    <a:pt x="4370895" y="1212837"/>
                  </a:lnTo>
                  <a:lnTo>
                    <a:pt x="3861816" y="1211834"/>
                  </a:lnTo>
                  <a:lnTo>
                    <a:pt x="3861816" y="1224534"/>
                  </a:lnTo>
                  <a:lnTo>
                    <a:pt x="4370883" y="1225537"/>
                  </a:lnTo>
                  <a:lnTo>
                    <a:pt x="4370832" y="1257300"/>
                  </a:lnTo>
                  <a:lnTo>
                    <a:pt x="4434649" y="1225550"/>
                  </a:lnTo>
                  <a:lnTo>
                    <a:pt x="4447159" y="1219327"/>
                  </a:lnTo>
                  <a:close/>
                </a:path>
                <a:path w="4450715" h="1839595">
                  <a:moveTo>
                    <a:pt x="4450207" y="624967"/>
                  </a:moveTo>
                  <a:lnTo>
                    <a:pt x="4374007" y="586740"/>
                  </a:lnTo>
                  <a:lnTo>
                    <a:pt x="4373943" y="618477"/>
                  </a:lnTo>
                  <a:lnTo>
                    <a:pt x="3864864" y="617474"/>
                  </a:lnTo>
                  <a:lnTo>
                    <a:pt x="3864864" y="630174"/>
                  </a:lnTo>
                  <a:lnTo>
                    <a:pt x="4373931" y="631177"/>
                  </a:lnTo>
                  <a:lnTo>
                    <a:pt x="4373880" y="662940"/>
                  </a:lnTo>
                  <a:lnTo>
                    <a:pt x="4437697" y="631190"/>
                  </a:lnTo>
                  <a:lnTo>
                    <a:pt x="4450207" y="624967"/>
                  </a:lnTo>
                  <a:close/>
                </a:path>
              </a:pathLst>
            </a:custGeom>
            <a:solidFill>
              <a:srgbClr val="000000">
                <a:alpha val="50195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6207251" y="3517391"/>
              <a:ext cx="390525" cy="390525"/>
            </a:xfrm>
            <a:custGeom>
              <a:avLst/>
              <a:gdLst/>
              <a:ahLst/>
              <a:cxnLst/>
              <a:rect l="l" t="t" r="r" b="b"/>
              <a:pathLst>
                <a:path w="390525" h="390525">
                  <a:moveTo>
                    <a:pt x="195072" y="0"/>
                  </a:moveTo>
                  <a:lnTo>
                    <a:pt x="150356" y="5154"/>
                  </a:lnTo>
                  <a:lnTo>
                    <a:pt x="109301" y="19834"/>
                  </a:lnTo>
                  <a:lnTo>
                    <a:pt x="73080" y="42867"/>
                  </a:lnTo>
                  <a:lnTo>
                    <a:pt x="42867" y="73080"/>
                  </a:lnTo>
                  <a:lnTo>
                    <a:pt x="19834" y="109301"/>
                  </a:lnTo>
                  <a:lnTo>
                    <a:pt x="5154" y="150356"/>
                  </a:lnTo>
                  <a:lnTo>
                    <a:pt x="0" y="195072"/>
                  </a:lnTo>
                  <a:lnTo>
                    <a:pt x="5154" y="239787"/>
                  </a:lnTo>
                  <a:lnTo>
                    <a:pt x="19834" y="280842"/>
                  </a:lnTo>
                  <a:lnTo>
                    <a:pt x="42867" y="317063"/>
                  </a:lnTo>
                  <a:lnTo>
                    <a:pt x="73080" y="347276"/>
                  </a:lnTo>
                  <a:lnTo>
                    <a:pt x="109301" y="370309"/>
                  </a:lnTo>
                  <a:lnTo>
                    <a:pt x="150356" y="384989"/>
                  </a:lnTo>
                  <a:lnTo>
                    <a:pt x="195072" y="390144"/>
                  </a:lnTo>
                  <a:lnTo>
                    <a:pt x="239787" y="384989"/>
                  </a:lnTo>
                  <a:lnTo>
                    <a:pt x="280842" y="370309"/>
                  </a:lnTo>
                  <a:lnTo>
                    <a:pt x="317063" y="347276"/>
                  </a:lnTo>
                  <a:lnTo>
                    <a:pt x="347276" y="317063"/>
                  </a:lnTo>
                  <a:lnTo>
                    <a:pt x="370309" y="280842"/>
                  </a:lnTo>
                  <a:lnTo>
                    <a:pt x="384989" y="239787"/>
                  </a:lnTo>
                  <a:lnTo>
                    <a:pt x="390144" y="195072"/>
                  </a:lnTo>
                  <a:lnTo>
                    <a:pt x="384989" y="150356"/>
                  </a:lnTo>
                  <a:lnTo>
                    <a:pt x="370309" y="109301"/>
                  </a:lnTo>
                  <a:lnTo>
                    <a:pt x="347276" y="73080"/>
                  </a:lnTo>
                  <a:lnTo>
                    <a:pt x="317063" y="42867"/>
                  </a:lnTo>
                  <a:lnTo>
                    <a:pt x="280842" y="19834"/>
                  </a:lnTo>
                  <a:lnTo>
                    <a:pt x="239787" y="5154"/>
                  </a:lnTo>
                  <a:lnTo>
                    <a:pt x="195072" y="0"/>
                  </a:lnTo>
                  <a:close/>
                </a:path>
              </a:pathLst>
            </a:custGeom>
            <a:solidFill>
              <a:srgbClr val="FF0000">
                <a:alpha val="30195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6207251" y="3517391"/>
              <a:ext cx="390525" cy="390525"/>
            </a:xfrm>
            <a:custGeom>
              <a:avLst/>
              <a:gdLst/>
              <a:ahLst/>
              <a:cxnLst/>
              <a:rect l="l" t="t" r="r" b="b"/>
              <a:pathLst>
                <a:path w="390525" h="390525">
                  <a:moveTo>
                    <a:pt x="0" y="195072"/>
                  </a:moveTo>
                  <a:lnTo>
                    <a:pt x="5154" y="150356"/>
                  </a:lnTo>
                  <a:lnTo>
                    <a:pt x="19834" y="109301"/>
                  </a:lnTo>
                  <a:lnTo>
                    <a:pt x="42867" y="73080"/>
                  </a:lnTo>
                  <a:lnTo>
                    <a:pt x="73080" y="42867"/>
                  </a:lnTo>
                  <a:lnTo>
                    <a:pt x="109301" y="19834"/>
                  </a:lnTo>
                  <a:lnTo>
                    <a:pt x="150356" y="5154"/>
                  </a:lnTo>
                  <a:lnTo>
                    <a:pt x="195072" y="0"/>
                  </a:lnTo>
                  <a:lnTo>
                    <a:pt x="239787" y="5154"/>
                  </a:lnTo>
                  <a:lnTo>
                    <a:pt x="280842" y="19834"/>
                  </a:lnTo>
                  <a:lnTo>
                    <a:pt x="317063" y="42867"/>
                  </a:lnTo>
                  <a:lnTo>
                    <a:pt x="347276" y="73080"/>
                  </a:lnTo>
                  <a:lnTo>
                    <a:pt x="370309" y="109301"/>
                  </a:lnTo>
                  <a:lnTo>
                    <a:pt x="384989" y="150356"/>
                  </a:lnTo>
                  <a:lnTo>
                    <a:pt x="390144" y="195072"/>
                  </a:lnTo>
                  <a:lnTo>
                    <a:pt x="384989" y="239787"/>
                  </a:lnTo>
                  <a:lnTo>
                    <a:pt x="370309" y="280842"/>
                  </a:lnTo>
                  <a:lnTo>
                    <a:pt x="347276" y="317063"/>
                  </a:lnTo>
                  <a:lnTo>
                    <a:pt x="317063" y="347276"/>
                  </a:lnTo>
                  <a:lnTo>
                    <a:pt x="280842" y="370309"/>
                  </a:lnTo>
                  <a:lnTo>
                    <a:pt x="239787" y="384989"/>
                  </a:lnTo>
                  <a:lnTo>
                    <a:pt x="195072" y="390144"/>
                  </a:lnTo>
                  <a:lnTo>
                    <a:pt x="150356" y="384989"/>
                  </a:lnTo>
                  <a:lnTo>
                    <a:pt x="109301" y="370309"/>
                  </a:lnTo>
                  <a:lnTo>
                    <a:pt x="73080" y="347276"/>
                  </a:lnTo>
                  <a:lnTo>
                    <a:pt x="42867" y="317063"/>
                  </a:lnTo>
                  <a:lnTo>
                    <a:pt x="19834" y="280842"/>
                  </a:lnTo>
                  <a:lnTo>
                    <a:pt x="5154" y="239787"/>
                  </a:lnTo>
                  <a:lnTo>
                    <a:pt x="0" y="195072"/>
                  </a:lnTo>
                  <a:close/>
                </a:path>
              </a:pathLst>
            </a:custGeom>
            <a:ln w="12192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6207251" y="4105655"/>
              <a:ext cx="390525" cy="390525"/>
            </a:xfrm>
            <a:custGeom>
              <a:avLst/>
              <a:gdLst/>
              <a:ahLst/>
              <a:cxnLst/>
              <a:rect l="l" t="t" r="r" b="b"/>
              <a:pathLst>
                <a:path w="390525" h="390525">
                  <a:moveTo>
                    <a:pt x="195072" y="0"/>
                  </a:moveTo>
                  <a:lnTo>
                    <a:pt x="150356" y="5154"/>
                  </a:lnTo>
                  <a:lnTo>
                    <a:pt x="109301" y="19834"/>
                  </a:lnTo>
                  <a:lnTo>
                    <a:pt x="73080" y="42867"/>
                  </a:lnTo>
                  <a:lnTo>
                    <a:pt x="42867" y="73080"/>
                  </a:lnTo>
                  <a:lnTo>
                    <a:pt x="19834" y="109301"/>
                  </a:lnTo>
                  <a:lnTo>
                    <a:pt x="5154" y="150356"/>
                  </a:lnTo>
                  <a:lnTo>
                    <a:pt x="0" y="195072"/>
                  </a:lnTo>
                  <a:lnTo>
                    <a:pt x="5154" y="239787"/>
                  </a:lnTo>
                  <a:lnTo>
                    <a:pt x="19834" y="280842"/>
                  </a:lnTo>
                  <a:lnTo>
                    <a:pt x="42867" y="317063"/>
                  </a:lnTo>
                  <a:lnTo>
                    <a:pt x="73080" y="347276"/>
                  </a:lnTo>
                  <a:lnTo>
                    <a:pt x="109301" y="370309"/>
                  </a:lnTo>
                  <a:lnTo>
                    <a:pt x="150356" y="384989"/>
                  </a:lnTo>
                  <a:lnTo>
                    <a:pt x="195072" y="390144"/>
                  </a:lnTo>
                  <a:lnTo>
                    <a:pt x="239787" y="384989"/>
                  </a:lnTo>
                  <a:lnTo>
                    <a:pt x="280842" y="370309"/>
                  </a:lnTo>
                  <a:lnTo>
                    <a:pt x="317063" y="347276"/>
                  </a:lnTo>
                  <a:lnTo>
                    <a:pt x="347276" y="317063"/>
                  </a:lnTo>
                  <a:lnTo>
                    <a:pt x="370309" y="280842"/>
                  </a:lnTo>
                  <a:lnTo>
                    <a:pt x="384989" y="239787"/>
                  </a:lnTo>
                  <a:lnTo>
                    <a:pt x="390144" y="195072"/>
                  </a:lnTo>
                  <a:lnTo>
                    <a:pt x="384989" y="150356"/>
                  </a:lnTo>
                  <a:lnTo>
                    <a:pt x="370309" y="109301"/>
                  </a:lnTo>
                  <a:lnTo>
                    <a:pt x="347276" y="73080"/>
                  </a:lnTo>
                  <a:lnTo>
                    <a:pt x="317063" y="42867"/>
                  </a:lnTo>
                  <a:lnTo>
                    <a:pt x="280842" y="19834"/>
                  </a:lnTo>
                  <a:lnTo>
                    <a:pt x="239787" y="5154"/>
                  </a:lnTo>
                  <a:lnTo>
                    <a:pt x="195072" y="0"/>
                  </a:lnTo>
                  <a:close/>
                </a:path>
              </a:pathLst>
            </a:custGeom>
            <a:solidFill>
              <a:srgbClr val="FF0000">
                <a:alpha val="30195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6207251" y="4105655"/>
              <a:ext cx="390525" cy="390525"/>
            </a:xfrm>
            <a:custGeom>
              <a:avLst/>
              <a:gdLst/>
              <a:ahLst/>
              <a:cxnLst/>
              <a:rect l="l" t="t" r="r" b="b"/>
              <a:pathLst>
                <a:path w="390525" h="390525">
                  <a:moveTo>
                    <a:pt x="0" y="195072"/>
                  </a:moveTo>
                  <a:lnTo>
                    <a:pt x="5154" y="150356"/>
                  </a:lnTo>
                  <a:lnTo>
                    <a:pt x="19834" y="109301"/>
                  </a:lnTo>
                  <a:lnTo>
                    <a:pt x="42867" y="73080"/>
                  </a:lnTo>
                  <a:lnTo>
                    <a:pt x="73080" y="42867"/>
                  </a:lnTo>
                  <a:lnTo>
                    <a:pt x="109301" y="19834"/>
                  </a:lnTo>
                  <a:lnTo>
                    <a:pt x="150356" y="5154"/>
                  </a:lnTo>
                  <a:lnTo>
                    <a:pt x="195072" y="0"/>
                  </a:lnTo>
                  <a:lnTo>
                    <a:pt x="239787" y="5154"/>
                  </a:lnTo>
                  <a:lnTo>
                    <a:pt x="280842" y="19834"/>
                  </a:lnTo>
                  <a:lnTo>
                    <a:pt x="317063" y="42867"/>
                  </a:lnTo>
                  <a:lnTo>
                    <a:pt x="347276" y="73080"/>
                  </a:lnTo>
                  <a:lnTo>
                    <a:pt x="370309" y="109301"/>
                  </a:lnTo>
                  <a:lnTo>
                    <a:pt x="384989" y="150356"/>
                  </a:lnTo>
                  <a:lnTo>
                    <a:pt x="390144" y="195072"/>
                  </a:lnTo>
                  <a:lnTo>
                    <a:pt x="384989" y="239787"/>
                  </a:lnTo>
                  <a:lnTo>
                    <a:pt x="370309" y="280842"/>
                  </a:lnTo>
                  <a:lnTo>
                    <a:pt x="347276" y="317063"/>
                  </a:lnTo>
                  <a:lnTo>
                    <a:pt x="317063" y="347276"/>
                  </a:lnTo>
                  <a:lnTo>
                    <a:pt x="280842" y="370309"/>
                  </a:lnTo>
                  <a:lnTo>
                    <a:pt x="239787" y="384989"/>
                  </a:lnTo>
                  <a:lnTo>
                    <a:pt x="195072" y="390144"/>
                  </a:lnTo>
                  <a:lnTo>
                    <a:pt x="150356" y="384989"/>
                  </a:lnTo>
                  <a:lnTo>
                    <a:pt x="109301" y="370309"/>
                  </a:lnTo>
                  <a:lnTo>
                    <a:pt x="73080" y="347276"/>
                  </a:lnTo>
                  <a:lnTo>
                    <a:pt x="42867" y="317063"/>
                  </a:lnTo>
                  <a:lnTo>
                    <a:pt x="19834" y="280842"/>
                  </a:lnTo>
                  <a:lnTo>
                    <a:pt x="5154" y="239787"/>
                  </a:lnTo>
                  <a:lnTo>
                    <a:pt x="0" y="195072"/>
                  </a:lnTo>
                  <a:close/>
                </a:path>
              </a:pathLst>
            </a:custGeom>
            <a:ln w="12192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28" name="object 28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7274155" y="3895428"/>
            <a:ext cx="168299" cy="204893"/>
          </a:xfrm>
          <a:prstGeom prst="rect">
            <a:avLst/>
          </a:prstGeom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357479" y="6524434"/>
            <a:ext cx="84461" cy="90487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54151" y="6527292"/>
            <a:ext cx="1794510" cy="142494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862571" y="6521195"/>
            <a:ext cx="2327910" cy="118110"/>
          </a:xfrm>
          <a:prstGeom prst="rect">
            <a:avLst/>
          </a:prstGeom>
        </p:spPr>
      </p:pic>
      <p:sp>
        <p:nvSpPr>
          <p:cNvPr id="5" name="object 5"/>
          <p:cNvSpPr/>
          <p:nvPr/>
        </p:nvSpPr>
        <p:spPr>
          <a:xfrm>
            <a:off x="559308" y="1440180"/>
            <a:ext cx="36830" cy="180340"/>
          </a:xfrm>
          <a:custGeom>
            <a:avLst/>
            <a:gdLst/>
            <a:ahLst/>
            <a:cxnLst/>
            <a:rect l="l" t="t" r="r" b="b"/>
            <a:pathLst>
              <a:path w="36829" h="180340">
                <a:moveTo>
                  <a:pt x="36576" y="0"/>
                </a:moveTo>
                <a:lnTo>
                  <a:pt x="0" y="0"/>
                </a:lnTo>
                <a:lnTo>
                  <a:pt x="0" y="179832"/>
                </a:lnTo>
                <a:lnTo>
                  <a:pt x="36576" y="179832"/>
                </a:lnTo>
                <a:lnTo>
                  <a:pt x="36576" y="0"/>
                </a:lnTo>
                <a:close/>
              </a:path>
            </a:pathLst>
          </a:custGeom>
          <a:solidFill>
            <a:srgbClr val="183DAF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6" name="object 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713231" y="1463039"/>
            <a:ext cx="2059686" cy="176022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710183" y="1805939"/>
            <a:ext cx="5055870" cy="162305"/>
          </a:xfrm>
          <a:prstGeom prst="rect">
            <a:avLst/>
          </a:prstGeom>
        </p:spPr>
      </p:pic>
      <p:grpSp>
        <p:nvGrpSpPr>
          <p:cNvPr id="8" name="object 8"/>
          <p:cNvGrpSpPr/>
          <p:nvPr/>
        </p:nvGrpSpPr>
        <p:grpSpPr>
          <a:xfrm>
            <a:off x="2017776" y="2276855"/>
            <a:ext cx="1260475" cy="1260475"/>
            <a:chOff x="2017776" y="2276855"/>
            <a:chExt cx="1260475" cy="1260475"/>
          </a:xfrm>
        </p:grpSpPr>
        <p:sp>
          <p:nvSpPr>
            <p:cNvPr id="9" name="object 9"/>
            <p:cNvSpPr/>
            <p:nvPr/>
          </p:nvSpPr>
          <p:spPr>
            <a:xfrm>
              <a:off x="2017776" y="2276855"/>
              <a:ext cx="1260475" cy="1260475"/>
            </a:xfrm>
            <a:custGeom>
              <a:avLst/>
              <a:gdLst/>
              <a:ahLst/>
              <a:cxnLst/>
              <a:rect l="l" t="t" r="r" b="b"/>
              <a:pathLst>
                <a:path w="1260475" h="1260475">
                  <a:moveTo>
                    <a:pt x="1259954" y="1104900"/>
                  </a:moveTo>
                  <a:lnTo>
                    <a:pt x="1247254" y="1098550"/>
                  </a:lnTo>
                  <a:lnTo>
                    <a:pt x="1183767" y="1066800"/>
                  </a:lnTo>
                  <a:lnTo>
                    <a:pt x="1183767" y="1098550"/>
                  </a:lnTo>
                  <a:lnTo>
                    <a:pt x="132842" y="1098550"/>
                  </a:lnTo>
                  <a:lnTo>
                    <a:pt x="132842" y="76200"/>
                  </a:lnTo>
                  <a:lnTo>
                    <a:pt x="164592" y="76200"/>
                  </a:lnTo>
                  <a:lnTo>
                    <a:pt x="158242" y="63500"/>
                  </a:lnTo>
                  <a:lnTo>
                    <a:pt x="126492" y="0"/>
                  </a:lnTo>
                  <a:lnTo>
                    <a:pt x="88392" y="76200"/>
                  </a:lnTo>
                  <a:lnTo>
                    <a:pt x="120142" y="76200"/>
                  </a:lnTo>
                  <a:lnTo>
                    <a:pt x="120142" y="1098550"/>
                  </a:lnTo>
                  <a:lnTo>
                    <a:pt x="0" y="1098550"/>
                  </a:lnTo>
                  <a:lnTo>
                    <a:pt x="0" y="1111250"/>
                  </a:lnTo>
                  <a:lnTo>
                    <a:pt x="120142" y="1111250"/>
                  </a:lnTo>
                  <a:lnTo>
                    <a:pt x="120142" y="1259967"/>
                  </a:lnTo>
                  <a:lnTo>
                    <a:pt x="132842" y="1259967"/>
                  </a:lnTo>
                  <a:lnTo>
                    <a:pt x="132842" y="1111250"/>
                  </a:lnTo>
                  <a:lnTo>
                    <a:pt x="1183767" y="1111250"/>
                  </a:lnTo>
                  <a:lnTo>
                    <a:pt x="1183767" y="1143000"/>
                  </a:lnTo>
                  <a:lnTo>
                    <a:pt x="1247254" y="1111250"/>
                  </a:lnTo>
                  <a:lnTo>
                    <a:pt x="1259954" y="1104900"/>
                  </a:lnTo>
                  <a:close/>
                </a:path>
              </a:pathLst>
            </a:custGeom>
            <a:solidFill>
              <a:srgbClr val="000000">
                <a:alpha val="50195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" name="object 10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2302764" y="3034283"/>
              <a:ext cx="77724" cy="77724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2397252" y="2889504"/>
              <a:ext cx="79248" cy="77724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2500884" y="3076955"/>
              <a:ext cx="77724" cy="77724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2738628" y="2997707"/>
              <a:ext cx="77724" cy="77724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2702052" y="3270503"/>
              <a:ext cx="77724" cy="77724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2636520" y="2846831"/>
              <a:ext cx="77724" cy="79248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2350008" y="2699004"/>
              <a:ext cx="77724" cy="77724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2855976" y="3220211"/>
              <a:ext cx="77724" cy="77724"/>
            </a:xfrm>
            <a:prstGeom prst="rect">
              <a:avLst/>
            </a:prstGeom>
          </p:spPr>
        </p:pic>
        <p:sp>
          <p:nvSpPr>
            <p:cNvPr id="18" name="object 18"/>
            <p:cNvSpPr/>
            <p:nvPr/>
          </p:nvSpPr>
          <p:spPr>
            <a:xfrm>
              <a:off x="2345436" y="2414015"/>
              <a:ext cx="889000" cy="841375"/>
            </a:xfrm>
            <a:custGeom>
              <a:avLst/>
              <a:gdLst/>
              <a:ahLst/>
              <a:cxnLst/>
              <a:rect l="l" t="t" r="r" b="b"/>
              <a:pathLst>
                <a:path w="889000" h="841375">
                  <a:moveTo>
                    <a:pt x="0" y="0"/>
                  </a:moveTo>
                  <a:lnTo>
                    <a:pt x="888619" y="841375"/>
                  </a:lnTo>
                </a:path>
              </a:pathLst>
            </a:custGeom>
            <a:ln w="12192">
              <a:solidFill>
                <a:srgbClr val="00AF50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9" name="object 19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2645664" y="2462783"/>
              <a:ext cx="77724" cy="77724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2779776" y="2426207"/>
              <a:ext cx="79248" cy="79248"/>
            </a:xfrm>
            <a:prstGeom prst="rect">
              <a:avLst/>
            </a:prstGeom>
          </p:spPr>
        </p:pic>
        <p:pic>
          <p:nvPicPr>
            <p:cNvPr id="21" name="object 21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2819400" y="2660903"/>
              <a:ext cx="79248" cy="77724"/>
            </a:xfrm>
            <a:prstGeom prst="rect">
              <a:avLst/>
            </a:prstGeom>
          </p:spPr>
        </p:pic>
        <p:pic>
          <p:nvPicPr>
            <p:cNvPr id="22" name="object 22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3043428" y="2602991"/>
              <a:ext cx="77724" cy="79248"/>
            </a:xfrm>
            <a:prstGeom prst="rect">
              <a:avLst/>
            </a:prstGeom>
          </p:spPr>
        </p:pic>
        <p:pic>
          <p:nvPicPr>
            <p:cNvPr id="23" name="object 23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3080004" y="2947415"/>
              <a:ext cx="77724" cy="79248"/>
            </a:xfrm>
            <a:prstGeom prst="rect">
              <a:avLst/>
            </a:prstGeom>
          </p:spPr>
        </p:pic>
        <p:pic>
          <p:nvPicPr>
            <p:cNvPr id="24" name="object 24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3194304" y="2391155"/>
              <a:ext cx="77724" cy="77724"/>
            </a:xfrm>
            <a:prstGeom prst="rect">
              <a:avLst/>
            </a:prstGeom>
          </p:spPr>
        </p:pic>
        <p:pic>
          <p:nvPicPr>
            <p:cNvPr id="25" name="object 25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2572512" y="2339339"/>
              <a:ext cx="79248" cy="77724"/>
            </a:xfrm>
            <a:prstGeom prst="rect">
              <a:avLst/>
            </a:prstGeom>
          </p:spPr>
        </p:pic>
        <p:pic>
          <p:nvPicPr>
            <p:cNvPr id="26" name="object 26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2971800" y="2767583"/>
              <a:ext cx="77724" cy="79248"/>
            </a:xfrm>
            <a:prstGeom prst="rect">
              <a:avLst/>
            </a:prstGeom>
          </p:spPr>
        </p:pic>
      </p:grpSp>
      <p:grpSp>
        <p:nvGrpSpPr>
          <p:cNvPr id="27" name="object 27"/>
          <p:cNvGrpSpPr/>
          <p:nvPr/>
        </p:nvGrpSpPr>
        <p:grpSpPr>
          <a:xfrm>
            <a:off x="6591300" y="2276855"/>
            <a:ext cx="1260475" cy="1260475"/>
            <a:chOff x="6591300" y="2276855"/>
            <a:chExt cx="1260475" cy="1260475"/>
          </a:xfrm>
        </p:grpSpPr>
        <p:sp>
          <p:nvSpPr>
            <p:cNvPr id="28" name="object 28"/>
            <p:cNvSpPr/>
            <p:nvPr/>
          </p:nvSpPr>
          <p:spPr>
            <a:xfrm>
              <a:off x="6591300" y="2276855"/>
              <a:ext cx="1260475" cy="1260475"/>
            </a:xfrm>
            <a:custGeom>
              <a:avLst/>
              <a:gdLst/>
              <a:ahLst/>
              <a:cxnLst/>
              <a:rect l="l" t="t" r="r" b="b"/>
              <a:pathLst>
                <a:path w="1260475" h="1260475">
                  <a:moveTo>
                    <a:pt x="1259967" y="1104900"/>
                  </a:moveTo>
                  <a:lnTo>
                    <a:pt x="1247267" y="1098550"/>
                  </a:lnTo>
                  <a:lnTo>
                    <a:pt x="1183767" y="1066800"/>
                  </a:lnTo>
                  <a:lnTo>
                    <a:pt x="1183767" y="1098550"/>
                  </a:lnTo>
                  <a:lnTo>
                    <a:pt x="132842" y="1098550"/>
                  </a:lnTo>
                  <a:lnTo>
                    <a:pt x="132842" y="76200"/>
                  </a:lnTo>
                  <a:lnTo>
                    <a:pt x="164592" y="76200"/>
                  </a:lnTo>
                  <a:lnTo>
                    <a:pt x="158242" y="63500"/>
                  </a:lnTo>
                  <a:lnTo>
                    <a:pt x="126492" y="0"/>
                  </a:lnTo>
                  <a:lnTo>
                    <a:pt x="88392" y="76200"/>
                  </a:lnTo>
                  <a:lnTo>
                    <a:pt x="120142" y="76200"/>
                  </a:lnTo>
                  <a:lnTo>
                    <a:pt x="120142" y="1098550"/>
                  </a:lnTo>
                  <a:lnTo>
                    <a:pt x="0" y="1098550"/>
                  </a:lnTo>
                  <a:lnTo>
                    <a:pt x="0" y="1111250"/>
                  </a:lnTo>
                  <a:lnTo>
                    <a:pt x="120142" y="1111250"/>
                  </a:lnTo>
                  <a:lnTo>
                    <a:pt x="120142" y="1259967"/>
                  </a:lnTo>
                  <a:lnTo>
                    <a:pt x="132842" y="1259967"/>
                  </a:lnTo>
                  <a:lnTo>
                    <a:pt x="132842" y="1111250"/>
                  </a:lnTo>
                  <a:lnTo>
                    <a:pt x="1183767" y="1111250"/>
                  </a:lnTo>
                  <a:lnTo>
                    <a:pt x="1183767" y="1143000"/>
                  </a:lnTo>
                  <a:lnTo>
                    <a:pt x="1247267" y="1111250"/>
                  </a:lnTo>
                  <a:lnTo>
                    <a:pt x="1259967" y="1104900"/>
                  </a:lnTo>
                  <a:close/>
                </a:path>
              </a:pathLst>
            </a:custGeom>
            <a:solidFill>
              <a:srgbClr val="000000">
                <a:alpha val="50195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7330440" y="2414015"/>
              <a:ext cx="173990" cy="859790"/>
            </a:xfrm>
            <a:custGeom>
              <a:avLst/>
              <a:gdLst/>
              <a:ahLst/>
              <a:cxnLst/>
              <a:rect l="l" t="t" r="r" b="b"/>
              <a:pathLst>
                <a:path w="173990" h="859789">
                  <a:moveTo>
                    <a:pt x="173735" y="0"/>
                  </a:moveTo>
                  <a:lnTo>
                    <a:pt x="0" y="859663"/>
                  </a:lnTo>
                </a:path>
              </a:pathLst>
            </a:custGeom>
            <a:ln w="12192">
              <a:solidFill>
                <a:srgbClr val="00AF50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0" name="object 30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6821424" y="2897123"/>
              <a:ext cx="77724" cy="77724"/>
            </a:xfrm>
            <a:prstGeom prst="rect">
              <a:avLst/>
            </a:prstGeom>
          </p:spPr>
        </p:pic>
        <p:pic>
          <p:nvPicPr>
            <p:cNvPr id="31" name="object 31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6957059" y="2862072"/>
              <a:ext cx="77724" cy="77724"/>
            </a:xfrm>
            <a:prstGeom prst="rect">
              <a:avLst/>
            </a:prstGeom>
          </p:spPr>
        </p:pic>
        <p:pic>
          <p:nvPicPr>
            <p:cNvPr id="32" name="object 32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6996684" y="3095244"/>
              <a:ext cx="77724" cy="77724"/>
            </a:xfrm>
            <a:prstGeom prst="rect">
              <a:avLst/>
            </a:prstGeom>
          </p:spPr>
        </p:pic>
        <p:pic>
          <p:nvPicPr>
            <p:cNvPr id="33" name="object 33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7219187" y="3037331"/>
              <a:ext cx="77724" cy="79248"/>
            </a:xfrm>
            <a:prstGeom prst="rect">
              <a:avLst/>
            </a:prstGeom>
          </p:spPr>
        </p:pic>
        <p:pic>
          <p:nvPicPr>
            <p:cNvPr id="34" name="object 34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7220712" y="2551175"/>
              <a:ext cx="79248" cy="79248"/>
            </a:xfrm>
            <a:prstGeom prst="rect">
              <a:avLst/>
            </a:prstGeom>
          </p:spPr>
        </p:pic>
        <p:pic>
          <p:nvPicPr>
            <p:cNvPr id="35" name="object 35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7191755" y="2816351"/>
              <a:ext cx="77724" cy="79248"/>
            </a:xfrm>
            <a:prstGeom prst="rect">
              <a:avLst/>
            </a:prstGeom>
          </p:spPr>
        </p:pic>
        <p:pic>
          <p:nvPicPr>
            <p:cNvPr id="36" name="object 36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6944868" y="2619755"/>
              <a:ext cx="77724" cy="77724"/>
            </a:xfrm>
            <a:prstGeom prst="rect">
              <a:avLst/>
            </a:prstGeom>
          </p:spPr>
        </p:pic>
        <p:pic>
          <p:nvPicPr>
            <p:cNvPr id="37" name="object 37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7147559" y="3201923"/>
              <a:ext cx="77724" cy="79248"/>
            </a:xfrm>
            <a:prstGeom prst="rect">
              <a:avLst/>
            </a:prstGeom>
          </p:spPr>
        </p:pic>
        <p:sp>
          <p:nvSpPr>
            <p:cNvPr id="38" name="object 38"/>
            <p:cNvSpPr/>
            <p:nvPr/>
          </p:nvSpPr>
          <p:spPr>
            <a:xfrm>
              <a:off x="7577327" y="2590799"/>
              <a:ext cx="71755" cy="71755"/>
            </a:xfrm>
            <a:custGeom>
              <a:avLst/>
              <a:gdLst/>
              <a:ahLst/>
              <a:cxnLst/>
              <a:rect l="l" t="t" r="r" b="b"/>
              <a:pathLst>
                <a:path w="71754" h="71755">
                  <a:moveTo>
                    <a:pt x="71627" y="0"/>
                  </a:moveTo>
                  <a:lnTo>
                    <a:pt x="0" y="0"/>
                  </a:lnTo>
                  <a:lnTo>
                    <a:pt x="0" y="71627"/>
                  </a:lnTo>
                  <a:lnTo>
                    <a:pt x="71627" y="71627"/>
                  </a:lnTo>
                  <a:lnTo>
                    <a:pt x="71627" y="0"/>
                  </a:lnTo>
                  <a:close/>
                </a:path>
              </a:pathLst>
            </a:custGeom>
            <a:solidFill>
              <a:srgbClr val="6F2F9F">
                <a:alpha val="39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7577327" y="2590799"/>
              <a:ext cx="71755" cy="71755"/>
            </a:xfrm>
            <a:custGeom>
              <a:avLst/>
              <a:gdLst/>
              <a:ahLst/>
              <a:cxnLst/>
              <a:rect l="l" t="t" r="r" b="b"/>
              <a:pathLst>
                <a:path w="71754" h="71755">
                  <a:moveTo>
                    <a:pt x="0" y="71627"/>
                  </a:moveTo>
                  <a:lnTo>
                    <a:pt x="71627" y="71627"/>
                  </a:lnTo>
                  <a:lnTo>
                    <a:pt x="71627" y="0"/>
                  </a:lnTo>
                  <a:lnTo>
                    <a:pt x="0" y="0"/>
                  </a:lnTo>
                  <a:lnTo>
                    <a:pt x="0" y="71627"/>
                  </a:lnTo>
                  <a:close/>
                </a:path>
              </a:pathLst>
            </a:custGeom>
            <a:ln w="6096">
              <a:solidFill>
                <a:srgbClr val="6F2F9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7603236" y="2823972"/>
              <a:ext cx="71755" cy="71755"/>
            </a:xfrm>
            <a:custGeom>
              <a:avLst/>
              <a:gdLst/>
              <a:ahLst/>
              <a:cxnLst/>
              <a:rect l="l" t="t" r="r" b="b"/>
              <a:pathLst>
                <a:path w="71754" h="71755">
                  <a:moveTo>
                    <a:pt x="71627" y="0"/>
                  </a:moveTo>
                  <a:lnTo>
                    <a:pt x="0" y="0"/>
                  </a:lnTo>
                  <a:lnTo>
                    <a:pt x="0" y="71627"/>
                  </a:lnTo>
                  <a:lnTo>
                    <a:pt x="71627" y="71627"/>
                  </a:lnTo>
                  <a:lnTo>
                    <a:pt x="71627" y="0"/>
                  </a:lnTo>
                  <a:close/>
                </a:path>
              </a:pathLst>
            </a:custGeom>
            <a:solidFill>
              <a:srgbClr val="6F2F9F">
                <a:alpha val="39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7603236" y="2823972"/>
              <a:ext cx="71755" cy="71755"/>
            </a:xfrm>
            <a:custGeom>
              <a:avLst/>
              <a:gdLst/>
              <a:ahLst/>
              <a:cxnLst/>
              <a:rect l="l" t="t" r="r" b="b"/>
              <a:pathLst>
                <a:path w="71754" h="71755">
                  <a:moveTo>
                    <a:pt x="0" y="71627"/>
                  </a:moveTo>
                  <a:lnTo>
                    <a:pt x="71627" y="71627"/>
                  </a:lnTo>
                  <a:lnTo>
                    <a:pt x="71627" y="0"/>
                  </a:lnTo>
                  <a:lnTo>
                    <a:pt x="0" y="0"/>
                  </a:lnTo>
                  <a:lnTo>
                    <a:pt x="0" y="71627"/>
                  </a:lnTo>
                  <a:close/>
                </a:path>
              </a:pathLst>
            </a:custGeom>
            <a:ln w="6096">
              <a:solidFill>
                <a:srgbClr val="6F2F9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7761732" y="2720339"/>
              <a:ext cx="73660" cy="71755"/>
            </a:xfrm>
            <a:custGeom>
              <a:avLst/>
              <a:gdLst/>
              <a:ahLst/>
              <a:cxnLst/>
              <a:rect l="l" t="t" r="r" b="b"/>
              <a:pathLst>
                <a:path w="73659" h="71755">
                  <a:moveTo>
                    <a:pt x="73151" y="0"/>
                  </a:moveTo>
                  <a:lnTo>
                    <a:pt x="0" y="0"/>
                  </a:lnTo>
                  <a:lnTo>
                    <a:pt x="0" y="71627"/>
                  </a:lnTo>
                  <a:lnTo>
                    <a:pt x="73151" y="71627"/>
                  </a:lnTo>
                  <a:lnTo>
                    <a:pt x="73151" y="0"/>
                  </a:lnTo>
                  <a:close/>
                </a:path>
              </a:pathLst>
            </a:custGeom>
            <a:solidFill>
              <a:srgbClr val="6F2F9F">
                <a:alpha val="39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3"/>
            <p:cNvSpPr/>
            <p:nvPr/>
          </p:nvSpPr>
          <p:spPr>
            <a:xfrm>
              <a:off x="7761732" y="2720339"/>
              <a:ext cx="73660" cy="71755"/>
            </a:xfrm>
            <a:custGeom>
              <a:avLst/>
              <a:gdLst/>
              <a:ahLst/>
              <a:cxnLst/>
              <a:rect l="l" t="t" r="r" b="b"/>
              <a:pathLst>
                <a:path w="73659" h="71755">
                  <a:moveTo>
                    <a:pt x="0" y="71627"/>
                  </a:moveTo>
                  <a:lnTo>
                    <a:pt x="73151" y="71627"/>
                  </a:lnTo>
                  <a:lnTo>
                    <a:pt x="73151" y="0"/>
                  </a:lnTo>
                  <a:lnTo>
                    <a:pt x="0" y="0"/>
                  </a:lnTo>
                  <a:lnTo>
                    <a:pt x="0" y="71627"/>
                  </a:lnTo>
                  <a:close/>
                </a:path>
              </a:pathLst>
            </a:custGeom>
            <a:ln w="6096">
              <a:solidFill>
                <a:srgbClr val="6F2F9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object 44"/>
            <p:cNvSpPr/>
            <p:nvPr/>
          </p:nvSpPr>
          <p:spPr>
            <a:xfrm>
              <a:off x="7685532" y="3176016"/>
              <a:ext cx="71755" cy="71755"/>
            </a:xfrm>
            <a:custGeom>
              <a:avLst/>
              <a:gdLst/>
              <a:ahLst/>
              <a:cxnLst/>
              <a:rect l="l" t="t" r="r" b="b"/>
              <a:pathLst>
                <a:path w="71754" h="71755">
                  <a:moveTo>
                    <a:pt x="71627" y="0"/>
                  </a:moveTo>
                  <a:lnTo>
                    <a:pt x="0" y="0"/>
                  </a:lnTo>
                  <a:lnTo>
                    <a:pt x="0" y="71627"/>
                  </a:lnTo>
                  <a:lnTo>
                    <a:pt x="71627" y="71627"/>
                  </a:lnTo>
                  <a:lnTo>
                    <a:pt x="71627" y="0"/>
                  </a:lnTo>
                  <a:close/>
                </a:path>
              </a:pathLst>
            </a:custGeom>
            <a:solidFill>
              <a:srgbClr val="6F2F9F">
                <a:alpha val="39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" name="object 45"/>
            <p:cNvSpPr/>
            <p:nvPr/>
          </p:nvSpPr>
          <p:spPr>
            <a:xfrm>
              <a:off x="7685532" y="3176016"/>
              <a:ext cx="71755" cy="71755"/>
            </a:xfrm>
            <a:custGeom>
              <a:avLst/>
              <a:gdLst/>
              <a:ahLst/>
              <a:cxnLst/>
              <a:rect l="l" t="t" r="r" b="b"/>
              <a:pathLst>
                <a:path w="71754" h="71755">
                  <a:moveTo>
                    <a:pt x="0" y="71627"/>
                  </a:moveTo>
                  <a:lnTo>
                    <a:pt x="71627" y="71627"/>
                  </a:lnTo>
                  <a:lnTo>
                    <a:pt x="71627" y="0"/>
                  </a:lnTo>
                  <a:lnTo>
                    <a:pt x="0" y="0"/>
                  </a:lnTo>
                  <a:lnTo>
                    <a:pt x="0" y="71627"/>
                  </a:lnTo>
                  <a:close/>
                </a:path>
              </a:pathLst>
            </a:custGeom>
            <a:ln w="6096">
              <a:solidFill>
                <a:srgbClr val="6F2F9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" name="object 46"/>
            <p:cNvSpPr/>
            <p:nvPr/>
          </p:nvSpPr>
          <p:spPr>
            <a:xfrm>
              <a:off x="7743444" y="2988563"/>
              <a:ext cx="71755" cy="71755"/>
            </a:xfrm>
            <a:custGeom>
              <a:avLst/>
              <a:gdLst/>
              <a:ahLst/>
              <a:cxnLst/>
              <a:rect l="l" t="t" r="r" b="b"/>
              <a:pathLst>
                <a:path w="71754" h="71755">
                  <a:moveTo>
                    <a:pt x="71627" y="0"/>
                  </a:moveTo>
                  <a:lnTo>
                    <a:pt x="0" y="0"/>
                  </a:lnTo>
                  <a:lnTo>
                    <a:pt x="0" y="71627"/>
                  </a:lnTo>
                  <a:lnTo>
                    <a:pt x="71627" y="71627"/>
                  </a:lnTo>
                  <a:lnTo>
                    <a:pt x="71627" y="0"/>
                  </a:lnTo>
                  <a:close/>
                </a:path>
              </a:pathLst>
            </a:custGeom>
            <a:solidFill>
              <a:srgbClr val="6F2F9F">
                <a:alpha val="39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7" name="object 47"/>
            <p:cNvSpPr/>
            <p:nvPr/>
          </p:nvSpPr>
          <p:spPr>
            <a:xfrm>
              <a:off x="7743444" y="2988563"/>
              <a:ext cx="71755" cy="71755"/>
            </a:xfrm>
            <a:custGeom>
              <a:avLst/>
              <a:gdLst/>
              <a:ahLst/>
              <a:cxnLst/>
              <a:rect l="l" t="t" r="r" b="b"/>
              <a:pathLst>
                <a:path w="71754" h="71755">
                  <a:moveTo>
                    <a:pt x="0" y="71627"/>
                  </a:moveTo>
                  <a:lnTo>
                    <a:pt x="71627" y="71627"/>
                  </a:lnTo>
                  <a:lnTo>
                    <a:pt x="71627" y="0"/>
                  </a:lnTo>
                  <a:lnTo>
                    <a:pt x="0" y="0"/>
                  </a:lnTo>
                  <a:lnTo>
                    <a:pt x="0" y="71627"/>
                  </a:lnTo>
                  <a:close/>
                </a:path>
              </a:pathLst>
            </a:custGeom>
            <a:ln w="6096">
              <a:solidFill>
                <a:srgbClr val="6F2F9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8" name="object 48"/>
            <p:cNvSpPr/>
            <p:nvPr/>
          </p:nvSpPr>
          <p:spPr>
            <a:xfrm>
              <a:off x="7757160" y="2487167"/>
              <a:ext cx="73660" cy="71755"/>
            </a:xfrm>
            <a:custGeom>
              <a:avLst/>
              <a:gdLst/>
              <a:ahLst/>
              <a:cxnLst/>
              <a:rect l="l" t="t" r="r" b="b"/>
              <a:pathLst>
                <a:path w="73659" h="71755">
                  <a:moveTo>
                    <a:pt x="73151" y="0"/>
                  </a:moveTo>
                  <a:lnTo>
                    <a:pt x="0" y="0"/>
                  </a:lnTo>
                  <a:lnTo>
                    <a:pt x="0" y="71627"/>
                  </a:lnTo>
                  <a:lnTo>
                    <a:pt x="73151" y="71627"/>
                  </a:lnTo>
                  <a:lnTo>
                    <a:pt x="73151" y="0"/>
                  </a:lnTo>
                  <a:close/>
                </a:path>
              </a:pathLst>
            </a:custGeom>
            <a:solidFill>
              <a:srgbClr val="6F2F9F">
                <a:alpha val="39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9" name="object 49"/>
            <p:cNvSpPr/>
            <p:nvPr/>
          </p:nvSpPr>
          <p:spPr>
            <a:xfrm>
              <a:off x="7757160" y="2487167"/>
              <a:ext cx="73660" cy="71755"/>
            </a:xfrm>
            <a:custGeom>
              <a:avLst/>
              <a:gdLst/>
              <a:ahLst/>
              <a:cxnLst/>
              <a:rect l="l" t="t" r="r" b="b"/>
              <a:pathLst>
                <a:path w="73659" h="71755">
                  <a:moveTo>
                    <a:pt x="0" y="71627"/>
                  </a:moveTo>
                  <a:lnTo>
                    <a:pt x="73151" y="71627"/>
                  </a:lnTo>
                  <a:lnTo>
                    <a:pt x="73151" y="0"/>
                  </a:lnTo>
                  <a:lnTo>
                    <a:pt x="0" y="0"/>
                  </a:lnTo>
                  <a:lnTo>
                    <a:pt x="0" y="71627"/>
                  </a:lnTo>
                  <a:close/>
                </a:path>
              </a:pathLst>
            </a:custGeom>
            <a:ln w="6096">
              <a:solidFill>
                <a:srgbClr val="6F2F9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0" name="object 50"/>
            <p:cNvSpPr/>
            <p:nvPr/>
          </p:nvSpPr>
          <p:spPr>
            <a:xfrm>
              <a:off x="7610855" y="2400299"/>
              <a:ext cx="71755" cy="71755"/>
            </a:xfrm>
            <a:custGeom>
              <a:avLst/>
              <a:gdLst/>
              <a:ahLst/>
              <a:cxnLst/>
              <a:rect l="l" t="t" r="r" b="b"/>
              <a:pathLst>
                <a:path w="71754" h="71755">
                  <a:moveTo>
                    <a:pt x="71627" y="0"/>
                  </a:moveTo>
                  <a:lnTo>
                    <a:pt x="0" y="0"/>
                  </a:lnTo>
                  <a:lnTo>
                    <a:pt x="0" y="71627"/>
                  </a:lnTo>
                  <a:lnTo>
                    <a:pt x="71627" y="71627"/>
                  </a:lnTo>
                  <a:lnTo>
                    <a:pt x="71627" y="0"/>
                  </a:lnTo>
                  <a:close/>
                </a:path>
              </a:pathLst>
            </a:custGeom>
            <a:solidFill>
              <a:srgbClr val="6F2F9F">
                <a:alpha val="39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1" name="object 51"/>
            <p:cNvSpPr/>
            <p:nvPr/>
          </p:nvSpPr>
          <p:spPr>
            <a:xfrm>
              <a:off x="7610855" y="2400299"/>
              <a:ext cx="71755" cy="71755"/>
            </a:xfrm>
            <a:custGeom>
              <a:avLst/>
              <a:gdLst/>
              <a:ahLst/>
              <a:cxnLst/>
              <a:rect l="l" t="t" r="r" b="b"/>
              <a:pathLst>
                <a:path w="71754" h="71755">
                  <a:moveTo>
                    <a:pt x="0" y="71627"/>
                  </a:moveTo>
                  <a:lnTo>
                    <a:pt x="71627" y="71627"/>
                  </a:lnTo>
                  <a:lnTo>
                    <a:pt x="71627" y="0"/>
                  </a:lnTo>
                  <a:lnTo>
                    <a:pt x="0" y="0"/>
                  </a:lnTo>
                  <a:lnTo>
                    <a:pt x="0" y="71627"/>
                  </a:lnTo>
                  <a:close/>
                </a:path>
              </a:pathLst>
            </a:custGeom>
            <a:ln w="6096">
              <a:solidFill>
                <a:srgbClr val="6F2F9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2" name="object 52"/>
            <p:cNvSpPr/>
            <p:nvPr/>
          </p:nvSpPr>
          <p:spPr>
            <a:xfrm>
              <a:off x="7478267" y="3051047"/>
              <a:ext cx="71755" cy="71755"/>
            </a:xfrm>
            <a:custGeom>
              <a:avLst/>
              <a:gdLst/>
              <a:ahLst/>
              <a:cxnLst/>
              <a:rect l="l" t="t" r="r" b="b"/>
              <a:pathLst>
                <a:path w="71754" h="71755">
                  <a:moveTo>
                    <a:pt x="71627" y="0"/>
                  </a:moveTo>
                  <a:lnTo>
                    <a:pt x="0" y="0"/>
                  </a:lnTo>
                  <a:lnTo>
                    <a:pt x="0" y="71627"/>
                  </a:lnTo>
                  <a:lnTo>
                    <a:pt x="71627" y="71627"/>
                  </a:lnTo>
                  <a:lnTo>
                    <a:pt x="71627" y="0"/>
                  </a:lnTo>
                  <a:close/>
                </a:path>
              </a:pathLst>
            </a:custGeom>
            <a:solidFill>
              <a:srgbClr val="6F2F9F">
                <a:alpha val="39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3" name="object 53"/>
            <p:cNvSpPr/>
            <p:nvPr/>
          </p:nvSpPr>
          <p:spPr>
            <a:xfrm>
              <a:off x="7478267" y="3051047"/>
              <a:ext cx="71755" cy="71755"/>
            </a:xfrm>
            <a:custGeom>
              <a:avLst/>
              <a:gdLst/>
              <a:ahLst/>
              <a:cxnLst/>
              <a:rect l="l" t="t" r="r" b="b"/>
              <a:pathLst>
                <a:path w="71754" h="71755">
                  <a:moveTo>
                    <a:pt x="0" y="71627"/>
                  </a:moveTo>
                  <a:lnTo>
                    <a:pt x="71627" y="71627"/>
                  </a:lnTo>
                  <a:lnTo>
                    <a:pt x="71627" y="0"/>
                  </a:lnTo>
                  <a:lnTo>
                    <a:pt x="0" y="0"/>
                  </a:lnTo>
                  <a:lnTo>
                    <a:pt x="0" y="71627"/>
                  </a:lnTo>
                  <a:close/>
                </a:path>
              </a:pathLst>
            </a:custGeom>
            <a:ln w="6096">
              <a:solidFill>
                <a:srgbClr val="6F2F9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54" name="object 54"/>
          <p:cNvGrpSpPr/>
          <p:nvPr/>
        </p:nvGrpSpPr>
        <p:grpSpPr>
          <a:xfrm>
            <a:off x="2020823" y="4364735"/>
            <a:ext cx="1260475" cy="1260475"/>
            <a:chOff x="2020823" y="4364735"/>
            <a:chExt cx="1260475" cy="1260475"/>
          </a:xfrm>
        </p:grpSpPr>
        <p:sp>
          <p:nvSpPr>
            <p:cNvPr id="55" name="object 55"/>
            <p:cNvSpPr/>
            <p:nvPr/>
          </p:nvSpPr>
          <p:spPr>
            <a:xfrm>
              <a:off x="2020824" y="4364735"/>
              <a:ext cx="1260475" cy="1260475"/>
            </a:xfrm>
            <a:custGeom>
              <a:avLst/>
              <a:gdLst/>
              <a:ahLst/>
              <a:cxnLst/>
              <a:rect l="l" t="t" r="r" b="b"/>
              <a:pathLst>
                <a:path w="1260475" h="1260475">
                  <a:moveTo>
                    <a:pt x="1259954" y="1104900"/>
                  </a:moveTo>
                  <a:lnTo>
                    <a:pt x="1247254" y="1098550"/>
                  </a:lnTo>
                  <a:lnTo>
                    <a:pt x="1183767" y="1066800"/>
                  </a:lnTo>
                  <a:lnTo>
                    <a:pt x="1183767" y="1098550"/>
                  </a:lnTo>
                  <a:lnTo>
                    <a:pt x="132842" y="1098550"/>
                  </a:lnTo>
                  <a:lnTo>
                    <a:pt x="132842" y="76200"/>
                  </a:lnTo>
                  <a:lnTo>
                    <a:pt x="164592" y="76200"/>
                  </a:lnTo>
                  <a:lnTo>
                    <a:pt x="158242" y="63500"/>
                  </a:lnTo>
                  <a:lnTo>
                    <a:pt x="126492" y="0"/>
                  </a:lnTo>
                  <a:lnTo>
                    <a:pt x="88392" y="76200"/>
                  </a:lnTo>
                  <a:lnTo>
                    <a:pt x="120142" y="76200"/>
                  </a:lnTo>
                  <a:lnTo>
                    <a:pt x="120142" y="1098550"/>
                  </a:lnTo>
                  <a:lnTo>
                    <a:pt x="0" y="1098550"/>
                  </a:lnTo>
                  <a:lnTo>
                    <a:pt x="0" y="1111250"/>
                  </a:lnTo>
                  <a:lnTo>
                    <a:pt x="120142" y="1111250"/>
                  </a:lnTo>
                  <a:lnTo>
                    <a:pt x="120142" y="1260005"/>
                  </a:lnTo>
                  <a:lnTo>
                    <a:pt x="132842" y="1260005"/>
                  </a:lnTo>
                  <a:lnTo>
                    <a:pt x="132842" y="1111250"/>
                  </a:lnTo>
                  <a:lnTo>
                    <a:pt x="1183767" y="1111250"/>
                  </a:lnTo>
                  <a:lnTo>
                    <a:pt x="1183767" y="1143000"/>
                  </a:lnTo>
                  <a:lnTo>
                    <a:pt x="1247254" y="1111250"/>
                  </a:lnTo>
                  <a:lnTo>
                    <a:pt x="1259954" y="1104900"/>
                  </a:lnTo>
                  <a:close/>
                </a:path>
              </a:pathLst>
            </a:custGeom>
            <a:solidFill>
              <a:srgbClr val="000000">
                <a:alpha val="50195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6" name="object 56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2305811" y="5122163"/>
              <a:ext cx="77724" cy="77724"/>
            </a:xfrm>
            <a:prstGeom prst="rect">
              <a:avLst/>
            </a:prstGeom>
          </p:spPr>
        </p:pic>
        <p:pic>
          <p:nvPicPr>
            <p:cNvPr id="57" name="object 57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2400299" y="4977383"/>
              <a:ext cx="77724" cy="77724"/>
            </a:xfrm>
            <a:prstGeom prst="rect">
              <a:avLst/>
            </a:prstGeom>
          </p:spPr>
        </p:pic>
        <p:pic>
          <p:nvPicPr>
            <p:cNvPr id="58" name="object 58"/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2502407" y="5164835"/>
              <a:ext cx="79248" cy="79248"/>
            </a:xfrm>
            <a:prstGeom prst="rect">
              <a:avLst/>
            </a:prstGeom>
          </p:spPr>
        </p:pic>
        <p:pic>
          <p:nvPicPr>
            <p:cNvPr id="59" name="object 59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3052571" y="4730495"/>
              <a:ext cx="77724" cy="77724"/>
            </a:xfrm>
            <a:prstGeom prst="rect">
              <a:avLst/>
            </a:prstGeom>
          </p:spPr>
        </p:pic>
        <p:pic>
          <p:nvPicPr>
            <p:cNvPr id="60" name="object 60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2705099" y="5358383"/>
              <a:ext cx="77724" cy="77723"/>
            </a:xfrm>
            <a:prstGeom prst="rect">
              <a:avLst/>
            </a:prstGeom>
          </p:spPr>
        </p:pic>
        <p:pic>
          <p:nvPicPr>
            <p:cNvPr id="61" name="object 61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3171443" y="4564379"/>
              <a:ext cx="77724" cy="77724"/>
            </a:xfrm>
            <a:prstGeom prst="rect">
              <a:avLst/>
            </a:prstGeom>
          </p:spPr>
        </p:pic>
        <p:pic>
          <p:nvPicPr>
            <p:cNvPr id="62" name="object 62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2929127" y="4529327"/>
              <a:ext cx="79248" cy="77724"/>
            </a:xfrm>
            <a:prstGeom prst="rect">
              <a:avLst/>
            </a:prstGeom>
          </p:spPr>
        </p:pic>
        <p:pic>
          <p:nvPicPr>
            <p:cNvPr id="63" name="object 63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2741675" y="5169407"/>
              <a:ext cx="77724" cy="77724"/>
            </a:xfrm>
            <a:prstGeom prst="rect">
              <a:avLst/>
            </a:prstGeom>
          </p:spPr>
        </p:pic>
        <p:pic>
          <p:nvPicPr>
            <p:cNvPr id="64" name="object 64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2606039" y="4815839"/>
              <a:ext cx="77724" cy="77724"/>
            </a:xfrm>
            <a:prstGeom prst="rect">
              <a:avLst/>
            </a:prstGeom>
          </p:spPr>
        </p:pic>
        <p:pic>
          <p:nvPicPr>
            <p:cNvPr id="65" name="object 65"/>
            <p:cNvPicPr/>
            <p:nvPr/>
          </p:nvPicPr>
          <p:blipFill>
            <a:blip r:embed="rId22" cstate="print"/>
            <a:stretch>
              <a:fillRect/>
            </a:stretch>
          </p:blipFill>
          <p:spPr>
            <a:xfrm>
              <a:off x="2386583" y="4492751"/>
              <a:ext cx="77724" cy="77724"/>
            </a:xfrm>
            <a:prstGeom prst="rect">
              <a:avLst/>
            </a:prstGeom>
          </p:spPr>
        </p:pic>
        <p:pic>
          <p:nvPicPr>
            <p:cNvPr id="66" name="object 66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2749295" y="4940807"/>
              <a:ext cx="79248" cy="77724"/>
            </a:xfrm>
            <a:prstGeom prst="rect">
              <a:avLst/>
            </a:prstGeom>
          </p:spPr>
        </p:pic>
        <p:pic>
          <p:nvPicPr>
            <p:cNvPr id="67" name="object 67"/>
            <p:cNvPicPr/>
            <p:nvPr/>
          </p:nvPicPr>
          <p:blipFill>
            <a:blip r:embed="rId22" cstate="print"/>
            <a:stretch>
              <a:fillRect/>
            </a:stretch>
          </p:blipFill>
          <p:spPr>
            <a:xfrm>
              <a:off x="2999231" y="4945379"/>
              <a:ext cx="77724" cy="77724"/>
            </a:xfrm>
            <a:prstGeom prst="rect">
              <a:avLst/>
            </a:prstGeom>
          </p:spPr>
        </p:pic>
        <p:pic>
          <p:nvPicPr>
            <p:cNvPr id="68" name="object 68"/>
            <p:cNvPicPr/>
            <p:nvPr/>
          </p:nvPicPr>
          <p:blipFill>
            <a:blip r:embed="rId22" cstate="print"/>
            <a:stretch>
              <a:fillRect/>
            </a:stretch>
          </p:blipFill>
          <p:spPr>
            <a:xfrm>
              <a:off x="2999231" y="5131307"/>
              <a:ext cx="77724" cy="77724"/>
            </a:xfrm>
            <a:prstGeom prst="rect">
              <a:avLst/>
            </a:prstGeom>
          </p:spPr>
        </p:pic>
        <p:pic>
          <p:nvPicPr>
            <p:cNvPr id="69" name="object 69"/>
            <p:cNvPicPr/>
            <p:nvPr/>
          </p:nvPicPr>
          <p:blipFill>
            <a:blip r:embed="rId22" cstate="print"/>
            <a:stretch>
              <a:fillRect/>
            </a:stretch>
          </p:blipFill>
          <p:spPr>
            <a:xfrm>
              <a:off x="2714243" y="4587239"/>
              <a:ext cx="77724" cy="77724"/>
            </a:xfrm>
            <a:prstGeom prst="rect">
              <a:avLst/>
            </a:prstGeom>
          </p:spPr>
        </p:pic>
        <p:pic>
          <p:nvPicPr>
            <p:cNvPr id="70" name="object 70"/>
            <p:cNvPicPr/>
            <p:nvPr/>
          </p:nvPicPr>
          <p:blipFill>
            <a:blip r:embed="rId23" cstate="print"/>
            <a:stretch>
              <a:fillRect/>
            </a:stretch>
          </p:blipFill>
          <p:spPr>
            <a:xfrm>
              <a:off x="2479547" y="4692395"/>
              <a:ext cx="79248" cy="77724"/>
            </a:xfrm>
            <a:prstGeom prst="rect">
              <a:avLst/>
            </a:prstGeom>
          </p:spPr>
        </p:pic>
        <p:pic>
          <p:nvPicPr>
            <p:cNvPr id="71" name="object 71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2810255" y="4796027"/>
              <a:ext cx="77724" cy="79248"/>
            </a:xfrm>
            <a:prstGeom prst="rect">
              <a:avLst/>
            </a:prstGeom>
          </p:spPr>
        </p:pic>
        <p:pic>
          <p:nvPicPr>
            <p:cNvPr id="72" name="object 72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3183635" y="4895087"/>
              <a:ext cx="77724" cy="77724"/>
            </a:xfrm>
            <a:prstGeom prst="rect">
              <a:avLst/>
            </a:prstGeom>
          </p:spPr>
        </p:pic>
        <p:sp>
          <p:nvSpPr>
            <p:cNvPr id="73" name="object 73"/>
            <p:cNvSpPr/>
            <p:nvPr/>
          </p:nvSpPr>
          <p:spPr>
            <a:xfrm>
              <a:off x="2217419" y="4383023"/>
              <a:ext cx="1028700" cy="938530"/>
            </a:xfrm>
            <a:custGeom>
              <a:avLst/>
              <a:gdLst/>
              <a:ahLst/>
              <a:cxnLst/>
              <a:rect l="l" t="t" r="r" b="b"/>
              <a:pathLst>
                <a:path w="1028700" h="938529">
                  <a:moveTo>
                    <a:pt x="0" y="182118"/>
                  </a:moveTo>
                  <a:lnTo>
                    <a:pt x="227330" y="463295"/>
                  </a:lnTo>
                  <a:lnTo>
                    <a:pt x="261239" y="508236"/>
                  </a:lnTo>
                  <a:lnTo>
                    <a:pt x="289539" y="549507"/>
                  </a:lnTo>
                  <a:lnTo>
                    <a:pt x="316163" y="586913"/>
                  </a:lnTo>
                  <a:lnTo>
                    <a:pt x="345043" y="620259"/>
                  </a:lnTo>
                  <a:lnTo>
                    <a:pt x="380111" y="649351"/>
                  </a:lnTo>
                  <a:lnTo>
                    <a:pt x="423294" y="670584"/>
                  </a:lnTo>
                  <a:lnTo>
                    <a:pt x="471981" y="684100"/>
                  </a:lnTo>
                  <a:lnTo>
                    <a:pt x="523296" y="695317"/>
                  </a:lnTo>
                  <a:lnTo>
                    <a:pt x="574362" y="709656"/>
                  </a:lnTo>
                  <a:lnTo>
                    <a:pt x="622300" y="732536"/>
                  </a:lnTo>
                  <a:lnTo>
                    <a:pt x="659663" y="763942"/>
                  </a:lnTo>
                  <a:lnTo>
                    <a:pt x="696039" y="805523"/>
                  </a:lnTo>
                  <a:lnTo>
                    <a:pt x="731583" y="850518"/>
                  </a:lnTo>
                  <a:lnTo>
                    <a:pt x="766449" y="892170"/>
                  </a:lnTo>
                  <a:lnTo>
                    <a:pt x="800793" y="923718"/>
                  </a:lnTo>
                  <a:lnTo>
                    <a:pt x="834771" y="938403"/>
                  </a:lnTo>
                  <a:lnTo>
                    <a:pt x="872198" y="933621"/>
                  </a:lnTo>
                  <a:lnTo>
                    <a:pt x="913717" y="914334"/>
                  </a:lnTo>
                  <a:lnTo>
                    <a:pt x="954722" y="884935"/>
                  </a:lnTo>
                  <a:lnTo>
                    <a:pt x="990604" y="849822"/>
                  </a:lnTo>
                  <a:lnTo>
                    <a:pt x="1016757" y="813390"/>
                  </a:lnTo>
                  <a:lnTo>
                    <a:pt x="1028573" y="780033"/>
                  </a:lnTo>
                  <a:lnTo>
                    <a:pt x="1006730" y="722256"/>
                  </a:lnTo>
                  <a:lnTo>
                    <a:pt x="952611" y="654335"/>
                  </a:lnTo>
                  <a:lnTo>
                    <a:pt x="897324" y="597796"/>
                  </a:lnTo>
                  <a:lnTo>
                    <a:pt x="871982" y="574167"/>
                  </a:lnTo>
                  <a:lnTo>
                    <a:pt x="685673" y="332613"/>
                  </a:lnTo>
                  <a:lnTo>
                    <a:pt x="651228" y="285867"/>
                  </a:lnTo>
                  <a:lnTo>
                    <a:pt x="617533" y="237818"/>
                  </a:lnTo>
                  <a:lnTo>
                    <a:pt x="585034" y="192554"/>
                  </a:lnTo>
                  <a:lnTo>
                    <a:pt x="554174" y="154166"/>
                  </a:lnTo>
                  <a:lnTo>
                    <a:pt x="525399" y="126745"/>
                  </a:lnTo>
                  <a:lnTo>
                    <a:pt x="493287" y="115190"/>
                  </a:lnTo>
                  <a:lnTo>
                    <a:pt x="464629" y="121745"/>
                  </a:lnTo>
                  <a:lnTo>
                    <a:pt x="437495" y="130800"/>
                  </a:lnTo>
                  <a:lnTo>
                    <a:pt x="409956" y="126745"/>
                  </a:lnTo>
                  <a:lnTo>
                    <a:pt x="381650" y="105423"/>
                  </a:lnTo>
                  <a:lnTo>
                    <a:pt x="353631" y="75231"/>
                  </a:lnTo>
                  <a:lnTo>
                    <a:pt x="325802" y="39110"/>
                  </a:lnTo>
                  <a:lnTo>
                    <a:pt x="298069" y="0"/>
                  </a:lnTo>
                </a:path>
              </a:pathLst>
            </a:custGeom>
            <a:ln w="12192">
              <a:solidFill>
                <a:srgbClr val="00AF50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74" name="object 74"/>
          <p:cNvGrpSpPr/>
          <p:nvPr/>
        </p:nvGrpSpPr>
        <p:grpSpPr>
          <a:xfrm>
            <a:off x="6624828" y="4364735"/>
            <a:ext cx="1260475" cy="1260475"/>
            <a:chOff x="6624828" y="4364735"/>
            <a:chExt cx="1260475" cy="1260475"/>
          </a:xfrm>
        </p:grpSpPr>
        <p:sp>
          <p:nvSpPr>
            <p:cNvPr id="75" name="object 75"/>
            <p:cNvSpPr/>
            <p:nvPr/>
          </p:nvSpPr>
          <p:spPr>
            <a:xfrm>
              <a:off x="6624828" y="4364735"/>
              <a:ext cx="1260475" cy="1260475"/>
            </a:xfrm>
            <a:custGeom>
              <a:avLst/>
              <a:gdLst/>
              <a:ahLst/>
              <a:cxnLst/>
              <a:rect l="l" t="t" r="r" b="b"/>
              <a:pathLst>
                <a:path w="1260475" h="1260475">
                  <a:moveTo>
                    <a:pt x="1259967" y="1104900"/>
                  </a:moveTo>
                  <a:lnTo>
                    <a:pt x="1247267" y="1098550"/>
                  </a:lnTo>
                  <a:lnTo>
                    <a:pt x="1183767" y="1066800"/>
                  </a:lnTo>
                  <a:lnTo>
                    <a:pt x="1183767" y="1098550"/>
                  </a:lnTo>
                  <a:lnTo>
                    <a:pt x="132842" y="1098550"/>
                  </a:lnTo>
                  <a:lnTo>
                    <a:pt x="132842" y="76200"/>
                  </a:lnTo>
                  <a:lnTo>
                    <a:pt x="164592" y="76200"/>
                  </a:lnTo>
                  <a:lnTo>
                    <a:pt x="158242" y="63500"/>
                  </a:lnTo>
                  <a:lnTo>
                    <a:pt x="126492" y="0"/>
                  </a:lnTo>
                  <a:lnTo>
                    <a:pt x="88392" y="76200"/>
                  </a:lnTo>
                  <a:lnTo>
                    <a:pt x="120142" y="76200"/>
                  </a:lnTo>
                  <a:lnTo>
                    <a:pt x="120142" y="1098550"/>
                  </a:lnTo>
                  <a:lnTo>
                    <a:pt x="0" y="1098550"/>
                  </a:lnTo>
                  <a:lnTo>
                    <a:pt x="0" y="1111250"/>
                  </a:lnTo>
                  <a:lnTo>
                    <a:pt x="120142" y="1111250"/>
                  </a:lnTo>
                  <a:lnTo>
                    <a:pt x="120142" y="1260005"/>
                  </a:lnTo>
                  <a:lnTo>
                    <a:pt x="132842" y="1260005"/>
                  </a:lnTo>
                  <a:lnTo>
                    <a:pt x="132842" y="1111250"/>
                  </a:lnTo>
                  <a:lnTo>
                    <a:pt x="1183767" y="1111250"/>
                  </a:lnTo>
                  <a:lnTo>
                    <a:pt x="1183767" y="1143000"/>
                  </a:lnTo>
                  <a:lnTo>
                    <a:pt x="1247267" y="1111250"/>
                  </a:lnTo>
                  <a:lnTo>
                    <a:pt x="1259967" y="1104900"/>
                  </a:lnTo>
                  <a:close/>
                </a:path>
              </a:pathLst>
            </a:custGeom>
            <a:solidFill>
              <a:srgbClr val="000000">
                <a:alpha val="50195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6" name="object 76"/>
            <p:cNvPicPr/>
            <p:nvPr/>
          </p:nvPicPr>
          <p:blipFill>
            <a:blip r:embed="rId24" cstate="print"/>
            <a:stretch>
              <a:fillRect/>
            </a:stretch>
          </p:blipFill>
          <p:spPr>
            <a:xfrm>
              <a:off x="6854952" y="4985003"/>
              <a:ext cx="77724" cy="79248"/>
            </a:xfrm>
            <a:prstGeom prst="rect">
              <a:avLst/>
            </a:prstGeom>
          </p:spPr>
        </p:pic>
        <p:pic>
          <p:nvPicPr>
            <p:cNvPr id="77" name="object 77"/>
            <p:cNvPicPr/>
            <p:nvPr/>
          </p:nvPicPr>
          <p:blipFill>
            <a:blip r:embed="rId22" cstate="print"/>
            <a:stretch>
              <a:fillRect/>
            </a:stretch>
          </p:blipFill>
          <p:spPr>
            <a:xfrm>
              <a:off x="6990588" y="4949951"/>
              <a:ext cx="77724" cy="77724"/>
            </a:xfrm>
            <a:prstGeom prst="rect">
              <a:avLst/>
            </a:prstGeom>
          </p:spPr>
        </p:pic>
        <p:pic>
          <p:nvPicPr>
            <p:cNvPr id="78" name="object 78"/>
            <p:cNvPicPr/>
            <p:nvPr/>
          </p:nvPicPr>
          <p:blipFill>
            <a:blip r:embed="rId22" cstate="print"/>
            <a:stretch>
              <a:fillRect/>
            </a:stretch>
          </p:blipFill>
          <p:spPr>
            <a:xfrm>
              <a:off x="7030212" y="5183123"/>
              <a:ext cx="77724" cy="77723"/>
            </a:xfrm>
            <a:prstGeom prst="rect">
              <a:avLst/>
            </a:prstGeom>
          </p:spPr>
        </p:pic>
        <p:pic>
          <p:nvPicPr>
            <p:cNvPr id="79" name="object 79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7206996" y="5114543"/>
              <a:ext cx="77724" cy="77724"/>
            </a:xfrm>
            <a:prstGeom prst="rect">
              <a:avLst/>
            </a:prstGeom>
          </p:spPr>
        </p:pic>
        <p:pic>
          <p:nvPicPr>
            <p:cNvPr id="80" name="object 80"/>
            <p:cNvPicPr/>
            <p:nvPr/>
          </p:nvPicPr>
          <p:blipFill>
            <a:blip r:embed="rId23" cstate="print"/>
            <a:stretch>
              <a:fillRect/>
            </a:stretch>
          </p:blipFill>
          <p:spPr>
            <a:xfrm>
              <a:off x="7427976" y="4826507"/>
              <a:ext cx="79248" cy="77724"/>
            </a:xfrm>
            <a:prstGeom prst="rect">
              <a:avLst/>
            </a:prstGeom>
          </p:spPr>
        </p:pic>
        <p:pic>
          <p:nvPicPr>
            <p:cNvPr id="81" name="object 81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7263384" y="4875275"/>
              <a:ext cx="79248" cy="77724"/>
            </a:xfrm>
            <a:prstGeom prst="rect">
              <a:avLst/>
            </a:prstGeom>
          </p:spPr>
        </p:pic>
        <p:pic>
          <p:nvPicPr>
            <p:cNvPr id="82" name="object 82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6920484" y="4732019"/>
              <a:ext cx="79248" cy="77724"/>
            </a:xfrm>
            <a:prstGeom prst="rect">
              <a:avLst/>
            </a:prstGeom>
          </p:spPr>
        </p:pic>
        <p:pic>
          <p:nvPicPr>
            <p:cNvPr id="83" name="object 83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7181088" y="5291327"/>
              <a:ext cx="77724" cy="77723"/>
            </a:xfrm>
            <a:prstGeom prst="rect">
              <a:avLst/>
            </a:prstGeom>
          </p:spPr>
        </p:pic>
        <p:sp>
          <p:nvSpPr>
            <p:cNvPr id="84" name="object 84"/>
            <p:cNvSpPr/>
            <p:nvPr/>
          </p:nvSpPr>
          <p:spPr>
            <a:xfrm>
              <a:off x="6890004" y="4527803"/>
              <a:ext cx="73660" cy="73660"/>
            </a:xfrm>
            <a:custGeom>
              <a:avLst/>
              <a:gdLst/>
              <a:ahLst/>
              <a:cxnLst/>
              <a:rect l="l" t="t" r="r" b="b"/>
              <a:pathLst>
                <a:path w="73659" h="73660">
                  <a:moveTo>
                    <a:pt x="73151" y="0"/>
                  </a:moveTo>
                  <a:lnTo>
                    <a:pt x="0" y="0"/>
                  </a:lnTo>
                  <a:lnTo>
                    <a:pt x="0" y="73152"/>
                  </a:lnTo>
                  <a:lnTo>
                    <a:pt x="73151" y="73152"/>
                  </a:lnTo>
                  <a:lnTo>
                    <a:pt x="73151" y="0"/>
                  </a:lnTo>
                  <a:close/>
                </a:path>
              </a:pathLst>
            </a:custGeom>
            <a:solidFill>
              <a:srgbClr val="6F2F9F">
                <a:alpha val="39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5" name="object 85"/>
            <p:cNvSpPr/>
            <p:nvPr/>
          </p:nvSpPr>
          <p:spPr>
            <a:xfrm>
              <a:off x="6890004" y="4527803"/>
              <a:ext cx="73660" cy="73660"/>
            </a:xfrm>
            <a:custGeom>
              <a:avLst/>
              <a:gdLst/>
              <a:ahLst/>
              <a:cxnLst/>
              <a:rect l="l" t="t" r="r" b="b"/>
              <a:pathLst>
                <a:path w="73659" h="73660">
                  <a:moveTo>
                    <a:pt x="0" y="73152"/>
                  </a:moveTo>
                  <a:lnTo>
                    <a:pt x="73151" y="73152"/>
                  </a:lnTo>
                  <a:lnTo>
                    <a:pt x="73151" y="0"/>
                  </a:lnTo>
                  <a:lnTo>
                    <a:pt x="0" y="0"/>
                  </a:lnTo>
                  <a:lnTo>
                    <a:pt x="0" y="73152"/>
                  </a:lnTo>
                  <a:close/>
                </a:path>
              </a:pathLst>
            </a:custGeom>
            <a:ln w="6096">
              <a:solidFill>
                <a:srgbClr val="6F2F9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6" name="object 86"/>
            <p:cNvSpPr/>
            <p:nvPr/>
          </p:nvSpPr>
          <p:spPr>
            <a:xfrm>
              <a:off x="7563612" y="5125211"/>
              <a:ext cx="73660" cy="71755"/>
            </a:xfrm>
            <a:custGeom>
              <a:avLst/>
              <a:gdLst/>
              <a:ahLst/>
              <a:cxnLst/>
              <a:rect l="l" t="t" r="r" b="b"/>
              <a:pathLst>
                <a:path w="73659" h="71754">
                  <a:moveTo>
                    <a:pt x="73151" y="0"/>
                  </a:moveTo>
                  <a:lnTo>
                    <a:pt x="0" y="0"/>
                  </a:lnTo>
                  <a:lnTo>
                    <a:pt x="0" y="71627"/>
                  </a:lnTo>
                  <a:lnTo>
                    <a:pt x="73151" y="71627"/>
                  </a:lnTo>
                  <a:lnTo>
                    <a:pt x="73151" y="0"/>
                  </a:lnTo>
                  <a:close/>
                </a:path>
              </a:pathLst>
            </a:custGeom>
            <a:solidFill>
              <a:srgbClr val="6F2F9F">
                <a:alpha val="39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7" name="object 87"/>
            <p:cNvSpPr/>
            <p:nvPr/>
          </p:nvSpPr>
          <p:spPr>
            <a:xfrm>
              <a:off x="7563612" y="5125211"/>
              <a:ext cx="73660" cy="71755"/>
            </a:xfrm>
            <a:custGeom>
              <a:avLst/>
              <a:gdLst/>
              <a:ahLst/>
              <a:cxnLst/>
              <a:rect l="l" t="t" r="r" b="b"/>
              <a:pathLst>
                <a:path w="73659" h="71754">
                  <a:moveTo>
                    <a:pt x="0" y="71627"/>
                  </a:moveTo>
                  <a:lnTo>
                    <a:pt x="73151" y="71627"/>
                  </a:lnTo>
                  <a:lnTo>
                    <a:pt x="73151" y="0"/>
                  </a:lnTo>
                  <a:lnTo>
                    <a:pt x="0" y="0"/>
                  </a:lnTo>
                  <a:lnTo>
                    <a:pt x="0" y="71627"/>
                  </a:lnTo>
                  <a:close/>
                </a:path>
              </a:pathLst>
            </a:custGeom>
            <a:ln w="6096">
              <a:solidFill>
                <a:srgbClr val="6F2F9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8" name="object 88"/>
            <p:cNvSpPr/>
            <p:nvPr/>
          </p:nvSpPr>
          <p:spPr>
            <a:xfrm>
              <a:off x="7406640" y="4626863"/>
              <a:ext cx="71755" cy="71755"/>
            </a:xfrm>
            <a:custGeom>
              <a:avLst/>
              <a:gdLst/>
              <a:ahLst/>
              <a:cxnLst/>
              <a:rect l="l" t="t" r="r" b="b"/>
              <a:pathLst>
                <a:path w="71754" h="71754">
                  <a:moveTo>
                    <a:pt x="71627" y="0"/>
                  </a:moveTo>
                  <a:lnTo>
                    <a:pt x="0" y="0"/>
                  </a:lnTo>
                  <a:lnTo>
                    <a:pt x="0" y="71627"/>
                  </a:lnTo>
                  <a:lnTo>
                    <a:pt x="71627" y="71627"/>
                  </a:lnTo>
                  <a:lnTo>
                    <a:pt x="71627" y="0"/>
                  </a:lnTo>
                  <a:close/>
                </a:path>
              </a:pathLst>
            </a:custGeom>
            <a:solidFill>
              <a:srgbClr val="6F2F9F">
                <a:alpha val="39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9" name="object 89"/>
            <p:cNvSpPr/>
            <p:nvPr/>
          </p:nvSpPr>
          <p:spPr>
            <a:xfrm>
              <a:off x="7406640" y="4626863"/>
              <a:ext cx="71755" cy="71755"/>
            </a:xfrm>
            <a:custGeom>
              <a:avLst/>
              <a:gdLst/>
              <a:ahLst/>
              <a:cxnLst/>
              <a:rect l="l" t="t" r="r" b="b"/>
              <a:pathLst>
                <a:path w="71754" h="71754">
                  <a:moveTo>
                    <a:pt x="0" y="71627"/>
                  </a:moveTo>
                  <a:lnTo>
                    <a:pt x="71627" y="71627"/>
                  </a:lnTo>
                  <a:lnTo>
                    <a:pt x="71627" y="0"/>
                  </a:lnTo>
                  <a:lnTo>
                    <a:pt x="0" y="0"/>
                  </a:lnTo>
                  <a:lnTo>
                    <a:pt x="0" y="71627"/>
                  </a:lnTo>
                  <a:close/>
                </a:path>
              </a:pathLst>
            </a:custGeom>
            <a:ln w="6096">
              <a:solidFill>
                <a:srgbClr val="6F2F9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0" name="object 90"/>
            <p:cNvSpPr/>
            <p:nvPr/>
          </p:nvSpPr>
          <p:spPr>
            <a:xfrm>
              <a:off x="7478268" y="5286755"/>
              <a:ext cx="71755" cy="71755"/>
            </a:xfrm>
            <a:custGeom>
              <a:avLst/>
              <a:gdLst/>
              <a:ahLst/>
              <a:cxnLst/>
              <a:rect l="l" t="t" r="r" b="b"/>
              <a:pathLst>
                <a:path w="71754" h="71754">
                  <a:moveTo>
                    <a:pt x="71627" y="0"/>
                  </a:moveTo>
                  <a:lnTo>
                    <a:pt x="0" y="0"/>
                  </a:lnTo>
                  <a:lnTo>
                    <a:pt x="0" y="71628"/>
                  </a:lnTo>
                  <a:lnTo>
                    <a:pt x="71627" y="71628"/>
                  </a:lnTo>
                  <a:lnTo>
                    <a:pt x="71627" y="0"/>
                  </a:lnTo>
                  <a:close/>
                </a:path>
              </a:pathLst>
            </a:custGeom>
            <a:solidFill>
              <a:srgbClr val="6F2F9F">
                <a:alpha val="39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1" name="object 91"/>
            <p:cNvSpPr/>
            <p:nvPr/>
          </p:nvSpPr>
          <p:spPr>
            <a:xfrm>
              <a:off x="7478268" y="5286755"/>
              <a:ext cx="71755" cy="71755"/>
            </a:xfrm>
            <a:custGeom>
              <a:avLst/>
              <a:gdLst/>
              <a:ahLst/>
              <a:cxnLst/>
              <a:rect l="l" t="t" r="r" b="b"/>
              <a:pathLst>
                <a:path w="71754" h="71754">
                  <a:moveTo>
                    <a:pt x="0" y="71628"/>
                  </a:moveTo>
                  <a:lnTo>
                    <a:pt x="71627" y="71628"/>
                  </a:lnTo>
                  <a:lnTo>
                    <a:pt x="71627" y="0"/>
                  </a:lnTo>
                  <a:lnTo>
                    <a:pt x="0" y="0"/>
                  </a:lnTo>
                  <a:lnTo>
                    <a:pt x="0" y="71628"/>
                  </a:lnTo>
                  <a:close/>
                </a:path>
              </a:pathLst>
            </a:custGeom>
            <a:ln w="6096">
              <a:solidFill>
                <a:srgbClr val="6F2F9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2" name="object 92"/>
            <p:cNvSpPr/>
            <p:nvPr/>
          </p:nvSpPr>
          <p:spPr>
            <a:xfrm>
              <a:off x="7586472" y="4780787"/>
              <a:ext cx="73660" cy="71755"/>
            </a:xfrm>
            <a:custGeom>
              <a:avLst/>
              <a:gdLst/>
              <a:ahLst/>
              <a:cxnLst/>
              <a:rect l="l" t="t" r="r" b="b"/>
              <a:pathLst>
                <a:path w="73659" h="71754">
                  <a:moveTo>
                    <a:pt x="73151" y="0"/>
                  </a:moveTo>
                  <a:lnTo>
                    <a:pt x="0" y="0"/>
                  </a:lnTo>
                  <a:lnTo>
                    <a:pt x="0" y="71627"/>
                  </a:lnTo>
                  <a:lnTo>
                    <a:pt x="73151" y="71627"/>
                  </a:lnTo>
                  <a:lnTo>
                    <a:pt x="73151" y="0"/>
                  </a:lnTo>
                  <a:close/>
                </a:path>
              </a:pathLst>
            </a:custGeom>
            <a:solidFill>
              <a:srgbClr val="6F2F9F">
                <a:alpha val="39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3" name="object 93"/>
            <p:cNvSpPr/>
            <p:nvPr/>
          </p:nvSpPr>
          <p:spPr>
            <a:xfrm>
              <a:off x="7586472" y="4780787"/>
              <a:ext cx="73660" cy="71755"/>
            </a:xfrm>
            <a:custGeom>
              <a:avLst/>
              <a:gdLst/>
              <a:ahLst/>
              <a:cxnLst/>
              <a:rect l="l" t="t" r="r" b="b"/>
              <a:pathLst>
                <a:path w="73659" h="71754">
                  <a:moveTo>
                    <a:pt x="0" y="71627"/>
                  </a:moveTo>
                  <a:lnTo>
                    <a:pt x="73151" y="71627"/>
                  </a:lnTo>
                  <a:lnTo>
                    <a:pt x="73151" y="0"/>
                  </a:lnTo>
                  <a:lnTo>
                    <a:pt x="0" y="0"/>
                  </a:lnTo>
                  <a:lnTo>
                    <a:pt x="0" y="71627"/>
                  </a:lnTo>
                  <a:close/>
                </a:path>
              </a:pathLst>
            </a:custGeom>
            <a:ln w="6096">
              <a:solidFill>
                <a:srgbClr val="6F2F9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4" name="object 94"/>
            <p:cNvSpPr/>
            <p:nvPr/>
          </p:nvSpPr>
          <p:spPr>
            <a:xfrm>
              <a:off x="7225284" y="4430267"/>
              <a:ext cx="71755" cy="71755"/>
            </a:xfrm>
            <a:custGeom>
              <a:avLst/>
              <a:gdLst/>
              <a:ahLst/>
              <a:cxnLst/>
              <a:rect l="l" t="t" r="r" b="b"/>
              <a:pathLst>
                <a:path w="71754" h="71754">
                  <a:moveTo>
                    <a:pt x="71627" y="0"/>
                  </a:moveTo>
                  <a:lnTo>
                    <a:pt x="0" y="0"/>
                  </a:lnTo>
                  <a:lnTo>
                    <a:pt x="0" y="71627"/>
                  </a:lnTo>
                  <a:lnTo>
                    <a:pt x="71627" y="71627"/>
                  </a:lnTo>
                  <a:lnTo>
                    <a:pt x="71627" y="0"/>
                  </a:lnTo>
                  <a:close/>
                </a:path>
              </a:pathLst>
            </a:custGeom>
            <a:solidFill>
              <a:srgbClr val="6F2F9F">
                <a:alpha val="39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5" name="object 95"/>
            <p:cNvSpPr/>
            <p:nvPr/>
          </p:nvSpPr>
          <p:spPr>
            <a:xfrm>
              <a:off x="7225284" y="4430267"/>
              <a:ext cx="71755" cy="71755"/>
            </a:xfrm>
            <a:custGeom>
              <a:avLst/>
              <a:gdLst/>
              <a:ahLst/>
              <a:cxnLst/>
              <a:rect l="l" t="t" r="r" b="b"/>
              <a:pathLst>
                <a:path w="71754" h="71754">
                  <a:moveTo>
                    <a:pt x="0" y="71627"/>
                  </a:moveTo>
                  <a:lnTo>
                    <a:pt x="71627" y="71627"/>
                  </a:lnTo>
                  <a:lnTo>
                    <a:pt x="71627" y="0"/>
                  </a:lnTo>
                  <a:lnTo>
                    <a:pt x="0" y="0"/>
                  </a:lnTo>
                  <a:lnTo>
                    <a:pt x="0" y="71627"/>
                  </a:lnTo>
                  <a:close/>
                </a:path>
              </a:pathLst>
            </a:custGeom>
            <a:ln w="6096">
              <a:solidFill>
                <a:srgbClr val="6F2F9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6" name="object 96"/>
            <p:cNvSpPr/>
            <p:nvPr/>
          </p:nvSpPr>
          <p:spPr>
            <a:xfrm>
              <a:off x="7164324" y="4663439"/>
              <a:ext cx="71755" cy="71755"/>
            </a:xfrm>
            <a:custGeom>
              <a:avLst/>
              <a:gdLst/>
              <a:ahLst/>
              <a:cxnLst/>
              <a:rect l="l" t="t" r="r" b="b"/>
              <a:pathLst>
                <a:path w="71754" h="71754">
                  <a:moveTo>
                    <a:pt x="71627" y="0"/>
                  </a:moveTo>
                  <a:lnTo>
                    <a:pt x="0" y="0"/>
                  </a:lnTo>
                  <a:lnTo>
                    <a:pt x="0" y="71627"/>
                  </a:lnTo>
                  <a:lnTo>
                    <a:pt x="71627" y="71627"/>
                  </a:lnTo>
                  <a:lnTo>
                    <a:pt x="71627" y="0"/>
                  </a:lnTo>
                  <a:close/>
                </a:path>
              </a:pathLst>
            </a:custGeom>
            <a:solidFill>
              <a:srgbClr val="6F2F9F">
                <a:alpha val="39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7" name="object 97"/>
            <p:cNvSpPr/>
            <p:nvPr/>
          </p:nvSpPr>
          <p:spPr>
            <a:xfrm>
              <a:off x="7164324" y="4663439"/>
              <a:ext cx="71755" cy="71755"/>
            </a:xfrm>
            <a:custGeom>
              <a:avLst/>
              <a:gdLst/>
              <a:ahLst/>
              <a:cxnLst/>
              <a:rect l="l" t="t" r="r" b="b"/>
              <a:pathLst>
                <a:path w="71754" h="71754">
                  <a:moveTo>
                    <a:pt x="0" y="71627"/>
                  </a:moveTo>
                  <a:lnTo>
                    <a:pt x="71627" y="71627"/>
                  </a:lnTo>
                  <a:lnTo>
                    <a:pt x="71627" y="0"/>
                  </a:lnTo>
                  <a:lnTo>
                    <a:pt x="0" y="0"/>
                  </a:lnTo>
                  <a:lnTo>
                    <a:pt x="0" y="71627"/>
                  </a:lnTo>
                  <a:close/>
                </a:path>
              </a:pathLst>
            </a:custGeom>
            <a:ln w="6096">
              <a:solidFill>
                <a:srgbClr val="6F2F9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8" name="object 98"/>
            <p:cNvSpPr/>
            <p:nvPr/>
          </p:nvSpPr>
          <p:spPr>
            <a:xfrm>
              <a:off x="7363968" y="5103875"/>
              <a:ext cx="71755" cy="71755"/>
            </a:xfrm>
            <a:custGeom>
              <a:avLst/>
              <a:gdLst/>
              <a:ahLst/>
              <a:cxnLst/>
              <a:rect l="l" t="t" r="r" b="b"/>
              <a:pathLst>
                <a:path w="71754" h="71754">
                  <a:moveTo>
                    <a:pt x="71627" y="0"/>
                  </a:moveTo>
                  <a:lnTo>
                    <a:pt x="0" y="0"/>
                  </a:lnTo>
                  <a:lnTo>
                    <a:pt x="0" y="71628"/>
                  </a:lnTo>
                  <a:lnTo>
                    <a:pt x="71627" y="71628"/>
                  </a:lnTo>
                  <a:lnTo>
                    <a:pt x="71627" y="0"/>
                  </a:lnTo>
                  <a:close/>
                </a:path>
              </a:pathLst>
            </a:custGeom>
            <a:solidFill>
              <a:srgbClr val="6F2F9F">
                <a:alpha val="39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9" name="object 99"/>
            <p:cNvSpPr/>
            <p:nvPr/>
          </p:nvSpPr>
          <p:spPr>
            <a:xfrm>
              <a:off x="7363968" y="5103875"/>
              <a:ext cx="71755" cy="71755"/>
            </a:xfrm>
            <a:custGeom>
              <a:avLst/>
              <a:gdLst/>
              <a:ahLst/>
              <a:cxnLst/>
              <a:rect l="l" t="t" r="r" b="b"/>
              <a:pathLst>
                <a:path w="71754" h="71754">
                  <a:moveTo>
                    <a:pt x="0" y="71628"/>
                  </a:moveTo>
                  <a:lnTo>
                    <a:pt x="71627" y="71628"/>
                  </a:lnTo>
                  <a:lnTo>
                    <a:pt x="71627" y="0"/>
                  </a:lnTo>
                  <a:lnTo>
                    <a:pt x="0" y="0"/>
                  </a:lnTo>
                  <a:lnTo>
                    <a:pt x="0" y="71628"/>
                  </a:lnTo>
                  <a:close/>
                </a:path>
              </a:pathLst>
            </a:custGeom>
            <a:ln w="6096">
              <a:solidFill>
                <a:srgbClr val="6F2F9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0" name="object 100"/>
            <p:cNvSpPr/>
            <p:nvPr/>
          </p:nvSpPr>
          <p:spPr>
            <a:xfrm>
              <a:off x="7670292" y="4943855"/>
              <a:ext cx="73660" cy="71755"/>
            </a:xfrm>
            <a:custGeom>
              <a:avLst/>
              <a:gdLst/>
              <a:ahLst/>
              <a:cxnLst/>
              <a:rect l="l" t="t" r="r" b="b"/>
              <a:pathLst>
                <a:path w="73659" h="71754">
                  <a:moveTo>
                    <a:pt x="73151" y="0"/>
                  </a:moveTo>
                  <a:lnTo>
                    <a:pt x="0" y="0"/>
                  </a:lnTo>
                  <a:lnTo>
                    <a:pt x="0" y="71628"/>
                  </a:lnTo>
                  <a:lnTo>
                    <a:pt x="73151" y="71628"/>
                  </a:lnTo>
                  <a:lnTo>
                    <a:pt x="73151" y="0"/>
                  </a:lnTo>
                  <a:close/>
                </a:path>
              </a:pathLst>
            </a:custGeom>
            <a:solidFill>
              <a:srgbClr val="6F2F9F">
                <a:alpha val="39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1" name="object 101"/>
            <p:cNvSpPr/>
            <p:nvPr/>
          </p:nvSpPr>
          <p:spPr>
            <a:xfrm>
              <a:off x="7670292" y="4943855"/>
              <a:ext cx="73660" cy="71755"/>
            </a:xfrm>
            <a:custGeom>
              <a:avLst/>
              <a:gdLst/>
              <a:ahLst/>
              <a:cxnLst/>
              <a:rect l="l" t="t" r="r" b="b"/>
              <a:pathLst>
                <a:path w="73659" h="71754">
                  <a:moveTo>
                    <a:pt x="0" y="71628"/>
                  </a:moveTo>
                  <a:lnTo>
                    <a:pt x="73151" y="71628"/>
                  </a:lnTo>
                  <a:lnTo>
                    <a:pt x="73151" y="0"/>
                  </a:lnTo>
                  <a:lnTo>
                    <a:pt x="0" y="0"/>
                  </a:lnTo>
                  <a:lnTo>
                    <a:pt x="0" y="71628"/>
                  </a:lnTo>
                  <a:close/>
                </a:path>
              </a:pathLst>
            </a:custGeom>
            <a:ln w="6096">
              <a:solidFill>
                <a:srgbClr val="6F2F9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2" name="object 102"/>
            <p:cNvSpPr/>
            <p:nvPr/>
          </p:nvSpPr>
          <p:spPr>
            <a:xfrm>
              <a:off x="7738872" y="5209031"/>
              <a:ext cx="73660" cy="71755"/>
            </a:xfrm>
            <a:custGeom>
              <a:avLst/>
              <a:gdLst/>
              <a:ahLst/>
              <a:cxnLst/>
              <a:rect l="l" t="t" r="r" b="b"/>
              <a:pathLst>
                <a:path w="73659" h="71754">
                  <a:moveTo>
                    <a:pt x="73151" y="0"/>
                  </a:moveTo>
                  <a:lnTo>
                    <a:pt x="0" y="0"/>
                  </a:lnTo>
                  <a:lnTo>
                    <a:pt x="0" y="71628"/>
                  </a:lnTo>
                  <a:lnTo>
                    <a:pt x="73151" y="71628"/>
                  </a:lnTo>
                  <a:lnTo>
                    <a:pt x="73151" y="0"/>
                  </a:lnTo>
                  <a:close/>
                </a:path>
              </a:pathLst>
            </a:custGeom>
            <a:solidFill>
              <a:srgbClr val="6F2F9F">
                <a:alpha val="39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3" name="object 103"/>
            <p:cNvSpPr/>
            <p:nvPr/>
          </p:nvSpPr>
          <p:spPr>
            <a:xfrm>
              <a:off x="7738872" y="5209031"/>
              <a:ext cx="73660" cy="71755"/>
            </a:xfrm>
            <a:custGeom>
              <a:avLst/>
              <a:gdLst/>
              <a:ahLst/>
              <a:cxnLst/>
              <a:rect l="l" t="t" r="r" b="b"/>
              <a:pathLst>
                <a:path w="73659" h="71754">
                  <a:moveTo>
                    <a:pt x="0" y="71628"/>
                  </a:moveTo>
                  <a:lnTo>
                    <a:pt x="73151" y="71628"/>
                  </a:lnTo>
                  <a:lnTo>
                    <a:pt x="73151" y="0"/>
                  </a:lnTo>
                  <a:lnTo>
                    <a:pt x="0" y="0"/>
                  </a:lnTo>
                  <a:lnTo>
                    <a:pt x="0" y="71628"/>
                  </a:lnTo>
                  <a:close/>
                </a:path>
              </a:pathLst>
            </a:custGeom>
            <a:ln w="6096">
              <a:solidFill>
                <a:srgbClr val="6F2F9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4" name="object 104"/>
            <p:cNvSpPr/>
            <p:nvPr/>
          </p:nvSpPr>
          <p:spPr>
            <a:xfrm>
              <a:off x="7703820" y="4619243"/>
              <a:ext cx="71755" cy="71755"/>
            </a:xfrm>
            <a:custGeom>
              <a:avLst/>
              <a:gdLst/>
              <a:ahLst/>
              <a:cxnLst/>
              <a:rect l="l" t="t" r="r" b="b"/>
              <a:pathLst>
                <a:path w="71754" h="71754">
                  <a:moveTo>
                    <a:pt x="71627" y="0"/>
                  </a:moveTo>
                  <a:lnTo>
                    <a:pt x="0" y="0"/>
                  </a:lnTo>
                  <a:lnTo>
                    <a:pt x="0" y="71627"/>
                  </a:lnTo>
                  <a:lnTo>
                    <a:pt x="71627" y="71627"/>
                  </a:lnTo>
                  <a:lnTo>
                    <a:pt x="71627" y="0"/>
                  </a:lnTo>
                  <a:close/>
                </a:path>
              </a:pathLst>
            </a:custGeom>
            <a:solidFill>
              <a:srgbClr val="6F2F9F">
                <a:alpha val="39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5" name="object 105"/>
            <p:cNvSpPr/>
            <p:nvPr/>
          </p:nvSpPr>
          <p:spPr>
            <a:xfrm>
              <a:off x="7703820" y="4619243"/>
              <a:ext cx="71755" cy="71755"/>
            </a:xfrm>
            <a:custGeom>
              <a:avLst/>
              <a:gdLst/>
              <a:ahLst/>
              <a:cxnLst/>
              <a:rect l="l" t="t" r="r" b="b"/>
              <a:pathLst>
                <a:path w="71754" h="71754">
                  <a:moveTo>
                    <a:pt x="0" y="71627"/>
                  </a:moveTo>
                  <a:lnTo>
                    <a:pt x="71627" y="71627"/>
                  </a:lnTo>
                  <a:lnTo>
                    <a:pt x="71627" y="0"/>
                  </a:lnTo>
                  <a:lnTo>
                    <a:pt x="0" y="0"/>
                  </a:lnTo>
                  <a:lnTo>
                    <a:pt x="0" y="71627"/>
                  </a:lnTo>
                  <a:close/>
                </a:path>
              </a:pathLst>
            </a:custGeom>
            <a:ln w="6096">
              <a:solidFill>
                <a:srgbClr val="6F2F9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6" name="object 106"/>
            <p:cNvSpPr/>
            <p:nvPr/>
          </p:nvSpPr>
          <p:spPr>
            <a:xfrm>
              <a:off x="7446264" y="4427219"/>
              <a:ext cx="71755" cy="71755"/>
            </a:xfrm>
            <a:custGeom>
              <a:avLst/>
              <a:gdLst/>
              <a:ahLst/>
              <a:cxnLst/>
              <a:rect l="l" t="t" r="r" b="b"/>
              <a:pathLst>
                <a:path w="71754" h="71754">
                  <a:moveTo>
                    <a:pt x="71627" y="0"/>
                  </a:moveTo>
                  <a:lnTo>
                    <a:pt x="0" y="0"/>
                  </a:lnTo>
                  <a:lnTo>
                    <a:pt x="0" y="71627"/>
                  </a:lnTo>
                  <a:lnTo>
                    <a:pt x="71627" y="71627"/>
                  </a:lnTo>
                  <a:lnTo>
                    <a:pt x="71627" y="0"/>
                  </a:lnTo>
                  <a:close/>
                </a:path>
              </a:pathLst>
            </a:custGeom>
            <a:solidFill>
              <a:srgbClr val="6F2F9F">
                <a:alpha val="39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7" name="object 107"/>
            <p:cNvSpPr/>
            <p:nvPr/>
          </p:nvSpPr>
          <p:spPr>
            <a:xfrm>
              <a:off x="7446264" y="4427219"/>
              <a:ext cx="71755" cy="71755"/>
            </a:xfrm>
            <a:custGeom>
              <a:avLst/>
              <a:gdLst/>
              <a:ahLst/>
              <a:cxnLst/>
              <a:rect l="l" t="t" r="r" b="b"/>
              <a:pathLst>
                <a:path w="71754" h="71754">
                  <a:moveTo>
                    <a:pt x="0" y="71627"/>
                  </a:moveTo>
                  <a:lnTo>
                    <a:pt x="71627" y="71627"/>
                  </a:lnTo>
                  <a:lnTo>
                    <a:pt x="71627" y="0"/>
                  </a:lnTo>
                  <a:lnTo>
                    <a:pt x="0" y="0"/>
                  </a:lnTo>
                  <a:lnTo>
                    <a:pt x="0" y="71627"/>
                  </a:lnTo>
                  <a:close/>
                </a:path>
              </a:pathLst>
            </a:custGeom>
            <a:ln w="6096">
              <a:solidFill>
                <a:srgbClr val="6F2F9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8" name="object 108"/>
            <p:cNvSpPr/>
            <p:nvPr/>
          </p:nvSpPr>
          <p:spPr>
            <a:xfrm>
              <a:off x="6854952" y="4666868"/>
              <a:ext cx="733425" cy="732790"/>
            </a:xfrm>
            <a:custGeom>
              <a:avLst/>
              <a:gdLst/>
              <a:ahLst/>
              <a:cxnLst/>
              <a:rect l="l" t="t" r="r" b="b"/>
              <a:pathLst>
                <a:path w="733425" h="732789">
                  <a:moveTo>
                    <a:pt x="0" y="86994"/>
                  </a:moveTo>
                  <a:lnTo>
                    <a:pt x="35083" y="50702"/>
                  </a:lnTo>
                  <a:lnTo>
                    <a:pt x="70358" y="20208"/>
                  </a:lnTo>
                  <a:lnTo>
                    <a:pt x="106013" y="1359"/>
                  </a:lnTo>
                  <a:lnTo>
                    <a:pt x="142240" y="0"/>
                  </a:lnTo>
                  <a:lnTo>
                    <a:pt x="170703" y="19323"/>
                  </a:lnTo>
                  <a:lnTo>
                    <a:pt x="198526" y="55465"/>
                  </a:lnTo>
                  <a:lnTo>
                    <a:pt x="227142" y="98087"/>
                  </a:lnTo>
                  <a:lnTo>
                    <a:pt x="257982" y="136851"/>
                  </a:lnTo>
                  <a:lnTo>
                    <a:pt x="292480" y="161416"/>
                  </a:lnTo>
                  <a:lnTo>
                    <a:pt x="352258" y="168094"/>
                  </a:lnTo>
                  <a:lnTo>
                    <a:pt x="424084" y="159877"/>
                  </a:lnTo>
                  <a:lnTo>
                    <a:pt x="484433" y="147254"/>
                  </a:lnTo>
                  <a:lnTo>
                    <a:pt x="509777" y="140715"/>
                  </a:lnTo>
                  <a:lnTo>
                    <a:pt x="551318" y="133076"/>
                  </a:lnTo>
                  <a:lnTo>
                    <a:pt x="587597" y="123412"/>
                  </a:lnTo>
                  <a:lnTo>
                    <a:pt x="619541" y="119320"/>
                  </a:lnTo>
                  <a:lnTo>
                    <a:pt x="648080" y="128396"/>
                  </a:lnTo>
                  <a:lnTo>
                    <a:pt x="680106" y="156642"/>
                  </a:lnTo>
                  <a:lnTo>
                    <a:pt x="712835" y="198723"/>
                  </a:lnTo>
                  <a:lnTo>
                    <a:pt x="732966" y="244947"/>
                  </a:lnTo>
                  <a:lnTo>
                    <a:pt x="727201" y="285622"/>
                  </a:lnTo>
                  <a:lnTo>
                    <a:pt x="704503" y="302921"/>
                  </a:lnTo>
                  <a:lnTo>
                    <a:pt x="666908" y="316613"/>
                  </a:lnTo>
                  <a:lnTo>
                    <a:pt x="620329" y="328833"/>
                  </a:lnTo>
                  <a:lnTo>
                    <a:pt x="570678" y="341713"/>
                  </a:lnTo>
                  <a:lnTo>
                    <a:pt x="523866" y="357385"/>
                  </a:lnTo>
                  <a:lnTo>
                    <a:pt x="485805" y="377982"/>
                  </a:lnTo>
                  <a:lnTo>
                    <a:pt x="462406" y="405637"/>
                  </a:lnTo>
                  <a:lnTo>
                    <a:pt x="453345" y="444327"/>
                  </a:lnTo>
                  <a:lnTo>
                    <a:pt x="453332" y="493408"/>
                  </a:lnTo>
                  <a:lnTo>
                    <a:pt x="460670" y="548253"/>
                  </a:lnTo>
                  <a:lnTo>
                    <a:pt x="473662" y="604230"/>
                  </a:lnTo>
                  <a:lnTo>
                    <a:pt x="490611" y="656711"/>
                  </a:lnTo>
                  <a:lnTo>
                    <a:pt x="509819" y="701065"/>
                  </a:lnTo>
                  <a:lnTo>
                    <a:pt x="529590" y="732662"/>
                  </a:lnTo>
                </a:path>
              </a:pathLst>
            </a:custGeom>
            <a:ln w="12192">
              <a:solidFill>
                <a:srgbClr val="00AF50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9" name="object 109"/>
          <p:cNvSpPr txBox="1"/>
          <p:nvPr/>
        </p:nvSpPr>
        <p:spPr>
          <a:xfrm>
            <a:off x="437489" y="431419"/>
            <a:ext cx="498856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FFFFFF"/>
                </a:solidFill>
                <a:latin typeface="Ebrima"/>
                <a:cs typeface="Ebrima"/>
              </a:rPr>
              <a:t>1.3.</a:t>
            </a:r>
            <a:r>
              <a:rPr sz="1800" spc="-25" dirty="0">
                <a:solidFill>
                  <a:srgbClr val="FFFFFF"/>
                </a:solidFill>
                <a:latin typeface="Ebrima"/>
                <a:cs typeface="Ebrima"/>
              </a:rPr>
              <a:t> </a:t>
            </a:r>
            <a:r>
              <a:rPr sz="1800" dirty="0">
                <a:solidFill>
                  <a:srgbClr val="FFFFFF"/>
                </a:solidFill>
                <a:latin typeface="Ebrima"/>
                <a:cs typeface="Ebrima"/>
              </a:rPr>
              <a:t>From</a:t>
            </a:r>
            <a:r>
              <a:rPr sz="1800" spc="-30" dirty="0">
                <a:solidFill>
                  <a:srgbClr val="FFFFFF"/>
                </a:solidFill>
                <a:latin typeface="Ebrima"/>
                <a:cs typeface="Ebrima"/>
              </a:rPr>
              <a:t> </a:t>
            </a:r>
            <a:r>
              <a:rPr sz="1800" dirty="0">
                <a:solidFill>
                  <a:srgbClr val="FFFFFF"/>
                </a:solidFill>
                <a:latin typeface="Ebrima"/>
                <a:cs typeface="Ebrima"/>
              </a:rPr>
              <a:t>Multilayer</a:t>
            </a:r>
            <a:r>
              <a:rPr sz="1800" spc="-10" dirty="0">
                <a:solidFill>
                  <a:srgbClr val="FFFFFF"/>
                </a:solidFill>
                <a:latin typeface="Ebrima"/>
                <a:cs typeface="Ebrima"/>
              </a:rPr>
              <a:t> </a:t>
            </a:r>
            <a:r>
              <a:rPr sz="1800" dirty="0">
                <a:solidFill>
                  <a:srgbClr val="FFFFFF"/>
                </a:solidFill>
                <a:latin typeface="Ebrima"/>
                <a:cs typeface="Ebrima"/>
              </a:rPr>
              <a:t>Perceptron</a:t>
            </a:r>
            <a:r>
              <a:rPr sz="1800" spc="-10" dirty="0">
                <a:solidFill>
                  <a:srgbClr val="FFFFFF"/>
                </a:solidFill>
                <a:latin typeface="Ebrima"/>
                <a:cs typeface="Ebrima"/>
              </a:rPr>
              <a:t> </a:t>
            </a:r>
            <a:r>
              <a:rPr sz="1800" dirty="0">
                <a:solidFill>
                  <a:srgbClr val="FFFFFF"/>
                </a:solidFill>
                <a:latin typeface="Ebrima"/>
                <a:cs typeface="Ebrima"/>
              </a:rPr>
              <a:t>to</a:t>
            </a:r>
            <a:r>
              <a:rPr sz="1800" spc="-25" dirty="0">
                <a:solidFill>
                  <a:srgbClr val="FFFFFF"/>
                </a:solidFill>
                <a:latin typeface="Ebrima"/>
                <a:cs typeface="Ebrima"/>
              </a:rPr>
              <a:t> </a:t>
            </a:r>
            <a:r>
              <a:rPr sz="1800" dirty="0">
                <a:solidFill>
                  <a:srgbClr val="FFFFFF"/>
                </a:solidFill>
                <a:latin typeface="Ebrima"/>
                <a:cs typeface="Ebrima"/>
              </a:rPr>
              <a:t>Deep</a:t>
            </a:r>
            <a:r>
              <a:rPr sz="1800" spc="-10" dirty="0">
                <a:solidFill>
                  <a:srgbClr val="FFFFFF"/>
                </a:solidFill>
                <a:latin typeface="Ebrima"/>
                <a:cs typeface="Ebrima"/>
              </a:rPr>
              <a:t> Learning</a:t>
            </a:r>
            <a:endParaRPr sz="1800">
              <a:latin typeface="Ebrima"/>
              <a:cs typeface="Ebrima"/>
            </a:endParaRPr>
          </a:p>
        </p:txBody>
      </p:sp>
      <p:sp>
        <p:nvSpPr>
          <p:cNvPr id="110" name="object 110"/>
          <p:cNvSpPr txBox="1"/>
          <p:nvPr/>
        </p:nvSpPr>
        <p:spPr>
          <a:xfrm>
            <a:off x="8671941" y="463677"/>
            <a:ext cx="80962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dirty="0">
                <a:solidFill>
                  <a:srgbClr val="D9D9D9"/>
                </a:solidFill>
                <a:latin typeface="Ebrima"/>
                <a:cs typeface="Ebrima"/>
              </a:rPr>
              <a:t>UNIT</a:t>
            </a:r>
            <a:r>
              <a:rPr sz="1600" spc="400" dirty="0">
                <a:solidFill>
                  <a:srgbClr val="D9D9D9"/>
                </a:solidFill>
                <a:latin typeface="Ebrima"/>
                <a:cs typeface="Ebrima"/>
              </a:rPr>
              <a:t> </a:t>
            </a:r>
            <a:r>
              <a:rPr sz="1600" spc="-35" dirty="0">
                <a:solidFill>
                  <a:srgbClr val="D9D9D9"/>
                </a:solidFill>
                <a:latin typeface="Ebrima"/>
                <a:cs typeface="Ebrima"/>
              </a:rPr>
              <a:t>01</a:t>
            </a:r>
            <a:endParaRPr sz="1600">
              <a:latin typeface="Ebrima"/>
              <a:cs typeface="Ebrima"/>
            </a:endParaRPr>
          </a:p>
        </p:txBody>
      </p:sp>
      <p:pic>
        <p:nvPicPr>
          <p:cNvPr id="111" name="object 111"/>
          <p:cNvPicPr/>
          <p:nvPr/>
        </p:nvPicPr>
        <p:blipFill>
          <a:blip r:embed="rId25" cstate="print"/>
          <a:stretch>
            <a:fillRect/>
          </a:stretch>
        </p:blipFill>
        <p:spPr>
          <a:xfrm>
            <a:off x="720851" y="3925823"/>
            <a:ext cx="5025390" cy="162306"/>
          </a:xfrm>
          <a:prstGeom prst="rect">
            <a:avLst/>
          </a:prstGeom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357560" y="6524434"/>
            <a:ext cx="85905" cy="90487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54151" y="6527292"/>
            <a:ext cx="1794510" cy="142494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862571" y="6521195"/>
            <a:ext cx="2327910" cy="118110"/>
          </a:xfrm>
          <a:prstGeom prst="rect">
            <a:avLst/>
          </a:prstGeom>
        </p:spPr>
      </p:pic>
      <p:sp>
        <p:nvSpPr>
          <p:cNvPr id="5" name="object 5"/>
          <p:cNvSpPr/>
          <p:nvPr/>
        </p:nvSpPr>
        <p:spPr>
          <a:xfrm>
            <a:off x="559308" y="1440180"/>
            <a:ext cx="36830" cy="180340"/>
          </a:xfrm>
          <a:custGeom>
            <a:avLst/>
            <a:gdLst/>
            <a:ahLst/>
            <a:cxnLst/>
            <a:rect l="l" t="t" r="r" b="b"/>
            <a:pathLst>
              <a:path w="36829" h="180340">
                <a:moveTo>
                  <a:pt x="36576" y="0"/>
                </a:moveTo>
                <a:lnTo>
                  <a:pt x="0" y="0"/>
                </a:lnTo>
                <a:lnTo>
                  <a:pt x="0" y="179832"/>
                </a:lnTo>
                <a:lnTo>
                  <a:pt x="36576" y="179832"/>
                </a:lnTo>
                <a:lnTo>
                  <a:pt x="36576" y="0"/>
                </a:lnTo>
                <a:close/>
              </a:path>
            </a:pathLst>
          </a:custGeom>
          <a:solidFill>
            <a:srgbClr val="183DAF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6" name="object 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713231" y="1463039"/>
            <a:ext cx="1911858" cy="176022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705612" y="1804416"/>
            <a:ext cx="5397246" cy="166877"/>
          </a:xfrm>
          <a:prstGeom prst="rect">
            <a:avLst/>
          </a:prstGeom>
        </p:spPr>
      </p:pic>
      <p:sp>
        <p:nvSpPr>
          <p:cNvPr id="8" name="object 8"/>
          <p:cNvSpPr/>
          <p:nvPr/>
        </p:nvSpPr>
        <p:spPr>
          <a:xfrm>
            <a:off x="3174873" y="5262879"/>
            <a:ext cx="41910" cy="560070"/>
          </a:xfrm>
          <a:custGeom>
            <a:avLst/>
            <a:gdLst/>
            <a:ahLst/>
            <a:cxnLst/>
            <a:rect l="l" t="t" r="r" b="b"/>
            <a:pathLst>
              <a:path w="41910" h="560070">
                <a:moveTo>
                  <a:pt x="41910" y="0"/>
                </a:moveTo>
                <a:lnTo>
                  <a:pt x="0" y="0"/>
                </a:lnTo>
                <a:lnTo>
                  <a:pt x="0" y="8890"/>
                </a:lnTo>
                <a:lnTo>
                  <a:pt x="26416" y="8890"/>
                </a:lnTo>
                <a:lnTo>
                  <a:pt x="26416" y="551180"/>
                </a:lnTo>
                <a:lnTo>
                  <a:pt x="0" y="551180"/>
                </a:lnTo>
                <a:lnTo>
                  <a:pt x="0" y="560070"/>
                </a:lnTo>
                <a:lnTo>
                  <a:pt x="41910" y="560070"/>
                </a:lnTo>
                <a:lnTo>
                  <a:pt x="41910" y="551180"/>
                </a:lnTo>
                <a:lnTo>
                  <a:pt x="41910" y="8890"/>
                </a:lnTo>
                <a:lnTo>
                  <a:pt x="4191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2967355" y="5262879"/>
            <a:ext cx="42545" cy="560070"/>
          </a:xfrm>
          <a:custGeom>
            <a:avLst/>
            <a:gdLst/>
            <a:ahLst/>
            <a:cxnLst/>
            <a:rect l="l" t="t" r="r" b="b"/>
            <a:pathLst>
              <a:path w="42544" h="560070">
                <a:moveTo>
                  <a:pt x="42037" y="0"/>
                </a:moveTo>
                <a:lnTo>
                  <a:pt x="0" y="0"/>
                </a:lnTo>
                <a:lnTo>
                  <a:pt x="0" y="8890"/>
                </a:lnTo>
                <a:lnTo>
                  <a:pt x="0" y="551180"/>
                </a:lnTo>
                <a:lnTo>
                  <a:pt x="0" y="560070"/>
                </a:lnTo>
                <a:lnTo>
                  <a:pt x="42037" y="560070"/>
                </a:lnTo>
                <a:lnTo>
                  <a:pt x="42037" y="551180"/>
                </a:lnTo>
                <a:lnTo>
                  <a:pt x="15494" y="551180"/>
                </a:lnTo>
                <a:lnTo>
                  <a:pt x="15494" y="8890"/>
                </a:lnTo>
                <a:lnTo>
                  <a:pt x="42037" y="8890"/>
                </a:lnTo>
                <a:lnTo>
                  <a:pt x="42037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3076701" y="5288102"/>
            <a:ext cx="90170" cy="15938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850" spc="35" dirty="0">
                <a:latin typeface="Cambria Math"/>
                <a:cs typeface="Cambria Math"/>
              </a:rPr>
              <a:t>1</a:t>
            </a:r>
            <a:endParaRPr sz="850">
              <a:latin typeface="Cambria Math"/>
              <a:cs typeface="Cambria Math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2975101" y="5153990"/>
            <a:ext cx="226695" cy="208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800" spc="-37" baseline="-20833" dirty="0">
                <a:latin typeface="Cambria Math"/>
                <a:cs typeface="Cambria Math"/>
              </a:rPr>
              <a:t>𝑥</a:t>
            </a:r>
            <a:r>
              <a:rPr sz="850" spc="-25" dirty="0">
                <a:latin typeface="Cambria Math"/>
                <a:cs typeface="Cambria Math"/>
              </a:rPr>
              <a:t>1</a:t>
            </a:r>
            <a:endParaRPr sz="850">
              <a:latin typeface="Cambria Math"/>
              <a:cs typeface="Cambria Math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3079750" y="5500522"/>
            <a:ext cx="90170" cy="15938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850" spc="35" dirty="0">
                <a:latin typeface="Cambria Math"/>
                <a:cs typeface="Cambria Math"/>
              </a:rPr>
              <a:t>2</a:t>
            </a:r>
            <a:endParaRPr sz="850">
              <a:latin typeface="Cambria Math"/>
              <a:cs typeface="Cambria Math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2975101" y="5366384"/>
            <a:ext cx="22669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800" spc="-37" baseline="-20833" dirty="0">
                <a:latin typeface="Cambria Math"/>
                <a:cs typeface="Cambria Math"/>
              </a:rPr>
              <a:t>𝑥</a:t>
            </a:r>
            <a:r>
              <a:rPr sz="850" spc="-25" dirty="0">
                <a:latin typeface="Cambria Math"/>
                <a:cs typeface="Cambria Math"/>
              </a:rPr>
              <a:t>1</a:t>
            </a:r>
            <a:endParaRPr sz="850">
              <a:latin typeface="Cambria Math"/>
              <a:cs typeface="Cambria Math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3079750" y="5712358"/>
            <a:ext cx="90170" cy="15938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850" spc="35" dirty="0">
                <a:latin typeface="Cambria Math"/>
                <a:cs typeface="Cambria Math"/>
              </a:rPr>
              <a:t>3</a:t>
            </a:r>
            <a:endParaRPr sz="850">
              <a:latin typeface="Cambria Math"/>
              <a:cs typeface="Cambria Math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2975101" y="5578246"/>
            <a:ext cx="22669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800" spc="-37" baseline="-20833" dirty="0">
                <a:latin typeface="Cambria Math"/>
                <a:cs typeface="Cambria Math"/>
              </a:rPr>
              <a:t>𝑥</a:t>
            </a:r>
            <a:r>
              <a:rPr sz="850" spc="-25" dirty="0">
                <a:latin typeface="Cambria Math"/>
                <a:cs typeface="Cambria Math"/>
              </a:rPr>
              <a:t>1</a:t>
            </a:r>
            <a:endParaRPr sz="850">
              <a:latin typeface="Cambria Math"/>
              <a:cs typeface="Cambria Math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3263010" y="5422772"/>
            <a:ext cx="90043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latin typeface="Cambria Math"/>
                <a:cs typeface="Cambria Math"/>
              </a:rPr>
              <a:t>=</a:t>
            </a:r>
            <a:r>
              <a:rPr sz="1200" spc="65" dirty="0">
                <a:latin typeface="Cambria Math"/>
                <a:cs typeface="Cambria Math"/>
              </a:rPr>
              <a:t> </a:t>
            </a:r>
            <a:r>
              <a:rPr sz="1200" spc="-10" dirty="0">
                <a:latin typeface="Cambria Math"/>
                <a:cs typeface="Cambria Math"/>
              </a:rPr>
              <a:t>𝐴𝑐𝑡𝑖𝑣𝑎𝑡𝑖𝑜𝑛</a:t>
            </a:r>
            <a:endParaRPr sz="1200">
              <a:latin typeface="Cambria Math"/>
              <a:cs typeface="Cambria Math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4188460" y="5212460"/>
            <a:ext cx="2602865" cy="661035"/>
          </a:xfrm>
          <a:custGeom>
            <a:avLst/>
            <a:gdLst/>
            <a:ahLst/>
            <a:cxnLst/>
            <a:rect l="l" t="t" r="r" b="b"/>
            <a:pathLst>
              <a:path w="2602865" h="661035">
                <a:moveTo>
                  <a:pt x="95758" y="4826"/>
                </a:moveTo>
                <a:lnTo>
                  <a:pt x="53174" y="61823"/>
                </a:lnTo>
                <a:lnTo>
                  <a:pt x="37871" y="99237"/>
                </a:lnTo>
                <a:lnTo>
                  <a:pt x="24638" y="140970"/>
                </a:lnTo>
                <a:lnTo>
                  <a:pt x="13868" y="185775"/>
                </a:lnTo>
                <a:lnTo>
                  <a:pt x="6172" y="232168"/>
                </a:lnTo>
                <a:lnTo>
                  <a:pt x="1536" y="280174"/>
                </a:lnTo>
                <a:lnTo>
                  <a:pt x="0" y="329819"/>
                </a:lnTo>
                <a:lnTo>
                  <a:pt x="1536" y="378574"/>
                </a:lnTo>
                <a:lnTo>
                  <a:pt x="6172" y="426186"/>
                </a:lnTo>
                <a:lnTo>
                  <a:pt x="13868" y="472668"/>
                </a:lnTo>
                <a:lnTo>
                  <a:pt x="24638" y="518033"/>
                </a:lnTo>
                <a:lnTo>
                  <a:pt x="37871" y="560578"/>
                </a:lnTo>
                <a:lnTo>
                  <a:pt x="53174" y="598538"/>
                </a:lnTo>
                <a:lnTo>
                  <a:pt x="89916" y="660793"/>
                </a:lnTo>
                <a:lnTo>
                  <a:pt x="95758" y="655967"/>
                </a:lnTo>
                <a:lnTo>
                  <a:pt x="77685" y="626630"/>
                </a:lnTo>
                <a:lnTo>
                  <a:pt x="61798" y="592912"/>
                </a:lnTo>
                <a:lnTo>
                  <a:pt x="48120" y="554837"/>
                </a:lnTo>
                <a:lnTo>
                  <a:pt x="36703" y="512381"/>
                </a:lnTo>
                <a:lnTo>
                  <a:pt x="27597" y="467499"/>
                </a:lnTo>
                <a:lnTo>
                  <a:pt x="21094" y="422109"/>
                </a:lnTo>
                <a:lnTo>
                  <a:pt x="17170" y="376224"/>
                </a:lnTo>
                <a:lnTo>
                  <a:pt x="15875" y="329819"/>
                </a:lnTo>
                <a:lnTo>
                  <a:pt x="17246" y="282346"/>
                </a:lnTo>
                <a:lnTo>
                  <a:pt x="21183" y="235940"/>
                </a:lnTo>
                <a:lnTo>
                  <a:pt x="27673" y="190627"/>
                </a:lnTo>
                <a:lnTo>
                  <a:pt x="36703" y="146431"/>
                </a:lnTo>
                <a:lnTo>
                  <a:pt x="48171" y="104863"/>
                </a:lnTo>
                <a:lnTo>
                  <a:pt x="61849" y="67398"/>
                </a:lnTo>
                <a:lnTo>
                  <a:pt x="77698" y="34048"/>
                </a:lnTo>
                <a:lnTo>
                  <a:pt x="95758" y="4826"/>
                </a:lnTo>
                <a:close/>
              </a:path>
              <a:path w="2602865" h="661035">
                <a:moveTo>
                  <a:pt x="159131" y="105029"/>
                </a:moveTo>
                <a:lnTo>
                  <a:pt x="118618" y="105029"/>
                </a:lnTo>
                <a:lnTo>
                  <a:pt x="118618" y="111379"/>
                </a:lnTo>
                <a:lnTo>
                  <a:pt x="118618" y="549529"/>
                </a:lnTo>
                <a:lnTo>
                  <a:pt x="118618" y="555879"/>
                </a:lnTo>
                <a:lnTo>
                  <a:pt x="159131" y="555879"/>
                </a:lnTo>
                <a:lnTo>
                  <a:pt x="159131" y="549529"/>
                </a:lnTo>
                <a:lnTo>
                  <a:pt x="133985" y="549529"/>
                </a:lnTo>
                <a:lnTo>
                  <a:pt x="133985" y="111379"/>
                </a:lnTo>
                <a:lnTo>
                  <a:pt x="159131" y="111379"/>
                </a:lnTo>
                <a:lnTo>
                  <a:pt x="159131" y="105029"/>
                </a:lnTo>
                <a:close/>
              </a:path>
              <a:path w="2602865" h="661035">
                <a:moveTo>
                  <a:pt x="1638935" y="105029"/>
                </a:moveTo>
                <a:lnTo>
                  <a:pt x="1598549" y="105029"/>
                </a:lnTo>
                <a:lnTo>
                  <a:pt x="1598549" y="111379"/>
                </a:lnTo>
                <a:lnTo>
                  <a:pt x="1623695" y="111379"/>
                </a:lnTo>
                <a:lnTo>
                  <a:pt x="1623695" y="549529"/>
                </a:lnTo>
                <a:lnTo>
                  <a:pt x="1598549" y="549529"/>
                </a:lnTo>
                <a:lnTo>
                  <a:pt x="1598549" y="555879"/>
                </a:lnTo>
                <a:lnTo>
                  <a:pt x="1638935" y="555879"/>
                </a:lnTo>
                <a:lnTo>
                  <a:pt x="1638935" y="549529"/>
                </a:lnTo>
                <a:lnTo>
                  <a:pt x="1638935" y="111379"/>
                </a:lnTo>
                <a:lnTo>
                  <a:pt x="1638935" y="105029"/>
                </a:lnTo>
                <a:close/>
              </a:path>
              <a:path w="2602865" h="661035">
                <a:moveTo>
                  <a:pt x="2602484" y="329819"/>
                </a:moveTo>
                <a:lnTo>
                  <a:pt x="2600934" y="280174"/>
                </a:lnTo>
                <a:lnTo>
                  <a:pt x="2596324" y="232156"/>
                </a:lnTo>
                <a:lnTo>
                  <a:pt x="2588653" y="185775"/>
                </a:lnTo>
                <a:lnTo>
                  <a:pt x="2577973" y="140970"/>
                </a:lnTo>
                <a:lnTo>
                  <a:pt x="2564663" y="99237"/>
                </a:lnTo>
                <a:lnTo>
                  <a:pt x="2549309" y="61823"/>
                </a:lnTo>
                <a:lnTo>
                  <a:pt x="2512568" y="0"/>
                </a:lnTo>
                <a:lnTo>
                  <a:pt x="2506726" y="4826"/>
                </a:lnTo>
                <a:lnTo>
                  <a:pt x="2524836" y="34048"/>
                </a:lnTo>
                <a:lnTo>
                  <a:pt x="2540724" y="67398"/>
                </a:lnTo>
                <a:lnTo>
                  <a:pt x="2554363" y="104863"/>
                </a:lnTo>
                <a:lnTo>
                  <a:pt x="2565781" y="146431"/>
                </a:lnTo>
                <a:lnTo>
                  <a:pt x="2574848" y="190627"/>
                </a:lnTo>
                <a:lnTo>
                  <a:pt x="2581338" y="235940"/>
                </a:lnTo>
                <a:lnTo>
                  <a:pt x="2585237" y="282346"/>
                </a:lnTo>
                <a:lnTo>
                  <a:pt x="2586609" y="329819"/>
                </a:lnTo>
                <a:lnTo>
                  <a:pt x="2585313" y="376224"/>
                </a:lnTo>
                <a:lnTo>
                  <a:pt x="2581440" y="422109"/>
                </a:lnTo>
                <a:lnTo>
                  <a:pt x="2574975" y="467499"/>
                </a:lnTo>
                <a:lnTo>
                  <a:pt x="2565908" y="512381"/>
                </a:lnTo>
                <a:lnTo>
                  <a:pt x="2554427" y="554837"/>
                </a:lnTo>
                <a:lnTo>
                  <a:pt x="2540736" y="592912"/>
                </a:lnTo>
                <a:lnTo>
                  <a:pt x="2506726" y="655967"/>
                </a:lnTo>
                <a:lnTo>
                  <a:pt x="2512568" y="660793"/>
                </a:lnTo>
                <a:lnTo>
                  <a:pt x="2549309" y="598538"/>
                </a:lnTo>
                <a:lnTo>
                  <a:pt x="2564663" y="560578"/>
                </a:lnTo>
                <a:lnTo>
                  <a:pt x="2577973" y="518033"/>
                </a:lnTo>
                <a:lnTo>
                  <a:pt x="2588653" y="472668"/>
                </a:lnTo>
                <a:lnTo>
                  <a:pt x="2596324" y="426186"/>
                </a:lnTo>
                <a:lnTo>
                  <a:pt x="2600934" y="378574"/>
                </a:lnTo>
                <a:lnTo>
                  <a:pt x="2602484" y="32981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 txBox="1"/>
          <p:nvPr/>
        </p:nvSpPr>
        <p:spPr>
          <a:xfrm>
            <a:off x="4342003" y="5233238"/>
            <a:ext cx="138430" cy="208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50" dirty="0">
                <a:solidFill>
                  <a:srgbClr val="006FC0"/>
                </a:solidFill>
                <a:latin typeface="Cambria Math"/>
                <a:cs typeface="Cambria Math"/>
              </a:rPr>
              <a:t>𝑤</a:t>
            </a:r>
            <a:endParaRPr sz="1200">
              <a:latin typeface="Cambria Math"/>
              <a:cs typeface="Cambria Math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4447159" y="5304866"/>
            <a:ext cx="153670" cy="15938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850" spc="-25" dirty="0">
                <a:solidFill>
                  <a:srgbClr val="006FC0"/>
                </a:solidFill>
                <a:latin typeface="Cambria Math"/>
                <a:cs typeface="Cambria Math"/>
              </a:rPr>
              <a:t>11</a:t>
            </a:r>
            <a:endParaRPr sz="850">
              <a:latin typeface="Cambria Math"/>
              <a:cs typeface="Cambria Math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4735195" y="5233238"/>
            <a:ext cx="138430" cy="208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50" dirty="0">
                <a:solidFill>
                  <a:srgbClr val="006FC0"/>
                </a:solidFill>
                <a:latin typeface="Cambria Math"/>
                <a:cs typeface="Cambria Math"/>
              </a:rPr>
              <a:t>𝑤</a:t>
            </a:r>
            <a:endParaRPr sz="1200">
              <a:latin typeface="Cambria Math"/>
              <a:cs typeface="Cambria Math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4840351" y="5304866"/>
            <a:ext cx="153670" cy="15938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850" spc="-25" dirty="0">
                <a:solidFill>
                  <a:srgbClr val="006FC0"/>
                </a:solidFill>
                <a:latin typeface="Cambria Math"/>
                <a:cs typeface="Cambria Math"/>
              </a:rPr>
              <a:t>12</a:t>
            </a:r>
            <a:endParaRPr sz="850">
              <a:latin typeface="Cambria Math"/>
              <a:cs typeface="Cambria Math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5134483" y="5233238"/>
            <a:ext cx="138430" cy="208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50" dirty="0">
                <a:solidFill>
                  <a:srgbClr val="006FC0"/>
                </a:solidFill>
                <a:latin typeface="Cambria Math"/>
                <a:cs typeface="Cambria Math"/>
              </a:rPr>
              <a:t>𝑤</a:t>
            </a:r>
            <a:endParaRPr sz="1200">
              <a:latin typeface="Cambria Math"/>
              <a:cs typeface="Cambria Math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5239639" y="5304866"/>
            <a:ext cx="153670" cy="15938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850" spc="-25" dirty="0">
                <a:solidFill>
                  <a:srgbClr val="006FC0"/>
                </a:solidFill>
                <a:latin typeface="Cambria Math"/>
                <a:cs typeface="Cambria Math"/>
              </a:rPr>
              <a:t>13</a:t>
            </a:r>
            <a:endParaRPr sz="850">
              <a:latin typeface="Cambria Math"/>
              <a:cs typeface="Cambria Math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5527928" y="5233238"/>
            <a:ext cx="138430" cy="208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50" dirty="0">
                <a:solidFill>
                  <a:srgbClr val="006FC0"/>
                </a:solidFill>
                <a:latin typeface="Cambria Math"/>
                <a:cs typeface="Cambria Math"/>
              </a:rPr>
              <a:t>𝑤</a:t>
            </a:r>
            <a:endParaRPr sz="1200">
              <a:latin typeface="Cambria Math"/>
              <a:cs typeface="Cambria Math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5633084" y="5304866"/>
            <a:ext cx="153670" cy="15938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850" spc="-25" dirty="0">
                <a:solidFill>
                  <a:srgbClr val="006FC0"/>
                </a:solidFill>
                <a:latin typeface="Cambria Math"/>
                <a:cs typeface="Cambria Math"/>
              </a:rPr>
              <a:t>14</a:t>
            </a:r>
            <a:endParaRPr sz="850">
              <a:latin typeface="Cambria Math"/>
              <a:cs typeface="Cambria Math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4445634" y="5636158"/>
            <a:ext cx="153670" cy="15938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850" spc="-25" dirty="0">
                <a:solidFill>
                  <a:srgbClr val="006FC0"/>
                </a:solidFill>
                <a:latin typeface="Cambria Math"/>
                <a:cs typeface="Cambria Math"/>
              </a:rPr>
              <a:t>31</a:t>
            </a:r>
            <a:endParaRPr sz="850">
              <a:latin typeface="Cambria Math"/>
              <a:cs typeface="Cambria Math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4843398" y="5636158"/>
            <a:ext cx="153670" cy="15938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850" spc="-25" dirty="0">
                <a:solidFill>
                  <a:srgbClr val="006FC0"/>
                </a:solidFill>
                <a:latin typeface="Cambria Math"/>
                <a:cs typeface="Cambria Math"/>
              </a:rPr>
              <a:t>32</a:t>
            </a:r>
            <a:endParaRPr sz="850">
              <a:latin typeface="Cambria Math"/>
              <a:cs typeface="Cambria Math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5239639" y="5636158"/>
            <a:ext cx="153670" cy="15938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850" spc="-25" dirty="0">
                <a:solidFill>
                  <a:srgbClr val="006FC0"/>
                </a:solidFill>
                <a:latin typeface="Cambria Math"/>
                <a:cs typeface="Cambria Math"/>
              </a:rPr>
              <a:t>33</a:t>
            </a:r>
            <a:endParaRPr sz="850">
              <a:latin typeface="Cambria Math"/>
              <a:cs typeface="Cambria Math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4299330" y="5442610"/>
            <a:ext cx="1553845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0800">
              <a:lnSpc>
                <a:spcPts val="1200"/>
              </a:lnSpc>
              <a:spcBef>
                <a:spcPts val="100"/>
              </a:spcBef>
              <a:tabLst>
                <a:tab pos="448309" algn="l"/>
                <a:tab pos="844550" algn="l"/>
                <a:tab pos="1240790" algn="l"/>
              </a:tabLst>
            </a:pPr>
            <a:r>
              <a:rPr sz="1800" spc="-37" baseline="11574" dirty="0">
                <a:solidFill>
                  <a:srgbClr val="006FC0"/>
                </a:solidFill>
                <a:latin typeface="Cambria Math"/>
                <a:cs typeface="Cambria Math"/>
              </a:rPr>
              <a:t>𝑤</a:t>
            </a:r>
            <a:r>
              <a:rPr sz="850" spc="-25" dirty="0">
                <a:solidFill>
                  <a:srgbClr val="006FC0"/>
                </a:solidFill>
                <a:latin typeface="Cambria Math"/>
                <a:cs typeface="Cambria Math"/>
              </a:rPr>
              <a:t>21</a:t>
            </a:r>
            <a:r>
              <a:rPr sz="850" dirty="0">
                <a:solidFill>
                  <a:srgbClr val="006FC0"/>
                </a:solidFill>
                <a:latin typeface="Cambria Math"/>
                <a:cs typeface="Cambria Math"/>
              </a:rPr>
              <a:t>	</a:t>
            </a:r>
            <a:r>
              <a:rPr sz="1800" spc="-37" baseline="11574" dirty="0">
                <a:solidFill>
                  <a:srgbClr val="006FC0"/>
                </a:solidFill>
                <a:latin typeface="Cambria Math"/>
                <a:cs typeface="Cambria Math"/>
              </a:rPr>
              <a:t>𝑤</a:t>
            </a:r>
            <a:r>
              <a:rPr sz="850" spc="-25" dirty="0">
                <a:solidFill>
                  <a:srgbClr val="006FC0"/>
                </a:solidFill>
                <a:latin typeface="Cambria Math"/>
                <a:cs typeface="Cambria Math"/>
              </a:rPr>
              <a:t>22</a:t>
            </a:r>
            <a:r>
              <a:rPr sz="850" dirty="0">
                <a:solidFill>
                  <a:srgbClr val="006FC0"/>
                </a:solidFill>
                <a:latin typeface="Cambria Math"/>
                <a:cs typeface="Cambria Math"/>
              </a:rPr>
              <a:t>	</a:t>
            </a:r>
            <a:r>
              <a:rPr sz="1800" spc="-37" baseline="11574" dirty="0">
                <a:solidFill>
                  <a:srgbClr val="006FC0"/>
                </a:solidFill>
                <a:latin typeface="Cambria Math"/>
                <a:cs typeface="Cambria Math"/>
              </a:rPr>
              <a:t>𝑤</a:t>
            </a:r>
            <a:r>
              <a:rPr sz="850" spc="-25" dirty="0">
                <a:solidFill>
                  <a:srgbClr val="006FC0"/>
                </a:solidFill>
                <a:latin typeface="Cambria Math"/>
                <a:cs typeface="Cambria Math"/>
              </a:rPr>
              <a:t>23</a:t>
            </a:r>
            <a:r>
              <a:rPr sz="850" dirty="0">
                <a:solidFill>
                  <a:srgbClr val="006FC0"/>
                </a:solidFill>
                <a:latin typeface="Cambria Math"/>
                <a:cs typeface="Cambria Math"/>
              </a:rPr>
              <a:t>	</a:t>
            </a:r>
            <a:r>
              <a:rPr sz="1800" spc="-37" baseline="11574" dirty="0">
                <a:solidFill>
                  <a:srgbClr val="006FC0"/>
                </a:solidFill>
                <a:latin typeface="Cambria Math"/>
                <a:cs typeface="Cambria Math"/>
              </a:rPr>
              <a:t>𝑤</a:t>
            </a:r>
            <a:r>
              <a:rPr sz="850" spc="-25" dirty="0">
                <a:solidFill>
                  <a:srgbClr val="006FC0"/>
                </a:solidFill>
                <a:latin typeface="Cambria Math"/>
                <a:cs typeface="Cambria Math"/>
              </a:rPr>
              <a:t>24</a:t>
            </a:r>
            <a:endParaRPr sz="850">
              <a:latin typeface="Cambria Math"/>
              <a:cs typeface="Cambria Math"/>
            </a:endParaRPr>
          </a:p>
          <a:p>
            <a:pPr marL="50800">
              <a:lnSpc>
                <a:spcPts val="1200"/>
              </a:lnSpc>
              <a:tabLst>
                <a:tab pos="448309" algn="l"/>
                <a:tab pos="844550" algn="l"/>
                <a:tab pos="1240790" algn="l"/>
              </a:tabLst>
            </a:pPr>
            <a:r>
              <a:rPr sz="1200" spc="-50" dirty="0">
                <a:solidFill>
                  <a:srgbClr val="006FC0"/>
                </a:solidFill>
                <a:latin typeface="Cambria Math"/>
                <a:cs typeface="Cambria Math"/>
              </a:rPr>
              <a:t>𝑤</a:t>
            </a:r>
            <a:r>
              <a:rPr sz="1200" dirty="0">
                <a:solidFill>
                  <a:srgbClr val="006FC0"/>
                </a:solidFill>
                <a:latin typeface="Cambria Math"/>
                <a:cs typeface="Cambria Math"/>
              </a:rPr>
              <a:t>	</a:t>
            </a:r>
            <a:r>
              <a:rPr sz="1200" spc="-50" dirty="0">
                <a:solidFill>
                  <a:srgbClr val="006FC0"/>
                </a:solidFill>
                <a:latin typeface="Cambria Math"/>
                <a:cs typeface="Cambria Math"/>
              </a:rPr>
              <a:t>𝑤</a:t>
            </a:r>
            <a:r>
              <a:rPr sz="1200" dirty="0">
                <a:solidFill>
                  <a:srgbClr val="006FC0"/>
                </a:solidFill>
                <a:latin typeface="Cambria Math"/>
                <a:cs typeface="Cambria Math"/>
              </a:rPr>
              <a:t>	</a:t>
            </a:r>
            <a:r>
              <a:rPr sz="1200" spc="-50" dirty="0">
                <a:solidFill>
                  <a:srgbClr val="006FC0"/>
                </a:solidFill>
                <a:latin typeface="Cambria Math"/>
                <a:cs typeface="Cambria Math"/>
              </a:rPr>
              <a:t>𝑤</a:t>
            </a:r>
            <a:r>
              <a:rPr sz="1200" dirty="0">
                <a:solidFill>
                  <a:srgbClr val="006FC0"/>
                </a:solidFill>
                <a:latin typeface="Cambria Math"/>
                <a:cs typeface="Cambria Math"/>
              </a:rPr>
              <a:t>	</a:t>
            </a:r>
            <a:r>
              <a:rPr sz="1200" spc="-50" dirty="0">
                <a:solidFill>
                  <a:srgbClr val="006FC0"/>
                </a:solidFill>
                <a:latin typeface="Cambria Math"/>
                <a:cs typeface="Cambria Math"/>
              </a:rPr>
              <a:t>𝑤</a:t>
            </a:r>
            <a:endParaRPr sz="1200">
              <a:latin typeface="Cambria Math"/>
              <a:cs typeface="Cambria Math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5636133" y="5636158"/>
            <a:ext cx="153670" cy="15938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850" spc="-25" dirty="0">
                <a:solidFill>
                  <a:srgbClr val="006FC0"/>
                </a:solidFill>
                <a:latin typeface="Cambria Math"/>
                <a:cs typeface="Cambria Math"/>
              </a:rPr>
              <a:t>34</a:t>
            </a:r>
            <a:endParaRPr sz="850">
              <a:latin typeface="Cambria Math"/>
              <a:cs typeface="Cambria Math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5866257" y="5422772"/>
            <a:ext cx="6858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40" dirty="0">
                <a:latin typeface="Cambria Math"/>
                <a:cs typeface="Cambria Math"/>
              </a:rPr>
              <a:t>∙</a:t>
            </a:r>
            <a:endParaRPr sz="1200">
              <a:latin typeface="Cambria Math"/>
              <a:cs typeface="Cambria Math"/>
            </a:endParaRPr>
          </a:p>
        </p:txBody>
      </p:sp>
      <p:sp>
        <p:nvSpPr>
          <p:cNvPr id="32" name="object 32"/>
          <p:cNvSpPr/>
          <p:nvPr/>
        </p:nvSpPr>
        <p:spPr>
          <a:xfrm>
            <a:off x="5972810" y="5217159"/>
            <a:ext cx="245110" cy="651510"/>
          </a:xfrm>
          <a:custGeom>
            <a:avLst/>
            <a:gdLst/>
            <a:ahLst/>
            <a:cxnLst/>
            <a:rect l="l" t="t" r="r" b="b"/>
            <a:pathLst>
              <a:path w="245110" h="651510">
                <a:moveTo>
                  <a:pt x="43942" y="0"/>
                </a:moveTo>
                <a:lnTo>
                  <a:pt x="0" y="0"/>
                </a:lnTo>
                <a:lnTo>
                  <a:pt x="0" y="8890"/>
                </a:lnTo>
                <a:lnTo>
                  <a:pt x="0" y="642620"/>
                </a:lnTo>
                <a:lnTo>
                  <a:pt x="0" y="651510"/>
                </a:lnTo>
                <a:lnTo>
                  <a:pt x="43942" y="651510"/>
                </a:lnTo>
                <a:lnTo>
                  <a:pt x="43942" y="642620"/>
                </a:lnTo>
                <a:lnTo>
                  <a:pt x="16383" y="642620"/>
                </a:lnTo>
                <a:lnTo>
                  <a:pt x="16383" y="8890"/>
                </a:lnTo>
                <a:lnTo>
                  <a:pt x="43942" y="8890"/>
                </a:lnTo>
                <a:lnTo>
                  <a:pt x="43942" y="0"/>
                </a:lnTo>
                <a:close/>
              </a:path>
              <a:path w="245110" h="651510">
                <a:moveTo>
                  <a:pt x="245110" y="0"/>
                </a:moveTo>
                <a:lnTo>
                  <a:pt x="201295" y="0"/>
                </a:lnTo>
                <a:lnTo>
                  <a:pt x="201295" y="8890"/>
                </a:lnTo>
                <a:lnTo>
                  <a:pt x="228727" y="8890"/>
                </a:lnTo>
                <a:lnTo>
                  <a:pt x="228727" y="642620"/>
                </a:lnTo>
                <a:lnTo>
                  <a:pt x="201295" y="642620"/>
                </a:lnTo>
                <a:lnTo>
                  <a:pt x="201295" y="651510"/>
                </a:lnTo>
                <a:lnTo>
                  <a:pt x="245110" y="651510"/>
                </a:lnTo>
                <a:lnTo>
                  <a:pt x="245110" y="642620"/>
                </a:lnTo>
                <a:lnTo>
                  <a:pt x="245110" y="8890"/>
                </a:lnTo>
                <a:lnTo>
                  <a:pt x="24511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 txBox="1"/>
          <p:nvPr/>
        </p:nvSpPr>
        <p:spPr>
          <a:xfrm>
            <a:off x="5982589" y="5144846"/>
            <a:ext cx="220345" cy="5397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9370">
              <a:lnSpc>
                <a:spcPts val="1425"/>
              </a:lnSpc>
              <a:spcBef>
                <a:spcPts val="100"/>
              </a:spcBef>
            </a:pPr>
            <a:r>
              <a:rPr sz="1200" spc="-25" dirty="0">
                <a:latin typeface="Cambria Math"/>
                <a:cs typeface="Cambria Math"/>
              </a:rPr>
              <a:t>𝑥</a:t>
            </a:r>
            <a:r>
              <a:rPr sz="1275" spc="-37" baseline="-16339" dirty="0">
                <a:latin typeface="Cambria Math"/>
                <a:cs typeface="Cambria Math"/>
              </a:rPr>
              <a:t>1</a:t>
            </a:r>
            <a:endParaRPr sz="1275" baseline="-16339">
              <a:latin typeface="Cambria Math"/>
              <a:cs typeface="Cambria Math"/>
            </a:endParaRPr>
          </a:p>
          <a:p>
            <a:pPr marL="38100">
              <a:lnSpc>
                <a:spcPts val="1305"/>
              </a:lnSpc>
            </a:pPr>
            <a:r>
              <a:rPr sz="1200" spc="-25" dirty="0">
                <a:latin typeface="Cambria Math"/>
                <a:cs typeface="Cambria Math"/>
              </a:rPr>
              <a:t>𝑥</a:t>
            </a:r>
            <a:r>
              <a:rPr sz="1275" spc="-37" baseline="-16339" dirty="0">
                <a:latin typeface="Cambria Math"/>
                <a:cs typeface="Cambria Math"/>
              </a:rPr>
              <a:t>2</a:t>
            </a:r>
            <a:endParaRPr sz="1275" baseline="-16339">
              <a:latin typeface="Cambria Math"/>
              <a:cs typeface="Cambria Math"/>
            </a:endParaRPr>
          </a:p>
          <a:p>
            <a:pPr marL="38100">
              <a:lnSpc>
                <a:spcPts val="1320"/>
              </a:lnSpc>
            </a:pPr>
            <a:r>
              <a:rPr sz="1200" spc="-50" dirty="0">
                <a:latin typeface="Cambria Math"/>
                <a:cs typeface="Cambria Math"/>
              </a:rPr>
              <a:t>𝑥</a:t>
            </a:r>
            <a:endParaRPr sz="1200">
              <a:latin typeface="Cambria Math"/>
              <a:cs typeface="Cambria Math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6007989" y="5654446"/>
            <a:ext cx="10668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50" dirty="0">
                <a:latin typeface="Cambria Math"/>
                <a:cs typeface="Cambria Math"/>
              </a:rPr>
              <a:t>𝑥</a:t>
            </a:r>
            <a:endParaRPr sz="1200">
              <a:latin typeface="Cambria Math"/>
              <a:cs typeface="Cambria Math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6087236" y="5502961"/>
            <a:ext cx="90170" cy="382270"/>
          </a:xfrm>
          <a:prstGeom prst="rect">
            <a:avLst/>
          </a:prstGeom>
        </p:spPr>
        <p:txBody>
          <a:bodyPr vert="horz" wrap="square" lIns="0" tIns="603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75"/>
              </a:spcBef>
            </a:pPr>
            <a:r>
              <a:rPr sz="850" spc="35" dirty="0">
                <a:latin typeface="Cambria Math"/>
                <a:cs typeface="Cambria Math"/>
              </a:rPr>
              <a:t>3</a:t>
            </a:r>
            <a:endParaRPr sz="850">
              <a:latin typeface="Cambria Math"/>
              <a:cs typeface="Cambria Math"/>
            </a:endParaRPr>
          </a:p>
          <a:p>
            <a:pPr marL="12700">
              <a:lnSpc>
                <a:spcPct val="100000"/>
              </a:lnSpc>
              <a:spcBef>
                <a:spcPts val="385"/>
              </a:spcBef>
            </a:pPr>
            <a:r>
              <a:rPr sz="850" spc="35" dirty="0">
                <a:latin typeface="Cambria Math"/>
                <a:cs typeface="Cambria Math"/>
              </a:rPr>
              <a:t>4</a:t>
            </a:r>
            <a:endParaRPr sz="850">
              <a:latin typeface="Cambria Math"/>
              <a:cs typeface="Cambria Math"/>
            </a:endParaRPr>
          </a:p>
        </p:txBody>
      </p:sp>
      <p:sp>
        <p:nvSpPr>
          <p:cNvPr id="36" name="object 36"/>
          <p:cNvSpPr/>
          <p:nvPr/>
        </p:nvSpPr>
        <p:spPr>
          <a:xfrm>
            <a:off x="6432931" y="5262879"/>
            <a:ext cx="240665" cy="560070"/>
          </a:xfrm>
          <a:custGeom>
            <a:avLst/>
            <a:gdLst/>
            <a:ahLst/>
            <a:cxnLst/>
            <a:rect l="l" t="t" r="r" b="b"/>
            <a:pathLst>
              <a:path w="240665" h="560070">
                <a:moveTo>
                  <a:pt x="42037" y="0"/>
                </a:moveTo>
                <a:lnTo>
                  <a:pt x="0" y="0"/>
                </a:lnTo>
                <a:lnTo>
                  <a:pt x="0" y="8890"/>
                </a:lnTo>
                <a:lnTo>
                  <a:pt x="0" y="551180"/>
                </a:lnTo>
                <a:lnTo>
                  <a:pt x="0" y="560070"/>
                </a:lnTo>
                <a:lnTo>
                  <a:pt x="42037" y="560070"/>
                </a:lnTo>
                <a:lnTo>
                  <a:pt x="42037" y="551180"/>
                </a:lnTo>
                <a:lnTo>
                  <a:pt x="15494" y="551180"/>
                </a:lnTo>
                <a:lnTo>
                  <a:pt x="15494" y="8890"/>
                </a:lnTo>
                <a:lnTo>
                  <a:pt x="42037" y="8890"/>
                </a:lnTo>
                <a:lnTo>
                  <a:pt x="42037" y="0"/>
                </a:lnTo>
                <a:close/>
              </a:path>
              <a:path w="240665" h="560070">
                <a:moveTo>
                  <a:pt x="240284" y="0"/>
                </a:moveTo>
                <a:lnTo>
                  <a:pt x="198374" y="0"/>
                </a:lnTo>
                <a:lnTo>
                  <a:pt x="198374" y="8890"/>
                </a:lnTo>
                <a:lnTo>
                  <a:pt x="224790" y="8890"/>
                </a:lnTo>
                <a:lnTo>
                  <a:pt x="224790" y="551180"/>
                </a:lnTo>
                <a:lnTo>
                  <a:pt x="198374" y="551180"/>
                </a:lnTo>
                <a:lnTo>
                  <a:pt x="198374" y="560070"/>
                </a:lnTo>
                <a:lnTo>
                  <a:pt x="240284" y="560070"/>
                </a:lnTo>
                <a:lnTo>
                  <a:pt x="240284" y="551180"/>
                </a:lnTo>
                <a:lnTo>
                  <a:pt x="240284" y="8890"/>
                </a:lnTo>
                <a:lnTo>
                  <a:pt x="240284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37"/>
          <p:cNvSpPr txBox="1"/>
          <p:nvPr/>
        </p:nvSpPr>
        <p:spPr>
          <a:xfrm>
            <a:off x="6468236" y="5230190"/>
            <a:ext cx="107950" cy="208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50" dirty="0">
                <a:solidFill>
                  <a:srgbClr val="006FC0"/>
                </a:solidFill>
                <a:latin typeface="Cambria Math"/>
                <a:cs typeface="Cambria Math"/>
              </a:rPr>
              <a:t>𝑏</a:t>
            </a:r>
            <a:endParaRPr sz="1200">
              <a:latin typeface="Cambria Math"/>
              <a:cs typeface="Cambria Math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6542913" y="5301818"/>
            <a:ext cx="90170" cy="15938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850" spc="35" dirty="0">
                <a:solidFill>
                  <a:srgbClr val="006FC0"/>
                </a:solidFill>
                <a:latin typeface="Cambria Math"/>
                <a:cs typeface="Cambria Math"/>
              </a:rPr>
              <a:t>1</a:t>
            </a:r>
            <a:endParaRPr sz="850">
              <a:latin typeface="Cambria Math"/>
              <a:cs typeface="Cambria Math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6231001" y="5422772"/>
            <a:ext cx="441325" cy="3886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R="43180" algn="r">
              <a:lnSpc>
                <a:spcPts val="1430"/>
              </a:lnSpc>
              <a:spcBef>
                <a:spcPts val="100"/>
              </a:spcBef>
            </a:pPr>
            <a:r>
              <a:rPr sz="1200" dirty="0">
                <a:latin typeface="Cambria Math"/>
                <a:cs typeface="Cambria Math"/>
              </a:rPr>
              <a:t>+</a:t>
            </a:r>
            <a:r>
              <a:rPr sz="1200" spc="490" dirty="0">
                <a:latin typeface="Cambria Math"/>
                <a:cs typeface="Cambria Math"/>
              </a:rPr>
              <a:t> </a:t>
            </a:r>
            <a:r>
              <a:rPr sz="1800" spc="-52" baseline="2314" dirty="0">
                <a:solidFill>
                  <a:srgbClr val="006FC0"/>
                </a:solidFill>
                <a:latin typeface="Cambria Math"/>
                <a:cs typeface="Cambria Math"/>
              </a:rPr>
              <a:t>𝑏</a:t>
            </a:r>
            <a:r>
              <a:rPr sz="1275" spc="-52" baseline="-13071" dirty="0">
                <a:solidFill>
                  <a:srgbClr val="006FC0"/>
                </a:solidFill>
                <a:latin typeface="Cambria Math"/>
                <a:cs typeface="Cambria Math"/>
              </a:rPr>
              <a:t>2</a:t>
            </a:r>
            <a:endParaRPr sz="1275" baseline="-13071">
              <a:latin typeface="Cambria Math"/>
              <a:cs typeface="Cambria Math"/>
            </a:endParaRPr>
          </a:p>
          <a:p>
            <a:pPr marR="43180" algn="r">
              <a:lnSpc>
                <a:spcPts val="1430"/>
              </a:lnSpc>
            </a:pPr>
            <a:r>
              <a:rPr sz="1200" spc="-25" dirty="0">
                <a:solidFill>
                  <a:srgbClr val="006FC0"/>
                </a:solidFill>
                <a:latin typeface="Cambria Math"/>
                <a:cs typeface="Cambria Math"/>
              </a:rPr>
              <a:t>𝑏</a:t>
            </a:r>
            <a:r>
              <a:rPr sz="1275" spc="-37" baseline="-16339" dirty="0">
                <a:solidFill>
                  <a:srgbClr val="006FC0"/>
                </a:solidFill>
                <a:latin typeface="Cambria Math"/>
                <a:cs typeface="Cambria Math"/>
              </a:rPr>
              <a:t>3</a:t>
            </a:r>
            <a:endParaRPr sz="1275" baseline="-16339">
              <a:latin typeface="Cambria Math"/>
              <a:cs typeface="Cambria Math"/>
            </a:endParaRPr>
          </a:p>
        </p:txBody>
      </p:sp>
      <p:pic>
        <p:nvPicPr>
          <p:cNvPr id="40" name="object 40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3006851" y="3197351"/>
            <a:ext cx="3740023" cy="1827276"/>
          </a:xfrm>
          <a:prstGeom prst="rect">
            <a:avLst/>
          </a:prstGeom>
        </p:spPr>
      </p:pic>
      <p:sp>
        <p:nvSpPr>
          <p:cNvPr id="41" name="object 41"/>
          <p:cNvSpPr txBox="1"/>
          <p:nvPr/>
        </p:nvSpPr>
        <p:spPr>
          <a:xfrm>
            <a:off x="3555872" y="4676394"/>
            <a:ext cx="13335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50" dirty="0">
                <a:solidFill>
                  <a:srgbClr val="FF0000"/>
                </a:solidFill>
                <a:latin typeface="Cambria Math"/>
                <a:cs typeface="Cambria Math"/>
              </a:rPr>
              <a:t>𝑥</a:t>
            </a:r>
            <a:endParaRPr sz="1600">
              <a:latin typeface="Cambria Math"/>
              <a:cs typeface="Cambria Math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3662553" y="4772405"/>
            <a:ext cx="111125" cy="20320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150" spc="35" dirty="0">
                <a:solidFill>
                  <a:srgbClr val="FF0000"/>
                </a:solidFill>
                <a:latin typeface="Cambria Math"/>
                <a:cs typeface="Cambria Math"/>
              </a:rPr>
              <a:t>4</a:t>
            </a:r>
            <a:endParaRPr sz="1150">
              <a:latin typeface="Cambria Math"/>
              <a:cs typeface="Cambria Math"/>
            </a:endParaRPr>
          </a:p>
        </p:txBody>
      </p:sp>
      <p:sp>
        <p:nvSpPr>
          <p:cNvPr id="43" name="object 43"/>
          <p:cNvSpPr txBox="1"/>
          <p:nvPr/>
        </p:nvSpPr>
        <p:spPr>
          <a:xfrm>
            <a:off x="3833876" y="4546549"/>
            <a:ext cx="110489" cy="1631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50" dirty="0">
                <a:solidFill>
                  <a:srgbClr val="006FC0"/>
                </a:solidFill>
                <a:latin typeface="Cambria Math"/>
                <a:cs typeface="Cambria Math"/>
              </a:rPr>
              <a:t>𝑤</a:t>
            </a:r>
            <a:endParaRPr sz="900">
              <a:latin typeface="Cambria Math"/>
              <a:cs typeface="Cambria Math"/>
            </a:endParaRPr>
          </a:p>
        </p:txBody>
      </p:sp>
      <p:sp>
        <p:nvSpPr>
          <p:cNvPr id="44" name="object 44"/>
          <p:cNvSpPr txBox="1"/>
          <p:nvPr/>
        </p:nvSpPr>
        <p:spPr>
          <a:xfrm>
            <a:off x="3911600" y="4600447"/>
            <a:ext cx="123189" cy="126364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650" spc="-25" dirty="0">
                <a:solidFill>
                  <a:srgbClr val="006FC0"/>
                </a:solidFill>
                <a:latin typeface="Cambria Math"/>
                <a:cs typeface="Cambria Math"/>
              </a:rPr>
              <a:t>14</a:t>
            </a:r>
            <a:endParaRPr sz="650">
              <a:latin typeface="Cambria Math"/>
              <a:cs typeface="Cambria Math"/>
            </a:endParaRPr>
          </a:p>
        </p:txBody>
      </p:sp>
      <p:sp>
        <p:nvSpPr>
          <p:cNvPr id="45" name="object 45"/>
          <p:cNvSpPr txBox="1"/>
          <p:nvPr/>
        </p:nvSpPr>
        <p:spPr>
          <a:xfrm>
            <a:off x="4045458" y="4546853"/>
            <a:ext cx="123189" cy="126364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650" spc="-25" dirty="0">
                <a:solidFill>
                  <a:srgbClr val="006FC0"/>
                </a:solidFill>
                <a:latin typeface="Cambria Math"/>
                <a:cs typeface="Cambria Math"/>
              </a:rPr>
              <a:t>24</a:t>
            </a:r>
            <a:endParaRPr sz="650">
              <a:latin typeface="Cambria Math"/>
              <a:cs typeface="Cambria Math"/>
            </a:endParaRPr>
          </a:p>
        </p:txBody>
      </p:sp>
      <p:sp>
        <p:nvSpPr>
          <p:cNvPr id="46" name="object 46"/>
          <p:cNvSpPr txBox="1"/>
          <p:nvPr/>
        </p:nvSpPr>
        <p:spPr>
          <a:xfrm>
            <a:off x="3964559" y="4663185"/>
            <a:ext cx="25463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350" spc="-37" baseline="12345" dirty="0">
                <a:solidFill>
                  <a:srgbClr val="006FC0"/>
                </a:solidFill>
                <a:latin typeface="Cambria Math"/>
                <a:cs typeface="Cambria Math"/>
              </a:rPr>
              <a:t>𝑤</a:t>
            </a:r>
            <a:r>
              <a:rPr sz="650" spc="-25" dirty="0">
                <a:solidFill>
                  <a:srgbClr val="006FC0"/>
                </a:solidFill>
                <a:latin typeface="Cambria Math"/>
                <a:cs typeface="Cambria Math"/>
              </a:rPr>
              <a:t>34</a:t>
            </a:r>
            <a:endParaRPr sz="650">
              <a:latin typeface="Cambria Math"/>
              <a:cs typeface="Cambria Math"/>
            </a:endParaRPr>
          </a:p>
        </p:txBody>
      </p:sp>
      <p:sp>
        <p:nvSpPr>
          <p:cNvPr id="47" name="object 47"/>
          <p:cNvSpPr txBox="1"/>
          <p:nvPr/>
        </p:nvSpPr>
        <p:spPr>
          <a:xfrm>
            <a:off x="4381500" y="3472053"/>
            <a:ext cx="26416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1600" spc="-25" dirty="0">
                <a:solidFill>
                  <a:srgbClr val="FF0000"/>
                </a:solidFill>
                <a:latin typeface="Cambria Math"/>
                <a:cs typeface="Cambria Math"/>
              </a:rPr>
              <a:t>𝑥</a:t>
            </a:r>
            <a:r>
              <a:rPr sz="1725" spc="-37" baseline="-16908" dirty="0">
                <a:solidFill>
                  <a:srgbClr val="FF0000"/>
                </a:solidFill>
                <a:latin typeface="Cambria Math"/>
                <a:cs typeface="Cambria Math"/>
              </a:rPr>
              <a:t>1</a:t>
            </a:r>
            <a:endParaRPr sz="1725" baseline="-16908">
              <a:latin typeface="Cambria Math"/>
              <a:cs typeface="Cambria Math"/>
            </a:endParaRPr>
          </a:p>
        </p:txBody>
      </p:sp>
      <p:sp>
        <p:nvSpPr>
          <p:cNvPr id="48" name="object 48"/>
          <p:cNvSpPr txBox="1"/>
          <p:nvPr/>
        </p:nvSpPr>
        <p:spPr>
          <a:xfrm>
            <a:off x="4521200" y="3449192"/>
            <a:ext cx="111125" cy="20320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150" spc="35" dirty="0">
                <a:solidFill>
                  <a:srgbClr val="FF0000"/>
                </a:solidFill>
                <a:latin typeface="Cambria Math"/>
                <a:cs typeface="Cambria Math"/>
              </a:rPr>
              <a:t>1</a:t>
            </a:r>
            <a:endParaRPr sz="1150">
              <a:latin typeface="Cambria Math"/>
              <a:cs typeface="Cambria Math"/>
            </a:endParaRPr>
          </a:p>
        </p:txBody>
      </p:sp>
      <p:sp>
        <p:nvSpPr>
          <p:cNvPr id="49" name="object 49"/>
          <p:cNvSpPr txBox="1"/>
          <p:nvPr/>
        </p:nvSpPr>
        <p:spPr>
          <a:xfrm>
            <a:off x="4495291" y="4054220"/>
            <a:ext cx="111125" cy="20320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150" spc="35" dirty="0">
                <a:solidFill>
                  <a:srgbClr val="FF0000"/>
                </a:solidFill>
                <a:latin typeface="Cambria Math"/>
                <a:cs typeface="Cambria Math"/>
              </a:rPr>
              <a:t>2</a:t>
            </a:r>
            <a:endParaRPr sz="1150">
              <a:latin typeface="Cambria Math"/>
              <a:cs typeface="Cambria Math"/>
            </a:endParaRPr>
          </a:p>
        </p:txBody>
      </p:sp>
      <p:sp>
        <p:nvSpPr>
          <p:cNvPr id="50" name="object 50"/>
          <p:cNvSpPr txBox="1"/>
          <p:nvPr/>
        </p:nvSpPr>
        <p:spPr>
          <a:xfrm>
            <a:off x="4363211" y="3875608"/>
            <a:ext cx="27622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2400" spc="-37" baseline="-20833" dirty="0">
                <a:solidFill>
                  <a:srgbClr val="FF0000"/>
                </a:solidFill>
                <a:latin typeface="Cambria Math"/>
                <a:cs typeface="Cambria Math"/>
              </a:rPr>
              <a:t>𝑥</a:t>
            </a:r>
            <a:r>
              <a:rPr sz="1150" spc="-25" dirty="0">
                <a:solidFill>
                  <a:srgbClr val="FF0000"/>
                </a:solidFill>
                <a:latin typeface="Cambria Math"/>
                <a:cs typeface="Cambria Math"/>
              </a:rPr>
              <a:t>1</a:t>
            </a:r>
            <a:endParaRPr sz="1150">
              <a:latin typeface="Cambria Math"/>
              <a:cs typeface="Cambria Math"/>
            </a:endParaRPr>
          </a:p>
        </p:txBody>
      </p:sp>
      <p:sp>
        <p:nvSpPr>
          <p:cNvPr id="51" name="object 51"/>
          <p:cNvSpPr txBox="1"/>
          <p:nvPr/>
        </p:nvSpPr>
        <p:spPr>
          <a:xfrm>
            <a:off x="4502911" y="4550155"/>
            <a:ext cx="111125" cy="20320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150" spc="35" dirty="0">
                <a:solidFill>
                  <a:srgbClr val="FF0000"/>
                </a:solidFill>
                <a:latin typeface="Cambria Math"/>
                <a:cs typeface="Cambria Math"/>
              </a:rPr>
              <a:t>3</a:t>
            </a:r>
            <a:endParaRPr sz="1150">
              <a:latin typeface="Cambria Math"/>
              <a:cs typeface="Cambria Math"/>
            </a:endParaRPr>
          </a:p>
        </p:txBody>
      </p:sp>
      <p:sp>
        <p:nvSpPr>
          <p:cNvPr id="52" name="object 52"/>
          <p:cNvSpPr txBox="1"/>
          <p:nvPr/>
        </p:nvSpPr>
        <p:spPr>
          <a:xfrm>
            <a:off x="4370832" y="4371847"/>
            <a:ext cx="27622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2400" spc="-37" baseline="-20833" dirty="0">
                <a:solidFill>
                  <a:srgbClr val="FF0000"/>
                </a:solidFill>
                <a:latin typeface="Cambria Math"/>
                <a:cs typeface="Cambria Math"/>
              </a:rPr>
              <a:t>𝑥</a:t>
            </a:r>
            <a:r>
              <a:rPr sz="1150" spc="-25" dirty="0">
                <a:solidFill>
                  <a:srgbClr val="FF0000"/>
                </a:solidFill>
                <a:latin typeface="Cambria Math"/>
                <a:cs typeface="Cambria Math"/>
              </a:rPr>
              <a:t>1</a:t>
            </a:r>
            <a:endParaRPr sz="1150">
              <a:latin typeface="Cambria Math"/>
              <a:cs typeface="Cambria Math"/>
            </a:endParaRPr>
          </a:p>
        </p:txBody>
      </p:sp>
      <p:sp>
        <p:nvSpPr>
          <p:cNvPr id="53" name="object 53"/>
          <p:cNvSpPr txBox="1"/>
          <p:nvPr/>
        </p:nvSpPr>
        <p:spPr>
          <a:xfrm>
            <a:off x="3522345" y="3187699"/>
            <a:ext cx="634365" cy="146875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50800">
              <a:lnSpc>
                <a:spcPts val="1885"/>
              </a:lnSpc>
              <a:spcBef>
                <a:spcPts val="95"/>
              </a:spcBef>
              <a:tabLst>
                <a:tab pos="404495" algn="l"/>
              </a:tabLst>
            </a:pPr>
            <a:r>
              <a:rPr sz="1600" spc="-25" dirty="0">
                <a:solidFill>
                  <a:srgbClr val="FF0000"/>
                </a:solidFill>
                <a:latin typeface="Cambria Math"/>
                <a:cs typeface="Cambria Math"/>
              </a:rPr>
              <a:t>𝑥</a:t>
            </a:r>
            <a:r>
              <a:rPr sz="1725" spc="-37" baseline="-14492" dirty="0">
                <a:solidFill>
                  <a:srgbClr val="FF0000"/>
                </a:solidFill>
                <a:latin typeface="Cambria Math"/>
                <a:cs typeface="Cambria Math"/>
              </a:rPr>
              <a:t>1</a:t>
            </a:r>
            <a:r>
              <a:rPr sz="1725" baseline="-14492" dirty="0">
                <a:solidFill>
                  <a:srgbClr val="FF0000"/>
                </a:solidFill>
                <a:latin typeface="Cambria Math"/>
                <a:cs typeface="Cambria Math"/>
              </a:rPr>
              <a:t>	</a:t>
            </a:r>
            <a:r>
              <a:rPr sz="1350" spc="-37" baseline="12345" dirty="0">
                <a:solidFill>
                  <a:srgbClr val="006FC0"/>
                </a:solidFill>
                <a:latin typeface="Cambria Math"/>
                <a:cs typeface="Cambria Math"/>
              </a:rPr>
              <a:t>𝑤</a:t>
            </a:r>
            <a:r>
              <a:rPr sz="975" spc="-37" baseline="4273" dirty="0">
                <a:solidFill>
                  <a:srgbClr val="006FC0"/>
                </a:solidFill>
                <a:latin typeface="Cambria Math"/>
                <a:cs typeface="Cambria Math"/>
              </a:rPr>
              <a:t>11</a:t>
            </a:r>
            <a:endParaRPr sz="975" baseline="4273">
              <a:latin typeface="Cambria Math"/>
              <a:cs typeface="Cambria Math"/>
            </a:endParaRPr>
          </a:p>
          <a:p>
            <a:pPr marL="404495">
              <a:lnSpc>
                <a:spcPts val="1045"/>
              </a:lnSpc>
            </a:pPr>
            <a:r>
              <a:rPr sz="1350" spc="-37" baseline="12345" dirty="0">
                <a:solidFill>
                  <a:srgbClr val="006FC0"/>
                </a:solidFill>
                <a:latin typeface="Cambria Math"/>
                <a:cs typeface="Cambria Math"/>
              </a:rPr>
              <a:t>𝑤</a:t>
            </a:r>
            <a:r>
              <a:rPr sz="650" spc="-25" dirty="0">
                <a:solidFill>
                  <a:srgbClr val="006FC0"/>
                </a:solidFill>
                <a:latin typeface="Cambria Math"/>
                <a:cs typeface="Cambria Math"/>
              </a:rPr>
              <a:t>21</a:t>
            </a:r>
            <a:endParaRPr sz="650">
              <a:latin typeface="Cambria Math"/>
              <a:cs typeface="Cambria Math"/>
            </a:endParaRPr>
          </a:p>
          <a:p>
            <a:pPr marR="123189" algn="r">
              <a:lnSpc>
                <a:spcPct val="100000"/>
              </a:lnSpc>
              <a:spcBef>
                <a:spcPts val="105"/>
              </a:spcBef>
            </a:pPr>
            <a:r>
              <a:rPr sz="1350" spc="-37" baseline="12345" dirty="0">
                <a:solidFill>
                  <a:srgbClr val="006FC0"/>
                </a:solidFill>
                <a:latin typeface="Cambria Math"/>
                <a:cs typeface="Cambria Math"/>
              </a:rPr>
              <a:t>𝑤</a:t>
            </a:r>
            <a:r>
              <a:rPr sz="650" spc="-25" dirty="0">
                <a:solidFill>
                  <a:srgbClr val="006FC0"/>
                </a:solidFill>
                <a:latin typeface="Cambria Math"/>
                <a:cs typeface="Cambria Math"/>
              </a:rPr>
              <a:t>31</a:t>
            </a:r>
            <a:endParaRPr sz="650">
              <a:latin typeface="Cambria Math"/>
              <a:cs typeface="Cambria Math"/>
            </a:endParaRPr>
          </a:p>
          <a:p>
            <a:pPr marR="126364" algn="r">
              <a:lnSpc>
                <a:spcPts val="1045"/>
              </a:lnSpc>
              <a:spcBef>
                <a:spcPts val="130"/>
              </a:spcBef>
            </a:pPr>
            <a:r>
              <a:rPr sz="1350" spc="-37" baseline="12345" dirty="0">
                <a:solidFill>
                  <a:srgbClr val="006FC0"/>
                </a:solidFill>
                <a:latin typeface="Cambria Math"/>
                <a:cs typeface="Cambria Math"/>
              </a:rPr>
              <a:t>𝑤</a:t>
            </a:r>
            <a:r>
              <a:rPr sz="650" spc="-25" dirty="0">
                <a:solidFill>
                  <a:srgbClr val="006FC0"/>
                </a:solidFill>
                <a:latin typeface="Cambria Math"/>
                <a:cs typeface="Cambria Math"/>
              </a:rPr>
              <a:t>12</a:t>
            </a:r>
            <a:endParaRPr sz="650">
              <a:latin typeface="Cambria Math"/>
              <a:cs typeface="Cambria Math"/>
            </a:endParaRPr>
          </a:p>
          <a:p>
            <a:pPr marR="66040" algn="r">
              <a:lnSpc>
                <a:spcPts val="885"/>
              </a:lnSpc>
            </a:pPr>
            <a:r>
              <a:rPr sz="1350" spc="-37" baseline="12345" dirty="0">
                <a:solidFill>
                  <a:srgbClr val="006FC0"/>
                </a:solidFill>
                <a:latin typeface="Cambria Math"/>
                <a:cs typeface="Cambria Math"/>
              </a:rPr>
              <a:t>𝑤</a:t>
            </a:r>
            <a:r>
              <a:rPr sz="650" spc="-25" dirty="0">
                <a:solidFill>
                  <a:srgbClr val="006FC0"/>
                </a:solidFill>
                <a:latin typeface="Cambria Math"/>
                <a:cs typeface="Cambria Math"/>
              </a:rPr>
              <a:t>22</a:t>
            </a:r>
            <a:endParaRPr sz="650">
              <a:latin typeface="Cambria Math"/>
              <a:cs typeface="Cambria Math"/>
            </a:endParaRPr>
          </a:p>
          <a:p>
            <a:pPr marR="123189" algn="r">
              <a:lnSpc>
                <a:spcPts val="925"/>
              </a:lnSpc>
            </a:pPr>
            <a:r>
              <a:rPr sz="1350" spc="-37" baseline="12345" dirty="0">
                <a:solidFill>
                  <a:srgbClr val="006FC0"/>
                </a:solidFill>
                <a:latin typeface="Cambria Math"/>
                <a:cs typeface="Cambria Math"/>
              </a:rPr>
              <a:t>𝑤</a:t>
            </a:r>
            <a:r>
              <a:rPr sz="650" spc="-25" dirty="0">
                <a:solidFill>
                  <a:srgbClr val="006FC0"/>
                </a:solidFill>
                <a:latin typeface="Cambria Math"/>
                <a:cs typeface="Cambria Math"/>
              </a:rPr>
              <a:t>32</a:t>
            </a:r>
            <a:endParaRPr sz="650">
              <a:latin typeface="Cambria Math"/>
              <a:cs typeface="Cambria Math"/>
            </a:endParaRPr>
          </a:p>
          <a:p>
            <a:pPr marR="122555" algn="r">
              <a:lnSpc>
                <a:spcPts val="985"/>
              </a:lnSpc>
              <a:spcBef>
                <a:spcPts val="245"/>
              </a:spcBef>
            </a:pPr>
            <a:r>
              <a:rPr sz="1350" spc="-37" baseline="12345" dirty="0">
                <a:solidFill>
                  <a:srgbClr val="006FC0"/>
                </a:solidFill>
                <a:latin typeface="Cambria Math"/>
                <a:cs typeface="Cambria Math"/>
              </a:rPr>
              <a:t>𝑤</a:t>
            </a:r>
            <a:r>
              <a:rPr sz="650" spc="-25" dirty="0">
                <a:solidFill>
                  <a:srgbClr val="006FC0"/>
                </a:solidFill>
                <a:latin typeface="Cambria Math"/>
                <a:cs typeface="Cambria Math"/>
              </a:rPr>
              <a:t>13</a:t>
            </a:r>
            <a:endParaRPr sz="650">
              <a:latin typeface="Cambria Math"/>
              <a:cs typeface="Cambria Math"/>
            </a:endParaRPr>
          </a:p>
          <a:p>
            <a:pPr marR="123189" algn="r">
              <a:lnSpc>
                <a:spcPts val="830"/>
              </a:lnSpc>
            </a:pPr>
            <a:r>
              <a:rPr sz="1350" spc="-37" baseline="12345" dirty="0">
                <a:solidFill>
                  <a:srgbClr val="006FC0"/>
                </a:solidFill>
                <a:latin typeface="Cambria Math"/>
                <a:cs typeface="Cambria Math"/>
              </a:rPr>
              <a:t>𝑤</a:t>
            </a:r>
            <a:r>
              <a:rPr sz="650" spc="-25" dirty="0">
                <a:solidFill>
                  <a:srgbClr val="006FC0"/>
                </a:solidFill>
                <a:latin typeface="Cambria Math"/>
                <a:cs typeface="Cambria Math"/>
              </a:rPr>
              <a:t>23</a:t>
            </a:r>
            <a:endParaRPr sz="650">
              <a:latin typeface="Cambria Math"/>
              <a:cs typeface="Cambria Math"/>
            </a:endParaRPr>
          </a:p>
          <a:p>
            <a:pPr marR="118745" algn="r">
              <a:lnSpc>
                <a:spcPts val="930"/>
              </a:lnSpc>
            </a:pPr>
            <a:r>
              <a:rPr sz="1350" spc="-37" baseline="12345" dirty="0">
                <a:solidFill>
                  <a:srgbClr val="006FC0"/>
                </a:solidFill>
                <a:latin typeface="Cambria Math"/>
                <a:cs typeface="Cambria Math"/>
              </a:rPr>
              <a:t>𝑤</a:t>
            </a:r>
            <a:r>
              <a:rPr sz="650" spc="-25" dirty="0">
                <a:solidFill>
                  <a:srgbClr val="006FC0"/>
                </a:solidFill>
                <a:latin typeface="Cambria Math"/>
                <a:cs typeface="Cambria Math"/>
              </a:rPr>
              <a:t>33</a:t>
            </a:r>
            <a:endParaRPr sz="650">
              <a:latin typeface="Cambria Math"/>
              <a:cs typeface="Cambria Math"/>
            </a:endParaRPr>
          </a:p>
          <a:p>
            <a:pPr marR="86360" algn="r">
              <a:lnSpc>
                <a:spcPct val="100000"/>
              </a:lnSpc>
              <a:spcBef>
                <a:spcPts val="204"/>
              </a:spcBef>
            </a:pPr>
            <a:r>
              <a:rPr sz="900" spc="-50" dirty="0">
                <a:solidFill>
                  <a:srgbClr val="006FC0"/>
                </a:solidFill>
                <a:latin typeface="Cambria Math"/>
                <a:cs typeface="Cambria Math"/>
              </a:rPr>
              <a:t>𝑤</a:t>
            </a:r>
            <a:endParaRPr sz="900">
              <a:latin typeface="Cambria Math"/>
              <a:cs typeface="Cambria Math"/>
            </a:endParaRPr>
          </a:p>
        </p:txBody>
      </p:sp>
      <p:sp>
        <p:nvSpPr>
          <p:cNvPr id="54" name="object 54"/>
          <p:cNvSpPr txBox="1"/>
          <p:nvPr/>
        </p:nvSpPr>
        <p:spPr>
          <a:xfrm>
            <a:off x="3360420" y="2788920"/>
            <a:ext cx="637540" cy="231775"/>
          </a:xfrm>
          <a:prstGeom prst="rect">
            <a:avLst/>
          </a:prstGeom>
          <a:ln w="6096">
            <a:solidFill>
              <a:srgbClr val="41709C"/>
            </a:solidFill>
          </a:ln>
        </p:spPr>
        <p:txBody>
          <a:bodyPr vert="horz" wrap="square" lIns="0" tIns="39370" rIns="0" bIns="0" rtlCol="0">
            <a:spAutoFit/>
          </a:bodyPr>
          <a:lstStyle/>
          <a:p>
            <a:pPr marL="106045">
              <a:lnSpc>
                <a:spcPct val="100000"/>
              </a:lnSpc>
              <a:spcBef>
                <a:spcPts val="310"/>
              </a:spcBef>
            </a:pPr>
            <a:r>
              <a:rPr sz="900" dirty="0">
                <a:solidFill>
                  <a:srgbClr val="006FC0"/>
                </a:solidFill>
                <a:latin typeface="Cambria Math"/>
                <a:cs typeface="Cambria Math"/>
              </a:rPr>
              <a:t>𝑏</a:t>
            </a:r>
            <a:r>
              <a:rPr sz="975" baseline="-17094" dirty="0">
                <a:solidFill>
                  <a:srgbClr val="006FC0"/>
                </a:solidFill>
                <a:latin typeface="Cambria Math"/>
                <a:cs typeface="Cambria Math"/>
              </a:rPr>
              <a:t>1</a:t>
            </a:r>
            <a:r>
              <a:rPr sz="900" dirty="0">
                <a:solidFill>
                  <a:srgbClr val="006FC0"/>
                </a:solidFill>
                <a:latin typeface="Cambria Math"/>
                <a:cs typeface="Cambria Math"/>
              </a:rPr>
              <a:t>,</a:t>
            </a:r>
            <a:r>
              <a:rPr sz="900" spc="-40" dirty="0">
                <a:solidFill>
                  <a:srgbClr val="006FC0"/>
                </a:solidFill>
                <a:latin typeface="Cambria Math"/>
                <a:cs typeface="Cambria Math"/>
              </a:rPr>
              <a:t> </a:t>
            </a:r>
            <a:r>
              <a:rPr sz="900" dirty="0">
                <a:solidFill>
                  <a:srgbClr val="006FC0"/>
                </a:solidFill>
                <a:latin typeface="Cambria Math"/>
                <a:cs typeface="Cambria Math"/>
              </a:rPr>
              <a:t>𝑏</a:t>
            </a:r>
            <a:r>
              <a:rPr sz="975" baseline="-17094" dirty="0">
                <a:solidFill>
                  <a:srgbClr val="006FC0"/>
                </a:solidFill>
                <a:latin typeface="Cambria Math"/>
                <a:cs typeface="Cambria Math"/>
              </a:rPr>
              <a:t>2</a:t>
            </a:r>
            <a:r>
              <a:rPr sz="900" dirty="0">
                <a:solidFill>
                  <a:srgbClr val="006FC0"/>
                </a:solidFill>
                <a:latin typeface="Calibri"/>
                <a:cs typeface="Calibri"/>
              </a:rPr>
              <a:t>,</a:t>
            </a:r>
            <a:r>
              <a:rPr sz="900" spc="5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900" spc="-25" dirty="0">
                <a:solidFill>
                  <a:srgbClr val="006FC0"/>
                </a:solidFill>
                <a:latin typeface="Cambria Math"/>
                <a:cs typeface="Cambria Math"/>
              </a:rPr>
              <a:t>𝑏</a:t>
            </a:r>
            <a:r>
              <a:rPr sz="975" spc="-37" baseline="-17094" dirty="0">
                <a:solidFill>
                  <a:srgbClr val="006FC0"/>
                </a:solidFill>
                <a:latin typeface="Cambria Math"/>
                <a:cs typeface="Cambria Math"/>
              </a:rPr>
              <a:t>3</a:t>
            </a:r>
            <a:endParaRPr sz="975" baseline="-17094">
              <a:latin typeface="Cambria Math"/>
              <a:cs typeface="Cambria Math"/>
            </a:endParaRPr>
          </a:p>
        </p:txBody>
      </p:sp>
      <p:sp>
        <p:nvSpPr>
          <p:cNvPr id="55" name="object 55"/>
          <p:cNvSpPr txBox="1"/>
          <p:nvPr/>
        </p:nvSpPr>
        <p:spPr>
          <a:xfrm>
            <a:off x="3517391" y="3686936"/>
            <a:ext cx="26860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1600" spc="-25" dirty="0">
                <a:solidFill>
                  <a:srgbClr val="FF0000"/>
                </a:solidFill>
                <a:latin typeface="Cambria Math"/>
                <a:cs typeface="Cambria Math"/>
              </a:rPr>
              <a:t>𝑥</a:t>
            </a:r>
            <a:r>
              <a:rPr sz="1725" spc="-37" baseline="-14492" dirty="0">
                <a:solidFill>
                  <a:srgbClr val="FF0000"/>
                </a:solidFill>
                <a:latin typeface="Cambria Math"/>
                <a:cs typeface="Cambria Math"/>
              </a:rPr>
              <a:t>2</a:t>
            </a:r>
            <a:endParaRPr sz="1725" baseline="-14492">
              <a:latin typeface="Cambria Math"/>
              <a:cs typeface="Cambria Math"/>
            </a:endParaRPr>
          </a:p>
        </p:txBody>
      </p:sp>
      <p:sp>
        <p:nvSpPr>
          <p:cNvPr id="56" name="object 56"/>
          <p:cNvSpPr txBox="1"/>
          <p:nvPr/>
        </p:nvSpPr>
        <p:spPr>
          <a:xfrm>
            <a:off x="3547617" y="4183760"/>
            <a:ext cx="13335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50" dirty="0">
                <a:solidFill>
                  <a:srgbClr val="FF0000"/>
                </a:solidFill>
                <a:latin typeface="Cambria Math"/>
                <a:cs typeface="Cambria Math"/>
              </a:rPr>
              <a:t>𝑥</a:t>
            </a:r>
            <a:endParaRPr sz="1600">
              <a:latin typeface="Cambria Math"/>
              <a:cs typeface="Cambria Math"/>
            </a:endParaRPr>
          </a:p>
        </p:txBody>
      </p:sp>
      <p:sp>
        <p:nvSpPr>
          <p:cNvPr id="57" name="object 57"/>
          <p:cNvSpPr txBox="1"/>
          <p:nvPr/>
        </p:nvSpPr>
        <p:spPr>
          <a:xfrm>
            <a:off x="3654297" y="4279772"/>
            <a:ext cx="111125" cy="20320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150" spc="35" dirty="0">
                <a:solidFill>
                  <a:srgbClr val="FF0000"/>
                </a:solidFill>
                <a:latin typeface="Cambria Math"/>
                <a:cs typeface="Cambria Math"/>
              </a:rPr>
              <a:t>3</a:t>
            </a:r>
            <a:endParaRPr sz="1150">
              <a:latin typeface="Cambria Math"/>
              <a:cs typeface="Cambria Math"/>
            </a:endParaRPr>
          </a:p>
        </p:txBody>
      </p:sp>
      <p:sp>
        <p:nvSpPr>
          <p:cNvPr id="58" name="object 58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1.3.</a:t>
            </a:r>
            <a:r>
              <a:rPr spc="-25" dirty="0"/>
              <a:t> </a:t>
            </a:r>
            <a:r>
              <a:rPr dirty="0"/>
              <a:t>From</a:t>
            </a:r>
            <a:r>
              <a:rPr spc="-30" dirty="0"/>
              <a:t> </a:t>
            </a:r>
            <a:r>
              <a:rPr dirty="0"/>
              <a:t>Multilayer</a:t>
            </a:r>
            <a:r>
              <a:rPr spc="-10" dirty="0"/>
              <a:t> </a:t>
            </a:r>
            <a:r>
              <a:rPr dirty="0"/>
              <a:t>Perceptron</a:t>
            </a:r>
            <a:r>
              <a:rPr spc="-10" dirty="0"/>
              <a:t> </a:t>
            </a:r>
            <a:r>
              <a:rPr dirty="0"/>
              <a:t>to</a:t>
            </a:r>
            <a:r>
              <a:rPr spc="-25" dirty="0"/>
              <a:t> </a:t>
            </a:r>
            <a:r>
              <a:rPr dirty="0"/>
              <a:t>Deep</a:t>
            </a:r>
            <a:r>
              <a:rPr spc="-10" dirty="0"/>
              <a:t> Learning</a:t>
            </a:r>
          </a:p>
        </p:txBody>
      </p:sp>
      <p:sp>
        <p:nvSpPr>
          <p:cNvPr id="59" name="object 59"/>
          <p:cNvSpPr txBox="1"/>
          <p:nvPr/>
        </p:nvSpPr>
        <p:spPr>
          <a:xfrm>
            <a:off x="8671941" y="463677"/>
            <a:ext cx="80962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dirty="0">
                <a:solidFill>
                  <a:srgbClr val="D9D9D9"/>
                </a:solidFill>
                <a:latin typeface="Ebrima"/>
                <a:cs typeface="Ebrima"/>
              </a:rPr>
              <a:t>UNIT</a:t>
            </a:r>
            <a:r>
              <a:rPr sz="1600" spc="400" dirty="0">
                <a:solidFill>
                  <a:srgbClr val="D9D9D9"/>
                </a:solidFill>
                <a:latin typeface="Ebrima"/>
                <a:cs typeface="Ebrima"/>
              </a:rPr>
              <a:t> </a:t>
            </a:r>
            <a:r>
              <a:rPr sz="1600" spc="-35" dirty="0">
                <a:solidFill>
                  <a:srgbClr val="D9D9D9"/>
                </a:solidFill>
                <a:latin typeface="Ebrima"/>
                <a:cs typeface="Ebrima"/>
              </a:rPr>
              <a:t>01</a:t>
            </a:r>
            <a:endParaRPr sz="1600">
              <a:latin typeface="Ebrima"/>
              <a:cs typeface="Ebrima"/>
            </a:endParaRPr>
          </a:p>
        </p:txBody>
      </p:sp>
      <p:sp>
        <p:nvSpPr>
          <p:cNvPr id="60" name="object 60"/>
          <p:cNvSpPr txBox="1"/>
          <p:nvPr/>
        </p:nvSpPr>
        <p:spPr>
          <a:xfrm>
            <a:off x="4316984" y="2319985"/>
            <a:ext cx="76327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229" dirty="0">
                <a:latin typeface="Arial"/>
                <a:cs typeface="Arial"/>
              </a:rPr>
              <a:t>Example</a:t>
            </a:r>
            <a:endParaRPr sz="1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368067" y="6524434"/>
            <a:ext cx="83017" cy="90487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54151" y="6527292"/>
            <a:ext cx="1794510" cy="142494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862571" y="6521195"/>
            <a:ext cx="2327910" cy="118110"/>
          </a:xfrm>
          <a:prstGeom prst="rect">
            <a:avLst/>
          </a:prstGeom>
        </p:spPr>
      </p:pic>
      <p:sp>
        <p:nvSpPr>
          <p:cNvPr id="5" name="object 5"/>
          <p:cNvSpPr/>
          <p:nvPr/>
        </p:nvSpPr>
        <p:spPr>
          <a:xfrm>
            <a:off x="559308" y="1440180"/>
            <a:ext cx="36830" cy="180340"/>
          </a:xfrm>
          <a:custGeom>
            <a:avLst/>
            <a:gdLst/>
            <a:ahLst/>
            <a:cxnLst/>
            <a:rect l="l" t="t" r="r" b="b"/>
            <a:pathLst>
              <a:path w="36829" h="180340">
                <a:moveTo>
                  <a:pt x="36576" y="0"/>
                </a:moveTo>
                <a:lnTo>
                  <a:pt x="0" y="0"/>
                </a:lnTo>
                <a:lnTo>
                  <a:pt x="0" y="179832"/>
                </a:lnTo>
                <a:lnTo>
                  <a:pt x="36576" y="179832"/>
                </a:lnTo>
                <a:lnTo>
                  <a:pt x="36576" y="0"/>
                </a:lnTo>
                <a:close/>
              </a:path>
            </a:pathLst>
          </a:custGeom>
          <a:solidFill>
            <a:srgbClr val="183DAF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6" name="object 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713231" y="1463039"/>
            <a:ext cx="1911858" cy="176022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705612" y="1805939"/>
            <a:ext cx="2024633" cy="162305"/>
          </a:xfrm>
          <a:prstGeom prst="rect">
            <a:avLst/>
          </a:prstGeom>
        </p:spPr>
      </p:pic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1.3.</a:t>
            </a:r>
            <a:r>
              <a:rPr spc="-25" dirty="0"/>
              <a:t> </a:t>
            </a:r>
            <a:r>
              <a:rPr dirty="0"/>
              <a:t>From</a:t>
            </a:r>
            <a:r>
              <a:rPr spc="-30" dirty="0"/>
              <a:t> </a:t>
            </a:r>
            <a:r>
              <a:rPr dirty="0"/>
              <a:t>Multilayer</a:t>
            </a:r>
            <a:r>
              <a:rPr spc="-10" dirty="0"/>
              <a:t> </a:t>
            </a:r>
            <a:r>
              <a:rPr dirty="0"/>
              <a:t>Perceptron</a:t>
            </a:r>
            <a:r>
              <a:rPr spc="-10" dirty="0"/>
              <a:t> </a:t>
            </a:r>
            <a:r>
              <a:rPr dirty="0"/>
              <a:t>to</a:t>
            </a:r>
            <a:r>
              <a:rPr spc="-25" dirty="0"/>
              <a:t> </a:t>
            </a:r>
            <a:r>
              <a:rPr dirty="0"/>
              <a:t>Deep</a:t>
            </a:r>
            <a:r>
              <a:rPr spc="-10" dirty="0"/>
              <a:t> Learning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8671941" y="463677"/>
            <a:ext cx="80962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dirty="0">
                <a:solidFill>
                  <a:srgbClr val="D9D9D9"/>
                </a:solidFill>
                <a:latin typeface="Ebrima"/>
                <a:cs typeface="Ebrima"/>
              </a:rPr>
              <a:t>UNIT</a:t>
            </a:r>
            <a:r>
              <a:rPr sz="1600" spc="400" dirty="0">
                <a:solidFill>
                  <a:srgbClr val="D9D9D9"/>
                </a:solidFill>
                <a:latin typeface="Ebrima"/>
                <a:cs typeface="Ebrima"/>
              </a:rPr>
              <a:t> </a:t>
            </a:r>
            <a:r>
              <a:rPr sz="1600" spc="-35" dirty="0">
                <a:solidFill>
                  <a:srgbClr val="D9D9D9"/>
                </a:solidFill>
                <a:latin typeface="Ebrima"/>
                <a:cs typeface="Ebrima"/>
              </a:rPr>
              <a:t>01</a:t>
            </a:r>
            <a:endParaRPr sz="1600">
              <a:latin typeface="Ebrima"/>
              <a:cs typeface="Ebrima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3141726" y="5015229"/>
            <a:ext cx="45085" cy="759460"/>
          </a:xfrm>
          <a:custGeom>
            <a:avLst/>
            <a:gdLst/>
            <a:ahLst/>
            <a:cxnLst/>
            <a:rect l="l" t="t" r="r" b="b"/>
            <a:pathLst>
              <a:path w="45085" h="759460">
                <a:moveTo>
                  <a:pt x="44831" y="0"/>
                </a:moveTo>
                <a:lnTo>
                  <a:pt x="0" y="0"/>
                </a:lnTo>
                <a:lnTo>
                  <a:pt x="0" y="6350"/>
                </a:lnTo>
                <a:lnTo>
                  <a:pt x="0" y="753110"/>
                </a:lnTo>
                <a:lnTo>
                  <a:pt x="0" y="759460"/>
                </a:lnTo>
                <a:lnTo>
                  <a:pt x="44831" y="759460"/>
                </a:lnTo>
                <a:lnTo>
                  <a:pt x="44831" y="753110"/>
                </a:lnTo>
                <a:lnTo>
                  <a:pt x="15748" y="753110"/>
                </a:lnTo>
                <a:lnTo>
                  <a:pt x="15748" y="6350"/>
                </a:lnTo>
                <a:lnTo>
                  <a:pt x="44831" y="6350"/>
                </a:lnTo>
                <a:lnTo>
                  <a:pt x="44831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3353561" y="5015229"/>
            <a:ext cx="45085" cy="759460"/>
          </a:xfrm>
          <a:custGeom>
            <a:avLst/>
            <a:gdLst/>
            <a:ahLst/>
            <a:cxnLst/>
            <a:rect l="l" t="t" r="r" b="b"/>
            <a:pathLst>
              <a:path w="45085" h="759460">
                <a:moveTo>
                  <a:pt x="44831" y="0"/>
                </a:moveTo>
                <a:lnTo>
                  <a:pt x="0" y="0"/>
                </a:lnTo>
                <a:lnTo>
                  <a:pt x="0" y="6350"/>
                </a:lnTo>
                <a:lnTo>
                  <a:pt x="29210" y="6350"/>
                </a:lnTo>
                <a:lnTo>
                  <a:pt x="29210" y="753110"/>
                </a:lnTo>
                <a:lnTo>
                  <a:pt x="0" y="753110"/>
                </a:lnTo>
                <a:lnTo>
                  <a:pt x="0" y="759460"/>
                </a:lnTo>
                <a:lnTo>
                  <a:pt x="44831" y="759460"/>
                </a:lnTo>
                <a:lnTo>
                  <a:pt x="44831" y="753110"/>
                </a:lnTo>
                <a:lnTo>
                  <a:pt x="44831" y="6350"/>
                </a:lnTo>
                <a:lnTo>
                  <a:pt x="44831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3253232" y="5035041"/>
            <a:ext cx="90170" cy="15938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850" spc="35" dirty="0">
                <a:latin typeface="Cambria Math"/>
                <a:cs typeface="Cambria Math"/>
              </a:rPr>
              <a:t>1</a:t>
            </a:r>
            <a:endParaRPr sz="850">
              <a:latin typeface="Cambria Math"/>
              <a:cs typeface="Cambria Math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3151632" y="4900929"/>
            <a:ext cx="22923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800" spc="-37" baseline="-20833" dirty="0">
                <a:latin typeface="Cambria Math"/>
                <a:cs typeface="Cambria Math"/>
              </a:rPr>
              <a:t>𝑥</a:t>
            </a:r>
            <a:r>
              <a:rPr sz="850" spc="-25" dirty="0">
                <a:latin typeface="Cambria Math"/>
                <a:cs typeface="Cambria Math"/>
              </a:rPr>
              <a:t>2</a:t>
            </a:r>
            <a:endParaRPr sz="850">
              <a:latin typeface="Cambria Math"/>
              <a:cs typeface="Cambria Math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3256279" y="5246878"/>
            <a:ext cx="90170" cy="15938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850" spc="35" dirty="0">
                <a:latin typeface="Cambria Math"/>
                <a:cs typeface="Cambria Math"/>
              </a:rPr>
              <a:t>2</a:t>
            </a:r>
            <a:endParaRPr sz="850">
              <a:latin typeface="Cambria Math"/>
              <a:cs typeface="Cambria Math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3151632" y="5112766"/>
            <a:ext cx="22923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800" spc="-37" baseline="-20833" dirty="0">
                <a:latin typeface="Cambria Math"/>
                <a:cs typeface="Cambria Math"/>
              </a:rPr>
              <a:t>𝑥</a:t>
            </a:r>
            <a:r>
              <a:rPr sz="850" spc="-25" dirty="0">
                <a:latin typeface="Cambria Math"/>
                <a:cs typeface="Cambria Math"/>
              </a:rPr>
              <a:t>2</a:t>
            </a:r>
            <a:endParaRPr sz="850">
              <a:latin typeface="Cambria Math"/>
              <a:cs typeface="Cambria Math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3256279" y="5458714"/>
            <a:ext cx="90170" cy="15938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850" spc="35" dirty="0">
                <a:latin typeface="Cambria Math"/>
                <a:cs typeface="Cambria Math"/>
              </a:rPr>
              <a:t>3</a:t>
            </a:r>
            <a:endParaRPr sz="850">
              <a:latin typeface="Cambria Math"/>
              <a:cs typeface="Cambria Math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3151632" y="5324602"/>
            <a:ext cx="22923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800" spc="-37" baseline="-20833" dirty="0">
                <a:latin typeface="Cambria Math"/>
                <a:cs typeface="Cambria Math"/>
              </a:rPr>
              <a:t>𝑥</a:t>
            </a:r>
            <a:r>
              <a:rPr sz="850" spc="-25" dirty="0">
                <a:latin typeface="Cambria Math"/>
                <a:cs typeface="Cambria Math"/>
              </a:rPr>
              <a:t>2</a:t>
            </a:r>
            <a:endParaRPr sz="850">
              <a:latin typeface="Cambria Math"/>
              <a:cs typeface="Cambria Math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3256279" y="5670905"/>
            <a:ext cx="90170" cy="15938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850" spc="35" dirty="0">
                <a:latin typeface="Cambria Math"/>
                <a:cs typeface="Cambria Math"/>
              </a:rPr>
              <a:t>4</a:t>
            </a:r>
            <a:endParaRPr sz="850">
              <a:latin typeface="Cambria Math"/>
              <a:cs typeface="Cambria Math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3151632" y="5536488"/>
            <a:ext cx="22923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800" spc="-37" baseline="-20833" dirty="0">
                <a:latin typeface="Cambria Math"/>
                <a:cs typeface="Cambria Math"/>
              </a:rPr>
              <a:t>𝑥</a:t>
            </a:r>
            <a:r>
              <a:rPr sz="850" spc="-25" dirty="0">
                <a:latin typeface="Cambria Math"/>
                <a:cs typeface="Cambria Math"/>
              </a:rPr>
              <a:t>2</a:t>
            </a:r>
            <a:endParaRPr sz="850">
              <a:latin typeface="Cambria Math"/>
              <a:cs typeface="Cambria Math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3466591" y="5274309"/>
            <a:ext cx="90043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latin typeface="Cambria Math"/>
                <a:cs typeface="Cambria Math"/>
              </a:rPr>
              <a:t>=</a:t>
            </a:r>
            <a:r>
              <a:rPr sz="1200" spc="65" dirty="0">
                <a:latin typeface="Cambria Math"/>
                <a:cs typeface="Cambria Math"/>
              </a:rPr>
              <a:t> </a:t>
            </a:r>
            <a:r>
              <a:rPr sz="1200" spc="-10" dirty="0">
                <a:latin typeface="Cambria Math"/>
                <a:cs typeface="Cambria Math"/>
              </a:rPr>
              <a:t>𝐴𝑐𝑡𝑖𝑣𝑎𝑡𝑖𝑜𝑛</a:t>
            </a:r>
            <a:endParaRPr sz="1200">
              <a:latin typeface="Cambria Math"/>
              <a:cs typeface="Cambria Math"/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4392295" y="5064251"/>
            <a:ext cx="2197100" cy="661035"/>
          </a:xfrm>
          <a:custGeom>
            <a:avLst/>
            <a:gdLst/>
            <a:ahLst/>
            <a:cxnLst/>
            <a:rect l="l" t="t" r="r" b="b"/>
            <a:pathLst>
              <a:path w="2197100" h="661035">
                <a:moveTo>
                  <a:pt x="95758" y="4826"/>
                </a:moveTo>
                <a:lnTo>
                  <a:pt x="53162" y="61823"/>
                </a:lnTo>
                <a:lnTo>
                  <a:pt x="37807" y="99237"/>
                </a:lnTo>
                <a:lnTo>
                  <a:pt x="24511" y="140982"/>
                </a:lnTo>
                <a:lnTo>
                  <a:pt x="13817" y="185775"/>
                </a:lnTo>
                <a:lnTo>
                  <a:pt x="6159" y="232181"/>
                </a:lnTo>
                <a:lnTo>
                  <a:pt x="1536" y="280225"/>
                </a:lnTo>
                <a:lnTo>
                  <a:pt x="0" y="329946"/>
                </a:lnTo>
                <a:lnTo>
                  <a:pt x="1536" y="378650"/>
                </a:lnTo>
                <a:lnTo>
                  <a:pt x="6159" y="426237"/>
                </a:lnTo>
                <a:lnTo>
                  <a:pt x="13817" y="472706"/>
                </a:lnTo>
                <a:lnTo>
                  <a:pt x="24511" y="518033"/>
                </a:lnTo>
                <a:lnTo>
                  <a:pt x="37807" y="560578"/>
                </a:lnTo>
                <a:lnTo>
                  <a:pt x="53162" y="598551"/>
                </a:lnTo>
                <a:lnTo>
                  <a:pt x="89916" y="660806"/>
                </a:lnTo>
                <a:lnTo>
                  <a:pt x="95758" y="655967"/>
                </a:lnTo>
                <a:lnTo>
                  <a:pt x="77622" y="626630"/>
                </a:lnTo>
                <a:lnTo>
                  <a:pt x="61734" y="592924"/>
                </a:lnTo>
                <a:lnTo>
                  <a:pt x="48044" y="554863"/>
                </a:lnTo>
                <a:lnTo>
                  <a:pt x="36576" y="512445"/>
                </a:lnTo>
                <a:lnTo>
                  <a:pt x="27495" y="467537"/>
                </a:lnTo>
                <a:lnTo>
                  <a:pt x="21031" y="422135"/>
                </a:lnTo>
                <a:lnTo>
                  <a:pt x="17157" y="376237"/>
                </a:lnTo>
                <a:lnTo>
                  <a:pt x="15875" y="329819"/>
                </a:lnTo>
                <a:lnTo>
                  <a:pt x="17233" y="282346"/>
                </a:lnTo>
                <a:lnTo>
                  <a:pt x="21145" y="235940"/>
                </a:lnTo>
                <a:lnTo>
                  <a:pt x="27622" y="190627"/>
                </a:lnTo>
                <a:lnTo>
                  <a:pt x="36703" y="146431"/>
                </a:lnTo>
                <a:lnTo>
                  <a:pt x="48107" y="104863"/>
                </a:lnTo>
                <a:lnTo>
                  <a:pt x="61747" y="67398"/>
                </a:lnTo>
                <a:lnTo>
                  <a:pt x="77635" y="34048"/>
                </a:lnTo>
                <a:lnTo>
                  <a:pt x="95758" y="4826"/>
                </a:lnTo>
                <a:close/>
              </a:path>
              <a:path w="2197100" h="661035">
                <a:moveTo>
                  <a:pt x="162433" y="4318"/>
                </a:moveTo>
                <a:lnTo>
                  <a:pt x="118491" y="4318"/>
                </a:lnTo>
                <a:lnTo>
                  <a:pt x="118491" y="13208"/>
                </a:lnTo>
                <a:lnTo>
                  <a:pt x="118491" y="648208"/>
                </a:lnTo>
                <a:lnTo>
                  <a:pt x="118491" y="655828"/>
                </a:lnTo>
                <a:lnTo>
                  <a:pt x="162433" y="655828"/>
                </a:lnTo>
                <a:lnTo>
                  <a:pt x="162433" y="648208"/>
                </a:lnTo>
                <a:lnTo>
                  <a:pt x="134874" y="648208"/>
                </a:lnTo>
                <a:lnTo>
                  <a:pt x="134874" y="13208"/>
                </a:lnTo>
                <a:lnTo>
                  <a:pt x="162433" y="13208"/>
                </a:lnTo>
                <a:lnTo>
                  <a:pt x="162433" y="4318"/>
                </a:lnTo>
                <a:close/>
              </a:path>
              <a:path w="2197100" h="661035">
                <a:moveTo>
                  <a:pt x="1249172" y="4318"/>
                </a:moveTo>
                <a:lnTo>
                  <a:pt x="1205230" y="4318"/>
                </a:lnTo>
                <a:lnTo>
                  <a:pt x="1205230" y="13208"/>
                </a:lnTo>
                <a:lnTo>
                  <a:pt x="1232789" y="13208"/>
                </a:lnTo>
                <a:lnTo>
                  <a:pt x="1232789" y="648208"/>
                </a:lnTo>
                <a:lnTo>
                  <a:pt x="1205230" y="648208"/>
                </a:lnTo>
                <a:lnTo>
                  <a:pt x="1205230" y="655828"/>
                </a:lnTo>
                <a:lnTo>
                  <a:pt x="1249172" y="655828"/>
                </a:lnTo>
                <a:lnTo>
                  <a:pt x="1249172" y="648208"/>
                </a:lnTo>
                <a:lnTo>
                  <a:pt x="1249172" y="13208"/>
                </a:lnTo>
                <a:lnTo>
                  <a:pt x="1249172" y="4318"/>
                </a:lnTo>
                <a:close/>
              </a:path>
              <a:path w="2197100" h="661035">
                <a:moveTo>
                  <a:pt x="2197087" y="329819"/>
                </a:moveTo>
                <a:lnTo>
                  <a:pt x="2195550" y="280225"/>
                </a:lnTo>
                <a:lnTo>
                  <a:pt x="2190915" y="232181"/>
                </a:lnTo>
                <a:lnTo>
                  <a:pt x="2183219" y="185775"/>
                </a:lnTo>
                <a:lnTo>
                  <a:pt x="2172449" y="140982"/>
                </a:lnTo>
                <a:lnTo>
                  <a:pt x="2159216" y="99237"/>
                </a:lnTo>
                <a:lnTo>
                  <a:pt x="2143912" y="61823"/>
                </a:lnTo>
                <a:lnTo>
                  <a:pt x="2107184" y="0"/>
                </a:lnTo>
                <a:lnTo>
                  <a:pt x="2101342" y="4826"/>
                </a:lnTo>
                <a:lnTo>
                  <a:pt x="2119388" y="34048"/>
                </a:lnTo>
                <a:lnTo>
                  <a:pt x="2135251" y="67398"/>
                </a:lnTo>
                <a:lnTo>
                  <a:pt x="2148916" y="104863"/>
                </a:lnTo>
                <a:lnTo>
                  <a:pt x="2160397" y="146431"/>
                </a:lnTo>
                <a:lnTo>
                  <a:pt x="2169414" y="190627"/>
                </a:lnTo>
                <a:lnTo>
                  <a:pt x="2175903" y="235940"/>
                </a:lnTo>
                <a:lnTo>
                  <a:pt x="2179840" y="282346"/>
                </a:lnTo>
                <a:lnTo>
                  <a:pt x="2181212" y="329946"/>
                </a:lnTo>
                <a:lnTo>
                  <a:pt x="2179917" y="376237"/>
                </a:lnTo>
                <a:lnTo>
                  <a:pt x="2175992" y="422135"/>
                </a:lnTo>
                <a:lnTo>
                  <a:pt x="2169490" y="467537"/>
                </a:lnTo>
                <a:lnTo>
                  <a:pt x="2160397" y="512445"/>
                </a:lnTo>
                <a:lnTo>
                  <a:pt x="2148967" y="554863"/>
                </a:lnTo>
                <a:lnTo>
                  <a:pt x="2135289" y="592924"/>
                </a:lnTo>
                <a:lnTo>
                  <a:pt x="2101342" y="655967"/>
                </a:lnTo>
                <a:lnTo>
                  <a:pt x="2107184" y="660806"/>
                </a:lnTo>
                <a:lnTo>
                  <a:pt x="2143912" y="598551"/>
                </a:lnTo>
                <a:lnTo>
                  <a:pt x="2159216" y="560578"/>
                </a:lnTo>
                <a:lnTo>
                  <a:pt x="2172449" y="518033"/>
                </a:lnTo>
                <a:lnTo>
                  <a:pt x="2183219" y="472706"/>
                </a:lnTo>
                <a:lnTo>
                  <a:pt x="2190915" y="426237"/>
                </a:lnTo>
                <a:lnTo>
                  <a:pt x="2195550" y="378650"/>
                </a:lnTo>
                <a:lnTo>
                  <a:pt x="2197087" y="32981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 txBox="1"/>
          <p:nvPr/>
        </p:nvSpPr>
        <p:spPr>
          <a:xfrm>
            <a:off x="4547361" y="4995417"/>
            <a:ext cx="13843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50" dirty="0">
                <a:solidFill>
                  <a:srgbClr val="00AF50"/>
                </a:solidFill>
                <a:latin typeface="Cambria Math"/>
                <a:cs typeface="Cambria Math"/>
              </a:rPr>
              <a:t>𝑤</a:t>
            </a:r>
            <a:endParaRPr sz="1200">
              <a:latin typeface="Cambria Math"/>
              <a:cs typeface="Cambria Math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4652517" y="5067046"/>
            <a:ext cx="153670" cy="15938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850" spc="-25" dirty="0">
                <a:solidFill>
                  <a:srgbClr val="00AF50"/>
                </a:solidFill>
                <a:latin typeface="Cambria Math"/>
                <a:cs typeface="Cambria Math"/>
              </a:rPr>
              <a:t>11</a:t>
            </a:r>
            <a:endParaRPr sz="850">
              <a:latin typeface="Cambria Math"/>
              <a:cs typeface="Cambria Math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4943602" y="4995417"/>
            <a:ext cx="13843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50" dirty="0">
                <a:solidFill>
                  <a:srgbClr val="00AF50"/>
                </a:solidFill>
                <a:latin typeface="Cambria Math"/>
                <a:cs typeface="Cambria Math"/>
              </a:rPr>
              <a:t>𝑤</a:t>
            </a:r>
            <a:endParaRPr sz="1200">
              <a:latin typeface="Cambria Math"/>
              <a:cs typeface="Cambria Math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5048758" y="5067046"/>
            <a:ext cx="153670" cy="15938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850" spc="-25" dirty="0">
                <a:solidFill>
                  <a:srgbClr val="00AF50"/>
                </a:solidFill>
                <a:latin typeface="Cambria Math"/>
                <a:cs typeface="Cambria Math"/>
              </a:rPr>
              <a:t>12</a:t>
            </a:r>
            <a:endParaRPr sz="850">
              <a:latin typeface="Cambria Math"/>
              <a:cs typeface="Cambria Math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5339841" y="4995417"/>
            <a:ext cx="13843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50" dirty="0">
                <a:solidFill>
                  <a:srgbClr val="00AF50"/>
                </a:solidFill>
                <a:latin typeface="Cambria Math"/>
                <a:cs typeface="Cambria Math"/>
              </a:rPr>
              <a:t>𝑤</a:t>
            </a:r>
            <a:endParaRPr sz="1200">
              <a:latin typeface="Cambria Math"/>
              <a:cs typeface="Cambria Math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5444997" y="5067046"/>
            <a:ext cx="153670" cy="15938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850" spc="-25" dirty="0">
                <a:solidFill>
                  <a:srgbClr val="00AF50"/>
                </a:solidFill>
                <a:latin typeface="Cambria Math"/>
                <a:cs typeface="Cambria Math"/>
              </a:rPr>
              <a:t>13</a:t>
            </a:r>
            <a:endParaRPr sz="850">
              <a:latin typeface="Cambria Math"/>
              <a:cs typeface="Cambria Math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4650994" y="5575808"/>
            <a:ext cx="153670" cy="15938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850" spc="-25" dirty="0">
                <a:solidFill>
                  <a:srgbClr val="00AF50"/>
                </a:solidFill>
                <a:latin typeface="Cambria Math"/>
                <a:cs typeface="Cambria Math"/>
              </a:rPr>
              <a:t>42</a:t>
            </a:r>
            <a:endParaRPr sz="850">
              <a:latin typeface="Cambria Math"/>
              <a:cs typeface="Cambria Math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5047234" y="5575808"/>
            <a:ext cx="153670" cy="15938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850" spc="-25" dirty="0">
                <a:solidFill>
                  <a:srgbClr val="00AF50"/>
                </a:solidFill>
                <a:latin typeface="Cambria Math"/>
                <a:cs typeface="Cambria Math"/>
              </a:rPr>
              <a:t>42</a:t>
            </a:r>
            <a:endParaRPr sz="850">
              <a:latin typeface="Cambria Math"/>
              <a:cs typeface="Cambria Math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4507738" y="5204205"/>
            <a:ext cx="1143000" cy="50863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0800">
              <a:lnSpc>
                <a:spcPts val="1320"/>
              </a:lnSpc>
              <a:spcBef>
                <a:spcPts val="100"/>
              </a:spcBef>
              <a:tabLst>
                <a:tab pos="446405" algn="l"/>
                <a:tab pos="842644" algn="l"/>
              </a:tabLst>
            </a:pPr>
            <a:r>
              <a:rPr sz="1800" spc="-37" baseline="11574" dirty="0">
                <a:solidFill>
                  <a:srgbClr val="00AF50"/>
                </a:solidFill>
                <a:latin typeface="Cambria Math"/>
                <a:cs typeface="Cambria Math"/>
              </a:rPr>
              <a:t>𝑤</a:t>
            </a:r>
            <a:r>
              <a:rPr sz="850" spc="-25" dirty="0">
                <a:solidFill>
                  <a:srgbClr val="00AF50"/>
                </a:solidFill>
                <a:latin typeface="Cambria Math"/>
                <a:cs typeface="Cambria Math"/>
              </a:rPr>
              <a:t>21</a:t>
            </a:r>
            <a:r>
              <a:rPr sz="850" dirty="0">
                <a:solidFill>
                  <a:srgbClr val="00AF50"/>
                </a:solidFill>
                <a:latin typeface="Cambria Math"/>
                <a:cs typeface="Cambria Math"/>
              </a:rPr>
              <a:t>	</a:t>
            </a:r>
            <a:r>
              <a:rPr sz="1800" spc="-37" baseline="11574" dirty="0">
                <a:solidFill>
                  <a:srgbClr val="00AF50"/>
                </a:solidFill>
                <a:latin typeface="Cambria Math"/>
                <a:cs typeface="Cambria Math"/>
              </a:rPr>
              <a:t>𝑤</a:t>
            </a:r>
            <a:r>
              <a:rPr sz="850" spc="-25" dirty="0">
                <a:solidFill>
                  <a:srgbClr val="00AF50"/>
                </a:solidFill>
                <a:latin typeface="Cambria Math"/>
                <a:cs typeface="Cambria Math"/>
              </a:rPr>
              <a:t>22</a:t>
            </a:r>
            <a:r>
              <a:rPr sz="850" dirty="0">
                <a:solidFill>
                  <a:srgbClr val="00AF50"/>
                </a:solidFill>
                <a:latin typeface="Cambria Math"/>
                <a:cs typeface="Cambria Math"/>
              </a:rPr>
              <a:t>	</a:t>
            </a:r>
            <a:r>
              <a:rPr sz="1800" spc="-37" baseline="11574" dirty="0">
                <a:solidFill>
                  <a:srgbClr val="00AF50"/>
                </a:solidFill>
                <a:latin typeface="Cambria Math"/>
                <a:cs typeface="Cambria Math"/>
              </a:rPr>
              <a:t>𝑤</a:t>
            </a:r>
            <a:r>
              <a:rPr sz="850" spc="-25" dirty="0">
                <a:solidFill>
                  <a:srgbClr val="00AF50"/>
                </a:solidFill>
                <a:latin typeface="Cambria Math"/>
                <a:cs typeface="Cambria Math"/>
              </a:rPr>
              <a:t>23</a:t>
            </a:r>
            <a:endParaRPr sz="850">
              <a:latin typeface="Cambria Math"/>
              <a:cs typeface="Cambria Math"/>
            </a:endParaRPr>
          </a:p>
          <a:p>
            <a:pPr marL="50800">
              <a:lnSpc>
                <a:spcPts val="1180"/>
              </a:lnSpc>
              <a:tabLst>
                <a:tab pos="446405" algn="l"/>
                <a:tab pos="842644" algn="l"/>
              </a:tabLst>
            </a:pPr>
            <a:r>
              <a:rPr sz="1800" spc="-37" baseline="11574" dirty="0">
                <a:solidFill>
                  <a:srgbClr val="00AF50"/>
                </a:solidFill>
                <a:latin typeface="Cambria Math"/>
                <a:cs typeface="Cambria Math"/>
              </a:rPr>
              <a:t>𝑤</a:t>
            </a:r>
            <a:r>
              <a:rPr sz="850" spc="-25" dirty="0">
                <a:solidFill>
                  <a:srgbClr val="00AF50"/>
                </a:solidFill>
                <a:latin typeface="Cambria Math"/>
                <a:cs typeface="Cambria Math"/>
              </a:rPr>
              <a:t>31</a:t>
            </a:r>
            <a:r>
              <a:rPr sz="850" dirty="0">
                <a:solidFill>
                  <a:srgbClr val="00AF50"/>
                </a:solidFill>
                <a:latin typeface="Cambria Math"/>
                <a:cs typeface="Cambria Math"/>
              </a:rPr>
              <a:t>	</a:t>
            </a:r>
            <a:r>
              <a:rPr sz="1800" spc="-37" baseline="11574" dirty="0">
                <a:solidFill>
                  <a:srgbClr val="00AF50"/>
                </a:solidFill>
                <a:latin typeface="Cambria Math"/>
                <a:cs typeface="Cambria Math"/>
              </a:rPr>
              <a:t>𝑤</a:t>
            </a:r>
            <a:r>
              <a:rPr sz="850" spc="-25" dirty="0">
                <a:solidFill>
                  <a:srgbClr val="00AF50"/>
                </a:solidFill>
                <a:latin typeface="Cambria Math"/>
                <a:cs typeface="Cambria Math"/>
              </a:rPr>
              <a:t>32</a:t>
            </a:r>
            <a:r>
              <a:rPr sz="850" dirty="0">
                <a:solidFill>
                  <a:srgbClr val="00AF50"/>
                </a:solidFill>
                <a:latin typeface="Cambria Math"/>
                <a:cs typeface="Cambria Math"/>
              </a:rPr>
              <a:t>	</a:t>
            </a:r>
            <a:r>
              <a:rPr sz="1800" spc="-37" baseline="11574" dirty="0">
                <a:solidFill>
                  <a:srgbClr val="00AF50"/>
                </a:solidFill>
                <a:latin typeface="Cambria Math"/>
                <a:cs typeface="Cambria Math"/>
              </a:rPr>
              <a:t>𝑤</a:t>
            </a:r>
            <a:r>
              <a:rPr sz="850" spc="-25" dirty="0">
                <a:solidFill>
                  <a:srgbClr val="00AF50"/>
                </a:solidFill>
                <a:latin typeface="Cambria Math"/>
                <a:cs typeface="Cambria Math"/>
              </a:rPr>
              <a:t>33</a:t>
            </a:r>
            <a:endParaRPr sz="850">
              <a:latin typeface="Cambria Math"/>
              <a:cs typeface="Cambria Math"/>
            </a:endParaRPr>
          </a:p>
          <a:p>
            <a:pPr marL="52069">
              <a:lnSpc>
                <a:spcPts val="1300"/>
              </a:lnSpc>
              <a:tabLst>
                <a:tab pos="448309" algn="l"/>
                <a:tab pos="845819" algn="l"/>
              </a:tabLst>
            </a:pPr>
            <a:r>
              <a:rPr sz="1200" spc="-50" dirty="0">
                <a:solidFill>
                  <a:srgbClr val="00AF50"/>
                </a:solidFill>
                <a:latin typeface="Cambria Math"/>
                <a:cs typeface="Cambria Math"/>
              </a:rPr>
              <a:t>𝑤</a:t>
            </a:r>
            <a:r>
              <a:rPr sz="1200" dirty="0">
                <a:solidFill>
                  <a:srgbClr val="00AF50"/>
                </a:solidFill>
                <a:latin typeface="Cambria Math"/>
                <a:cs typeface="Cambria Math"/>
              </a:rPr>
              <a:t>	</a:t>
            </a:r>
            <a:r>
              <a:rPr sz="1200" spc="-50" dirty="0">
                <a:solidFill>
                  <a:srgbClr val="00AF50"/>
                </a:solidFill>
                <a:latin typeface="Cambria Math"/>
                <a:cs typeface="Cambria Math"/>
              </a:rPr>
              <a:t>𝑤</a:t>
            </a:r>
            <a:r>
              <a:rPr sz="1200" dirty="0">
                <a:solidFill>
                  <a:srgbClr val="00AF50"/>
                </a:solidFill>
                <a:latin typeface="Cambria Math"/>
                <a:cs typeface="Cambria Math"/>
              </a:rPr>
              <a:t>	</a:t>
            </a:r>
            <a:r>
              <a:rPr sz="1200" spc="-50" dirty="0">
                <a:solidFill>
                  <a:srgbClr val="00AF50"/>
                </a:solidFill>
                <a:latin typeface="Cambria Math"/>
                <a:cs typeface="Cambria Math"/>
              </a:rPr>
              <a:t>𝑤</a:t>
            </a:r>
            <a:endParaRPr sz="1200">
              <a:latin typeface="Cambria Math"/>
              <a:cs typeface="Cambria Math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5444997" y="5575808"/>
            <a:ext cx="153670" cy="15938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850" spc="-25" dirty="0">
                <a:solidFill>
                  <a:srgbClr val="00AF50"/>
                </a:solidFill>
                <a:latin typeface="Cambria Math"/>
                <a:cs typeface="Cambria Math"/>
              </a:rPr>
              <a:t>43</a:t>
            </a:r>
            <a:endParaRPr sz="850">
              <a:latin typeface="Cambria Math"/>
              <a:cs typeface="Cambria Math"/>
            </a:endParaRPr>
          </a:p>
        </p:txBody>
      </p:sp>
      <p:sp>
        <p:nvSpPr>
          <p:cNvPr id="32" name="object 32"/>
          <p:cNvSpPr/>
          <p:nvPr/>
        </p:nvSpPr>
        <p:spPr>
          <a:xfrm>
            <a:off x="5786374" y="5115559"/>
            <a:ext cx="248285" cy="558800"/>
          </a:xfrm>
          <a:custGeom>
            <a:avLst/>
            <a:gdLst/>
            <a:ahLst/>
            <a:cxnLst/>
            <a:rect l="l" t="t" r="r" b="b"/>
            <a:pathLst>
              <a:path w="248285" h="558800">
                <a:moveTo>
                  <a:pt x="41910" y="0"/>
                </a:moveTo>
                <a:lnTo>
                  <a:pt x="0" y="0"/>
                </a:lnTo>
                <a:lnTo>
                  <a:pt x="0" y="7620"/>
                </a:lnTo>
                <a:lnTo>
                  <a:pt x="0" y="549910"/>
                </a:lnTo>
                <a:lnTo>
                  <a:pt x="0" y="558800"/>
                </a:lnTo>
                <a:lnTo>
                  <a:pt x="41910" y="558800"/>
                </a:lnTo>
                <a:lnTo>
                  <a:pt x="41910" y="549910"/>
                </a:lnTo>
                <a:lnTo>
                  <a:pt x="15494" y="549910"/>
                </a:lnTo>
                <a:lnTo>
                  <a:pt x="15494" y="7620"/>
                </a:lnTo>
                <a:lnTo>
                  <a:pt x="41910" y="7620"/>
                </a:lnTo>
                <a:lnTo>
                  <a:pt x="41910" y="0"/>
                </a:lnTo>
                <a:close/>
              </a:path>
              <a:path w="248285" h="558800">
                <a:moveTo>
                  <a:pt x="247904" y="0"/>
                </a:moveTo>
                <a:lnTo>
                  <a:pt x="205867" y="0"/>
                </a:lnTo>
                <a:lnTo>
                  <a:pt x="205867" y="7620"/>
                </a:lnTo>
                <a:lnTo>
                  <a:pt x="232410" y="7620"/>
                </a:lnTo>
                <a:lnTo>
                  <a:pt x="232410" y="549910"/>
                </a:lnTo>
                <a:lnTo>
                  <a:pt x="205867" y="549910"/>
                </a:lnTo>
                <a:lnTo>
                  <a:pt x="205867" y="558800"/>
                </a:lnTo>
                <a:lnTo>
                  <a:pt x="247904" y="558800"/>
                </a:lnTo>
                <a:lnTo>
                  <a:pt x="247904" y="549910"/>
                </a:lnTo>
                <a:lnTo>
                  <a:pt x="247904" y="7620"/>
                </a:lnTo>
                <a:lnTo>
                  <a:pt x="247904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 txBox="1"/>
          <p:nvPr/>
        </p:nvSpPr>
        <p:spPr>
          <a:xfrm>
            <a:off x="5794502" y="5065521"/>
            <a:ext cx="21717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200" spc="-25" dirty="0">
                <a:latin typeface="Cambria Math"/>
                <a:cs typeface="Cambria Math"/>
              </a:rPr>
              <a:t>𝑥</a:t>
            </a:r>
            <a:r>
              <a:rPr sz="1275" spc="-37" baseline="-16339" dirty="0">
                <a:latin typeface="Cambria Math"/>
                <a:cs typeface="Cambria Math"/>
              </a:rPr>
              <a:t>1</a:t>
            </a:r>
            <a:endParaRPr sz="1275" baseline="-16339">
              <a:latin typeface="Cambria Math"/>
              <a:cs typeface="Cambria Math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5905246" y="5047233"/>
            <a:ext cx="90170" cy="15938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850" spc="35" dirty="0">
                <a:latin typeface="Cambria Math"/>
                <a:cs typeface="Cambria Math"/>
              </a:rPr>
              <a:t>1</a:t>
            </a:r>
            <a:endParaRPr sz="850">
              <a:latin typeface="Cambria Math"/>
              <a:cs typeface="Cambria Math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5655817" y="5277358"/>
            <a:ext cx="37147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76530" indent="-138430">
              <a:lnSpc>
                <a:spcPct val="100000"/>
              </a:lnSpc>
              <a:spcBef>
                <a:spcPts val="100"/>
              </a:spcBef>
              <a:buChar char="∙"/>
              <a:tabLst>
                <a:tab pos="176530" algn="l"/>
              </a:tabLst>
            </a:pPr>
            <a:r>
              <a:rPr sz="1200" spc="-25" dirty="0">
                <a:latin typeface="Cambria Math"/>
                <a:cs typeface="Cambria Math"/>
              </a:rPr>
              <a:t>𝑥</a:t>
            </a:r>
            <a:r>
              <a:rPr sz="1275" spc="-37" baseline="-16339" dirty="0">
                <a:latin typeface="Cambria Math"/>
                <a:cs typeface="Cambria Math"/>
              </a:rPr>
              <a:t>2</a:t>
            </a:r>
            <a:endParaRPr sz="1275" baseline="-16339">
              <a:latin typeface="Cambria Math"/>
              <a:cs typeface="Cambria Math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5905246" y="5259070"/>
            <a:ext cx="90170" cy="15938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850" spc="35" dirty="0">
                <a:latin typeface="Cambria Math"/>
                <a:cs typeface="Cambria Math"/>
              </a:rPr>
              <a:t>1</a:t>
            </a:r>
            <a:endParaRPr sz="850">
              <a:latin typeface="Cambria Math"/>
              <a:cs typeface="Cambria Math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5899150" y="5563615"/>
            <a:ext cx="90170" cy="15938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850" spc="35" dirty="0">
                <a:latin typeface="Cambria Math"/>
                <a:cs typeface="Cambria Math"/>
              </a:rPr>
              <a:t>3</a:t>
            </a:r>
            <a:endParaRPr sz="850">
              <a:latin typeface="Cambria Math"/>
              <a:cs typeface="Cambria Math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5794502" y="5429503"/>
            <a:ext cx="226060" cy="208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800" spc="-37" baseline="-20833" dirty="0">
                <a:latin typeface="Cambria Math"/>
                <a:cs typeface="Cambria Math"/>
              </a:rPr>
              <a:t>𝑥</a:t>
            </a:r>
            <a:r>
              <a:rPr sz="850" spc="-25" dirty="0">
                <a:latin typeface="Cambria Math"/>
                <a:cs typeface="Cambria Math"/>
              </a:rPr>
              <a:t>1</a:t>
            </a:r>
            <a:endParaRPr sz="850">
              <a:latin typeface="Cambria Math"/>
              <a:cs typeface="Cambria Math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6072885" y="5274309"/>
            <a:ext cx="13970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latin typeface="Cambria Math"/>
                <a:cs typeface="Cambria Math"/>
              </a:rPr>
              <a:t>+</a:t>
            </a:r>
            <a:endParaRPr sz="1200">
              <a:latin typeface="Cambria Math"/>
              <a:cs typeface="Cambria Math"/>
            </a:endParaRPr>
          </a:p>
        </p:txBody>
      </p:sp>
      <p:sp>
        <p:nvSpPr>
          <p:cNvPr id="40" name="object 40"/>
          <p:cNvSpPr/>
          <p:nvPr/>
        </p:nvSpPr>
        <p:spPr>
          <a:xfrm>
            <a:off x="6238494" y="5064759"/>
            <a:ext cx="244475" cy="657860"/>
          </a:xfrm>
          <a:custGeom>
            <a:avLst/>
            <a:gdLst/>
            <a:ahLst/>
            <a:cxnLst/>
            <a:rect l="l" t="t" r="r" b="b"/>
            <a:pathLst>
              <a:path w="244475" h="657860">
                <a:moveTo>
                  <a:pt x="44831" y="0"/>
                </a:moveTo>
                <a:lnTo>
                  <a:pt x="0" y="0"/>
                </a:lnTo>
                <a:lnTo>
                  <a:pt x="0" y="6350"/>
                </a:lnTo>
                <a:lnTo>
                  <a:pt x="0" y="651510"/>
                </a:lnTo>
                <a:lnTo>
                  <a:pt x="0" y="657860"/>
                </a:lnTo>
                <a:lnTo>
                  <a:pt x="44831" y="657860"/>
                </a:lnTo>
                <a:lnTo>
                  <a:pt x="44831" y="651510"/>
                </a:lnTo>
                <a:lnTo>
                  <a:pt x="15748" y="651510"/>
                </a:lnTo>
                <a:lnTo>
                  <a:pt x="15748" y="6350"/>
                </a:lnTo>
                <a:lnTo>
                  <a:pt x="44831" y="6350"/>
                </a:lnTo>
                <a:lnTo>
                  <a:pt x="44831" y="0"/>
                </a:lnTo>
                <a:close/>
              </a:path>
              <a:path w="244475" h="657860">
                <a:moveTo>
                  <a:pt x="244475" y="0"/>
                </a:moveTo>
                <a:lnTo>
                  <a:pt x="199644" y="0"/>
                </a:lnTo>
                <a:lnTo>
                  <a:pt x="199644" y="6350"/>
                </a:lnTo>
                <a:lnTo>
                  <a:pt x="228854" y="6350"/>
                </a:lnTo>
                <a:lnTo>
                  <a:pt x="228854" y="651510"/>
                </a:lnTo>
                <a:lnTo>
                  <a:pt x="199644" y="651510"/>
                </a:lnTo>
                <a:lnTo>
                  <a:pt x="199644" y="657860"/>
                </a:lnTo>
                <a:lnTo>
                  <a:pt x="244475" y="657860"/>
                </a:lnTo>
                <a:lnTo>
                  <a:pt x="244475" y="651510"/>
                </a:lnTo>
                <a:lnTo>
                  <a:pt x="244475" y="6350"/>
                </a:lnTo>
                <a:lnTo>
                  <a:pt x="244475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" name="object 41"/>
          <p:cNvSpPr txBox="1"/>
          <p:nvPr/>
        </p:nvSpPr>
        <p:spPr>
          <a:xfrm>
            <a:off x="6277483" y="4989321"/>
            <a:ext cx="10795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50" dirty="0">
                <a:solidFill>
                  <a:srgbClr val="00AF50"/>
                </a:solidFill>
                <a:latin typeface="Cambria Math"/>
                <a:cs typeface="Cambria Math"/>
              </a:rPr>
              <a:t>𝑏</a:t>
            </a:r>
            <a:endParaRPr sz="1200">
              <a:latin typeface="Cambria Math"/>
              <a:cs typeface="Cambria Math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6352159" y="5060950"/>
            <a:ext cx="90170" cy="15938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850" spc="35" dirty="0">
                <a:solidFill>
                  <a:srgbClr val="00AF50"/>
                </a:solidFill>
                <a:latin typeface="Cambria Math"/>
                <a:cs typeface="Cambria Math"/>
              </a:rPr>
              <a:t>1</a:t>
            </a:r>
            <a:endParaRPr sz="850">
              <a:latin typeface="Cambria Math"/>
              <a:cs typeface="Cambria Math"/>
            </a:endParaRPr>
          </a:p>
        </p:txBody>
      </p:sp>
      <p:sp>
        <p:nvSpPr>
          <p:cNvPr id="43" name="object 43"/>
          <p:cNvSpPr txBox="1"/>
          <p:nvPr/>
        </p:nvSpPr>
        <p:spPr>
          <a:xfrm>
            <a:off x="6249034" y="5175250"/>
            <a:ext cx="218440" cy="5822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200" spc="-25" dirty="0">
                <a:solidFill>
                  <a:srgbClr val="00AF50"/>
                </a:solidFill>
                <a:latin typeface="Cambria Math"/>
                <a:cs typeface="Cambria Math"/>
              </a:rPr>
              <a:t>𝑏</a:t>
            </a:r>
            <a:r>
              <a:rPr sz="1275" spc="-37" baseline="-16339" dirty="0">
                <a:solidFill>
                  <a:srgbClr val="00AF50"/>
                </a:solidFill>
                <a:latin typeface="Cambria Math"/>
                <a:cs typeface="Cambria Math"/>
              </a:rPr>
              <a:t>2</a:t>
            </a:r>
            <a:endParaRPr sz="1275" baseline="-16339">
              <a:latin typeface="Cambria Math"/>
              <a:cs typeface="Cambria Math"/>
            </a:endParaRPr>
          </a:p>
          <a:p>
            <a:pPr marL="38100">
              <a:lnSpc>
                <a:spcPct val="100000"/>
              </a:lnSpc>
              <a:spcBef>
                <a:spcPts val="20"/>
              </a:spcBef>
            </a:pPr>
            <a:r>
              <a:rPr sz="1200" spc="-25" dirty="0">
                <a:solidFill>
                  <a:srgbClr val="00AF50"/>
                </a:solidFill>
                <a:latin typeface="Cambria Math"/>
                <a:cs typeface="Cambria Math"/>
              </a:rPr>
              <a:t>𝑏</a:t>
            </a:r>
            <a:r>
              <a:rPr sz="1275" spc="-37" baseline="-16339" dirty="0">
                <a:solidFill>
                  <a:srgbClr val="00AF50"/>
                </a:solidFill>
                <a:latin typeface="Cambria Math"/>
                <a:cs typeface="Cambria Math"/>
              </a:rPr>
              <a:t>3</a:t>
            </a:r>
            <a:endParaRPr sz="1275" baseline="-16339">
              <a:latin typeface="Cambria Math"/>
              <a:cs typeface="Cambria Math"/>
            </a:endParaRPr>
          </a:p>
          <a:p>
            <a:pPr marL="38100">
              <a:lnSpc>
                <a:spcPct val="100000"/>
              </a:lnSpc>
              <a:spcBef>
                <a:spcPts val="40"/>
              </a:spcBef>
            </a:pPr>
            <a:r>
              <a:rPr sz="1200" spc="-25" dirty="0">
                <a:solidFill>
                  <a:srgbClr val="00AF50"/>
                </a:solidFill>
                <a:latin typeface="Cambria Math"/>
                <a:cs typeface="Cambria Math"/>
              </a:rPr>
              <a:t>𝑏</a:t>
            </a:r>
            <a:r>
              <a:rPr sz="1275" spc="-37" baseline="-16339" dirty="0">
                <a:solidFill>
                  <a:srgbClr val="00AF50"/>
                </a:solidFill>
                <a:latin typeface="Cambria Math"/>
                <a:cs typeface="Cambria Math"/>
              </a:rPr>
              <a:t>4</a:t>
            </a:r>
            <a:endParaRPr sz="1275" baseline="-16339">
              <a:latin typeface="Cambria Math"/>
              <a:cs typeface="Cambria Math"/>
            </a:endParaRPr>
          </a:p>
        </p:txBody>
      </p:sp>
      <p:pic>
        <p:nvPicPr>
          <p:cNvPr id="44" name="object 44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2999232" y="3049523"/>
            <a:ext cx="3738499" cy="1827276"/>
          </a:xfrm>
          <a:prstGeom prst="rect">
            <a:avLst/>
          </a:prstGeom>
        </p:spPr>
      </p:pic>
      <p:sp>
        <p:nvSpPr>
          <p:cNvPr id="45" name="object 45"/>
          <p:cNvSpPr txBox="1"/>
          <p:nvPr/>
        </p:nvSpPr>
        <p:spPr>
          <a:xfrm>
            <a:off x="4501134" y="3422345"/>
            <a:ext cx="111125" cy="20320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1150" spc="35" dirty="0">
                <a:solidFill>
                  <a:srgbClr val="FF0000"/>
                </a:solidFill>
                <a:latin typeface="Cambria Math"/>
                <a:cs typeface="Cambria Math"/>
              </a:rPr>
              <a:t>1</a:t>
            </a:r>
            <a:endParaRPr sz="1150">
              <a:latin typeface="Cambria Math"/>
              <a:cs typeface="Cambria Math"/>
            </a:endParaRPr>
          </a:p>
        </p:txBody>
      </p:sp>
      <p:sp>
        <p:nvSpPr>
          <p:cNvPr id="46" name="object 46"/>
          <p:cNvSpPr txBox="1"/>
          <p:nvPr/>
        </p:nvSpPr>
        <p:spPr>
          <a:xfrm>
            <a:off x="4373626" y="3245561"/>
            <a:ext cx="27622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2400" spc="-37" baseline="-20833" dirty="0">
                <a:solidFill>
                  <a:srgbClr val="FF0000"/>
                </a:solidFill>
                <a:latin typeface="Cambria Math"/>
                <a:cs typeface="Cambria Math"/>
              </a:rPr>
              <a:t>𝑥</a:t>
            </a:r>
            <a:r>
              <a:rPr sz="1150" spc="-25" dirty="0">
                <a:solidFill>
                  <a:srgbClr val="FF0000"/>
                </a:solidFill>
                <a:latin typeface="Cambria Math"/>
                <a:cs typeface="Cambria Math"/>
              </a:rPr>
              <a:t>1</a:t>
            </a:r>
            <a:endParaRPr sz="1150">
              <a:latin typeface="Cambria Math"/>
              <a:cs typeface="Cambria Math"/>
            </a:endParaRPr>
          </a:p>
        </p:txBody>
      </p:sp>
      <p:sp>
        <p:nvSpPr>
          <p:cNvPr id="47" name="object 47"/>
          <p:cNvSpPr txBox="1"/>
          <p:nvPr/>
        </p:nvSpPr>
        <p:spPr>
          <a:xfrm>
            <a:off x="4487417" y="3906139"/>
            <a:ext cx="111125" cy="20320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150" spc="35" dirty="0">
                <a:solidFill>
                  <a:srgbClr val="FF0000"/>
                </a:solidFill>
                <a:latin typeface="Cambria Math"/>
                <a:cs typeface="Cambria Math"/>
              </a:rPr>
              <a:t>2</a:t>
            </a:r>
            <a:endParaRPr sz="1150">
              <a:latin typeface="Cambria Math"/>
              <a:cs typeface="Cambria Math"/>
            </a:endParaRPr>
          </a:p>
        </p:txBody>
      </p:sp>
      <p:sp>
        <p:nvSpPr>
          <p:cNvPr id="48" name="object 48"/>
          <p:cNvSpPr txBox="1"/>
          <p:nvPr/>
        </p:nvSpPr>
        <p:spPr>
          <a:xfrm>
            <a:off x="4355338" y="3727830"/>
            <a:ext cx="27622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2400" spc="-37" baseline="-20833" dirty="0">
                <a:solidFill>
                  <a:srgbClr val="FF0000"/>
                </a:solidFill>
                <a:latin typeface="Cambria Math"/>
                <a:cs typeface="Cambria Math"/>
              </a:rPr>
              <a:t>𝑥</a:t>
            </a:r>
            <a:r>
              <a:rPr sz="1150" spc="-25" dirty="0">
                <a:solidFill>
                  <a:srgbClr val="FF0000"/>
                </a:solidFill>
                <a:latin typeface="Cambria Math"/>
                <a:cs typeface="Cambria Math"/>
              </a:rPr>
              <a:t>1</a:t>
            </a:r>
            <a:endParaRPr sz="1150">
              <a:latin typeface="Cambria Math"/>
              <a:cs typeface="Cambria Math"/>
            </a:endParaRPr>
          </a:p>
        </p:txBody>
      </p:sp>
      <p:sp>
        <p:nvSpPr>
          <p:cNvPr id="49" name="object 49"/>
          <p:cNvSpPr txBox="1"/>
          <p:nvPr/>
        </p:nvSpPr>
        <p:spPr>
          <a:xfrm>
            <a:off x="4362577" y="4301490"/>
            <a:ext cx="26924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1600" spc="-25" dirty="0">
                <a:solidFill>
                  <a:srgbClr val="FF0000"/>
                </a:solidFill>
                <a:latin typeface="Cambria Math"/>
                <a:cs typeface="Cambria Math"/>
              </a:rPr>
              <a:t>𝑥</a:t>
            </a:r>
            <a:r>
              <a:rPr sz="1725" spc="-37" baseline="-16908" dirty="0">
                <a:solidFill>
                  <a:srgbClr val="FF0000"/>
                </a:solidFill>
                <a:latin typeface="Cambria Math"/>
                <a:cs typeface="Cambria Math"/>
              </a:rPr>
              <a:t>3</a:t>
            </a:r>
            <a:endParaRPr sz="1725" baseline="-16908">
              <a:latin typeface="Cambria Math"/>
              <a:cs typeface="Cambria Math"/>
            </a:endParaRPr>
          </a:p>
        </p:txBody>
      </p:sp>
      <p:sp>
        <p:nvSpPr>
          <p:cNvPr id="50" name="object 50"/>
          <p:cNvSpPr txBox="1"/>
          <p:nvPr/>
        </p:nvSpPr>
        <p:spPr>
          <a:xfrm>
            <a:off x="4502658" y="4277944"/>
            <a:ext cx="111125" cy="20320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1150" spc="35" dirty="0">
                <a:solidFill>
                  <a:srgbClr val="FF0000"/>
                </a:solidFill>
                <a:latin typeface="Cambria Math"/>
                <a:cs typeface="Cambria Math"/>
              </a:rPr>
              <a:t>1</a:t>
            </a:r>
            <a:endParaRPr sz="1150">
              <a:latin typeface="Cambria Math"/>
              <a:cs typeface="Cambria Math"/>
            </a:endParaRPr>
          </a:p>
        </p:txBody>
      </p:sp>
      <p:sp>
        <p:nvSpPr>
          <p:cNvPr id="51" name="object 51"/>
          <p:cNvSpPr txBox="1"/>
          <p:nvPr/>
        </p:nvSpPr>
        <p:spPr>
          <a:xfrm>
            <a:off x="4157471" y="2641092"/>
            <a:ext cx="637540" cy="231775"/>
          </a:xfrm>
          <a:prstGeom prst="rect">
            <a:avLst/>
          </a:prstGeom>
          <a:ln w="6096">
            <a:solidFill>
              <a:srgbClr val="41709C"/>
            </a:solidFill>
          </a:ln>
        </p:spPr>
        <p:txBody>
          <a:bodyPr vert="horz" wrap="square" lIns="0" tIns="38735" rIns="0" bIns="0" rtlCol="0">
            <a:spAutoFit/>
          </a:bodyPr>
          <a:lstStyle/>
          <a:p>
            <a:pPr marL="36195">
              <a:lnSpc>
                <a:spcPct val="100000"/>
              </a:lnSpc>
              <a:spcBef>
                <a:spcPts val="305"/>
              </a:spcBef>
            </a:pPr>
            <a:r>
              <a:rPr sz="900" dirty="0">
                <a:solidFill>
                  <a:srgbClr val="00AF50"/>
                </a:solidFill>
                <a:latin typeface="Cambria Math"/>
                <a:cs typeface="Cambria Math"/>
              </a:rPr>
              <a:t>𝑏</a:t>
            </a:r>
            <a:r>
              <a:rPr sz="975" baseline="-17094" dirty="0">
                <a:solidFill>
                  <a:srgbClr val="00AF50"/>
                </a:solidFill>
                <a:latin typeface="Cambria Math"/>
                <a:cs typeface="Cambria Math"/>
              </a:rPr>
              <a:t>1</a:t>
            </a:r>
            <a:r>
              <a:rPr sz="900" dirty="0">
                <a:solidFill>
                  <a:srgbClr val="00AF50"/>
                </a:solidFill>
                <a:latin typeface="Cambria Math"/>
                <a:cs typeface="Cambria Math"/>
              </a:rPr>
              <a:t>,</a:t>
            </a:r>
            <a:r>
              <a:rPr sz="900" spc="-50" dirty="0">
                <a:solidFill>
                  <a:srgbClr val="00AF50"/>
                </a:solidFill>
                <a:latin typeface="Cambria Math"/>
                <a:cs typeface="Cambria Math"/>
              </a:rPr>
              <a:t> </a:t>
            </a:r>
            <a:r>
              <a:rPr sz="900" spc="-10" dirty="0">
                <a:solidFill>
                  <a:srgbClr val="00AF50"/>
                </a:solidFill>
                <a:latin typeface="Cambria Math"/>
                <a:cs typeface="Cambria Math"/>
              </a:rPr>
              <a:t>𝑏</a:t>
            </a:r>
            <a:r>
              <a:rPr sz="975" spc="-15" baseline="-17094" dirty="0">
                <a:solidFill>
                  <a:srgbClr val="00AF50"/>
                </a:solidFill>
                <a:latin typeface="Cambria Math"/>
                <a:cs typeface="Cambria Math"/>
              </a:rPr>
              <a:t>2</a:t>
            </a:r>
            <a:r>
              <a:rPr sz="900" spc="-10" dirty="0">
                <a:solidFill>
                  <a:srgbClr val="00AF50"/>
                </a:solidFill>
                <a:latin typeface="Calibri"/>
                <a:cs typeface="Calibri"/>
              </a:rPr>
              <a:t>,</a:t>
            </a:r>
            <a:r>
              <a:rPr sz="900" spc="-10" dirty="0">
                <a:solidFill>
                  <a:srgbClr val="00AF50"/>
                </a:solidFill>
                <a:latin typeface="Cambria Math"/>
                <a:cs typeface="Cambria Math"/>
              </a:rPr>
              <a:t>𝑏</a:t>
            </a:r>
            <a:r>
              <a:rPr sz="975" spc="-15" baseline="-17094" dirty="0">
                <a:solidFill>
                  <a:srgbClr val="00AF50"/>
                </a:solidFill>
                <a:latin typeface="Cambria Math"/>
                <a:cs typeface="Cambria Math"/>
              </a:rPr>
              <a:t>3</a:t>
            </a:r>
            <a:r>
              <a:rPr sz="900" spc="-10" dirty="0">
                <a:solidFill>
                  <a:srgbClr val="00AF50"/>
                </a:solidFill>
                <a:latin typeface="Calibri"/>
                <a:cs typeface="Calibri"/>
              </a:rPr>
              <a:t>,</a:t>
            </a:r>
            <a:r>
              <a:rPr sz="900" spc="-10" dirty="0">
                <a:solidFill>
                  <a:srgbClr val="00AF50"/>
                </a:solidFill>
                <a:latin typeface="Cambria Math"/>
                <a:cs typeface="Cambria Math"/>
              </a:rPr>
              <a:t>𝑏</a:t>
            </a:r>
            <a:r>
              <a:rPr sz="975" spc="-15" baseline="-17094" dirty="0">
                <a:solidFill>
                  <a:srgbClr val="00AF50"/>
                </a:solidFill>
                <a:latin typeface="Cambria Math"/>
                <a:cs typeface="Cambria Math"/>
              </a:rPr>
              <a:t>4</a:t>
            </a:r>
            <a:endParaRPr sz="975" baseline="-17094">
              <a:latin typeface="Cambria Math"/>
              <a:cs typeface="Cambria Math"/>
            </a:endParaRPr>
          </a:p>
        </p:txBody>
      </p:sp>
      <p:sp>
        <p:nvSpPr>
          <p:cNvPr id="52" name="object 52"/>
          <p:cNvSpPr txBox="1"/>
          <p:nvPr/>
        </p:nvSpPr>
        <p:spPr>
          <a:xfrm>
            <a:off x="5223509" y="3163062"/>
            <a:ext cx="111125" cy="20320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150" spc="35" dirty="0">
                <a:solidFill>
                  <a:srgbClr val="FF0000"/>
                </a:solidFill>
                <a:latin typeface="Cambria Math"/>
                <a:cs typeface="Cambria Math"/>
              </a:rPr>
              <a:t>1</a:t>
            </a:r>
            <a:endParaRPr sz="1150">
              <a:latin typeface="Cambria Math"/>
              <a:cs typeface="Cambria Math"/>
            </a:endParaRPr>
          </a:p>
        </p:txBody>
      </p:sp>
      <p:sp>
        <p:nvSpPr>
          <p:cNvPr id="53" name="object 53"/>
          <p:cNvSpPr txBox="1"/>
          <p:nvPr/>
        </p:nvSpPr>
        <p:spPr>
          <a:xfrm>
            <a:off x="5096002" y="2986277"/>
            <a:ext cx="28067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2400" spc="37" baseline="-20833" dirty="0">
                <a:solidFill>
                  <a:srgbClr val="FF0000"/>
                </a:solidFill>
                <a:latin typeface="Cambria Math"/>
                <a:cs typeface="Cambria Math"/>
              </a:rPr>
              <a:t>𝑥</a:t>
            </a:r>
            <a:r>
              <a:rPr sz="1150" spc="25" dirty="0">
                <a:solidFill>
                  <a:srgbClr val="FF0000"/>
                </a:solidFill>
                <a:latin typeface="Cambria Math"/>
                <a:cs typeface="Cambria Math"/>
              </a:rPr>
              <a:t>2</a:t>
            </a:r>
            <a:endParaRPr sz="1150">
              <a:latin typeface="Cambria Math"/>
              <a:cs typeface="Cambria Math"/>
            </a:endParaRPr>
          </a:p>
        </p:txBody>
      </p:sp>
      <p:sp>
        <p:nvSpPr>
          <p:cNvPr id="54" name="object 54"/>
          <p:cNvSpPr txBox="1"/>
          <p:nvPr/>
        </p:nvSpPr>
        <p:spPr>
          <a:xfrm>
            <a:off x="5096002" y="3564382"/>
            <a:ext cx="26860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1600" spc="-25" dirty="0">
                <a:solidFill>
                  <a:srgbClr val="FF0000"/>
                </a:solidFill>
                <a:latin typeface="Cambria Math"/>
                <a:cs typeface="Cambria Math"/>
              </a:rPr>
              <a:t>𝑥</a:t>
            </a:r>
            <a:r>
              <a:rPr sz="1725" spc="-37" baseline="-16908" dirty="0">
                <a:solidFill>
                  <a:srgbClr val="FF0000"/>
                </a:solidFill>
                <a:latin typeface="Cambria Math"/>
                <a:cs typeface="Cambria Math"/>
              </a:rPr>
              <a:t>2</a:t>
            </a:r>
            <a:endParaRPr sz="1725" baseline="-16908">
              <a:latin typeface="Cambria Math"/>
              <a:cs typeface="Cambria Math"/>
            </a:endParaRPr>
          </a:p>
        </p:txBody>
      </p:sp>
      <p:sp>
        <p:nvSpPr>
          <p:cNvPr id="55" name="object 55"/>
          <p:cNvSpPr txBox="1"/>
          <p:nvPr/>
        </p:nvSpPr>
        <p:spPr>
          <a:xfrm>
            <a:off x="5240273" y="3541521"/>
            <a:ext cx="111125" cy="20320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150" spc="35" dirty="0">
                <a:solidFill>
                  <a:srgbClr val="FF0000"/>
                </a:solidFill>
                <a:latin typeface="Cambria Math"/>
                <a:cs typeface="Cambria Math"/>
              </a:rPr>
              <a:t>2</a:t>
            </a:r>
            <a:endParaRPr sz="1150">
              <a:latin typeface="Cambria Math"/>
              <a:cs typeface="Cambria Math"/>
            </a:endParaRPr>
          </a:p>
        </p:txBody>
      </p:sp>
      <p:sp>
        <p:nvSpPr>
          <p:cNvPr id="56" name="object 56"/>
          <p:cNvSpPr txBox="1"/>
          <p:nvPr/>
        </p:nvSpPr>
        <p:spPr>
          <a:xfrm>
            <a:off x="5228082" y="4165853"/>
            <a:ext cx="111125" cy="20320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150" spc="35" dirty="0">
                <a:solidFill>
                  <a:srgbClr val="FF0000"/>
                </a:solidFill>
                <a:latin typeface="Cambria Math"/>
                <a:cs typeface="Cambria Math"/>
              </a:rPr>
              <a:t>3</a:t>
            </a:r>
            <a:endParaRPr sz="1150">
              <a:latin typeface="Cambria Math"/>
              <a:cs typeface="Cambria Math"/>
            </a:endParaRPr>
          </a:p>
        </p:txBody>
      </p:sp>
      <p:sp>
        <p:nvSpPr>
          <p:cNvPr id="57" name="object 57"/>
          <p:cNvSpPr txBox="1"/>
          <p:nvPr/>
        </p:nvSpPr>
        <p:spPr>
          <a:xfrm>
            <a:off x="5096002" y="3987546"/>
            <a:ext cx="28067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2400" spc="37" baseline="-20833" dirty="0">
                <a:solidFill>
                  <a:srgbClr val="FF0000"/>
                </a:solidFill>
                <a:latin typeface="Cambria Math"/>
                <a:cs typeface="Cambria Math"/>
              </a:rPr>
              <a:t>𝑥</a:t>
            </a:r>
            <a:r>
              <a:rPr sz="1150" spc="25" dirty="0">
                <a:solidFill>
                  <a:srgbClr val="FF0000"/>
                </a:solidFill>
                <a:latin typeface="Cambria Math"/>
                <a:cs typeface="Cambria Math"/>
              </a:rPr>
              <a:t>2</a:t>
            </a:r>
            <a:endParaRPr sz="1150">
              <a:latin typeface="Cambria Math"/>
              <a:cs typeface="Cambria Math"/>
            </a:endParaRPr>
          </a:p>
        </p:txBody>
      </p:sp>
      <p:sp>
        <p:nvSpPr>
          <p:cNvPr id="58" name="object 58"/>
          <p:cNvSpPr txBox="1"/>
          <p:nvPr/>
        </p:nvSpPr>
        <p:spPr>
          <a:xfrm>
            <a:off x="5228082" y="4648326"/>
            <a:ext cx="111125" cy="20320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150" spc="35" dirty="0">
                <a:solidFill>
                  <a:srgbClr val="FF0000"/>
                </a:solidFill>
                <a:latin typeface="Cambria Math"/>
                <a:cs typeface="Cambria Math"/>
              </a:rPr>
              <a:t>4</a:t>
            </a:r>
            <a:endParaRPr sz="1150">
              <a:latin typeface="Cambria Math"/>
              <a:cs typeface="Cambria Math"/>
            </a:endParaRPr>
          </a:p>
        </p:txBody>
      </p:sp>
      <p:sp>
        <p:nvSpPr>
          <p:cNvPr id="59" name="object 59"/>
          <p:cNvSpPr txBox="1"/>
          <p:nvPr/>
        </p:nvSpPr>
        <p:spPr>
          <a:xfrm>
            <a:off x="4773929" y="4335907"/>
            <a:ext cx="11938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-50" dirty="0">
                <a:solidFill>
                  <a:srgbClr val="00AF50"/>
                </a:solidFill>
                <a:latin typeface="Cambria Math"/>
                <a:cs typeface="Cambria Math"/>
              </a:rPr>
              <a:t>𝑤</a:t>
            </a:r>
            <a:endParaRPr sz="1000">
              <a:latin typeface="Cambria Math"/>
              <a:cs typeface="Cambria Math"/>
            </a:endParaRPr>
          </a:p>
        </p:txBody>
      </p:sp>
      <p:sp>
        <p:nvSpPr>
          <p:cNvPr id="60" name="object 60"/>
          <p:cNvSpPr txBox="1"/>
          <p:nvPr/>
        </p:nvSpPr>
        <p:spPr>
          <a:xfrm>
            <a:off x="4859273" y="4395342"/>
            <a:ext cx="132080" cy="13716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700" spc="-25" dirty="0">
                <a:solidFill>
                  <a:srgbClr val="00AF50"/>
                </a:solidFill>
                <a:latin typeface="Cambria Math"/>
                <a:cs typeface="Cambria Math"/>
              </a:rPr>
              <a:t>42</a:t>
            </a:r>
            <a:endParaRPr sz="700">
              <a:latin typeface="Cambria Math"/>
              <a:cs typeface="Cambria Math"/>
            </a:endParaRPr>
          </a:p>
        </p:txBody>
      </p:sp>
      <p:sp>
        <p:nvSpPr>
          <p:cNvPr id="61" name="object 61"/>
          <p:cNvSpPr txBox="1"/>
          <p:nvPr/>
        </p:nvSpPr>
        <p:spPr>
          <a:xfrm>
            <a:off x="4794884" y="3989070"/>
            <a:ext cx="11938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-50" dirty="0">
                <a:solidFill>
                  <a:srgbClr val="00AF50"/>
                </a:solidFill>
                <a:latin typeface="Cambria Math"/>
                <a:cs typeface="Cambria Math"/>
              </a:rPr>
              <a:t>𝑤</a:t>
            </a:r>
            <a:endParaRPr sz="1000">
              <a:latin typeface="Cambria Math"/>
              <a:cs typeface="Cambria Math"/>
            </a:endParaRPr>
          </a:p>
        </p:txBody>
      </p:sp>
      <p:sp>
        <p:nvSpPr>
          <p:cNvPr id="62" name="object 62"/>
          <p:cNvSpPr txBox="1"/>
          <p:nvPr/>
        </p:nvSpPr>
        <p:spPr>
          <a:xfrm>
            <a:off x="4883277" y="4048505"/>
            <a:ext cx="132080" cy="13716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700" spc="-25" dirty="0">
                <a:solidFill>
                  <a:srgbClr val="00AF50"/>
                </a:solidFill>
                <a:latin typeface="Cambria Math"/>
                <a:cs typeface="Cambria Math"/>
              </a:rPr>
              <a:t>32</a:t>
            </a:r>
            <a:endParaRPr sz="700">
              <a:latin typeface="Cambria Math"/>
              <a:cs typeface="Cambria Math"/>
            </a:endParaRPr>
          </a:p>
        </p:txBody>
      </p:sp>
      <p:sp>
        <p:nvSpPr>
          <p:cNvPr id="63" name="object 63"/>
          <p:cNvSpPr txBox="1"/>
          <p:nvPr/>
        </p:nvSpPr>
        <p:spPr>
          <a:xfrm>
            <a:off x="4925695" y="3922903"/>
            <a:ext cx="11938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-50" dirty="0">
                <a:solidFill>
                  <a:srgbClr val="00AF50"/>
                </a:solidFill>
                <a:latin typeface="Cambria Math"/>
                <a:cs typeface="Cambria Math"/>
              </a:rPr>
              <a:t>𝑤</a:t>
            </a:r>
            <a:endParaRPr sz="1000">
              <a:latin typeface="Cambria Math"/>
              <a:cs typeface="Cambria Math"/>
            </a:endParaRPr>
          </a:p>
        </p:txBody>
      </p:sp>
      <p:sp>
        <p:nvSpPr>
          <p:cNvPr id="64" name="object 64"/>
          <p:cNvSpPr txBox="1"/>
          <p:nvPr/>
        </p:nvSpPr>
        <p:spPr>
          <a:xfrm>
            <a:off x="5014086" y="3982339"/>
            <a:ext cx="132715" cy="13716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700" spc="-25" dirty="0">
                <a:solidFill>
                  <a:srgbClr val="00AF50"/>
                </a:solidFill>
                <a:latin typeface="Cambria Math"/>
                <a:cs typeface="Cambria Math"/>
              </a:rPr>
              <a:t>31</a:t>
            </a:r>
            <a:endParaRPr sz="700">
              <a:latin typeface="Cambria Math"/>
              <a:cs typeface="Cambria Math"/>
            </a:endParaRPr>
          </a:p>
        </p:txBody>
      </p:sp>
      <p:sp>
        <p:nvSpPr>
          <p:cNvPr id="65" name="object 65"/>
          <p:cNvSpPr txBox="1"/>
          <p:nvPr/>
        </p:nvSpPr>
        <p:spPr>
          <a:xfrm>
            <a:off x="4777104" y="3089910"/>
            <a:ext cx="376555" cy="86804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48260">
              <a:lnSpc>
                <a:spcPts val="1115"/>
              </a:lnSpc>
              <a:spcBef>
                <a:spcPts val="95"/>
              </a:spcBef>
            </a:pPr>
            <a:r>
              <a:rPr sz="1500" spc="-37" baseline="11111" dirty="0">
                <a:solidFill>
                  <a:srgbClr val="00AF50"/>
                </a:solidFill>
                <a:latin typeface="Cambria Math"/>
                <a:cs typeface="Cambria Math"/>
              </a:rPr>
              <a:t>𝑤</a:t>
            </a:r>
            <a:r>
              <a:rPr sz="700" spc="-25" dirty="0">
                <a:solidFill>
                  <a:srgbClr val="00AF50"/>
                </a:solidFill>
                <a:latin typeface="Cambria Math"/>
                <a:cs typeface="Cambria Math"/>
              </a:rPr>
              <a:t>11</a:t>
            </a:r>
            <a:endParaRPr sz="700">
              <a:latin typeface="Cambria Math"/>
              <a:cs typeface="Cambria Math"/>
            </a:endParaRPr>
          </a:p>
          <a:p>
            <a:pPr marL="38100">
              <a:lnSpc>
                <a:spcPts val="1070"/>
              </a:lnSpc>
            </a:pPr>
            <a:r>
              <a:rPr sz="1500" spc="-37" baseline="11111" dirty="0">
                <a:solidFill>
                  <a:srgbClr val="00AF50"/>
                </a:solidFill>
                <a:latin typeface="Cambria Math"/>
                <a:cs typeface="Cambria Math"/>
              </a:rPr>
              <a:t>𝑤</a:t>
            </a:r>
            <a:r>
              <a:rPr sz="700" spc="-25" dirty="0">
                <a:solidFill>
                  <a:srgbClr val="00AF50"/>
                </a:solidFill>
                <a:latin typeface="Cambria Math"/>
                <a:cs typeface="Cambria Math"/>
              </a:rPr>
              <a:t>12</a:t>
            </a:r>
            <a:endParaRPr sz="700">
              <a:latin typeface="Cambria Math"/>
              <a:cs typeface="Cambria Math"/>
            </a:endParaRPr>
          </a:p>
          <a:p>
            <a:pPr marL="146050">
              <a:lnSpc>
                <a:spcPts val="1160"/>
              </a:lnSpc>
            </a:pPr>
            <a:r>
              <a:rPr sz="1500" spc="-37" baseline="11111" dirty="0">
                <a:solidFill>
                  <a:srgbClr val="00AF50"/>
                </a:solidFill>
                <a:latin typeface="Cambria Math"/>
                <a:cs typeface="Cambria Math"/>
              </a:rPr>
              <a:t>𝑤</a:t>
            </a:r>
            <a:r>
              <a:rPr sz="700" spc="-25" dirty="0">
                <a:solidFill>
                  <a:srgbClr val="00AF50"/>
                </a:solidFill>
                <a:latin typeface="Cambria Math"/>
                <a:cs typeface="Cambria Math"/>
              </a:rPr>
              <a:t>13</a:t>
            </a:r>
            <a:endParaRPr sz="700">
              <a:latin typeface="Cambria Math"/>
              <a:cs typeface="Cambria Math"/>
            </a:endParaRPr>
          </a:p>
          <a:p>
            <a:pPr marL="139065">
              <a:lnSpc>
                <a:spcPts val="1110"/>
              </a:lnSpc>
              <a:spcBef>
                <a:spcPts val="50"/>
              </a:spcBef>
            </a:pPr>
            <a:r>
              <a:rPr sz="1500" spc="-37" baseline="11111" dirty="0">
                <a:solidFill>
                  <a:srgbClr val="00AF50"/>
                </a:solidFill>
                <a:latin typeface="Cambria Math"/>
                <a:cs typeface="Cambria Math"/>
              </a:rPr>
              <a:t>𝑤</a:t>
            </a:r>
            <a:r>
              <a:rPr sz="700" spc="-25" dirty="0">
                <a:solidFill>
                  <a:srgbClr val="00AF50"/>
                </a:solidFill>
                <a:latin typeface="Cambria Math"/>
                <a:cs typeface="Cambria Math"/>
              </a:rPr>
              <a:t>21</a:t>
            </a:r>
            <a:endParaRPr sz="700">
              <a:latin typeface="Cambria Math"/>
              <a:cs typeface="Cambria Math"/>
            </a:endParaRPr>
          </a:p>
          <a:p>
            <a:pPr marL="69215">
              <a:lnSpc>
                <a:spcPts val="1019"/>
              </a:lnSpc>
            </a:pPr>
            <a:r>
              <a:rPr sz="1500" spc="-37" baseline="11111" dirty="0">
                <a:solidFill>
                  <a:srgbClr val="00AF50"/>
                </a:solidFill>
                <a:latin typeface="Cambria Math"/>
                <a:cs typeface="Cambria Math"/>
              </a:rPr>
              <a:t>𝑤</a:t>
            </a:r>
            <a:r>
              <a:rPr sz="700" spc="-25" dirty="0">
                <a:solidFill>
                  <a:srgbClr val="00AF50"/>
                </a:solidFill>
                <a:latin typeface="Cambria Math"/>
                <a:cs typeface="Cambria Math"/>
              </a:rPr>
              <a:t>22</a:t>
            </a:r>
            <a:endParaRPr sz="700">
              <a:latin typeface="Cambria Math"/>
              <a:cs typeface="Cambria Math"/>
            </a:endParaRPr>
          </a:p>
          <a:p>
            <a:pPr marL="109220">
              <a:lnSpc>
                <a:spcPts val="1110"/>
              </a:lnSpc>
            </a:pPr>
            <a:r>
              <a:rPr sz="1500" spc="-37" baseline="11111" dirty="0">
                <a:solidFill>
                  <a:srgbClr val="00AF50"/>
                </a:solidFill>
                <a:latin typeface="Cambria Math"/>
                <a:cs typeface="Cambria Math"/>
              </a:rPr>
              <a:t>𝑤</a:t>
            </a:r>
            <a:r>
              <a:rPr sz="700" spc="-25" dirty="0">
                <a:solidFill>
                  <a:srgbClr val="00AF50"/>
                </a:solidFill>
                <a:latin typeface="Cambria Math"/>
                <a:cs typeface="Cambria Math"/>
              </a:rPr>
              <a:t>23</a:t>
            </a:r>
            <a:endParaRPr sz="700">
              <a:latin typeface="Cambria Math"/>
              <a:cs typeface="Cambria Math"/>
            </a:endParaRPr>
          </a:p>
        </p:txBody>
      </p:sp>
      <p:sp>
        <p:nvSpPr>
          <p:cNvPr id="66" name="object 66"/>
          <p:cNvSpPr txBox="1"/>
          <p:nvPr/>
        </p:nvSpPr>
        <p:spPr>
          <a:xfrm>
            <a:off x="4839970" y="4171950"/>
            <a:ext cx="271780" cy="2768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ts val="990"/>
              </a:lnSpc>
              <a:spcBef>
                <a:spcPts val="95"/>
              </a:spcBef>
            </a:pPr>
            <a:r>
              <a:rPr sz="1500" spc="-37" baseline="11111" dirty="0">
                <a:solidFill>
                  <a:srgbClr val="00AF50"/>
                </a:solidFill>
                <a:latin typeface="Cambria Math"/>
                <a:cs typeface="Cambria Math"/>
              </a:rPr>
              <a:t>𝑤</a:t>
            </a:r>
            <a:r>
              <a:rPr sz="700" spc="-25" dirty="0">
                <a:solidFill>
                  <a:srgbClr val="00AF50"/>
                </a:solidFill>
                <a:latin typeface="Cambria Math"/>
                <a:cs typeface="Cambria Math"/>
              </a:rPr>
              <a:t>33</a:t>
            </a:r>
            <a:endParaRPr sz="700">
              <a:latin typeface="Cambria Math"/>
              <a:cs typeface="Cambria Math"/>
            </a:endParaRPr>
          </a:p>
          <a:p>
            <a:pPr marL="74930">
              <a:lnSpc>
                <a:spcPts val="990"/>
              </a:lnSpc>
            </a:pPr>
            <a:r>
              <a:rPr sz="1000" spc="-50" dirty="0">
                <a:solidFill>
                  <a:srgbClr val="00AF50"/>
                </a:solidFill>
                <a:latin typeface="Cambria Math"/>
                <a:cs typeface="Cambria Math"/>
              </a:rPr>
              <a:t>𝑤</a:t>
            </a:r>
            <a:endParaRPr sz="1000">
              <a:latin typeface="Cambria Math"/>
              <a:cs typeface="Cambria Math"/>
            </a:endParaRPr>
          </a:p>
        </p:txBody>
      </p:sp>
      <p:sp>
        <p:nvSpPr>
          <p:cNvPr id="67" name="object 67"/>
          <p:cNvSpPr txBox="1"/>
          <p:nvPr/>
        </p:nvSpPr>
        <p:spPr>
          <a:xfrm>
            <a:off x="4987797" y="4330700"/>
            <a:ext cx="132080" cy="13716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700" spc="-25" dirty="0">
                <a:solidFill>
                  <a:srgbClr val="00AF50"/>
                </a:solidFill>
                <a:latin typeface="Cambria Math"/>
                <a:cs typeface="Cambria Math"/>
              </a:rPr>
              <a:t>41</a:t>
            </a:r>
            <a:endParaRPr sz="700">
              <a:latin typeface="Cambria Math"/>
              <a:cs typeface="Cambria Math"/>
            </a:endParaRPr>
          </a:p>
        </p:txBody>
      </p:sp>
      <p:sp>
        <p:nvSpPr>
          <p:cNvPr id="68" name="object 68"/>
          <p:cNvSpPr txBox="1"/>
          <p:nvPr/>
        </p:nvSpPr>
        <p:spPr>
          <a:xfrm>
            <a:off x="4703826" y="4478528"/>
            <a:ext cx="68580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50800">
              <a:lnSpc>
                <a:spcPct val="100000"/>
              </a:lnSpc>
              <a:spcBef>
                <a:spcPts val="95"/>
              </a:spcBef>
              <a:tabLst>
                <a:tab pos="429895" algn="l"/>
              </a:tabLst>
            </a:pPr>
            <a:r>
              <a:rPr sz="1500" spc="-37" baseline="11111" dirty="0">
                <a:solidFill>
                  <a:srgbClr val="00AF50"/>
                </a:solidFill>
                <a:latin typeface="Cambria Math"/>
                <a:cs typeface="Cambria Math"/>
              </a:rPr>
              <a:t>𝑤</a:t>
            </a:r>
            <a:r>
              <a:rPr sz="700" spc="-25" dirty="0">
                <a:solidFill>
                  <a:srgbClr val="00AF50"/>
                </a:solidFill>
                <a:latin typeface="Cambria Math"/>
                <a:cs typeface="Cambria Math"/>
              </a:rPr>
              <a:t>43</a:t>
            </a:r>
            <a:r>
              <a:rPr sz="700" dirty="0">
                <a:solidFill>
                  <a:srgbClr val="00AF50"/>
                </a:solidFill>
                <a:latin typeface="Cambria Math"/>
                <a:cs typeface="Cambria Math"/>
              </a:rPr>
              <a:t>	</a:t>
            </a:r>
            <a:r>
              <a:rPr sz="2400" spc="37" baseline="-19097" dirty="0">
                <a:solidFill>
                  <a:srgbClr val="FF0000"/>
                </a:solidFill>
                <a:latin typeface="Cambria Math"/>
                <a:cs typeface="Cambria Math"/>
              </a:rPr>
              <a:t>𝑥</a:t>
            </a:r>
            <a:r>
              <a:rPr sz="1725" spc="37" baseline="2415" dirty="0">
                <a:solidFill>
                  <a:srgbClr val="FF0000"/>
                </a:solidFill>
                <a:latin typeface="Cambria Math"/>
                <a:cs typeface="Cambria Math"/>
              </a:rPr>
              <a:t>2</a:t>
            </a:r>
            <a:endParaRPr sz="1725" baseline="2415">
              <a:latin typeface="Cambria Math"/>
              <a:cs typeface="Cambria Math"/>
            </a:endParaRPr>
          </a:p>
        </p:txBody>
      </p:sp>
      <p:sp>
        <p:nvSpPr>
          <p:cNvPr id="69" name="object 69"/>
          <p:cNvSpPr txBox="1"/>
          <p:nvPr/>
        </p:nvSpPr>
        <p:spPr>
          <a:xfrm>
            <a:off x="4410583" y="2196465"/>
            <a:ext cx="7626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229" dirty="0">
                <a:latin typeface="Arial"/>
                <a:cs typeface="Arial"/>
              </a:rPr>
              <a:t>Example</a:t>
            </a:r>
            <a:endParaRPr sz="1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902951" cy="2997319"/>
          </a:xfrm>
          <a:prstGeom prst="rect">
            <a:avLst/>
          </a:prstGeom>
        </p:spPr>
      </p:pic>
      <p:sp>
        <p:nvSpPr>
          <p:cNvPr id="3" name="object 3"/>
          <p:cNvSpPr/>
          <p:nvPr/>
        </p:nvSpPr>
        <p:spPr>
          <a:xfrm>
            <a:off x="449580" y="6425184"/>
            <a:ext cx="9001125" cy="0"/>
          </a:xfrm>
          <a:custGeom>
            <a:avLst/>
            <a:gdLst/>
            <a:ahLst/>
            <a:cxnLst/>
            <a:rect l="l" t="t" r="r" b="b"/>
            <a:pathLst>
              <a:path w="9001125">
                <a:moveTo>
                  <a:pt x="0" y="0"/>
                </a:moveTo>
                <a:lnTo>
                  <a:pt x="9000744" y="0"/>
                </a:lnTo>
              </a:path>
            </a:pathLst>
          </a:custGeom>
          <a:ln w="6096">
            <a:solidFill>
              <a:srgbClr val="BEBEB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357560" y="6524434"/>
            <a:ext cx="85905" cy="90487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54151" y="6527292"/>
            <a:ext cx="1794510" cy="142494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6862571" y="6521195"/>
            <a:ext cx="2327910" cy="118110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944880" y="3083039"/>
            <a:ext cx="4458470" cy="316242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929639" y="2670048"/>
            <a:ext cx="700278" cy="195834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986027" y="3663696"/>
            <a:ext cx="5894070" cy="2344674"/>
          </a:xfrm>
          <a:prstGeom prst="rect">
            <a:avLst/>
          </a:prstGeom>
        </p:spPr>
      </p:pic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357560" y="6524434"/>
            <a:ext cx="85905" cy="90487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54151" y="6527292"/>
            <a:ext cx="1794510" cy="142494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862571" y="6521195"/>
            <a:ext cx="2327910" cy="118110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1.4.</a:t>
            </a:r>
            <a:r>
              <a:rPr spc="-30" dirty="0"/>
              <a:t> </a:t>
            </a:r>
            <a:r>
              <a:rPr dirty="0"/>
              <a:t>Error</a:t>
            </a:r>
            <a:r>
              <a:rPr spc="-30" dirty="0"/>
              <a:t> </a:t>
            </a:r>
            <a:r>
              <a:rPr dirty="0"/>
              <a:t>Backpropagation</a:t>
            </a:r>
            <a:r>
              <a:rPr spc="10" dirty="0"/>
              <a:t> </a:t>
            </a:r>
            <a:r>
              <a:rPr dirty="0"/>
              <a:t>and</a:t>
            </a:r>
            <a:r>
              <a:rPr spc="-30" dirty="0"/>
              <a:t> </a:t>
            </a:r>
            <a:r>
              <a:rPr dirty="0"/>
              <a:t>Gradient Descent</a:t>
            </a:r>
            <a:r>
              <a:rPr spc="-10" dirty="0"/>
              <a:t> </a:t>
            </a:r>
            <a:r>
              <a:rPr dirty="0"/>
              <a:t>to</a:t>
            </a:r>
            <a:r>
              <a:rPr spc="-25" dirty="0"/>
              <a:t> </a:t>
            </a:r>
            <a:r>
              <a:rPr dirty="0"/>
              <a:t>Reduce</a:t>
            </a:r>
            <a:r>
              <a:rPr spc="-20" dirty="0"/>
              <a:t> </a:t>
            </a:r>
            <a:r>
              <a:rPr spc="-10" dirty="0"/>
              <a:t>Errors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8671941" y="463677"/>
            <a:ext cx="80962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dirty="0">
                <a:solidFill>
                  <a:srgbClr val="D9D9D9"/>
                </a:solidFill>
                <a:latin typeface="Ebrima"/>
                <a:cs typeface="Ebrima"/>
              </a:rPr>
              <a:t>UNIT</a:t>
            </a:r>
            <a:r>
              <a:rPr sz="1600" spc="400" dirty="0">
                <a:solidFill>
                  <a:srgbClr val="D9D9D9"/>
                </a:solidFill>
                <a:latin typeface="Ebrima"/>
                <a:cs typeface="Ebrima"/>
              </a:rPr>
              <a:t> </a:t>
            </a:r>
            <a:r>
              <a:rPr sz="1600" spc="-35" dirty="0">
                <a:solidFill>
                  <a:srgbClr val="D9D9D9"/>
                </a:solidFill>
                <a:latin typeface="Ebrima"/>
                <a:cs typeface="Ebrima"/>
              </a:rPr>
              <a:t>01</a:t>
            </a:r>
            <a:endParaRPr sz="1600">
              <a:latin typeface="Ebrima"/>
              <a:cs typeface="Ebrim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818257" y="5382005"/>
            <a:ext cx="103187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495" dirty="0">
                <a:latin typeface="Cambria Math"/>
                <a:cs typeface="Cambria Math"/>
              </a:rPr>
              <a:t>𝑦ො</a:t>
            </a:r>
            <a:r>
              <a:rPr sz="1200" spc="120" dirty="0">
                <a:latin typeface="Cambria Math"/>
                <a:cs typeface="Cambria Math"/>
              </a:rPr>
              <a:t> </a:t>
            </a:r>
            <a:r>
              <a:rPr sz="1200" spc="-50" dirty="0">
                <a:latin typeface="Cambria Math"/>
                <a:cs typeface="Cambria Math"/>
              </a:rPr>
              <a:t>= </a:t>
            </a:r>
            <a:r>
              <a:rPr sz="1200" spc="-10" dirty="0">
                <a:latin typeface="Cambria Math"/>
                <a:cs typeface="Cambria Math"/>
              </a:rPr>
              <a:t>𝐴𝑐𝑡𝑖𝑣𝑎𝑡𝑖𝑜𝑛</a:t>
            </a:r>
            <a:endParaRPr sz="1200">
              <a:latin typeface="Cambria Math"/>
              <a:cs typeface="Cambria Math"/>
            </a:endParaRPr>
          </a:p>
        </p:txBody>
      </p:sp>
      <p:pic>
        <p:nvPicPr>
          <p:cNvPr id="8" name="object 8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548127" y="3241548"/>
            <a:ext cx="3738499" cy="2683598"/>
          </a:xfrm>
          <a:prstGeom prst="rect">
            <a:avLst/>
          </a:prstGeom>
        </p:spPr>
      </p:pic>
      <p:sp>
        <p:nvSpPr>
          <p:cNvPr id="9" name="object 9"/>
          <p:cNvSpPr txBox="1"/>
          <p:nvPr/>
        </p:nvSpPr>
        <p:spPr>
          <a:xfrm>
            <a:off x="3982592" y="5359146"/>
            <a:ext cx="128651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0800">
              <a:lnSpc>
                <a:spcPct val="100000"/>
              </a:lnSpc>
              <a:spcBef>
                <a:spcPts val="100"/>
              </a:spcBef>
              <a:tabLst>
                <a:tab pos="378460" algn="l"/>
                <a:tab pos="709295" algn="l"/>
                <a:tab pos="1041400" algn="l"/>
              </a:tabLst>
            </a:pPr>
            <a:r>
              <a:rPr sz="1200" spc="-25" dirty="0">
                <a:solidFill>
                  <a:srgbClr val="6F2F9F"/>
                </a:solidFill>
                <a:latin typeface="Cambria Math"/>
                <a:cs typeface="Cambria Math"/>
              </a:rPr>
              <a:t>𝑤</a:t>
            </a:r>
            <a:r>
              <a:rPr sz="1275" spc="-37" baseline="-16339" dirty="0">
                <a:solidFill>
                  <a:srgbClr val="6F2F9F"/>
                </a:solidFill>
                <a:latin typeface="Cambria Math"/>
                <a:cs typeface="Cambria Math"/>
              </a:rPr>
              <a:t>1</a:t>
            </a:r>
            <a:r>
              <a:rPr sz="1275" baseline="-16339" dirty="0">
                <a:solidFill>
                  <a:srgbClr val="6F2F9F"/>
                </a:solidFill>
                <a:latin typeface="Cambria Math"/>
                <a:cs typeface="Cambria Math"/>
              </a:rPr>
              <a:t>	</a:t>
            </a:r>
            <a:r>
              <a:rPr sz="1200" spc="-25" dirty="0">
                <a:solidFill>
                  <a:srgbClr val="6F2F9F"/>
                </a:solidFill>
                <a:latin typeface="Cambria Math"/>
                <a:cs typeface="Cambria Math"/>
              </a:rPr>
              <a:t>𝑤</a:t>
            </a:r>
            <a:r>
              <a:rPr sz="1275" spc="-37" baseline="-16339" dirty="0">
                <a:solidFill>
                  <a:srgbClr val="6F2F9F"/>
                </a:solidFill>
                <a:latin typeface="Cambria Math"/>
                <a:cs typeface="Cambria Math"/>
              </a:rPr>
              <a:t>2</a:t>
            </a:r>
            <a:r>
              <a:rPr sz="1275" baseline="-16339" dirty="0">
                <a:solidFill>
                  <a:srgbClr val="6F2F9F"/>
                </a:solidFill>
                <a:latin typeface="Cambria Math"/>
                <a:cs typeface="Cambria Math"/>
              </a:rPr>
              <a:t>	</a:t>
            </a:r>
            <a:r>
              <a:rPr sz="1200" spc="-25" dirty="0">
                <a:solidFill>
                  <a:srgbClr val="6F2F9F"/>
                </a:solidFill>
                <a:latin typeface="Cambria Math"/>
                <a:cs typeface="Cambria Math"/>
              </a:rPr>
              <a:t>𝑤</a:t>
            </a:r>
            <a:r>
              <a:rPr sz="1275" spc="-37" baseline="-16339" dirty="0">
                <a:solidFill>
                  <a:srgbClr val="6F2F9F"/>
                </a:solidFill>
                <a:latin typeface="Cambria Math"/>
                <a:cs typeface="Cambria Math"/>
              </a:rPr>
              <a:t>3</a:t>
            </a:r>
            <a:r>
              <a:rPr sz="1275" baseline="-16339" dirty="0">
                <a:solidFill>
                  <a:srgbClr val="6F2F9F"/>
                </a:solidFill>
                <a:latin typeface="Cambria Math"/>
                <a:cs typeface="Cambria Math"/>
              </a:rPr>
              <a:t>	</a:t>
            </a:r>
            <a:r>
              <a:rPr sz="1200" spc="-25" dirty="0">
                <a:solidFill>
                  <a:srgbClr val="6F2F9F"/>
                </a:solidFill>
                <a:latin typeface="Cambria Math"/>
                <a:cs typeface="Cambria Math"/>
              </a:rPr>
              <a:t>𝑤</a:t>
            </a:r>
            <a:r>
              <a:rPr sz="1275" spc="-37" baseline="-16339" dirty="0">
                <a:solidFill>
                  <a:srgbClr val="6F2F9F"/>
                </a:solidFill>
                <a:latin typeface="Cambria Math"/>
                <a:cs typeface="Cambria Math"/>
              </a:rPr>
              <a:t>4</a:t>
            </a:r>
            <a:endParaRPr sz="1275" baseline="-16339">
              <a:latin typeface="Cambria Math"/>
              <a:cs typeface="Cambria Math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5273802" y="5382005"/>
            <a:ext cx="6858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40" dirty="0">
                <a:latin typeface="Cambria Math"/>
                <a:cs typeface="Cambria Math"/>
              </a:rPr>
              <a:t>∙</a:t>
            </a:r>
            <a:endParaRPr sz="1200">
              <a:latin typeface="Cambria Math"/>
              <a:cs typeface="Cambria Math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5479541" y="5142052"/>
            <a:ext cx="90170" cy="15938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850" spc="35" dirty="0">
                <a:latin typeface="Cambria Math"/>
                <a:cs typeface="Cambria Math"/>
              </a:rPr>
              <a:t>1</a:t>
            </a:r>
            <a:endParaRPr sz="850">
              <a:latin typeface="Cambria Math"/>
              <a:cs typeface="Cambria Math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5377941" y="5007940"/>
            <a:ext cx="229235" cy="208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800" spc="-37" baseline="-20833" dirty="0">
                <a:latin typeface="Cambria Math"/>
                <a:cs typeface="Cambria Math"/>
              </a:rPr>
              <a:t>𝑥</a:t>
            </a:r>
            <a:r>
              <a:rPr sz="850" spc="-25" dirty="0">
                <a:latin typeface="Cambria Math"/>
                <a:cs typeface="Cambria Math"/>
              </a:rPr>
              <a:t>2</a:t>
            </a:r>
            <a:endParaRPr sz="850">
              <a:latin typeface="Cambria Math"/>
              <a:cs typeface="Cambria Math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5482590" y="5354573"/>
            <a:ext cx="90170" cy="15938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850" spc="35" dirty="0">
                <a:latin typeface="Cambria Math"/>
                <a:cs typeface="Cambria Math"/>
              </a:rPr>
              <a:t>2</a:t>
            </a:r>
            <a:endParaRPr sz="850">
              <a:latin typeface="Cambria Math"/>
              <a:cs typeface="Cambria Math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5377941" y="5220461"/>
            <a:ext cx="22923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800" spc="-37" baseline="-20833" dirty="0">
                <a:latin typeface="Cambria Math"/>
                <a:cs typeface="Cambria Math"/>
              </a:rPr>
              <a:t>𝑥</a:t>
            </a:r>
            <a:r>
              <a:rPr sz="850" spc="-25" dirty="0">
                <a:latin typeface="Cambria Math"/>
                <a:cs typeface="Cambria Math"/>
              </a:rPr>
              <a:t>2</a:t>
            </a:r>
            <a:endParaRPr sz="850">
              <a:latin typeface="Cambria Math"/>
              <a:cs typeface="Cambria Math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5482590" y="5566359"/>
            <a:ext cx="90170" cy="15938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850" spc="35" dirty="0">
                <a:latin typeface="Cambria Math"/>
                <a:cs typeface="Cambria Math"/>
              </a:rPr>
              <a:t>3</a:t>
            </a:r>
            <a:endParaRPr sz="850">
              <a:latin typeface="Cambria Math"/>
              <a:cs typeface="Cambria Math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5377941" y="5432247"/>
            <a:ext cx="22923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800" spc="-37" baseline="-20833" dirty="0">
                <a:latin typeface="Cambria Math"/>
                <a:cs typeface="Cambria Math"/>
              </a:rPr>
              <a:t>𝑥</a:t>
            </a:r>
            <a:r>
              <a:rPr sz="850" spc="-25" dirty="0">
                <a:latin typeface="Cambria Math"/>
                <a:cs typeface="Cambria Math"/>
              </a:rPr>
              <a:t>2</a:t>
            </a:r>
            <a:endParaRPr sz="850">
              <a:latin typeface="Cambria Math"/>
              <a:cs typeface="Cambria Math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5482590" y="5778195"/>
            <a:ext cx="90170" cy="15938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850" spc="35" dirty="0">
                <a:latin typeface="Cambria Math"/>
                <a:cs typeface="Cambria Math"/>
              </a:rPr>
              <a:t>4</a:t>
            </a:r>
            <a:endParaRPr sz="850">
              <a:latin typeface="Cambria Math"/>
              <a:cs typeface="Cambria Math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5377941" y="5644083"/>
            <a:ext cx="22923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800" spc="-37" baseline="-20833" dirty="0">
                <a:latin typeface="Cambria Math"/>
                <a:cs typeface="Cambria Math"/>
              </a:rPr>
              <a:t>𝑥</a:t>
            </a:r>
            <a:r>
              <a:rPr sz="850" spc="-25" dirty="0">
                <a:latin typeface="Cambria Math"/>
                <a:cs typeface="Cambria Math"/>
              </a:rPr>
              <a:t>2</a:t>
            </a:r>
            <a:endParaRPr sz="850">
              <a:latin typeface="Cambria Math"/>
              <a:cs typeface="Cambria Math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5651753" y="5382005"/>
            <a:ext cx="249554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latin typeface="Cambria Math"/>
                <a:cs typeface="Cambria Math"/>
              </a:rPr>
              <a:t>+ </a:t>
            </a:r>
            <a:r>
              <a:rPr sz="1200" i="1" spc="-50" dirty="0">
                <a:solidFill>
                  <a:srgbClr val="6F2F9F"/>
                </a:solidFill>
                <a:latin typeface="Times New Roman"/>
                <a:cs typeface="Times New Roman"/>
              </a:rPr>
              <a:t>b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5126101" y="3418078"/>
            <a:ext cx="21590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1000" spc="-25" dirty="0">
                <a:solidFill>
                  <a:srgbClr val="6F2F9F"/>
                </a:solidFill>
                <a:latin typeface="Cambria Math"/>
                <a:cs typeface="Cambria Math"/>
              </a:rPr>
              <a:t>𝑤</a:t>
            </a:r>
            <a:r>
              <a:rPr sz="1050" spc="-37" baseline="-15873" dirty="0">
                <a:solidFill>
                  <a:srgbClr val="6F2F9F"/>
                </a:solidFill>
                <a:latin typeface="Cambria Math"/>
                <a:cs typeface="Cambria Math"/>
              </a:rPr>
              <a:t>1</a:t>
            </a:r>
            <a:endParaRPr sz="1050" baseline="-15873">
              <a:latin typeface="Cambria Math"/>
              <a:cs typeface="Cambria Math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4959096" y="3708272"/>
            <a:ext cx="21844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1000" spc="-25" dirty="0">
                <a:solidFill>
                  <a:srgbClr val="6F2F9F"/>
                </a:solidFill>
                <a:latin typeface="Cambria Math"/>
                <a:cs typeface="Cambria Math"/>
              </a:rPr>
              <a:t>𝑤</a:t>
            </a:r>
            <a:r>
              <a:rPr sz="1050" spc="-37" baseline="-15873" dirty="0">
                <a:solidFill>
                  <a:srgbClr val="6F2F9F"/>
                </a:solidFill>
                <a:latin typeface="Cambria Math"/>
                <a:cs typeface="Cambria Math"/>
              </a:rPr>
              <a:t>2</a:t>
            </a:r>
            <a:endParaRPr sz="1050" baseline="-15873">
              <a:latin typeface="Cambria Math"/>
              <a:cs typeface="Cambria Math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4959096" y="4114038"/>
            <a:ext cx="21844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1000" spc="-25" dirty="0">
                <a:solidFill>
                  <a:srgbClr val="6F2F9F"/>
                </a:solidFill>
                <a:latin typeface="Cambria Math"/>
                <a:cs typeface="Cambria Math"/>
              </a:rPr>
              <a:t>𝑤</a:t>
            </a:r>
            <a:r>
              <a:rPr sz="1050" spc="-37" baseline="-15873" dirty="0">
                <a:solidFill>
                  <a:srgbClr val="6F2F9F"/>
                </a:solidFill>
                <a:latin typeface="Cambria Math"/>
                <a:cs typeface="Cambria Math"/>
              </a:rPr>
              <a:t>3</a:t>
            </a:r>
            <a:endParaRPr sz="1050" baseline="-15873">
              <a:latin typeface="Cambria Math"/>
              <a:cs typeface="Cambria Math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5127625" y="4601717"/>
            <a:ext cx="21590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1000" spc="-25" dirty="0">
                <a:solidFill>
                  <a:srgbClr val="6F2F9F"/>
                </a:solidFill>
                <a:latin typeface="Cambria Math"/>
                <a:cs typeface="Cambria Math"/>
              </a:rPr>
              <a:t>𝑤</a:t>
            </a:r>
            <a:r>
              <a:rPr sz="1050" spc="-37" baseline="-15873" dirty="0">
                <a:solidFill>
                  <a:srgbClr val="6F2F9F"/>
                </a:solidFill>
                <a:latin typeface="Cambria Math"/>
                <a:cs typeface="Cambria Math"/>
              </a:rPr>
              <a:t>4</a:t>
            </a:r>
            <a:endParaRPr sz="1050" baseline="-15873">
              <a:latin typeface="Cambria Math"/>
              <a:cs typeface="Cambria Math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6406388" y="3863502"/>
            <a:ext cx="1506855" cy="871855"/>
          </a:xfrm>
          <a:prstGeom prst="rect">
            <a:avLst/>
          </a:prstGeom>
        </p:spPr>
        <p:txBody>
          <a:bodyPr vert="horz" wrap="square" lIns="0" tIns="130810" rIns="0" bIns="0" rtlCol="0">
            <a:spAutoFit/>
          </a:bodyPr>
          <a:lstStyle/>
          <a:p>
            <a:pPr marL="26034">
              <a:lnSpc>
                <a:spcPct val="100000"/>
              </a:lnSpc>
              <a:spcBef>
                <a:spcPts val="1030"/>
              </a:spcBef>
            </a:pPr>
            <a:r>
              <a:rPr sz="2000" dirty="0">
                <a:solidFill>
                  <a:srgbClr val="FF0000"/>
                </a:solidFill>
                <a:latin typeface="Cambria Math"/>
                <a:cs typeface="Cambria Math"/>
              </a:rPr>
              <a:t>≅</a:t>
            </a:r>
            <a:r>
              <a:rPr sz="2000" spc="110" dirty="0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2000" spc="-25" dirty="0">
                <a:solidFill>
                  <a:srgbClr val="FF0000"/>
                </a:solidFill>
                <a:latin typeface="Cambria Math"/>
                <a:cs typeface="Cambria Math"/>
              </a:rPr>
              <a:t>𝑦</a:t>
            </a:r>
            <a:r>
              <a:rPr sz="2000" spc="-25" dirty="0">
                <a:solidFill>
                  <a:srgbClr val="FF0000"/>
                </a:solidFill>
                <a:latin typeface="Calibri"/>
                <a:cs typeface="Calibri"/>
              </a:rPr>
              <a:t>?</a:t>
            </a:r>
            <a:endParaRPr sz="20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930"/>
              </a:spcBef>
            </a:pPr>
            <a:r>
              <a:rPr sz="2000" i="1" dirty="0">
                <a:latin typeface="Times New Roman"/>
                <a:cs typeface="Times New Roman"/>
              </a:rPr>
              <a:t>Error</a:t>
            </a:r>
            <a:r>
              <a:rPr sz="2000" i="1" spc="-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Cambria Math"/>
                <a:cs typeface="Cambria Math"/>
              </a:rPr>
              <a:t>=</a:t>
            </a:r>
            <a:r>
              <a:rPr sz="2000" spc="80" dirty="0">
                <a:latin typeface="Cambria Math"/>
                <a:cs typeface="Cambria Math"/>
              </a:rPr>
              <a:t> </a:t>
            </a:r>
            <a:r>
              <a:rPr sz="2000" dirty="0">
                <a:latin typeface="Cambria Math"/>
                <a:cs typeface="Cambria Math"/>
              </a:rPr>
              <a:t>𝑦</a:t>
            </a:r>
            <a:r>
              <a:rPr sz="2000" spc="20" dirty="0">
                <a:latin typeface="Cambria Math"/>
                <a:cs typeface="Cambria Math"/>
              </a:rPr>
              <a:t> </a:t>
            </a:r>
            <a:r>
              <a:rPr sz="2000" spc="-50" dirty="0">
                <a:latin typeface="Cambria Math"/>
                <a:cs typeface="Cambria Math"/>
              </a:rPr>
              <a:t>−</a:t>
            </a:r>
            <a:r>
              <a:rPr sz="2000" spc="500" dirty="0">
                <a:latin typeface="Cambria Math"/>
                <a:cs typeface="Cambria Math"/>
              </a:rPr>
              <a:t> </a:t>
            </a:r>
            <a:r>
              <a:rPr sz="2000" spc="-965" dirty="0">
                <a:latin typeface="Cambria Math"/>
                <a:cs typeface="Cambria Math"/>
              </a:rPr>
              <a:t>𝑦ො</a:t>
            </a:r>
            <a:endParaRPr sz="2000">
              <a:latin typeface="Cambria Math"/>
              <a:cs typeface="Cambria Math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5567934" y="3969766"/>
            <a:ext cx="14922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900" dirty="0">
                <a:solidFill>
                  <a:srgbClr val="FF0000"/>
                </a:solidFill>
                <a:latin typeface="Cambria Math"/>
                <a:cs typeface="Cambria Math"/>
              </a:rPr>
              <a:t>𝑦ො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4486655" y="2834639"/>
            <a:ext cx="637540" cy="247015"/>
          </a:xfrm>
          <a:prstGeom prst="rect">
            <a:avLst/>
          </a:prstGeom>
          <a:ln w="6096">
            <a:solidFill>
              <a:srgbClr val="41709C"/>
            </a:solidFill>
          </a:ln>
        </p:spPr>
        <p:txBody>
          <a:bodyPr vert="horz" wrap="square" lIns="0" tIns="38100" rIns="0" bIns="0" rtlCol="0">
            <a:spAutoFit/>
          </a:bodyPr>
          <a:lstStyle/>
          <a:p>
            <a:pPr marR="20320" algn="ctr">
              <a:lnSpc>
                <a:spcPct val="100000"/>
              </a:lnSpc>
              <a:spcBef>
                <a:spcPts val="300"/>
              </a:spcBef>
            </a:pPr>
            <a:r>
              <a:rPr sz="1000" spc="-50" dirty="0">
                <a:solidFill>
                  <a:srgbClr val="6F2F9F"/>
                </a:solidFill>
                <a:latin typeface="Cambria Math"/>
                <a:cs typeface="Cambria Math"/>
              </a:rPr>
              <a:t>𝑏</a:t>
            </a:r>
            <a:endParaRPr sz="1000">
              <a:latin typeface="Cambria Math"/>
              <a:cs typeface="Cambria Math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4771390" y="3356609"/>
            <a:ext cx="111125" cy="20320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150" spc="35" dirty="0">
                <a:solidFill>
                  <a:srgbClr val="FF0000"/>
                </a:solidFill>
                <a:latin typeface="Cambria Math"/>
                <a:cs typeface="Cambria Math"/>
              </a:rPr>
              <a:t>1</a:t>
            </a:r>
            <a:endParaRPr sz="1150">
              <a:latin typeface="Cambria Math"/>
              <a:cs typeface="Cambria Math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4643882" y="3179825"/>
            <a:ext cx="28067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2400" spc="37" baseline="-20833" dirty="0">
                <a:solidFill>
                  <a:srgbClr val="FF0000"/>
                </a:solidFill>
                <a:latin typeface="Cambria Math"/>
                <a:cs typeface="Cambria Math"/>
              </a:rPr>
              <a:t>𝑥</a:t>
            </a:r>
            <a:r>
              <a:rPr sz="1150" spc="25" dirty="0">
                <a:solidFill>
                  <a:srgbClr val="FF0000"/>
                </a:solidFill>
                <a:latin typeface="Cambria Math"/>
                <a:cs typeface="Cambria Math"/>
              </a:rPr>
              <a:t>2</a:t>
            </a:r>
            <a:endParaRPr sz="1150">
              <a:latin typeface="Cambria Math"/>
              <a:cs typeface="Cambria Math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4775961" y="3858514"/>
            <a:ext cx="111125" cy="20320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150" spc="35" dirty="0">
                <a:solidFill>
                  <a:srgbClr val="FF0000"/>
                </a:solidFill>
                <a:latin typeface="Cambria Math"/>
                <a:cs typeface="Cambria Math"/>
              </a:rPr>
              <a:t>2</a:t>
            </a:r>
            <a:endParaRPr sz="1150">
              <a:latin typeface="Cambria Math"/>
              <a:cs typeface="Cambria Math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4643882" y="3680205"/>
            <a:ext cx="28067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2400" spc="37" baseline="-20833" dirty="0">
                <a:solidFill>
                  <a:srgbClr val="FF0000"/>
                </a:solidFill>
                <a:latin typeface="Cambria Math"/>
                <a:cs typeface="Cambria Math"/>
              </a:rPr>
              <a:t>𝑥</a:t>
            </a:r>
            <a:r>
              <a:rPr sz="1150" spc="25" dirty="0">
                <a:solidFill>
                  <a:srgbClr val="FF0000"/>
                </a:solidFill>
                <a:latin typeface="Cambria Math"/>
                <a:cs typeface="Cambria Math"/>
              </a:rPr>
              <a:t>2</a:t>
            </a:r>
            <a:endParaRPr sz="1150">
              <a:latin typeface="Cambria Math"/>
              <a:cs typeface="Cambria Math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4775961" y="4359020"/>
            <a:ext cx="111125" cy="20320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150" spc="35" dirty="0">
                <a:solidFill>
                  <a:srgbClr val="FF0000"/>
                </a:solidFill>
                <a:latin typeface="Cambria Math"/>
                <a:cs typeface="Cambria Math"/>
              </a:rPr>
              <a:t>3</a:t>
            </a:r>
            <a:endParaRPr sz="1150">
              <a:latin typeface="Cambria Math"/>
              <a:cs typeface="Cambria Math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4643882" y="4180713"/>
            <a:ext cx="28067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2400" spc="37" baseline="-20833" dirty="0">
                <a:solidFill>
                  <a:srgbClr val="FF0000"/>
                </a:solidFill>
                <a:latin typeface="Cambria Math"/>
                <a:cs typeface="Cambria Math"/>
              </a:rPr>
              <a:t>𝑥</a:t>
            </a:r>
            <a:r>
              <a:rPr sz="1150" spc="25" dirty="0">
                <a:solidFill>
                  <a:srgbClr val="FF0000"/>
                </a:solidFill>
                <a:latin typeface="Cambria Math"/>
                <a:cs typeface="Cambria Math"/>
              </a:rPr>
              <a:t>2</a:t>
            </a:r>
            <a:endParaRPr sz="1150">
              <a:latin typeface="Cambria Math"/>
              <a:cs typeface="Cambria Math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4775961" y="4841189"/>
            <a:ext cx="111125" cy="20320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1150" spc="35" dirty="0">
                <a:solidFill>
                  <a:srgbClr val="FF0000"/>
                </a:solidFill>
                <a:latin typeface="Cambria Math"/>
                <a:cs typeface="Cambria Math"/>
              </a:rPr>
              <a:t>4</a:t>
            </a:r>
            <a:endParaRPr sz="1150">
              <a:latin typeface="Cambria Math"/>
              <a:cs typeface="Cambria Math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4643882" y="4664405"/>
            <a:ext cx="28067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2400" spc="37" baseline="-20833" dirty="0">
                <a:solidFill>
                  <a:srgbClr val="FF0000"/>
                </a:solidFill>
                <a:latin typeface="Cambria Math"/>
                <a:cs typeface="Cambria Math"/>
              </a:rPr>
              <a:t>𝑥</a:t>
            </a:r>
            <a:r>
              <a:rPr sz="1150" spc="25" dirty="0">
                <a:solidFill>
                  <a:srgbClr val="FF0000"/>
                </a:solidFill>
                <a:latin typeface="Cambria Math"/>
                <a:cs typeface="Cambria Math"/>
              </a:rPr>
              <a:t>2</a:t>
            </a:r>
            <a:endParaRPr sz="1150">
              <a:latin typeface="Cambria Math"/>
              <a:cs typeface="Cambria Math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4454144" y="2390394"/>
            <a:ext cx="7613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229" dirty="0">
                <a:latin typeface="Arial"/>
                <a:cs typeface="Arial"/>
              </a:rPr>
              <a:t>Example</a:t>
            </a:r>
            <a:endParaRPr sz="1800">
              <a:latin typeface="Arial"/>
              <a:cs typeface="Arial"/>
            </a:endParaRPr>
          </a:p>
        </p:txBody>
      </p:sp>
      <p:pic>
        <p:nvPicPr>
          <p:cNvPr id="36" name="object 36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449580" y="1440154"/>
            <a:ext cx="4699254" cy="305587"/>
          </a:xfrm>
          <a:prstGeom prst="rect">
            <a:avLst/>
          </a:prstGeom>
        </p:spPr>
      </p:pic>
      <p:sp>
        <p:nvSpPr>
          <p:cNvPr id="37" name="object 37"/>
          <p:cNvSpPr/>
          <p:nvPr/>
        </p:nvSpPr>
        <p:spPr>
          <a:xfrm>
            <a:off x="559308" y="1914144"/>
            <a:ext cx="36830" cy="180340"/>
          </a:xfrm>
          <a:custGeom>
            <a:avLst/>
            <a:gdLst/>
            <a:ahLst/>
            <a:cxnLst/>
            <a:rect l="l" t="t" r="r" b="b"/>
            <a:pathLst>
              <a:path w="36829" h="180339">
                <a:moveTo>
                  <a:pt x="36576" y="0"/>
                </a:moveTo>
                <a:lnTo>
                  <a:pt x="0" y="0"/>
                </a:lnTo>
                <a:lnTo>
                  <a:pt x="0" y="179832"/>
                </a:lnTo>
                <a:lnTo>
                  <a:pt x="36576" y="179832"/>
                </a:lnTo>
                <a:lnTo>
                  <a:pt x="36576" y="0"/>
                </a:lnTo>
                <a:close/>
              </a:path>
            </a:pathLst>
          </a:custGeom>
          <a:solidFill>
            <a:srgbClr val="183DAF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38" name="object 38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719327" y="1935479"/>
            <a:ext cx="5756910" cy="182117"/>
          </a:xfrm>
          <a:prstGeom prst="rect">
            <a:avLst/>
          </a:prstGeom>
        </p:spPr>
      </p:pic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355949" y="6524434"/>
            <a:ext cx="89038" cy="90487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54151" y="6527292"/>
            <a:ext cx="1794510" cy="142494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862571" y="6521195"/>
            <a:ext cx="2327910" cy="118110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1.4.</a:t>
            </a:r>
            <a:r>
              <a:rPr spc="-30" dirty="0"/>
              <a:t> </a:t>
            </a:r>
            <a:r>
              <a:rPr dirty="0"/>
              <a:t>Error</a:t>
            </a:r>
            <a:r>
              <a:rPr spc="-30" dirty="0"/>
              <a:t> </a:t>
            </a:r>
            <a:r>
              <a:rPr dirty="0"/>
              <a:t>Backpropagation</a:t>
            </a:r>
            <a:r>
              <a:rPr spc="10" dirty="0"/>
              <a:t> </a:t>
            </a:r>
            <a:r>
              <a:rPr dirty="0"/>
              <a:t>and</a:t>
            </a:r>
            <a:r>
              <a:rPr spc="-30" dirty="0"/>
              <a:t> </a:t>
            </a:r>
            <a:r>
              <a:rPr dirty="0"/>
              <a:t>Gradient Descent</a:t>
            </a:r>
            <a:r>
              <a:rPr spc="-10" dirty="0"/>
              <a:t> </a:t>
            </a:r>
            <a:r>
              <a:rPr dirty="0"/>
              <a:t>to</a:t>
            </a:r>
            <a:r>
              <a:rPr spc="-25" dirty="0"/>
              <a:t> </a:t>
            </a:r>
            <a:r>
              <a:rPr dirty="0"/>
              <a:t>Reduce</a:t>
            </a:r>
            <a:r>
              <a:rPr spc="-20" dirty="0"/>
              <a:t> </a:t>
            </a:r>
            <a:r>
              <a:rPr spc="-10" dirty="0"/>
              <a:t>Errors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8671941" y="463677"/>
            <a:ext cx="80962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dirty="0">
                <a:solidFill>
                  <a:srgbClr val="D9D9D9"/>
                </a:solidFill>
                <a:latin typeface="Ebrima"/>
                <a:cs typeface="Ebrima"/>
              </a:rPr>
              <a:t>UNIT</a:t>
            </a:r>
            <a:r>
              <a:rPr sz="1600" spc="400" dirty="0">
                <a:solidFill>
                  <a:srgbClr val="D9D9D9"/>
                </a:solidFill>
                <a:latin typeface="Ebrima"/>
                <a:cs typeface="Ebrima"/>
              </a:rPr>
              <a:t> </a:t>
            </a:r>
            <a:r>
              <a:rPr sz="1600" spc="-35" dirty="0">
                <a:solidFill>
                  <a:srgbClr val="D9D9D9"/>
                </a:solidFill>
                <a:latin typeface="Ebrima"/>
                <a:cs typeface="Ebrima"/>
              </a:rPr>
              <a:t>01</a:t>
            </a:r>
            <a:endParaRPr sz="1600">
              <a:latin typeface="Ebrima"/>
              <a:cs typeface="Ebrim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009771" y="4943094"/>
            <a:ext cx="1616075" cy="513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dirty="0">
                <a:latin typeface="Cambria Math"/>
                <a:cs typeface="Cambria Math"/>
              </a:rPr>
              <a:t>𝑊</a:t>
            </a:r>
            <a:r>
              <a:rPr sz="1600" dirty="0">
                <a:solidFill>
                  <a:srgbClr val="FF0000"/>
                </a:solidFill>
                <a:latin typeface="Symbol"/>
                <a:cs typeface="Symbol"/>
              </a:rPr>
              <a:t></a:t>
            </a:r>
            <a:r>
              <a:rPr sz="1600" spc="-6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latin typeface="Cambria Math"/>
                <a:cs typeface="Cambria Math"/>
              </a:rPr>
              <a:t>𝑊</a:t>
            </a:r>
            <a:r>
              <a:rPr sz="1600" spc="60" dirty="0">
                <a:latin typeface="Cambria Math"/>
                <a:cs typeface="Cambria Math"/>
              </a:rPr>
              <a:t> </a:t>
            </a:r>
            <a:r>
              <a:rPr sz="1600" dirty="0">
                <a:latin typeface="Cambria Math"/>
                <a:cs typeface="Cambria Math"/>
              </a:rPr>
              <a:t>−</a:t>
            </a:r>
            <a:r>
              <a:rPr sz="1600" spc="345" dirty="0">
                <a:latin typeface="Cambria Math"/>
                <a:cs typeface="Cambria Math"/>
              </a:rPr>
              <a:t> </a:t>
            </a:r>
            <a:r>
              <a:rPr sz="1600" dirty="0">
                <a:latin typeface="Cambria Math"/>
                <a:cs typeface="Cambria Math"/>
              </a:rPr>
              <a:t>𝜂</a:t>
            </a:r>
            <a:r>
              <a:rPr sz="1600" spc="30" dirty="0">
                <a:latin typeface="Cambria Math"/>
                <a:cs typeface="Cambria Math"/>
              </a:rPr>
              <a:t> </a:t>
            </a:r>
            <a:r>
              <a:rPr sz="1600" spc="-10" dirty="0">
                <a:latin typeface="Cambria Math"/>
                <a:cs typeface="Cambria Math"/>
              </a:rPr>
              <a:t>𝜵𝐿</a:t>
            </a:r>
            <a:r>
              <a:rPr sz="1600" i="1" spc="-10" dirty="0">
                <a:latin typeface="Times New Roman"/>
                <a:cs typeface="Times New Roman"/>
              </a:rPr>
              <a:t>oss</a:t>
            </a:r>
            <a:endParaRPr sz="1600">
              <a:latin typeface="Times New Roman"/>
              <a:cs typeface="Times New Roman"/>
            </a:endParaRPr>
          </a:p>
          <a:p>
            <a:pPr marL="73025">
              <a:lnSpc>
                <a:spcPct val="100000"/>
              </a:lnSpc>
            </a:pPr>
            <a:r>
              <a:rPr sz="1600" dirty="0">
                <a:latin typeface="Cambria Math"/>
                <a:cs typeface="Cambria Math"/>
              </a:rPr>
              <a:t>𝑏</a:t>
            </a:r>
            <a:r>
              <a:rPr sz="1600" spc="25" dirty="0">
                <a:latin typeface="Cambria Math"/>
                <a:cs typeface="Cambria Math"/>
              </a:rPr>
              <a:t> </a:t>
            </a:r>
            <a:r>
              <a:rPr sz="1600" dirty="0">
                <a:latin typeface="Symbol"/>
                <a:cs typeface="Symbol"/>
              </a:rPr>
              <a:t></a:t>
            </a:r>
            <a:r>
              <a:rPr sz="1600" spc="-6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Cambria Math"/>
                <a:cs typeface="Cambria Math"/>
              </a:rPr>
              <a:t>𝑏</a:t>
            </a:r>
            <a:r>
              <a:rPr sz="1600" spc="35" dirty="0">
                <a:latin typeface="Cambria Math"/>
                <a:cs typeface="Cambria Math"/>
              </a:rPr>
              <a:t> </a:t>
            </a:r>
            <a:r>
              <a:rPr sz="1600" dirty="0">
                <a:latin typeface="Cambria Math"/>
                <a:cs typeface="Cambria Math"/>
              </a:rPr>
              <a:t>−</a:t>
            </a:r>
            <a:r>
              <a:rPr sz="1600" spc="345" dirty="0">
                <a:latin typeface="Cambria Math"/>
                <a:cs typeface="Cambria Math"/>
              </a:rPr>
              <a:t> </a:t>
            </a:r>
            <a:r>
              <a:rPr sz="1600" dirty="0">
                <a:latin typeface="Cambria Math"/>
                <a:cs typeface="Cambria Math"/>
              </a:rPr>
              <a:t>𝜂</a:t>
            </a:r>
            <a:r>
              <a:rPr sz="1600" spc="35" dirty="0">
                <a:latin typeface="Cambria Math"/>
                <a:cs typeface="Cambria Math"/>
              </a:rPr>
              <a:t> </a:t>
            </a:r>
            <a:r>
              <a:rPr sz="1600" spc="-10" dirty="0">
                <a:latin typeface="Cambria Math"/>
                <a:cs typeface="Cambria Math"/>
              </a:rPr>
              <a:t>𝜵𝐿</a:t>
            </a:r>
            <a:r>
              <a:rPr sz="1600" i="1" spc="-10" dirty="0">
                <a:latin typeface="Times New Roman"/>
                <a:cs typeface="Times New Roman"/>
              </a:rPr>
              <a:t>oss</a:t>
            </a:r>
            <a:endParaRPr sz="1600">
              <a:latin typeface="Times New Roman"/>
              <a:cs typeface="Times New Roman"/>
            </a:endParaRPr>
          </a:p>
        </p:txBody>
      </p:sp>
      <p:pic>
        <p:nvPicPr>
          <p:cNvPr id="8" name="object 8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6210300" y="5530596"/>
            <a:ext cx="1224533" cy="144018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3726179" y="5484876"/>
            <a:ext cx="2249424" cy="286512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3371088" y="3031235"/>
            <a:ext cx="3740150" cy="1828799"/>
          </a:xfrm>
          <a:prstGeom prst="rect">
            <a:avLst/>
          </a:prstGeom>
        </p:spPr>
      </p:pic>
      <p:sp>
        <p:nvSpPr>
          <p:cNvPr id="11" name="object 11"/>
          <p:cNvSpPr txBox="1"/>
          <p:nvPr/>
        </p:nvSpPr>
        <p:spPr>
          <a:xfrm>
            <a:off x="4479416" y="2607309"/>
            <a:ext cx="7613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229" dirty="0">
                <a:latin typeface="Arial"/>
                <a:cs typeface="Arial"/>
              </a:rPr>
              <a:t>Example</a:t>
            </a:r>
            <a:endParaRPr sz="1800">
              <a:latin typeface="Arial"/>
              <a:cs typeface="Arial"/>
            </a:endParaRPr>
          </a:p>
        </p:txBody>
      </p:sp>
      <p:pic>
        <p:nvPicPr>
          <p:cNvPr id="12" name="object 12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449580" y="1443177"/>
            <a:ext cx="4946142" cy="302564"/>
          </a:xfrm>
          <a:prstGeom prst="rect">
            <a:avLst/>
          </a:prstGeom>
        </p:spPr>
      </p:pic>
      <p:sp>
        <p:nvSpPr>
          <p:cNvPr id="13" name="object 13"/>
          <p:cNvSpPr/>
          <p:nvPr/>
        </p:nvSpPr>
        <p:spPr>
          <a:xfrm>
            <a:off x="559308" y="1914144"/>
            <a:ext cx="36830" cy="180340"/>
          </a:xfrm>
          <a:custGeom>
            <a:avLst/>
            <a:gdLst/>
            <a:ahLst/>
            <a:cxnLst/>
            <a:rect l="l" t="t" r="r" b="b"/>
            <a:pathLst>
              <a:path w="36829" h="180339">
                <a:moveTo>
                  <a:pt x="36576" y="0"/>
                </a:moveTo>
                <a:lnTo>
                  <a:pt x="0" y="0"/>
                </a:lnTo>
                <a:lnTo>
                  <a:pt x="0" y="179832"/>
                </a:lnTo>
                <a:lnTo>
                  <a:pt x="36576" y="179832"/>
                </a:lnTo>
                <a:lnTo>
                  <a:pt x="36576" y="0"/>
                </a:lnTo>
                <a:close/>
              </a:path>
            </a:pathLst>
          </a:custGeom>
          <a:solidFill>
            <a:srgbClr val="183DAF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4" name="object 14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719327" y="1937004"/>
            <a:ext cx="5874258" cy="176022"/>
          </a:xfrm>
          <a:prstGeom prst="rect">
            <a:avLst/>
          </a:prstGeom>
        </p:spPr>
      </p:pic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902951" cy="2997319"/>
          </a:xfrm>
          <a:prstGeom prst="rect">
            <a:avLst/>
          </a:prstGeom>
        </p:spPr>
      </p:pic>
      <p:sp>
        <p:nvSpPr>
          <p:cNvPr id="3" name="object 3"/>
          <p:cNvSpPr/>
          <p:nvPr/>
        </p:nvSpPr>
        <p:spPr>
          <a:xfrm>
            <a:off x="449580" y="6425184"/>
            <a:ext cx="9001125" cy="0"/>
          </a:xfrm>
          <a:custGeom>
            <a:avLst/>
            <a:gdLst/>
            <a:ahLst/>
            <a:cxnLst/>
            <a:rect l="l" t="t" r="r" b="b"/>
            <a:pathLst>
              <a:path w="9001125">
                <a:moveTo>
                  <a:pt x="0" y="0"/>
                </a:moveTo>
                <a:lnTo>
                  <a:pt x="9000744" y="0"/>
                </a:lnTo>
              </a:path>
            </a:pathLst>
          </a:custGeom>
          <a:ln w="6096">
            <a:solidFill>
              <a:srgbClr val="BEBEB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383431" y="6524434"/>
            <a:ext cx="61558" cy="90487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54151" y="6527292"/>
            <a:ext cx="1794510" cy="142494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6862571" y="6521195"/>
            <a:ext cx="2327910" cy="118110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944880" y="3083039"/>
            <a:ext cx="4458470" cy="316242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929639" y="2670048"/>
            <a:ext cx="700278" cy="195834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986027" y="3663696"/>
            <a:ext cx="4947666" cy="2344674"/>
          </a:xfrm>
          <a:prstGeom prst="rect">
            <a:avLst/>
          </a:prstGeom>
        </p:spPr>
      </p:pic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360448" y="6524434"/>
            <a:ext cx="83017" cy="90487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54151" y="6527292"/>
            <a:ext cx="1794510" cy="142494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862571" y="6521195"/>
            <a:ext cx="2327910" cy="118110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1.5.</a:t>
            </a:r>
            <a:r>
              <a:rPr spc="-25" dirty="0"/>
              <a:t> </a:t>
            </a:r>
            <a:r>
              <a:rPr dirty="0"/>
              <a:t>Activation</a:t>
            </a:r>
            <a:r>
              <a:rPr spc="-20" dirty="0"/>
              <a:t> </a:t>
            </a:r>
            <a:r>
              <a:rPr spc="-10" dirty="0"/>
              <a:t>Function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8671941" y="463677"/>
            <a:ext cx="80962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dirty="0">
                <a:solidFill>
                  <a:srgbClr val="D9D9D9"/>
                </a:solidFill>
                <a:latin typeface="Ebrima"/>
                <a:cs typeface="Ebrima"/>
              </a:rPr>
              <a:t>UNIT</a:t>
            </a:r>
            <a:r>
              <a:rPr sz="1600" spc="400" dirty="0">
                <a:solidFill>
                  <a:srgbClr val="D9D9D9"/>
                </a:solidFill>
                <a:latin typeface="Ebrima"/>
                <a:cs typeface="Ebrima"/>
              </a:rPr>
              <a:t> </a:t>
            </a:r>
            <a:r>
              <a:rPr sz="1600" spc="-35" dirty="0">
                <a:solidFill>
                  <a:srgbClr val="D9D9D9"/>
                </a:solidFill>
                <a:latin typeface="Ebrima"/>
                <a:cs typeface="Ebrima"/>
              </a:rPr>
              <a:t>01</a:t>
            </a:r>
            <a:endParaRPr sz="1600">
              <a:latin typeface="Ebrima"/>
              <a:cs typeface="Ebrima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3221735" y="3642359"/>
            <a:ext cx="3310890" cy="1847850"/>
            <a:chOff x="3221735" y="3642359"/>
            <a:chExt cx="3310890" cy="1847850"/>
          </a:xfrm>
        </p:grpSpPr>
        <p:sp>
          <p:nvSpPr>
            <p:cNvPr id="8" name="object 8"/>
            <p:cNvSpPr/>
            <p:nvPr/>
          </p:nvSpPr>
          <p:spPr>
            <a:xfrm>
              <a:off x="3221736" y="3642359"/>
              <a:ext cx="3240405" cy="1800225"/>
            </a:xfrm>
            <a:custGeom>
              <a:avLst/>
              <a:gdLst/>
              <a:ahLst/>
              <a:cxnLst/>
              <a:rect l="l" t="t" r="r" b="b"/>
              <a:pathLst>
                <a:path w="3240404" h="1800225">
                  <a:moveTo>
                    <a:pt x="3240024" y="1588008"/>
                  </a:moveTo>
                  <a:lnTo>
                    <a:pt x="3227324" y="1581658"/>
                  </a:lnTo>
                  <a:lnTo>
                    <a:pt x="3163824" y="1549908"/>
                  </a:lnTo>
                  <a:lnTo>
                    <a:pt x="3163824" y="1581658"/>
                  </a:lnTo>
                  <a:lnTo>
                    <a:pt x="1541018" y="1581658"/>
                  </a:lnTo>
                  <a:lnTo>
                    <a:pt x="1541018" y="76200"/>
                  </a:lnTo>
                  <a:lnTo>
                    <a:pt x="1572768" y="76200"/>
                  </a:lnTo>
                  <a:lnTo>
                    <a:pt x="1566418" y="63500"/>
                  </a:lnTo>
                  <a:lnTo>
                    <a:pt x="1534668" y="0"/>
                  </a:lnTo>
                  <a:lnTo>
                    <a:pt x="1496568" y="76200"/>
                  </a:lnTo>
                  <a:lnTo>
                    <a:pt x="1528318" y="76200"/>
                  </a:lnTo>
                  <a:lnTo>
                    <a:pt x="1528318" y="1581658"/>
                  </a:lnTo>
                  <a:lnTo>
                    <a:pt x="0" y="1581658"/>
                  </a:lnTo>
                  <a:lnTo>
                    <a:pt x="0" y="1594358"/>
                  </a:lnTo>
                  <a:lnTo>
                    <a:pt x="1528318" y="1594358"/>
                  </a:lnTo>
                  <a:lnTo>
                    <a:pt x="1528318" y="1799971"/>
                  </a:lnTo>
                  <a:lnTo>
                    <a:pt x="1541018" y="1799971"/>
                  </a:lnTo>
                  <a:lnTo>
                    <a:pt x="1541018" y="1594358"/>
                  </a:lnTo>
                  <a:lnTo>
                    <a:pt x="3163824" y="1594358"/>
                  </a:lnTo>
                  <a:lnTo>
                    <a:pt x="3163824" y="1626108"/>
                  </a:lnTo>
                  <a:lnTo>
                    <a:pt x="3227324" y="1594358"/>
                  </a:lnTo>
                  <a:lnTo>
                    <a:pt x="3240024" y="1588008"/>
                  </a:lnTo>
                  <a:close/>
                </a:path>
              </a:pathLst>
            </a:custGeom>
            <a:solidFill>
              <a:srgbClr val="58585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3338321" y="5231129"/>
              <a:ext cx="1791970" cy="0"/>
            </a:xfrm>
            <a:custGeom>
              <a:avLst/>
              <a:gdLst/>
              <a:ahLst/>
              <a:cxnLst/>
              <a:rect l="l" t="t" r="r" b="b"/>
              <a:pathLst>
                <a:path w="1791970">
                  <a:moveTo>
                    <a:pt x="0" y="0"/>
                  </a:moveTo>
                  <a:lnTo>
                    <a:pt x="1791715" y="0"/>
                  </a:lnTo>
                </a:path>
              </a:pathLst>
            </a:custGeom>
            <a:ln w="25908">
              <a:solidFill>
                <a:srgbClr val="006FC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5125211" y="4698491"/>
              <a:ext cx="1080135" cy="527050"/>
            </a:xfrm>
            <a:custGeom>
              <a:avLst/>
              <a:gdLst/>
              <a:ahLst/>
              <a:cxnLst/>
              <a:rect l="l" t="t" r="r" b="b"/>
              <a:pathLst>
                <a:path w="1080135" h="527050">
                  <a:moveTo>
                    <a:pt x="0" y="0"/>
                  </a:moveTo>
                  <a:lnTo>
                    <a:pt x="0" y="526922"/>
                  </a:lnTo>
                </a:path>
                <a:path w="1080135" h="527050">
                  <a:moveTo>
                    <a:pt x="0" y="0"/>
                  </a:moveTo>
                  <a:lnTo>
                    <a:pt x="1080008" y="0"/>
                  </a:lnTo>
                </a:path>
              </a:pathLst>
            </a:custGeom>
            <a:ln w="12192">
              <a:solidFill>
                <a:srgbClr val="006FC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4657343" y="4698491"/>
              <a:ext cx="467995" cy="0"/>
            </a:xfrm>
            <a:custGeom>
              <a:avLst/>
              <a:gdLst/>
              <a:ahLst/>
              <a:cxnLst/>
              <a:rect l="l" t="t" r="r" b="b"/>
              <a:pathLst>
                <a:path w="467995">
                  <a:moveTo>
                    <a:pt x="0" y="0"/>
                  </a:moveTo>
                  <a:lnTo>
                    <a:pt x="467994" y="0"/>
                  </a:lnTo>
                </a:path>
              </a:pathLst>
            </a:custGeom>
            <a:ln w="6096">
              <a:solidFill>
                <a:srgbClr val="FF0000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2" name="object 12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575255" y="4622432"/>
              <a:ext cx="47798" cy="122540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4555278" y="5283735"/>
              <a:ext cx="78443" cy="124178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5052155" y="5347739"/>
              <a:ext cx="182022" cy="142470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6428397" y="5350936"/>
              <a:ext cx="104228" cy="99648"/>
            </a:xfrm>
            <a:prstGeom prst="rect">
              <a:avLst/>
            </a:prstGeom>
          </p:spPr>
        </p:pic>
      </p:grpSp>
      <p:pic>
        <p:nvPicPr>
          <p:cNvPr id="16" name="object 16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4597920" y="3380344"/>
            <a:ext cx="279641" cy="154573"/>
          </a:xfrm>
          <a:prstGeom prst="rect">
            <a:avLst/>
          </a:prstGeom>
        </p:spPr>
      </p:pic>
      <p:pic>
        <p:nvPicPr>
          <p:cNvPr id="17" name="object 17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710183" y="2250948"/>
            <a:ext cx="1675638" cy="168401"/>
          </a:xfrm>
          <a:prstGeom prst="rect">
            <a:avLst/>
          </a:prstGeom>
        </p:spPr>
      </p:pic>
      <p:sp>
        <p:nvSpPr>
          <p:cNvPr id="18" name="object 18"/>
          <p:cNvSpPr txBox="1"/>
          <p:nvPr/>
        </p:nvSpPr>
        <p:spPr>
          <a:xfrm>
            <a:off x="706627" y="2539111"/>
            <a:ext cx="5592445" cy="2235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94945" indent="-182245">
              <a:lnSpc>
                <a:spcPct val="100000"/>
              </a:lnSpc>
              <a:spcBef>
                <a:spcPts val="95"/>
              </a:spcBef>
              <a:buClr>
                <a:srgbClr val="183DAF"/>
              </a:buClr>
              <a:buFont typeface="Tahoma"/>
              <a:buChar char="‣"/>
              <a:tabLst>
                <a:tab pos="194945" algn="l"/>
              </a:tabLst>
            </a:pPr>
            <a:r>
              <a:rPr sz="1300" spc="-240" dirty="0">
                <a:solidFill>
                  <a:srgbClr val="252525"/>
                </a:solidFill>
                <a:latin typeface="Trebuchet MS"/>
                <a:cs typeface="Trebuchet MS"/>
              </a:rPr>
              <a:t>An</a:t>
            </a:r>
            <a:r>
              <a:rPr sz="1300" spc="-135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300" spc="-195" dirty="0">
                <a:solidFill>
                  <a:srgbClr val="252525"/>
                </a:solidFill>
                <a:latin typeface="Trebuchet MS"/>
                <a:cs typeface="Trebuchet MS"/>
              </a:rPr>
              <a:t>activation</a:t>
            </a:r>
            <a:r>
              <a:rPr sz="1300" spc="-125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300" spc="-204" dirty="0">
                <a:solidFill>
                  <a:srgbClr val="252525"/>
                </a:solidFill>
                <a:latin typeface="Trebuchet MS"/>
                <a:cs typeface="Trebuchet MS"/>
              </a:rPr>
              <a:t>function</a:t>
            </a:r>
            <a:r>
              <a:rPr sz="1300" spc="-120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300" spc="-210" dirty="0">
                <a:solidFill>
                  <a:srgbClr val="252525"/>
                </a:solidFill>
                <a:latin typeface="Trebuchet MS"/>
                <a:cs typeface="Trebuchet MS"/>
              </a:rPr>
              <a:t>that</a:t>
            </a:r>
            <a:r>
              <a:rPr sz="1300" spc="-130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300" spc="-190" dirty="0">
                <a:solidFill>
                  <a:srgbClr val="252525"/>
                </a:solidFill>
                <a:latin typeface="Trebuchet MS"/>
                <a:cs typeface="Trebuchet MS"/>
              </a:rPr>
              <a:t>was</a:t>
            </a:r>
            <a:r>
              <a:rPr sz="1300" spc="-135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300" spc="-200" dirty="0">
                <a:solidFill>
                  <a:srgbClr val="252525"/>
                </a:solidFill>
                <a:latin typeface="Trebuchet MS"/>
                <a:cs typeface="Trebuchet MS"/>
              </a:rPr>
              <a:t>frequently</a:t>
            </a:r>
            <a:r>
              <a:rPr sz="1300" spc="-130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300" spc="-190" dirty="0">
                <a:solidFill>
                  <a:srgbClr val="252525"/>
                </a:solidFill>
                <a:latin typeface="Trebuchet MS"/>
                <a:cs typeface="Trebuchet MS"/>
              </a:rPr>
              <a:t>used</a:t>
            </a:r>
            <a:r>
              <a:rPr sz="1300" spc="-145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300" spc="-190" dirty="0">
                <a:solidFill>
                  <a:srgbClr val="252525"/>
                </a:solidFill>
                <a:latin typeface="Trebuchet MS"/>
                <a:cs typeface="Trebuchet MS"/>
              </a:rPr>
              <a:t>in</a:t>
            </a:r>
            <a:r>
              <a:rPr sz="1300" spc="-105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300" spc="-220" dirty="0">
                <a:solidFill>
                  <a:srgbClr val="252525"/>
                </a:solidFill>
                <a:latin typeface="Trebuchet MS"/>
                <a:cs typeface="Trebuchet MS"/>
              </a:rPr>
              <a:t>the</a:t>
            </a:r>
            <a:r>
              <a:rPr sz="1300" spc="-110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300" spc="-180" dirty="0">
                <a:solidFill>
                  <a:srgbClr val="252525"/>
                </a:solidFill>
                <a:latin typeface="Trebuchet MS"/>
                <a:cs typeface="Trebuchet MS"/>
              </a:rPr>
              <a:t>early</a:t>
            </a:r>
            <a:r>
              <a:rPr sz="1300" spc="-110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300" spc="-180" dirty="0">
                <a:solidFill>
                  <a:srgbClr val="252525"/>
                </a:solidFill>
                <a:latin typeface="Trebuchet MS"/>
                <a:cs typeface="Trebuchet MS"/>
              </a:rPr>
              <a:t>days</a:t>
            </a:r>
            <a:r>
              <a:rPr sz="1300" spc="-120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300" spc="-200" dirty="0">
                <a:solidFill>
                  <a:srgbClr val="252525"/>
                </a:solidFill>
                <a:latin typeface="Trebuchet MS"/>
                <a:cs typeface="Trebuchet MS"/>
              </a:rPr>
              <a:t>of</a:t>
            </a:r>
            <a:r>
              <a:rPr sz="1300" spc="-70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300" spc="-190" dirty="0">
                <a:solidFill>
                  <a:srgbClr val="252525"/>
                </a:solidFill>
                <a:latin typeface="Trebuchet MS"/>
                <a:cs typeface="Trebuchet MS"/>
              </a:rPr>
              <a:t>neural</a:t>
            </a:r>
            <a:r>
              <a:rPr sz="1300" spc="-140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300" spc="-200" dirty="0">
                <a:solidFill>
                  <a:srgbClr val="252525"/>
                </a:solidFill>
                <a:latin typeface="Trebuchet MS"/>
                <a:cs typeface="Trebuchet MS"/>
              </a:rPr>
              <a:t>networks</a:t>
            </a:r>
            <a:r>
              <a:rPr sz="1300" spc="-125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300" spc="-110" dirty="0">
                <a:solidFill>
                  <a:srgbClr val="252525"/>
                </a:solidFill>
                <a:latin typeface="Trebuchet MS"/>
                <a:cs typeface="Trebuchet MS"/>
              </a:rPr>
              <a:t>is </a:t>
            </a:r>
            <a:r>
              <a:rPr sz="1300" spc="-220" dirty="0">
                <a:solidFill>
                  <a:srgbClr val="252525"/>
                </a:solidFill>
                <a:latin typeface="Trebuchet MS"/>
                <a:cs typeface="Trebuchet MS"/>
              </a:rPr>
              <a:t>the</a:t>
            </a:r>
            <a:r>
              <a:rPr sz="1300" spc="-110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300" spc="-180" dirty="0">
                <a:solidFill>
                  <a:srgbClr val="252525"/>
                </a:solidFill>
                <a:latin typeface="Trebuchet MS"/>
                <a:cs typeface="Trebuchet MS"/>
              </a:rPr>
              <a:t>step</a:t>
            </a:r>
            <a:r>
              <a:rPr sz="1300" spc="-145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300" spc="-155" dirty="0">
                <a:solidFill>
                  <a:srgbClr val="252525"/>
                </a:solidFill>
                <a:latin typeface="Trebuchet MS"/>
                <a:cs typeface="Trebuchet MS"/>
              </a:rPr>
              <a:t>function.</a:t>
            </a:r>
            <a:endParaRPr sz="1300">
              <a:latin typeface="Trebuchet MS"/>
              <a:cs typeface="Trebuchet MS"/>
            </a:endParaRPr>
          </a:p>
        </p:txBody>
      </p:sp>
      <p:pic>
        <p:nvPicPr>
          <p:cNvPr id="19" name="object 19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449580" y="1446237"/>
            <a:ext cx="2574798" cy="230924"/>
          </a:xfrm>
          <a:prstGeom prst="rect">
            <a:avLst/>
          </a:prstGeom>
        </p:spPr>
      </p:pic>
      <p:sp>
        <p:nvSpPr>
          <p:cNvPr id="20" name="object 20"/>
          <p:cNvSpPr/>
          <p:nvPr/>
        </p:nvSpPr>
        <p:spPr>
          <a:xfrm>
            <a:off x="559308" y="1914144"/>
            <a:ext cx="36830" cy="180340"/>
          </a:xfrm>
          <a:custGeom>
            <a:avLst/>
            <a:gdLst/>
            <a:ahLst/>
            <a:cxnLst/>
            <a:rect l="l" t="t" r="r" b="b"/>
            <a:pathLst>
              <a:path w="36829" h="180339">
                <a:moveTo>
                  <a:pt x="36576" y="0"/>
                </a:moveTo>
                <a:lnTo>
                  <a:pt x="0" y="0"/>
                </a:lnTo>
                <a:lnTo>
                  <a:pt x="0" y="179832"/>
                </a:lnTo>
                <a:lnTo>
                  <a:pt x="36576" y="179832"/>
                </a:lnTo>
                <a:lnTo>
                  <a:pt x="36576" y="0"/>
                </a:lnTo>
                <a:close/>
              </a:path>
            </a:pathLst>
          </a:custGeom>
          <a:solidFill>
            <a:srgbClr val="183DAF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21" name="object 21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713231" y="1937004"/>
            <a:ext cx="2465070" cy="176022"/>
          </a:xfrm>
          <a:prstGeom prst="rect">
            <a:avLst/>
          </a:prstGeom>
        </p:spPr>
      </p:pic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357397" y="6524434"/>
            <a:ext cx="87590" cy="90487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54151" y="6527292"/>
            <a:ext cx="1794510" cy="142494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862571" y="6521195"/>
            <a:ext cx="2327910" cy="118110"/>
          </a:xfrm>
          <a:prstGeom prst="rect">
            <a:avLst/>
          </a:prstGeom>
        </p:spPr>
      </p:pic>
      <p:sp>
        <p:nvSpPr>
          <p:cNvPr id="5" name="object 5"/>
          <p:cNvSpPr/>
          <p:nvPr/>
        </p:nvSpPr>
        <p:spPr>
          <a:xfrm>
            <a:off x="559308" y="1440180"/>
            <a:ext cx="36830" cy="180340"/>
          </a:xfrm>
          <a:custGeom>
            <a:avLst/>
            <a:gdLst/>
            <a:ahLst/>
            <a:cxnLst/>
            <a:rect l="l" t="t" r="r" b="b"/>
            <a:pathLst>
              <a:path w="36829" h="180340">
                <a:moveTo>
                  <a:pt x="36576" y="0"/>
                </a:moveTo>
                <a:lnTo>
                  <a:pt x="0" y="0"/>
                </a:lnTo>
                <a:lnTo>
                  <a:pt x="0" y="179832"/>
                </a:lnTo>
                <a:lnTo>
                  <a:pt x="36576" y="179832"/>
                </a:lnTo>
                <a:lnTo>
                  <a:pt x="36576" y="0"/>
                </a:lnTo>
                <a:close/>
              </a:path>
            </a:pathLst>
          </a:custGeom>
          <a:solidFill>
            <a:srgbClr val="183DAF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6" name="object 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713231" y="1461516"/>
            <a:ext cx="1922526" cy="177546"/>
          </a:xfrm>
          <a:prstGeom prst="rect">
            <a:avLst/>
          </a:prstGeom>
        </p:spPr>
      </p:pic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1.5.</a:t>
            </a:r>
            <a:r>
              <a:rPr spc="-25" dirty="0"/>
              <a:t> </a:t>
            </a:r>
            <a:r>
              <a:rPr dirty="0"/>
              <a:t>Activation</a:t>
            </a:r>
            <a:r>
              <a:rPr spc="-15" dirty="0"/>
              <a:t> </a:t>
            </a:r>
            <a:r>
              <a:rPr spc="-10" dirty="0"/>
              <a:t>Function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8671941" y="463677"/>
            <a:ext cx="80962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dirty="0">
                <a:solidFill>
                  <a:srgbClr val="D9D9D9"/>
                </a:solidFill>
                <a:latin typeface="Ebrima"/>
                <a:cs typeface="Ebrima"/>
              </a:rPr>
              <a:t>UNIT</a:t>
            </a:r>
            <a:r>
              <a:rPr sz="1600" spc="400" dirty="0">
                <a:solidFill>
                  <a:srgbClr val="D9D9D9"/>
                </a:solidFill>
                <a:latin typeface="Ebrima"/>
                <a:cs typeface="Ebrima"/>
              </a:rPr>
              <a:t> </a:t>
            </a:r>
            <a:r>
              <a:rPr sz="1600" spc="-35" dirty="0">
                <a:solidFill>
                  <a:srgbClr val="D9D9D9"/>
                </a:solidFill>
                <a:latin typeface="Ebrima"/>
                <a:cs typeface="Ebrima"/>
              </a:rPr>
              <a:t>01</a:t>
            </a:r>
            <a:endParaRPr sz="1600">
              <a:latin typeface="Ebrima"/>
              <a:cs typeface="Ebrima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710183" y="1760219"/>
            <a:ext cx="5896610" cy="3552190"/>
            <a:chOff x="710183" y="1760219"/>
            <a:chExt cx="5896610" cy="3552190"/>
          </a:xfrm>
        </p:grpSpPr>
        <p:pic>
          <p:nvPicPr>
            <p:cNvPr id="10" name="object 10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710183" y="1760219"/>
              <a:ext cx="4152138" cy="3551682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3822191" y="4146803"/>
              <a:ext cx="2159508" cy="449580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3366516" y="3012947"/>
              <a:ext cx="3240405" cy="1800225"/>
            </a:xfrm>
            <a:custGeom>
              <a:avLst/>
              <a:gdLst/>
              <a:ahLst/>
              <a:cxnLst/>
              <a:rect l="l" t="t" r="r" b="b"/>
              <a:pathLst>
                <a:path w="3240404" h="1800225">
                  <a:moveTo>
                    <a:pt x="3240024" y="1588008"/>
                  </a:moveTo>
                  <a:lnTo>
                    <a:pt x="3227324" y="1581658"/>
                  </a:lnTo>
                  <a:lnTo>
                    <a:pt x="3163824" y="1549908"/>
                  </a:lnTo>
                  <a:lnTo>
                    <a:pt x="3163824" y="1581658"/>
                  </a:lnTo>
                  <a:lnTo>
                    <a:pt x="1541018" y="1581658"/>
                  </a:lnTo>
                  <a:lnTo>
                    <a:pt x="1541018" y="76200"/>
                  </a:lnTo>
                  <a:lnTo>
                    <a:pt x="1572768" y="76200"/>
                  </a:lnTo>
                  <a:lnTo>
                    <a:pt x="1566418" y="63500"/>
                  </a:lnTo>
                  <a:lnTo>
                    <a:pt x="1534668" y="0"/>
                  </a:lnTo>
                  <a:lnTo>
                    <a:pt x="1496568" y="76200"/>
                  </a:lnTo>
                  <a:lnTo>
                    <a:pt x="1528318" y="76200"/>
                  </a:lnTo>
                  <a:lnTo>
                    <a:pt x="1528318" y="1581658"/>
                  </a:lnTo>
                  <a:lnTo>
                    <a:pt x="0" y="1581658"/>
                  </a:lnTo>
                  <a:lnTo>
                    <a:pt x="0" y="1594358"/>
                  </a:lnTo>
                  <a:lnTo>
                    <a:pt x="1528318" y="1594358"/>
                  </a:lnTo>
                  <a:lnTo>
                    <a:pt x="1528318" y="1799971"/>
                  </a:lnTo>
                  <a:lnTo>
                    <a:pt x="1541018" y="1799971"/>
                  </a:lnTo>
                  <a:lnTo>
                    <a:pt x="1541018" y="1594358"/>
                  </a:lnTo>
                  <a:lnTo>
                    <a:pt x="3163824" y="1594358"/>
                  </a:lnTo>
                  <a:lnTo>
                    <a:pt x="3163824" y="1626108"/>
                  </a:lnTo>
                  <a:lnTo>
                    <a:pt x="3227324" y="1594358"/>
                  </a:lnTo>
                  <a:lnTo>
                    <a:pt x="3240024" y="1588008"/>
                  </a:lnTo>
                  <a:close/>
                </a:path>
              </a:pathLst>
            </a:custGeom>
            <a:solidFill>
              <a:srgbClr val="58585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3461004" y="4140707"/>
              <a:ext cx="2880360" cy="0"/>
            </a:xfrm>
            <a:custGeom>
              <a:avLst/>
              <a:gdLst/>
              <a:ahLst/>
              <a:cxnLst/>
              <a:rect l="l" t="t" r="r" b="b"/>
              <a:pathLst>
                <a:path w="2880360">
                  <a:moveTo>
                    <a:pt x="0" y="0"/>
                  </a:moveTo>
                  <a:lnTo>
                    <a:pt x="2879979" y="0"/>
                  </a:lnTo>
                </a:path>
              </a:pathLst>
            </a:custGeom>
            <a:ln w="6096">
              <a:solidFill>
                <a:srgbClr val="FF0000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/>
          <p:nvPr/>
        </p:nvSpPr>
        <p:spPr>
          <a:xfrm>
            <a:off x="4605654" y="3859148"/>
            <a:ext cx="215265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25" dirty="0">
                <a:latin typeface="Times New Roman"/>
                <a:cs typeface="Times New Roman"/>
              </a:rPr>
              <a:t>+1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4681220" y="4584319"/>
            <a:ext cx="114935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latin typeface="Times New Roman"/>
                <a:cs typeface="Times New Roman"/>
              </a:rPr>
              <a:t>0</a:t>
            </a:r>
            <a:endParaRPr sz="1400">
              <a:latin typeface="Times New Roman"/>
              <a:cs typeface="Times New Roman"/>
            </a:endParaRPr>
          </a:p>
        </p:txBody>
      </p:sp>
      <p:pic>
        <p:nvPicPr>
          <p:cNvPr id="16" name="object 16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4514088" y="2683764"/>
            <a:ext cx="723138" cy="203453"/>
          </a:xfrm>
          <a:prstGeom prst="rect">
            <a:avLst/>
          </a:prstGeom>
        </p:spPr>
      </p:pic>
      <p:sp>
        <p:nvSpPr>
          <p:cNvPr id="17" name="object 17"/>
          <p:cNvSpPr txBox="1"/>
          <p:nvPr/>
        </p:nvSpPr>
        <p:spPr>
          <a:xfrm>
            <a:off x="6558533" y="4602860"/>
            <a:ext cx="13335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50" dirty="0">
                <a:latin typeface="Cambria Math"/>
                <a:cs typeface="Cambria Math"/>
              </a:rPr>
              <a:t>𝑥</a:t>
            </a:r>
            <a:endParaRPr sz="1600">
              <a:latin typeface="Cambria Math"/>
              <a:cs typeface="Cambria Math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773683" y="2182748"/>
            <a:ext cx="5676265" cy="2235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94945" indent="-182245">
              <a:lnSpc>
                <a:spcPct val="100000"/>
              </a:lnSpc>
              <a:spcBef>
                <a:spcPts val="95"/>
              </a:spcBef>
              <a:buClr>
                <a:srgbClr val="183DAF"/>
              </a:buClr>
              <a:buFont typeface="Tahoma"/>
              <a:buChar char="‣"/>
              <a:tabLst>
                <a:tab pos="194945" algn="l"/>
              </a:tabLst>
            </a:pPr>
            <a:r>
              <a:rPr sz="1300" spc="-265" dirty="0">
                <a:solidFill>
                  <a:srgbClr val="252525"/>
                </a:solidFill>
                <a:latin typeface="Trebuchet MS"/>
                <a:cs typeface="Trebuchet MS"/>
              </a:rPr>
              <a:t>The</a:t>
            </a:r>
            <a:r>
              <a:rPr sz="1300" spc="-80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300" spc="-195" dirty="0">
                <a:solidFill>
                  <a:srgbClr val="252525"/>
                </a:solidFill>
                <a:latin typeface="Trebuchet MS"/>
                <a:cs typeface="Trebuchet MS"/>
              </a:rPr>
              <a:t>Sigmoid</a:t>
            </a:r>
            <a:r>
              <a:rPr sz="1300" spc="-114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300" spc="-110" dirty="0">
                <a:solidFill>
                  <a:srgbClr val="252525"/>
                </a:solidFill>
                <a:latin typeface="Trebuchet MS"/>
                <a:cs typeface="Trebuchet MS"/>
              </a:rPr>
              <a:t>is </a:t>
            </a:r>
            <a:r>
              <a:rPr sz="1300" spc="-200" dirty="0">
                <a:solidFill>
                  <a:srgbClr val="252525"/>
                </a:solidFill>
                <a:latin typeface="Trebuchet MS"/>
                <a:cs typeface="Trebuchet MS"/>
              </a:rPr>
              <a:t>another</a:t>
            </a:r>
            <a:r>
              <a:rPr sz="1300" spc="-130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300" spc="-220" dirty="0">
                <a:solidFill>
                  <a:srgbClr val="252525"/>
                </a:solidFill>
                <a:latin typeface="Trebuchet MS"/>
                <a:cs typeface="Trebuchet MS"/>
              </a:rPr>
              <a:t>widely</a:t>
            </a:r>
            <a:r>
              <a:rPr sz="1300" spc="-130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300" spc="-190" dirty="0">
                <a:solidFill>
                  <a:srgbClr val="252525"/>
                </a:solidFill>
                <a:latin typeface="Trebuchet MS"/>
                <a:cs typeface="Trebuchet MS"/>
              </a:rPr>
              <a:t>used</a:t>
            </a:r>
            <a:r>
              <a:rPr sz="1300" spc="-155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300" spc="-195" dirty="0">
                <a:solidFill>
                  <a:srgbClr val="252525"/>
                </a:solidFill>
                <a:latin typeface="Trebuchet MS"/>
                <a:cs typeface="Trebuchet MS"/>
              </a:rPr>
              <a:t>activation</a:t>
            </a:r>
            <a:r>
              <a:rPr sz="1300" spc="-100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300" spc="-210" dirty="0">
                <a:solidFill>
                  <a:srgbClr val="252525"/>
                </a:solidFill>
                <a:latin typeface="Trebuchet MS"/>
                <a:cs typeface="Trebuchet MS"/>
              </a:rPr>
              <a:t>function.</a:t>
            </a:r>
            <a:r>
              <a:rPr sz="1300" spc="-130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300" spc="-229" dirty="0">
                <a:solidFill>
                  <a:srgbClr val="252525"/>
                </a:solidFill>
                <a:latin typeface="Trebuchet MS"/>
                <a:cs typeface="Trebuchet MS"/>
              </a:rPr>
              <a:t>Note</a:t>
            </a:r>
            <a:r>
              <a:rPr sz="1300" spc="-130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300" spc="-210" dirty="0">
                <a:solidFill>
                  <a:srgbClr val="252525"/>
                </a:solidFill>
                <a:latin typeface="Trebuchet MS"/>
                <a:cs typeface="Trebuchet MS"/>
              </a:rPr>
              <a:t>that</a:t>
            </a:r>
            <a:r>
              <a:rPr sz="1300" spc="-125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300" spc="-220" dirty="0">
                <a:solidFill>
                  <a:srgbClr val="252525"/>
                </a:solidFill>
                <a:latin typeface="Trebuchet MS"/>
                <a:cs typeface="Trebuchet MS"/>
              </a:rPr>
              <a:t>the</a:t>
            </a:r>
            <a:r>
              <a:rPr sz="1300" spc="-90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300" spc="-220" dirty="0">
                <a:solidFill>
                  <a:srgbClr val="252525"/>
                </a:solidFill>
                <a:latin typeface="Trebuchet MS"/>
                <a:cs typeface="Trebuchet MS"/>
              </a:rPr>
              <a:t>output</a:t>
            </a:r>
            <a:r>
              <a:rPr sz="1300" spc="-140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300" spc="-210" dirty="0">
                <a:solidFill>
                  <a:srgbClr val="252525"/>
                </a:solidFill>
                <a:latin typeface="Trebuchet MS"/>
                <a:cs typeface="Trebuchet MS"/>
              </a:rPr>
              <a:t>value</a:t>
            </a:r>
            <a:r>
              <a:rPr sz="1300" spc="-95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300" spc="-165" dirty="0">
                <a:solidFill>
                  <a:srgbClr val="252525"/>
                </a:solidFill>
                <a:latin typeface="Trebuchet MS"/>
                <a:cs typeface="Trebuchet MS"/>
              </a:rPr>
              <a:t>ranges</a:t>
            </a:r>
            <a:r>
              <a:rPr sz="1300" spc="-150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300" spc="-240" dirty="0">
                <a:solidFill>
                  <a:srgbClr val="252525"/>
                </a:solidFill>
                <a:latin typeface="Trebuchet MS"/>
                <a:cs typeface="Trebuchet MS"/>
              </a:rPr>
              <a:t>between</a:t>
            </a:r>
            <a:r>
              <a:rPr sz="1300" spc="-140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300" spc="-130" dirty="0">
                <a:solidFill>
                  <a:srgbClr val="252525"/>
                </a:solidFill>
                <a:latin typeface="Trebuchet MS"/>
                <a:cs typeface="Trebuchet MS"/>
              </a:rPr>
              <a:t>0</a:t>
            </a:r>
            <a:r>
              <a:rPr sz="1300" spc="-125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300" spc="-225" dirty="0">
                <a:solidFill>
                  <a:srgbClr val="252525"/>
                </a:solidFill>
                <a:latin typeface="Trebuchet MS"/>
                <a:cs typeface="Trebuchet MS"/>
              </a:rPr>
              <a:t>and</a:t>
            </a:r>
            <a:r>
              <a:rPr sz="1300" spc="-110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300" spc="-380" dirty="0">
                <a:solidFill>
                  <a:srgbClr val="252525"/>
                </a:solidFill>
                <a:latin typeface="Trebuchet MS"/>
                <a:cs typeface="Trebuchet MS"/>
              </a:rPr>
              <a:t>1.</a:t>
            </a:r>
            <a:endParaRPr sz="13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361970" y="6524434"/>
            <a:ext cx="87590" cy="90487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54151" y="6527292"/>
            <a:ext cx="1794510" cy="142494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862571" y="6521195"/>
            <a:ext cx="2327910" cy="118110"/>
          </a:xfrm>
          <a:prstGeom prst="rect">
            <a:avLst/>
          </a:prstGeom>
        </p:spPr>
      </p:pic>
      <p:sp>
        <p:nvSpPr>
          <p:cNvPr id="5" name="object 5"/>
          <p:cNvSpPr/>
          <p:nvPr/>
        </p:nvSpPr>
        <p:spPr>
          <a:xfrm>
            <a:off x="559308" y="1440180"/>
            <a:ext cx="36830" cy="180340"/>
          </a:xfrm>
          <a:custGeom>
            <a:avLst/>
            <a:gdLst/>
            <a:ahLst/>
            <a:cxnLst/>
            <a:rect l="l" t="t" r="r" b="b"/>
            <a:pathLst>
              <a:path w="36829" h="180340">
                <a:moveTo>
                  <a:pt x="36576" y="0"/>
                </a:moveTo>
                <a:lnTo>
                  <a:pt x="0" y="0"/>
                </a:lnTo>
                <a:lnTo>
                  <a:pt x="0" y="179832"/>
                </a:lnTo>
                <a:lnTo>
                  <a:pt x="36576" y="179832"/>
                </a:lnTo>
                <a:lnTo>
                  <a:pt x="36576" y="0"/>
                </a:lnTo>
                <a:close/>
              </a:path>
            </a:pathLst>
          </a:custGeom>
          <a:solidFill>
            <a:srgbClr val="183DAF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6" name="object 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713231" y="1463039"/>
            <a:ext cx="2590038" cy="176022"/>
          </a:xfrm>
          <a:prstGeom prst="rect">
            <a:avLst/>
          </a:prstGeom>
        </p:spPr>
      </p:pic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1.5.</a:t>
            </a:r>
            <a:r>
              <a:rPr spc="-25" dirty="0"/>
              <a:t> </a:t>
            </a:r>
            <a:r>
              <a:rPr dirty="0"/>
              <a:t>Activation</a:t>
            </a:r>
            <a:r>
              <a:rPr spc="-20" dirty="0"/>
              <a:t> </a:t>
            </a:r>
            <a:r>
              <a:rPr spc="-10" dirty="0"/>
              <a:t>Function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8671941" y="463677"/>
            <a:ext cx="80962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dirty="0">
                <a:solidFill>
                  <a:srgbClr val="D9D9D9"/>
                </a:solidFill>
                <a:latin typeface="Ebrima"/>
                <a:cs typeface="Ebrima"/>
              </a:rPr>
              <a:t>UNIT</a:t>
            </a:r>
            <a:r>
              <a:rPr sz="1600" spc="400" dirty="0">
                <a:solidFill>
                  <a:srgbClr val="D9D9D9"/>
                </a:solidFill>
                <a:latin typeface="Ebrima"/>
                <a:cs typeface="Ebrima"/>
              </a:rPr>
              <a:t> </a:t>
            </a:r>
            <a:r>
              <a:rPr sz="1600" spc="-35" dirty="0">
                <a:solidFill>
                  <a:srgbClr val="D9D9D9"/>
                </a:solidFill>
                <a:latin typeface="Ebrima"/>
                <a:cs typeface="Ebrima"/>
              </a:rPr>
              <a:t>01</a:t>
            </a:r>
            <a:endParaRPr sz="1600">
              <a:latin typeface="Ebrima"/>
              <a:cs typeface="Ebrima"/>
            </a:endParaRPr>
          </a:p>
        </p:txBody>
      </p:sp>
      <p:pic>
        <p:nvPicPr>
          <p:cNvPr id="9" name="object 9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710183" y="1760207"/>
            <a:ext cx="1413510" cy="279666"/>
          </a:xfrm>
          <a:prstGeom prst="rect">
            <a:avLst/>
          </a:prstGeom>
        </p:spPr>
      </p:pic>
      <p:grpSp>
        <p:nvGrpSpPr>
          <p:cNvPr id="10" name="object 10"/>
          <p:cNvGrpSpPr/>
          <p:nvPr/>
        </p:nvGrpSpPr>
        <p:grpSpPr>
          <a:xfrm>
            <a:off x="3255264" y="3305555"/>
            <a:ext cx="3240405" cy="2684780"/>
            <a:chOff x="3255264" y="3305555"/>
            <a:chExt cx="3240405" cy="2684780"/>
          </a:xfrm>
        </p:grpSpPr>
        <p:pic>
          <p:nvPicPr>
            <p:cNvPr id="11" name="object 11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3665220" y="4450080"/>
              <a:ext cx="2249424" cy="900684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3255264" y="3305555"/>
              <a:ext cx="3240405" cy="2684780"/>
            </a:xfrm>
            <a:custGeom>
              <a:avLst/>
              <a:gdLst/>
              <a:ahLst/>
              <a:cxnLst/>
              <a:rect l="l" t="t" r="r" b="b"/>
              <a:pathLst>
                <a:path w="3240404" h="2684779">
                  <a:moveTo>
                    <a:pt x="3240024" y="1588008"/>
                  </a:moveTo>
                  <a:lnTo>
                    <a:pt x="3227324" y="1581658"/>
                  </a:lnTo>
                  <a:lnTo>
                    <a:pt x="3163824" y="1549908"/>
                  </a:lnTo>
                  <a:lnTo>
                    <a:pt x="3163824" y="1581658"/>
                  </a:lnTo>
                  <a:lnTo>
                    <a:pt x="1541018" y="1581658"/>
                  </a:lnTo>
                  <a:lnTo>
                    <a:pt x="1541018" y="76200"/>
                  </a:lnTo>
                  <a:lnTo>
                    <a:pt x="1572768" y="76200"/>
                  </a:lnTo>
                  <a:lnTo>
                    <a:pt x="1566418" y="63500"/>
                  </a:lnTo>
                  <a:lnTo>
                    <a:pt x="1534668" y="0"/>
                  </a:lnTo>
                  <a:lnTo>
                    <a:pt x="1496568" y="76200"/>
                  </a:lnTo>
                  <a:lnTo>
                    <a:pt x="1528318" y="76200"/>
                  </a:lnTo>
                  <a:lnTo>
                    <a:pt x="1528318" y="1581658"/>
                  </a:lnTo>
                  <a:lnTo>
                    <a:pt x="0" y="1581658"/>
                  </a:lnTo>
                  <a:lnTo>
                    <a:pt x="0" y="1594358"/>
                  </a:lnTo>
                  <a:lnTo>
                    <a:pt x="1528318" y="1594358"/>
                  </a:lnTo>
                  <a:lnTo>
                    <a:pt x="1528318" y="2684157"/>
                  </a:lnTo>
                  <a:lnTo>
                    <a:pt x="1541018" y="2684157"/>
                  </a:lnTo>
                  <a:lnTo>
                    <a:pt x="1541018" y="1594358"/>
                  </a:lnTo>
                  <a:lnTo>
                    <a:pt x="3163824" y="1594358"/>
                  </a:lnTo>
                  <a:lnTo>
                    <a:pt x="3163824" y="1626108"/>
                  </a:lnTo>
                  <a:lnTo>
                    <a:pt x="3227324" y="1594358"/>
                  </a:lnTo>
                  <a:lnTo>
                    <a:pt x="3240024" y="1588008"/>
                  </a:lnTo>
                  <a:close/>
                </a:path>
              </a:pathLst>
            </a:custGeom>
            <a:solidFill>
              <a:srgbClr val="58585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3349752" y="4431791"/>
              <a:ext cx="2880360" cy="931544"/>
            </a:xfrm>
            <a:custGeom>
              <a:avLst/>
              <a:gdLst/>
              <a:ahLst/>
              <a:cxnLst/>
              <a:rect l="l" t="t" r="r" b="b"/>
              <a:pathLst>
                <a:path w="2880360" h="931545">
                  <a:moveTo>
                    <a:pt x="0" y="0"/>
                  </a:moveTo>
                  <a:lnTo>
                    <a:pt x="2879979" y="0"/>
                  </a:lnTo>
                </a:path>
                <a:path w="2880360" h="931545">
                  <a:moveTo>
                    <a:pt x="0" y="931163"/>
                  </a:moveTo>
                  <a:lnTo>
                    <a:pt x="2879979" y="931163"/>
                  </a:lnTo>
                </a:path>
              </a:pathLst>
            </a:custGeom>
            <a:ln w="6096">
              <a:solidFill>
                <a:srgbClr val="FF0000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/>
          <p:nvPr/>
        </p:nvSpPr>
        <p:spPr>
          <a:xfrm>
            <a:off x="4493133" y="4151502"/>
            <a:ext cx="215265" cy="14897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25" dirty="0">
                <a:latin typeface="Times New Roman"/>
                <a:cs typeface="Times New Roman"/>
              </a:rPr>
              <a:t>+1</a:t>
            </a:r>
            <a:endParaRPr sz="1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5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2000">
              <a:latin typeface="Times New Roman"/>
              <a:cs typeface="Times New Roman"/>
            </a:endParaRPr>
          </a:p>
          <a:p>
            <a:pPr marL="88265">
              <a:lnSpc>
                <a:spcPct val="100000"/>
              </a:lnSpc>
            </a:pPr>
            <a:r>
              <a:rPr sz="1400" dirty="0">
                <a:latin typeface="Times New Roman"/>
                <a:cs typeface="Times New Roman"/>
              </a:rPr>
              <a:t>0</a:t>
            </a:r>
            <a:endParaRPr sz="1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2100">
              <a:latin typeface="Times New Roman"/>
              <a:cs typeface="Times New Roman"/>
            </a:endParaRPr>
          </a:p>
          <a:p>
            <a:pPr marL="32384">
              <a:lnSpc>
                <a:spcPct val="100000"/>
              </a:lnSpc>
            </a:pPr>
            <a:r>
              <a:rPr sz="1400" dirty="0">
                <a:latin typeface="Times New Roman"/>
                <a:cs typeface="Times New Roman"/>
              </a:rPr>
              <a:t>-</a:t>
            </a:r>
            <a:r>
              <a:rPr sz="1400" spc="-50" dirty="0">
                <a:latin typeface="Times New Roman"/>
                <a:cs typeface="Times New Roman"/>
              </a:rPr>
              <a:t>1</a:t>
            </a:r>
            <a:endParaRPr sz="1400">
              <a:latin typeface="Times New Roman"/>
              <a:cs typeface="Times New Roman"/>
            </a:endParaRPr>
          </a:p>
        </p:txBody>
      </p:sp>
      <p:pic>
        <p:nvPicPr>
          <p:cNvPr id="15" name="object 15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4561357" y="2981052"/>
            <a:ext cx="404596" cy="159149"/>
          </a:xfrm>
          <a:prstGeom prst="rect">
            <a:avLst/>
          </a:prstGeom>
        </p:spPr>
      </p:pic>
      <p:sp>
        <p:nvSpPr>
          <p:cNvPr id="16" name="object 16"/>
          <p:cNvSpPr txBox="1"/>
          <p:nvPr/>
        </p:nvSpPr>
        <p:spPr>
          <a:xfrm>
            <a:off x="694436" y="2193417"/>
            <a:ext cx="5951220" cy="412292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94945" indent="-182245">
              <a:lnSpc>
                <a:spcPct val="100000"/>
              </a:lnSpc>
              <a:spcBef>
                <a:spcPts val="95"/>
              </a:spcBef>
              <a:buClr>
                <a:srgbClr val="183DAF"/>
              </a:buClr>
              <a:buFont typeface="Tahoma"/>
              <a:buChar char="‣"/>
              <a:tabLst>
                <a:tab pos="194945" algn="l"/>
              </a:tabLst>
            </a:pPr>
            <a:r>
              <a:rPr sz="1300" dirty="0">
                <a:solidFill>
                  <a:srgbClr val="252525"/>
                </a:solidFill>
                <a:latin typeface="Trebuchet MS"/>
                <a:cs typeface="Trebuchet MS"/>
              </a:rPr>
              <a:t>The hyperbolic tangent (tanh) looks similar to the Sigmoid. However, the output value ranges between -1 and +1.</a:t>
            </a:r>
            <a:endParaRPr sz="1300" dirty="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357560" y="6524434"/>
            <a:ext cx="85905" cy="90487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54151" y="6527292"/>
            <a:ext cx="1794510" cy="142494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862571" y="6521195"/>
            <a:ext cx="2327910" cy="118110"/>
          </a:xfrm>
          <a:prstGeom prst="rect">
            <a:avLst/>
          </a:prstGeom>
        </p:spPr>
      </p:pic>
      <p:sp>
        <p:nvSpPr>
          <p:cNvPr id="5" name="object 5"/>
          <p:cNvSpPr/>
          <p:nvPr/>
        </p:nvSpPr>
        <p:spPr>
          <a:xfrm>
            <a:off x="559308" y="1440180"/>
            <a:ext cx="36830" cy="180340"/>
          </a:xfrm>
          <a:custGeom>
            <a:avLst/>
            <a:gdLst/>
            <a:ahLst/>
            <a:cxnLst/>
            <a:rect l="l" t="t" r="r" b="b"/>
            <a:pathLst>
              <a:path w="36829" h="180340">
                <a:moveTo>
                  <a:pt x="36576" y="0"/>
                </a:moveTo>
                <a:lnTo>
                  <a:pt x="0" y="0"/>
                </a:lnTo>
                <a:lnTo>
                  <a:pt x="0" y="179832"/>
                </a:lnTo>
                <a:lnTo>
                  <a:pt x="36576" y="179832"/>
                </a:lnTo>
                <a:lnTo>
                  <a:pt x="36576" y="0"/>
                </a:lnTo>
                <a:close/>
              </a:path>
            </a:pathLst>
          </a:custGeom>
          <a:solidFill>
            <a:srgbClr val="183DAF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6" name="object 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713231" y="1463039"/>
            <a:ext cx="1453133" cy="144017"/>
          </a:xfrm>
          <a:prstGeom prst="rect">
            <a:avLst/>
          </a:prstGeom>
        </p:spPr>
      </p:pic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1.5.</a:t>
            </a:r>
            <a:r>
              <a:rPr spc="-25" dirty="0"/>
              <a:t> </a:t>
            </a:r>
            <a:r>
              <a:rPr dirty="0"/>
              <a:t>Activation</a:t>
            </a:r>
            <a:r>
              <a:rPr spc="-20" dirty="0"/>
              <a:t> </a:t>
            </a:r>
            <a:r>
              <a:rPr spc="-10" dirty="0"/>
              <a:t>Function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8671941" y="463677"/>
            <a:ext cx="80962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dirty="0">
                <a:solidFill>
                  <a:srgbClr val="D9D9D9"/>
                </a:solidFill>
                <a:latin typeface="Ebrima"/>
                <a:cs typeface="Ebrima"/>
              </a:rPr>
              <a:t>UNIT</a:t>
            </a:r>
            <a:r>
              <a:rPr sz="1600" spc="400" dirty="0">
                <a:solidFill>
                  <a:srgbClr val="D9D9D9"/>
                </a:solidFill>
                <a:latin typeface="Ebrima"/>
                <a:cs typeface="Ebrima"/>
              </a:rPr>
              <a:t> </a:t>
            </a:r>
            <a:r>
              <a:rPr sz="1600" spc="-35" dirty="0">
                <a:solidFill>
                  <a:srgbClr val="D9D9D9"/>
                </a:solidFill>
                <a:latin typeface="Ebrima"/>
                <a:cs typeface="Ebrima"/>
              </a:rPr>
              <a:t>01</a:t>
            </a:r>
            <a:endParaRPr sz="1600">
              <a:latin typeface="Ebrima"/>
              <a:cs typeface="Ebrima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3113532" y="3209544"/>
            <a:ext cx="3240405" cy="2686050"/>
            <a:chOff x="3113532" y="3209544"/>
            <a:chExt cx="3240405" cy="2686050"/>
          </a:xfrm>
        </p:grpSpPr>
        <p:sp>
          <p:nvSpPr>
            <p:cNvPr id="10" name="object 10"/>
            <p:cNvSpPr/>
            <p:nvPr/>
          </p:nvSpPr>
          <p:spPr>
            <a:xfrm>
              <a:off x="3113532" y="3209543"/>
              <a:ext cx="3240405" cy="2686050"/>
            </a:xfrm>
            <a:custGeom>
              <a:avLst/>
              <a:gdLst/>
              <a:ahLst/>
              <a:cxnLst/>
              <a:rect l="l" t="t" r="r" b="b"/>
              <a:pathLst>
                <a:path w="3240404" h="2686050">
                  <a:moveTo>
                    <a:pt x="3240024" y="1589532"/>
                  </a:moveTo>
                  <a:lnTo>
                    <a:pt x="3227324" y="1583182"/>
                  </a:lnTo>
                  <a:lnTo>
                    <a:pt x="3163824" y="1551432"/>
                  </a:lnTo>
                  <a:lnTo>
                    <a:pt x="3163824" y="1583182"/>
                  </a:lnTo>
                  <a:lnTo>
                    <a:pt x="1539494" y="1583182"/>
                  </a:lnTo>
                  <a:lnTo>
                    <a:pt x="1539494" y="76200"/>
                  </a:lnTo>
                  <a:lnTo>
                    <a:pt x="1571244" y="76200"/>
                  </a:lnTo>
                  <a:lnTo>
                    <a:pt x="1564894" y="63500"/>
                  </a:lnTo>
                  <a:lnTo>
                    <a:pt x="1533144" y="0"/>
                  </a:lnTo>
                  <a:lnTo>
                    <a:pt x="1495044" y="76200"/>
                  </a:lnTo>
                  <a:lnTo>
                    <a:pt x="1526794" y="76200"/>
                  </a:lnTo>
                  <a:lnTo>
                    <a:pt x="1526794" y="1583182"/>
                  </a:lnTo>
                  <a:lnTo>
                    <a:pt x="0" y="1583182"/>
                  </a:lnTo>
                  <a:lnTo>
                    <a:pt x="0" y="1595882"/>
                  </a:lnTo>
                  <a:lnTo>
                    <a:pt x="1526794" y="1595882"/>
                  </a:lnTo>
                  <a:lnTo>
                    <a:pt x="1526794" y="2685605"/>
                  </a:lnTo>
                  <a:lnTo>
                    <a:pt x="1539494" y="2685605"/>
                  </a:lnTo>
                  <a:lnTo>
                    <a:pt x="1539494" y="1595882"/>
                  </a:lnTo>
                  <a:lnTo>
                    <a:pt x="3163824" y="1595882"/>
                  </a:lnTo>
                  <a:lnTo>
                    <a:pt x="3163824" y="1627632"/>
                  </a:lnTo>
                  <a:lnTo>
                    <a:pt x="3227324" y="1595882"/>
                  </a:lnTo>
                  <a:lnTo>
                    <a:pt x="3240024" y="1589532"/>
                  </a:lnTo>
                  <a:close/>
                </a:path>
              </a:pathLst>
            </a:custGeom>
            <a:solidFill>
              <a:srgbClr val="58585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3635502" y="3787775"/>
              <a:ext cx="2037080" cy="2037080"/>
            </a:xfrm>
            <a:custGeom>
              <a:avLst/>
              <a:gdLst/>
              <a:ahLst/>
              <a:cxnLst/>
              <a:rect l="l" t="t" r="r" b="b"/>
              <a:pathLst>
                <a:path w="2037079" h="2037079">
                  <a:moveTo>
                    <a:pt x="0" y="2036533"/>
                  </a:moveTo>
                  <a:lnTo>
                    <a:pt x="2036572" y="0"/>
                  </a:lnTo>
                </a:path>
              </a:pathLst>
            </a:custGeom>
            <a:ln w="12699">
              <a:solidFill>
                <a:srgbClr val="006FC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4426965" y="4781550"/>
            <a:ext cx="114935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latin typeface="Times New Roman"/>
                <a:cs typeface="Times New Roman"/>
              </a:rPr>
              <a:t>0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6304026" y="4799533"/>
            <a:ext cx="13398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50" dirty="0">
                <a:latin typeface="Cambria Math"/>
                <a:cs typeface="Cambria Math"/>
              </a:rPr>
              <a:t>𝑥</a:t>
            </a:r>
            <a:endParaRPr sz="1600">
              <a:latin typeface="Cambria Math"/>
              <a:cs typeface="Cambria Math"/>
            </a:endParaRPr>
          </a:p>
        </p:txBody>
      </p:sp>
      <p:pic>
        <p:nvPicPr>
          <p:cNvPr id="14" name="object 14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4360183" y="2892619"/>
            <a:ext cx="550907" cy="153094"/>
          </a:xfrm>
          <a:prstGeom prst="rect">
            <a:avLst/>
          </a:prstGeom>
        </p:spPr>
      </p:pic>
      <p:pic>
        <p:nvPicPr>
          <p:cNvPr id="15" name="object 15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710183" y="1813560"/>
            <a:ext cx="1200150" cy="159258"/>
          </a:xfrm>
          <a:prstGeom prst="rect">
            <a:avLst/>
          </a:prstGeom>
        </p:spPr>
      </p:pic>
      <p:sp>
        <p:nvSpPr>
          <p:cNvPr id="16" name="object 16"/>
          <p:cNvSpPr txBox="1"/>
          <p:nvPr/>
        </p:nvSpPr>
        <p:spPr>
          <a:xfrm>
            <a:off x="670966" y="2143505"/>
            <a:ext cx="5883275" cy="412292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94945" indent="-182245">
              <a:lnSpc>
                <a:spcPct val="100000"/>
              </a:lnSpc>
              <a:spcBef>
                <a:spcPts val="95"/>
              </a:spcBef>
              <a:buClr>
                <a:srgbClr val="183DAF"/>
              </a:buClr>
              <a:buFont typeface="Tahoma"/>
              <a:buChar char="‣"/>
              <a:tabLst>
                <a:tab pos="194945" algn="l"/>
              </a:tabLst>
            </a:pPr>
            <a:r>
              <a:rPr sz="1300" dirty="0">
                <a:solidFill>
                  <a:srgbClr val="252525"/>
                </a:solidFill>
                <a:latin typeface="Trebuchet MS"/>
                <a:cs typeface="Trebuchet MS"/>
              </a:rPr>
              <a:t>The linear activation’s output is the same as the input. The linear activation function is used in the regression.</a:t>
            </a:r>
            <a:endParaRPr sz="1300" dirty="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355873" y="6524434"/>
            <a:ext cx="87590" cy="90487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54151" y="6527292"/>
            <a:ext cx="1794510" cy="142494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862571" y="6521195"/>
            <a:ext cx="2327910" cy="118110"/>
          </a:xfrm>
          <a:prstGeom prst="rect">
            <a:avLst/>
          </a:prstGeom>
        </p:spPr>
      </p:pic>
      <p:sp>
        <p:nvSpPr>
          <p:cNvPr id="5" name="object 5"/>
          <p:cNvSpPr/>
          <p:nvPr/>
        </p:nvSpPr>
        <p:spPr>
          <a:xfrm>
            <a:off x="559308" y="1440180"/>
            <a:ext cx="36830" cy="180340"/>
          </a:xfrm>
          <a:custGeom>
            <a:avLst/>
            <a:gdLst/>
            <a:ahLst/>
            <a:cxnLst/>
            <a:rect l="l" t="t" r="r" b="b"/>
            <a:pathLst>
              <a:path w="36829" h="180340">
                <a:moveTo>
                  <a:pt x="36576" y="0"/>
                </a:moveTo>
                <a:lnTo>
                  <a:pt x="0" y="0"/>
                </a:lnTo>
                <a:lnTo>
                  <a:pt x="0" y="179832"/>
                </a:lnTo>
                <a:lnTo>
                  <a:pt x="36576" y="179832"/>
                </a:lnTo>
                <a:lnTo>
                  <a:pt x="36576" y="0"/>
                </a:lnTo>
                <a:close/>
              </a:path>
            </a:pathLst>
          </a:custGeom>
          <a:solidFill>
            <a:srgbClr val="183DAF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6" name="object 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713231" y="1463039"/>
            <a:ext cx="2618994" cy="160782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437489" y="431419"/>
            <a:ext cx="23755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FFFFFF"/>
                </a:solidFill>
                <a:latin typeface="Ebrima"/>
                <a:cs typeface="Ebrima"/>
              </a:rPr>
              <a:t>1.5.</a:t>
            </a:r>
            <a:r>
              <a:rPr sz="1800" spc="-25" dirty="0">
                <a:solidFill>
                  <a:srgbClr val="FFFFFF"/>
                </a:solidFill>
                <a:latin typeface="Ebrima"/>
                <a:cs typeface="Ebrima"/>
              </a:rPr>
              <a:t> </a:t>
            </a:r>
            <a:r>
              <a:rPr sz="1800" dirty="0">
                <a:solidFill>
                  <a:srgbClr val="FFFFFF"/>
                </a:solidFill>
                <a:latin typeface="Ebrima"/>
                <a:cs typeface="Ebrima"/>
              </a:rPr>
              <a:t>Activation</a:t>
            </a:r>
            <a:r>
              <a:rPr sz="1800" spc="-20" dirty="0">
                <a:solidFill>
                  <a:srgbClr val="FFFFFF"/>
                </a:solidFill>
                <a:latin typeface="Ebrima"/>
                <a:cs typeface="Ebrima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Ebrima"/>
                <a:cs typeface="Ebrima"/>
              </a:rPr>
              <a:t>Function</a:t>
            </a:r>
            <a:endParaRPr sz="1800">
              <a:latin typeface="Ebrima"/>
              <a:cs typeface="Ebrim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8671941" y="463677"/>
            <a:ext cx="80962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dirty="0">
                <a:solidFill>
                  <a:srgbClr val="D9D9D9"/>
                </a:solidFill>
                <a:latin typeface="Ebrima"/>
                <a:cs typeface="Ebrima"/>
              </a:rPr>
              <a:t>UNIT</a:t>
            </a:r>
            <a:r>
              <a:rPr sz="1600" spc="400" dirty="0">
                <a:solidFill>
                  <a:srgbClr val="D9D9D9"/>
                </a:solidFill>
                <a:latin typeface="Ebrima"/>
                <a:cs typeface="Ebrima"/>
              </a:rPr>
              <a:t> </a:t>
            </a:r>
            <a:r>
              <a:rPr sz="1600" spc="-35" dirty="0">
                <a:solidFill>
                  <a:srgbClr val="D9D9D9"/>
                </a:solidFill>
                <a:latin typeface="Ebrima"/>
                <a:cs typeface="Ebrima"/>
              </a:rPr>
              <a:t>01</a:t>
            </a:r>
            <a:endParaRPr sz="1600">
              <a:latin typeface="Ebrima"/>
              <a:cs typeface="Ebrima"/>
            </a:endParaRPr>
          </a:p>
        </p:txBody>
      </p:sp>
      <p:pic>
        <p:nvPicPr>
          <p:cNvPr id="9" name="object 9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710183" y="1805939"/>
            <a:ext cx="5316474" cy="459486"/>
          </a:xfrm>
          <a:prstGeom prst="rect">
            <a:avLst/>
          </a:prstGeom>
        </p:spPr>
      </p:pic>
      <p:grpSp>
        <p:nvGrpSpPr>
          <p:cNvPr id="10" name="object 10"/>
          <p:cNvGrpSpPr/>
          <p:nvPr/>
        </p:nvGrpSpPr>
        <p:grpSpPr>
          <a:xfrm>
            <a:off x="3223260" y="3144011"/>
            <a:ext cx="3240405" cy="2686050"/>
            <a:chOff x="3223260" y="3144011"/>
            <a:chExt cx="3240405" cy="2686050"/>
          </a:xfrm>
        </p:grpSpPr>
        <p:sp>
          <p:nvSpPr>
            <p:cNvPr id="11" name="object 11"/>
            <p:cNvSpPr/>
            <p:nvPr/>
          </p:nvSpPr>
          <p:spPr>
            <a:xfrm>
              <a:off x="3223260" y="3144011"/>
              <a:ext cx="3240405" cy="2686050"/>
            </a:xfrm>
            <a:custGeom>
              <a:avLst/>
              <a:gdLst/>
              <a:ahLst/>
              <a:cxnLst/>
              <a:rect l="l" t="t" r="r" b="b"/>
              <a:pathLst>
                <a:path w="3240404" h="2686050">
                  <a:moveTo>
                    <a:pt x="3240024" y="1589532"/>
                  </a:moveTo>
                  <a:lnTo>
                    <a:pt x="3227324" y="1583182"/>
                  </a:lnTo>
                  <a:lnTo>
                    <a:pt x="3163824" y="1551432"/>
                  </a:lnTo>
                  <a:lnTo>
                    <a:pt x="3163824" y="1583182"/>
                  </a:lnTo>
                  <a:lnTo>
                    <a:pt x="1541018" y="1583182"/>
                  </a:lnTo>
                  <a:lnTo>
                    <a:pt x="1541018" y="76200"/>
                  </a:lnTo>
                  <a:lnTo>
                    <a:pt x="1572768" y="76200"/>
                  </a:lnTo>
                  <a:lnTo>
                    <a:pt x="1566418" y="63500"/>
                  </a:lnTo>
                  <a:lnTo>
                    <a:pt x="1534668" y="0"/>
                  </a:lnTo>
                  <a:lnTo>
                    <a:pt x="1496568" y="76200"/>
                  </a:lnTo>
                  <a:lnTo>
                    <a:pt x="1528318" y="76200"/>
                  </a:lnTo>
                  <a:lnTo>
                    <a:pt x="1528318" y="1583182"/>
                  </a:lnTo>
                  <a:lnTo>
                    <a:pt x="0" y="1583182"/>
                  </a:lnTo>
                  <a:lnTo>
                    <a:pt x="0" y="1595882"/>
                  </a:lnTo>
                  <a:lnTo>
                    <a:pt x="1528318" y="1595882"/>
                  </a:lnTo>
                  <a:lnTo>
                    <a:pt x="1528318" y="2685605"/>
                  </a:lnTo>
                  <a:lnTo>
                    <a:pt x="1541018" y="2685605"/>
                  </a:lnTo>
                  <a:lnTo>
                    <a:pt x="1541018" y="1595882"/>
                  </a:lnTo>
                  <a:lnTo>
                    <a:pt x="3163824" y="1595882"/>
                  </a:lnTo>
                  <a:lnTo>
                    <a:pt x="3163824" y="1627632"/>
                  </a:lnTo>
                  <a:lnTo>
                    <a:pt x="3227324" y="1595882"/>
                  </a:lnTo>
                  <a:lnTo>
                    <a:pt x="3240024" y="1589532"/>
                  </a:lnTo>
                  <a:close/>
                </a:path>
              </a:pathLst>
            </a:custGeom>
            <a:solidFill>
              <a:srgbClr val="58585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3323082" y="4725161"/>
              <a:ext cx="1440180" cy="0"/>
            </a:xfrm>
            <a:custGeom>
              <a:avLst/>
              <a:gdLst/>
              <a:ahLst/>
              <a:cxnLst/>
              <a:rect l="l" t="t" r="r" b="b"/>
              <a:pathLst>
                <a:path w="1440179">
                  <a:moveTo>
                    <a:pt x="0" y="0"/>
                  </a:moveTo>
                  <a:lnTo>
                    <a:pt x="1440052" y="0"/>
                  </a:lnTo>
                </a:path>
              </a:pathLst>
            </a:custGeom>
            <a:ln w="25908">
              <a:solidFill>
                <a:srgbClr val="006FC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4757547" y="3723131"/>
              <a:ext cx="1018540" cy="1018540"/>
            </a:xfrm>
            <a:custGeom>
              <a:avLst/>
              <a:gdLst/>
              <a:ahLst/>
              <a:cxnLst/>
              <a:rect l="l" t="t" r="r" b="b"/>
              <a:pathLst>
                <a:path w="1018539" h="1018539">
                  <a:moveTo>
                    <a:pt x="0" y="1018159"/>
                  </a:moveTo>
                  <a:lnTo>
                    <a:pt x="1018286" y="0"/>
                  </a:lnTo>
                </a:path>
              </a:pathLst>
            </a:custGeom>
            <a:ln w="12699">
              <a:solidFill>
                <a:srgbClr val="006FC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/>
          <p:nvPr/>
        </p:nvSpPr>
        <p:spPr>
          <a:xfrm>
            <a:off x="4537328" y="4716017"/>
            <a:ext cx="114935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latin typeface="Times New Roman"/>
                <a:cs typeface="Times New Roman"/>
              </a:rPr>
              <a:t>0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6414261" y="4734305"/>
            <a:ext cx="13335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50" dirty="0">
                <a:latin typeface="Cambria Math"/>
                <a:cs typeface="Cambria Math"/>
              </a:rPr>
              <a:t>𝑥</a:t>
            </a:r>
            <a:endParaRPr sz="1600">
              <a:latin typeface="Cambria Math"/>
              <a:cs typeface="Cambria Math"/>
            </a:endParaRPr>
          </a:p>
        </p:txBody>
      </p:sp>
      <p:pic>
        <p:nvPicPr>
          <p:cNvPr id="16" name="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4530893" y="2830183"/>
            <a:ext cx="415248" cy="149998"/>
          </a:xfrm>
          <a:prstGeom prst="rect">
            <a:avLst/>
          </a:prstGeom>
        </p:spPr>
      </p:pic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366624" y="6524434"/>
            <a:ext cx="84461" cy="90487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54151" y="6527292"/>
            <a:ext cx="1794510" cy="142494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862571" y="6521195"/>
            <a:ext cx="2327910" cy="118110"/>
          </a:xfrm>
          <a:prstGeom prst="rect">
            <a:avLst/>
          </a:prstGeom>
        </p:spPr>
      </p:pic>
      <p:sp>
        <p:nvSpPr>
          <p:cNvPr id="5" name="object 5"/>
          <p:cNvSpPr/>
          <p:nvPr/>
        </p:nvSpPr>
        <p:spPr>
          <a:xfrm>
            <a:off x="559308" y="1440180"/>
            <a:ext cx="36830" cy="180340"/>
          </a:xfrm>
          <a:custGeom>
            <a:avLst/>
            <a:gdLst/>
            <a:ahLst/>
            <a:cxnLst/>
            <a:rect l="l" t="t" r="r" b="b"/>
            <a:pathLst>
              <a:path w="36829" h="180340">
                <a:moveTo>
                  <a:pt x="36576" y="0"/>
                </a:moveTo>
                <a:lnTo>
                  <a:pt x="0" y="0"/>
                </a:lnTo>
                <a:lnTo>
                  <a:pt x="0" y="179832"/>
                </a:lnTo>
                <a:lnTo>
                  <a:pt x="36576" y="179832"/>
                </a:lnTo>
                <a:lnTo>
                  <a:pt x="36576" y="0"/>
                </a:lnTo>
                <a:close/>
              </a:path>
            </a:pathLst>
          </a:custGeom>
          <a:solidFill>
            <a:srgbClr val="183DAF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6" name="object 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713231" y="1463039"/>
            <a:ext cx="1716786" cy="176022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437489" y="431419"/>
            <a:ext cx="23755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FFFFFF"/>
                </a:solidFill>
                <a:latin typeface="Ebrima"/>
                <a:cs typeface="Ebrima"/>
              </a:rPr>
              <a:t>1.5.</a:t>
            </a:r>
            <a:r>
              <a:rPr sz="1800" spc="-30" dirty="0">
                <a:solidFill>
                  <a:srgbClr val="FFFFFF"/>
                </a:solidFill>
                <a:latin typeface="Ebrima"/>
                <a:cs typeface="Ebrima"/>
              </a:rPr>
              <a:t> </a:t>
            </a:r>
            <a:r>
              <a:rPr sz="1800" dirty="0">
                <a:solidFill>
                  <a:srgbClr val="FFFFFF"/>
                </a:solidFill>
                <a:latin typeface="Ebrima"/>
                <a:cs typeface="Ebrima"/>
              </a:rPr>
              <a:t>Activation</a:t>
            </a:r>
            <a:r>
              <a:rPr sz="1800" spc="-20" dirty="0">
                <a:solidFill>
                  <a:srgbClr val="FFFFFF"/>
                </a:solidFill>
                <a:latin typeface="Ebrima"/>
                <a:cs typeface="Ebrima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Ebrima"/>
                <a:cs typeface="Ebrima"/>
              </a:rPr>
              <a:t>Function</a:t>
            </a:r>
            <a:endParaRPr sz="1800">
              <a:latin typeface="Ebrima"/>
              <a:cs typeface="Ebrim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8671941" y="463677"/>
            <a:ext cx="80962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dirty="0">
                <a:solidFill>
                  <a:srgbClr val="D9D9D9"/>
                </a:solidFill>
                <a:latin typeface="Ebrima"/>
                <a:cs typeface="Ebrima"/>
              </a:rPr>
              <a:t>UNIT</a:t>
            </a:r>
            <a:r>
              <a:rPr sz="1600" spc="400" dirty="0">
                <a:solidFill>
                  <a:srgbClr val="D9D9D9"/>
                </a:solidFill>
                <a:latin typeface="Ebrima"/>
                <a:cs typeface="Ebrima"/>
              </a:rPr>
              <a:t> </a:t>
            </a:r>
            <a:r>
              <a:rPr sz="1600" spc="-35" dirty="0">
                <a:solidFill>
                  <a:srgbClr val="D9D9D9"/>
                </a:solidFill>
                <a:latin typeface="Ebrima"/>
                <a:cs typeface="Ebrima"/>
              </a:rPr>
              <a:t>01</a:t>
            </a:r>
            <a:endParaRPr sz="1600">
              <a:latin typeface="Ebrima"/>
              <a:cs typeface="Ebrima"/>
            </a:endParaRPr>
          </a:p>
        </p:txBody>
      </p:sp>
      <p:pic>
        <p:nvPicPr>
          <p:cNvPr id="9" name="object 9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710183" y="1805939"/>
            <a:ext cx="3443478" cy="459486"/>
          </a:xfrm>
          <a:prstGeom prst="rect">
            <a:avLst/>
          </a:prstGeom>
        </p:spPr>
      </p:pic>
      <p:grpSp>
        <p:nvGrpSpPr>
          <p:cNvPr id="10" name="object 10"/>
          <p:cNvGrpSpPr/>
          <p:nvPr/>
        </p:nvGrpSpPr>
        <p:grpSpPr>
          <a:xfrm>
            <a:off x="3439667" y="3096767"/>
            <a:ext cx="3240405" cy="2686050"/>
            <a:chOff x="3439667" y="3096767"/>
            <a:chExt cx="3240405" cy="2686050"/>
          </a:xfrm>
        </p:grpSpPr>
        <p:sp>
          <p:nvSpPr>
            <p:cNvPr id="11" name="object 11"/>
            <p:cNvSpPr/>
            <p:nvPr/>
          </p:nvSpPr>
          <p:spPr>
            <a:xfrm>
              <a:off x="3439668" y="3096767"/>
              <a:ext cx="3240405" cy="2686050"/>
            </a:xfrm>
            <a:custGeom>
              <a:avLst/>
              <a:gdLst/>
              <a:ahLst/>
              <a:cxnLst/>
              <a:rect l="l" t="t" r="r" b="b"/>
              <a:pathLst>
                <a:path w="3240404" h="2686050">
                  <a:moveTo>
                    <a:pt x="3240024" y="1588008"/>
                  </a:moveTo>
                  <a:lnTo>
                    <a:pt x="3227324" y="1581658"/>
                  </a:lnTo>
                  <a:lnTo>
                    <a:pt x="3163824" y="1549908"/>
                  </a:lnTo>
                  <a:lnTo>
                    <a:pt x="3163824" y="1581658"/>
                  </a:lnTo>
                  <a:lnTo>
                    <a:pt x="1541018" y="1581658"/>
                  </a:lnTo>
                  <a:lnTo>
                    <a:pt x="1541018" y="76200"/>
                  </a:lnTo>
                  <a:lnTo>
                    <a:pt x="1572768" y="76200"/>
                  </a:lnTo>
                  <a:lnTo>
                    <a:pt x="1566418" y="63500"/>
                  </a:lnTo>
                  <a:lnTo>
                    <a:pt x="1534668" y="0"/>
                  </a:lnTo>
                  <a:lnTo>
                    <a:pt x="1496568" y="76200"/>
                  </a:lnTo>
                  <a:lnTo>
                    <a:pt x="1528318" y="76200"/>
                  </a:lnTo>
                  <a:lnTo>
                    <a:pt x="1528318" y="1581658"/>
                  </a:lnTo>
                  <a:lnTo>
                    <a:pt x="0" y="1581658"/>
                  </a:lnTo>
                  <a:lnTo>
                    <a:pt x="0" y="1594358"/>
                  </a:lnTo>
                  <a:lnTo>
                    <a:pt x="1528318" y="1594358"/>
                  </a:lnTo>
                  <a:lnTo>
                    <a:pt x="1528318" y="2685605"/>
                  </a:lnTo>
                  <a:lnTo>
                    <a:pt x="1541018" y="2685605"/>
                  </a:lnTo>
                  <a:lnTo>
                    <a:pt x="1541018" y="1594358"/>
                  </a:lnTo>
                  <a:lnTo>
                    <a:pt x="3163824" y="1594358"/>
                  </a:lnTo>
                  <a:lnTo>
                    <a:pt x="3163824" y="1626108"/>
                  </a:lnTo>
                  <a:lnTo>
                    <a:pt x="3227324" y="1594358"/>
                  </a:lnTo>
                  <a:lnTo>
                    <a:pt x="3240024" y="1588008"/>
                  </a:lnTo>
                  <a:close/>
                </a:path>
              </a:pathLst>
            </a:custGeom>
            <a:solidFill>
              <a:srgbClr val="58585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4973573" y="3675125"/>
              <a:ext cx="1018540" cy="1018540"/>
            </a:xfrm>
            <a:custGeom>
              <a:avLst/>
              <a:gdLst/>
              <a:ahLst/>
              <a:cxnLst/>
              <a:rect l="l" t="t" r="r" b="b"/>
              <a:pathLst>
                <a:path w="1018539" h="1018539">
                  <a:moveTo>
                    <a:pt x="0" y="1018286"/>
                  </a:moveTo>
                  <a:lnTo>
                    <a:pt x="1018286" y="0"/>
                  </a:lnTo>
                </a:path>
              </a:pathLst>
            </a:custGeom>
            <a:ln w="12700">
              <a:solidFill>
                <a:srgbClr val="006FC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/>
          <p:nvPr/>
        </p:nvSpPr>
        <p:spPr>
          <a:xfrm>
            <a:off x="4753483" y="4667758"/>
            <a:ext cx="114935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latin typeface="Times New Roman"/>
                <a:cs typeface="Times New Roman"/>
              </a:rPr>
              <a:t>0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6630416" y="4686427"/>
            <a:ext cx="13335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50" dirty="0">
                <a:latin typeface="Cambria Math"/>
                <a:cs typeface="Cambria Math"/>
              </a:rPr>
              <a:t>𝑥</a:t>
            </a:r>
            <a:endParaRPr sz="1600">
              <a:latin typeface="Cambria Math"/>
              <a:cs typeface="Cambria Math"/>
            </a:endParaRPr>
          </a:p>
        </p:txBody>
      </p:sp>
      <p:pic>
        <p:nvPicPr>
          <p:cNvPr id="15" name="object 15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4280915" y="2767583"/>
            <a:ext cx="1160526" cy="201929"/>
          </a:xfrm>
          <a:prstGeom prst="rect">
            <a:avLst/>
          </a:prstGeom>
        </p:spPr>
      </p:pic>
      <p:sp>
        <p:nvSpPr>
          <p:cNvPr id="16" name="object 16"/>
          <p:cNvSpPr/>
          <p:nvPr/>
        </p:nvSpPr>
        <p:spPr>
          <a:xfrm>
            <a:off x="3555491" y="4690364"/>
            <a:ext cx="1418590" cy="250190"/>
          </a:xfrm>
          <a:custGeom>
            <a:avLst/>
            <a:gdLst/>
            <a:ahLst/>
            <a:cxnLst/>
            <a:rect l="l" t="t" r="r" b="b"/>
            <a:pathLst>
              <a:path w="1418589" h="250189">
                <a:moveTo>
                  <a:pt x="0" y="250062"/>
                </a:moveTo>
                <a:lnTo>
                  <a:pt x="1418082" y="0"/>
                </a:lnTo>
              </a:path>
            </a:pathLst>
          </a:custGeom>
          <a:ln w="12700">
            <a:solidFill>
              <a:srgbClr val="006FC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355873" y="6524434"/>
            <a:ext cx="87590" cy="90487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54151" y="6527292"/>
            <a:ext cx="1794510" cy="142494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862571" y="6521195"/>
            <a:ext cx="2327910" cy="118110"/>
          </a:xfrm>
          <a:prstGeom prst="rect">
            <a:avLst/>
          </a:prstGeom>
        </p:spPr>
      </p:pic>
      <p:sp>
        <p:nvSpPr>
          <p:cNvPr id="5" name="object 5"/>
          <p:cNvSpPr/>
          <p:nvPr/>
        </p:nvSpPr>
        <p:spPr>
          <a:xfrm>
            <a:off x="559308" y="1440180"/>
            <a:ext cx="36830" cy="180340"/>
          </a:xfrm>
          <a:custGeom>
            <a:avLst/>
            <a:gdLst/>
            <a:ahLst/>
            <a:cxnLst/>
            <a:rect l="l" t="t" r="r" b="b"/>
            <a:pathLst>
              <a:path w="36829" h="180340">
                <a:moveTo>
                  <a:pt x="36576" y="0"/>
                </a:moveTo>
                <a:lnTo>
                  <a:pt x="0" y="0"/>
                </a:lnTo>
                <a:lnTo>
                  <a:pt x="0" y="179832"/>
                </a:lnTo>
                <a:lnTo>
                  <a:pt x="36576" y="179832"/>
                </a:lnTo>
                <a:lnTo>
                  <a:pt x="36576" y="0"/>
                </a:lnTo>
                <a:close/>
              </a:path>
            </a:pathLst>
          </a:custGeom>
          <a:solidFill>
            <a:srgbClr val="183DAF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6" name="object 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713231" y="1463039"/>
            <a:ext cx="1684782" cy="176022"/>
          </a:xfrm>
          <a:prstGeom prst="rect">
            <a:avLst/>
          </a:prstGeom>
        </p:spPr>
      </p:pic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1.5.</a:t>
            </a:r>
            <a:r>
              <a:rPr spc="-25" dirty="0"/>
              <a:t> </a:t>
            </a:r>
            <a:r>
              <a:rPr dirty="0"/>
              <a:t>Activation</a:t>
            </a:r>
            <a:r>
              <a:rPr spc="-20" dirty="0"/>
              <a:t> </a:t>
            </a:r>
            <a:r>
              <a:rPr spc="-10" dirty="0"/>
              <a:t>Function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8671941" y="463677"/>
            <a:ext cx="80962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dirty="0">
                <a:solidFill>
                  <a:srgbClr val="D9D9D9"/>
                </a:solidFill>
                <a:latin typeface="Ebrima"/>
                <a:cs typeface="Ebrima"/>
              </a:rPr>
              <a:t>UNIT</a:t>
            </a:r>
            <a:r>
              <a:rPr sz="1600" spc="400" dirty="0">
                <a:solidFill>
                  <a:srgbClr val="D9D9D9"/>
                </a:solidFill>
                <a:latin typeface="Ebrima"/>
                <a:cs typeface="Ebrima"/>
              </a:rPr>
              <a:t> </a:t>
            </a:r>
            <a:r>
              <a:rPr sz="1600" spc="-35" dirty="0">
                <a:solidFill>
                  <a:srgbClr val="D9D9D9"/>
                </a:solidFill>
                <a:latin typeface="Ebrima"/>
                <a:cs typeface="Ebrima"/>
              </a:rPr>
              <a:t>01</a:t>
            </a:r>
            <a:endParaRPr sz="1600">
              <a:latin typeface="Ebrima"/>
              <a:cs typeface="Ebrima"/>
            </a:endParaRPr>
          </a:p>
        </p:txBody>
      </p:sp>
      <p:pic>
        <p:nvPicPr>
          <p:cNvPr id="9" name="object 9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3984244" y="2857626"/>
            <a:ext cx="199389" cy="152400"/>
          </a:xfrm>
          <a:prstGeom prst="rect">
            <a:avLst/>
          </a:prstGeom>
        </p:spPr>
      </p:pic>
      <p:sp>
        <p:nvSpPr>
          <p:cNvPr id="10" name="object 10"/>
          <p:cNvSpPr/>
          <p:nvPr/>
        </p:nvSpPr>
        <p:spPr>
          <a:xfrm>
            <a:off x="4526788" y="2857626"/>
            <a:ext cx="560705" cy="152400"/>
          </a:xfrm>
          <a:custGeom>
            <a:avLst/>
            <a:gdLst/>
            <a:ahLst/>
            <a:cxnLst/>
            <a:rect l="l" t="t" r="r" b="b"/>
            <a:pathLst>
              <a:path w="560704" h="152400">
                <a:moveTo>
                  <a:pt x="511937" y="0"/>
                </a:moveTo>
                <a:lnTo>
                  <a:pt x="509777" y="6223"/>
                </a:lnTo>
                <a:lnTo>
                  <a:pt x="518608" y="10029"/>
                </a:lnTo>
                <a:lnTo>
                  <a:pt x="526224" y="15335"/>
                </a:lnTo>
                <a:lnTo>
                  <a:pt x="544464" y="50609"/>
                </a:lnTo>
                <a:lnTo>
                  <a:pt x="546735" y="75437"/>
                </a:lnTo>
                <a:lnTo>
                  <a:pt x="546163" y="88913"/>
                </a:lnTo>
                <a:lnTo>
                  <a:pt x="532516" y="130176"/>
                </a:lnTo>
                <a:lnTo>
                  <a:pt x="510032" y="146303"/>
                </a:lnTo>
                <a:lnTo>
                  <a:pt x="511937" y="152400"/>
                </a:lnTo>
                <a:lnTo>
                  <a:pt x="548004" y="125857"/>
                </a:lnTo>
                <a:lnTo>
                  <a:pt x="560577" y="76200"/>
                </a:lnTo>
                <a:lnTo>
                  <a:pt x="559792" y="62245"/>
                </a:lnTo>
                <a:lnTo>
                  <a:pt x="541029" y="17341"/>
                </a:lnTo>
                <a:lnTo>
                  <a:pt x="522984" y="3970"/>
                </a:lnTo>
                <a:lnTo>
                  <a:pt x="511937" y="0"/>
                </a:lnTo>
                <a:close/>
              </a:path>
              <a:path w="560704" h="152400">
                <a:moveTo>
                  <a:pt x="48640" y="0"/>
                </a:moveTo>
                <a:lnTo>
                  <a:pt x="12573" y="26670"/>
                </a:lnTo>
                <a:lnTo>
                  <a:pt x="0" y="76200"/>
                </a:lnTo>
                <a:lnTo>
                  <a:pt x="785" y="90227"/>
                </a:lnTo>
                <a:lnTo>
                  <a:pt x="19530" y="135165"/>
                </a:lnTo>
                <a:lnTo>
                  <a:pt x="48640" y="152400"/>
                </a:lnTo>
                <a:lnTo>
                  <a:pt x="50546" y="146303"/>
                </a:lnTo>
                <a:lnTo>
                  <a:pt x="41882" y="142420"/>
                </a:lnTo>
                <a:lnTo>
                  <a:pt x="34385" y="137048"/>
                </a:lnTo>
                <a:lnTo>
                  <a:pt x="16192" y="101139"/>
                </a:lnTo>
                <a:lnTo>
                  <a:pt x="13970" y="75437"/>
                </a:lnTo>
                <a:lnTo>
                  <a:pt x="14521" y="62464"/>
                </a:lnTo>
                <a:lnTo>
                  <a:pt x="28082" y="22117"/>
                </a:lnTo>
                <a:lnTo>
                  <a:pt x="50800" y="6223"/>
                </a:lnTo>
                <a:lnTo>
                  <a:pt x="4864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6692519" y="2755899"/>
            <a:ext cx="1879600" cy="207645"/>
          </a:xfrm>
          <a:custGeom>
            <a:avLst/>
            <a:gdLst/>
            <a:ahLst/>
            <a:cxnLst/>
            <a:rect l="l" t="t" r="r" b="b"/>
            <a:pathLst>
              <a:path w="1879600" h="207644">
                <a:moveTo>
                  <a:pt x="1065022" y="6223"/>
                </a:moveTo>
                <a:lnTo>
                  <a:pt x="1062863" y="0"/>
                </a:lnTo>
                <a:lnTo>
                  <a:pt x="1051814" y="4038"/>
                </a:lnTo>
                <a:lnTo>
                  <a:pt x="1042111" y="9829"/>
                </a:lnTo>
                <a:lnTo>
                  <a:pt x="1017358" y="49377"/>
                </a:lnTo>
                <a:lnTo>
                  <a:pt x="1014222" y="76327"/>
                </a:lnTo>
                <a:lnTo>
                  <a:pt x="1014996" y="90284"/>
                </a:lnTo>
                <a:lnTo>
                  <a:pt x="1033741" y="135178"/>
                </a:lnTo>
                <a:lnTo>
                  <a:pt x="1062863" y="152527"/>
                </a:lnTo>
                <a:lnTo>
                  <a:pt x="1064768" y="146304"/>
                </a:lnTo>
                <a:lnTo>
                  <a:pt x="1056093" y="142430"/>
                </a:lnTo>
                <a:lnTo>
                  <a:pt x="1048600" y="137071"/>
                </a:lnTo>
                <a:lnTo>
                  <a:pt x="1030401" y="101168"/>
                </a:lnTo>
                <a:lnTo>
                  <a:pt x="1028192" y="75438"/>
                </a:lnTo>
                <a:lnTo>
                  <a:pt x="1028738" y="62471"/>
                </a:lnTo>
                <a:lnTo>
                  <a:pt x="1042301" y="22123"/>
                </a:lnTo>
                <a:lnTo>
                  <a:pt x="1056208" y="10033"/>
                </a:lnTo>
                <a:lnTo>
                  <a:pt x="1065022" y="6223"/>
                </a:lnTo>
                <a:close/>
              </a:path>
              <a:path w="1879600" h="207644">
                <a:moveTo>
                  <a:pt x="1574800" y="76327"/>
                </a:moveTo>
                <a:lnTo>
                  <a:pt x="1567726" y="37541"/>
                </a:lnTo>
                <a:lnTo>
                  <a:pt x="1537258" y="4038"/>
                </a:lnTo>
                <a:lnTo>
                  <a:pt x="1526159" y="0"/>
                </a:lnTo>
                <a:lnTo>
                  <a:pt x="1524000" y="6223"/>
                </a:lnTo>
                <a:lnTo>
                  <a:pt x="1532877" y="10033"/>
                </a:lnTo>
                <a:lnTo>
                  <a:pt x="1540484" y="15341"/>
                </a:lnTo>
                <a:lnTo>
                  <a:pt x="1558683" y="50609"/>
                </a:lnTo>
                <a:lnTo>
                  <a:pt x="1560957" y="75438"/>
                </a:lnTo>
                <a:lnTo>
                  <a:pt x="1560385" y="88925"/>
                </a:lnTo>
                <a:lnTo>
                  <a:pt x="1546783" y="130238"/>
                </a:lnTo>
                <a:lnTo>
                  <a:pt x="1524254" y="146304"/>
                </a:lnTo>
                <a:lnTo>
                  <a:pt x="1526159" y="152527"/>
                </a:lnTo>
                <a:lnTo>
                  <a:pt x="1562354" y="125857"/>
                </a:lnTo>
                <a:lnTo>
                  <a:pt x="1574012" y="90284"/>
                </a:lnTo>
                <a:lnTo>
                  <a:pt x="1574800" y="76327"/>
                </a:lnTo>
                <a:close/>
              </a:path>
              <a:path w="1879600" h="207644">
                <a:moveTo>
                  <a:pt x="1879092" y="196977"/>
                </a:moveTo>
                <a:lnTo>
                  <a:pt x="0" y="196977"/>
                </a:lnTo>
                <a:lnTo>
                  <a:pt x="0" y="207645"/>
                </a:lnTo>
                <a:lnTo>
                  <a:pt x="1879092" y="207645"/>
                </a:lnTo>
                <a:lnTo>
                  <a:pt x="1879092" y="196977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2" name="object 12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3938523" y="3376676"/>
            <a:ext cx="199389" cy="152400"/>
          </a:xfrm>
          <a:prstGeom prst="rect">
            <a:avLst/>
          </a:prstGeom>
        </p:spPr>
      </p:pic>
      <p:pic>
        <p:nvPicPr>
          <p:cNvPr id="13" name="object 13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4005579" y="3885184"/>
            <a:ext cx="199390" cy="152527"/>
          </a:xfrm>
          <a:prstGeom prst="rect">
            <a:avLst/>
          </a:prstGeom>
        </p:spPr>
      </p:pic>
      <p:sp>
        <p:nvSpPr>
          <p:cNvPr id="14" name="object 14"/>
          <p:cNvSpPr/>
          <p:nvPr/>
        </p:nvSpPr>
        <p:spPr>
          <a:xfrm>
            <a:off x="4436109" y="3957192"/>
            <a:ext cx="634365" cy="10795"/>
          </a:xfrm>
          <a:custGeom>
            <a:avLst/>
            <a:gdLst/>
            <a:ahLst/>
            <a:cxnLst/>
            <a:rect l="l" t="t" r="r" b="b"/>
            <a:pathLst>
              <a:path w="634364" h="10795">
                <a:moveTo>
                  <a:pt x="633984" y="0"/>
                </a:moveTo>
                <a:lnTo>
                  <a:pt x="0" y="0"/>
                </a:lnTo>
                <a:lnTo>
                  <a:pt x="0" y="10667"/>
                </a:lnTo>
                <a:lnTo>
                  <a:pt x="633984" y="10667"/>
                </a:lnTo>
                <a:lnTo>
                  <a:pt x="633984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5" name="object 15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4010152" y="4297807"/>
            <a:ext cx="199389" cy="152400"/>
          </a:xfrm>
          <a:prstGeom prst="rect">
            <a:avLst/>
          </a:prstGeom>
        </p:spPr>
      </p:pic>
      <p:sp>
        <p:nvSpPr>
          <p:cNvPr id="16" name="object 16"/>
          <p:cNvSpPr/>
          <p:nvPr/>
        </p:nvSpPr>
        <p:spPr>
          <a:xfrm>
            <a:off x="4370578" y="4872735"/>
            <a:ext cx="615950" cy="10795"/>
          </a:xfrm>
          <a:custGeom>
            <a:avLst/>
            <a:gdLst/>
            <a:ahLst/>
            <a:cxnLst/>
            <a:rect l="l" t="t" r="r" b="b"/>
            <a:pathLst>
              <a:path w="615950" h="10795">
                <a:moveTo>
                  <a:pt x="615696" y="0"/>
                </a:moveTo>
                <a:lnTo>
                  <a:pt x="0" y="0"/>
                </a:lnTo>
                <a:lnTo>
                  <a:pt x="0" y="10668"/>
                </a:lnTo>
                <a:lnTo>
                  <a:pt x="615696" y="10668"/>
                </a:lnTo>
                <a:lnTo>
                  <a:pt x="615696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17" name="object 17"/>
          <p:cNvGraphicFramePr>
            <a:graphicFrameLocks noGrp="1"/>
          </p:cNvGraphicFramePr>
          <p:nvPr/>
        </p:nvGraphicFramePr>
        <p:xfrm>
          <a:off x="712177" y="2342514"/>
          <a:ext cx="8496299" cy="284099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976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0232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1178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2258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90"/>
                        </a:spcBef>
                      </a:pPr>
                      <a:r>
                        <a:rPr sz="1400" b="1" spc="-20" dirty="0">
                          <a:solidFill>
                            <a:srgbClr val="13299F"/>
                          </a:solidFill>
                          <a:latin typeface="Arial"/>
                          <a:cs typeface="Arial"/>
                        </a:rPr>
                        <a:t>Name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49530" marB="0">
                    <a:lnR w="6350">
                      <a:solidFill>
                        <a:srgbClr val="BEBEBE"/>
                      </a:solidFill>
                      <a:prstDash val="solid"/>
                    </a:lnR>
                    <a:lnT w="12700">
                      <a:solidFill>
                        <a:srgbClr val="183DAF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90"/>
                        </a:spcBef>
                      </a:pPr>
                      <a:r>
                        <a:rPr sz="1400" b="1" spc="-40" dirty="0">
                          <a:solidFill>
                            <a:srgbClr val="13299F"/>
                          </a:solidFill>
                          <a:latin typeface="Arial"/>
                          <a:cs typeface="Arial"/>
                        </a:rPr>
                        <a:t>Formula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49530" marB="0">
                    <a:lnL w="6350">
                      <a:solidFill>
                        <a:srgbClr val="BEBEBE"/>
                      </a:solidFill>
                      <a:prstDash val="solid"/>
                    </a:lnL>
                    <a:lnR w="6350">
                      <a:solidFill>
                        <a:srgbClr val="BEBEBE"/>
                      </a:solidFill>
                      <a:prstDash val="solid"/>
                    </a:lnR>
                    <a:lnT w="12700">
                      <a:solidFill>
                        <a:srgbClr val="183DAF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90"/>
                        </a:spcBef>
                      </a:pPr>
                      <a:r>
                        <a:rPr sz="1400" b="1" spc="-114" dirty="0">
                          <a:solidFill>
                            <a:srgbClr val="13299F"/>
                          </a:solidFill>
                          <a:latin typeface="Arial"/>
                          <a:cs typeface="Arial"/>
                        </a:rPr>
                        <a:t>TensorFlow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49530" marB="0">
                    <a:lnL w="6350">
                      <a:solidFill>
                        <a:srgbClr val="BEBEBE"/>
                      </a:solidFill>
                      <a:prstDash val="solid"/>
                    </a:lnL>
                    <a:lnT w="12700">
                      <a:solidFill>
                        <a:srgbClr val="183DAF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355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110"/>
                        </a:spcBef>
                      </a:pPr>
                      <a:r>
                        <a:rPr sz="1300" spc="-20" dirty="0">
                          <a:latin typeface="Trebuchet MS"/>
                          <a:cs typeface="Trebuchet MS"/>
                        </a:rPr>
                        <a:t>Step</a:t>
                      </a:r>
                      <a:endParaRPr sz="1300">
                        <a:latin typeface="Trebuchet MS"/>
                        <a:cs typeface="Trebuchet MS"/>
                      </a:endParaRPr>
                    </a:p>
                  </a:txBody>
                  <a:tcPr marL="0" marR="0" marT="140970" marB="0">
                    <a:lnR w="6350">
                      <a:solidFill>
                        <a:srgbClr val="BEBEBE"/>
                      </a:solidFill>
                      <a:prstDash val="solid"/>
                    </a:lnR>
                    <a:lnT w="6350">
                      <a:solidFill>
                        <a:srgbClr val="BEBEBE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52500">
                        <a:lnSpc>
                          <a:spcPct val="100000"/>
                        </a:lnSpc>
                        <a:spcBef>
                          <a:spcPts val="1145"/>
                        </a:spcBef>
                      </a:pPr>
                      <a:r>
                        <a:rPr sz="1300" dirty="0">
                          <a:latin typeface="Cambria Math"/>
                          <a:cs typeface="Cambria Math"/>
                        </a:rPr>
                        <a:t>𝑆𝑡𝑒𝑝</a:t>
                      </a:r>
                      <a:r>
                        <a:rPr sz="1300" spc="260" dirty="0">
                          <a:latin typeface="Cambria Math"/>
                          <a:cs typeface="Cambria Math"/>
                        </a:rPr>
                        <a:t> </a:t>
                      </a:r>
                      <a:r>
                        <a:rPr sz="1300" dirty="0">
                          <a:latin typeface="Cambria Math"/>
                          <a:cs typeface="Cambria Math"/>
                        </a:rPr>
                        <a:t>𝑥</a:t>
                      </a:r>
                      <a:r>
                        <a:rPr sz="1300" spc="170" dirty="0">
                          <a:latin typeface="Cambria Math"/>
                          <a:cs typeface="Cambria Math"/>
                        </a:rPr>
                        <a:t>  </a:t>
                      </a:r>
                      <a:r>
                        <a:rPr sz="1300" dirty="0">
                          <a:latin typeface="Cambria Math"/>
                          <a:cs typeface="Cambria Math"/>
                        </a:rPr>
                        <a:t>=</a:t>
                      </a:r>
                      <a:r>
                        <a:rPr sz="1300" spc="70" dirty="0">
                          <a:latin typeface="Cambria Math"/>
                          <a:cs typeface="Cambria Math"/>
                        </a:rPr>
                        <a:t> </a:t>
                      </a:r>
                      <a:r>
                        <a:rPr sz="1300" dirty="0">
                          <a:latin typeface="Cambria Math"/>
                          <a:cs typeface="Cambria Math"/>
                        </a:rPr>
                        <a:t>𝜃</a:t>
                      </a:r>
                      <a:r>
                        <a:rPr sz="1300" spc="275" dirty="0">
                          <a:latin typeface="Cambria Math"/>
                          <a:cs typeface="Cambria Math"/>
                        </a:rPr>
                        <a:t> </a:t>
                      </a:r>
                      <a:r>
                        <a:rPr sz="1300" dirty="0">
                          <a:latin typeface="Cambria Math"/>
                          <a:cs typeface="Cambria Math"/>
                        </a:rPr>
                        <a:t>𝑥</a:t>
                      </a:r>
                      <a:r>
                        <a:rPr sz="1300" spc="30" dirty="0">
                          <a:latin typeface="Cambria Math"/>
                          <a:cs typeface="Cambria Math"/>
                        </a:rPr>
                        <a:t> </a:t>
                      </a:r>
                      <a:r>
                        <a:rPr sz="1300" dirty="0">
                          <a:latin typeface="Cambria Math"/>
                          <a:cs typeface="Cambria Math"/>
                        </a:rPr>
                        <a:t>− </a:t>
                      </a:r>
                      <a:r>
                        <a:rPr sz="1300" spc="-25" dirty="0">
                          <a:latin typeface="Cambria Math"/>
                          <a:cs typeface="Cambria Math"/>
                        </a:rPr>
                        <a:t>𝑥</a:t>
                      </a:r>
                      <a:r>
                        <a:rPr sz="1425" spc="-37" baseline="-14619" dirty="0">
                          <a:latin typeface="Cambria Math"/>
                          <a:cs typeface="Cambria Math"/>
                        </a:rPr>
                        <a:t>0</a:t>
                      </a:r>
                      <a:endParaRPr sz="1425" baseline="-14619">
                        <a:latin typeface="Cambria Math"/>
                        <a:cs typeface="Cambria Math"/>
                      </a:endParaRPr>
                    </a:p>
                  </a:txBody>
                  <a:tcPr marL="0" marR="0" marT="145415" marB="0">
                    <a:lnL w="6350">
                      <a:solidFill>
                        <a:srgbClr val="BEBEBE"/>
                      </a:solidFill>
                      <a:prstDash val="solid"/>
                    </a:lnL>
                    <a:lnR w="6350">
                      <a:solidFill>
                        <a:srgbClr val="BEBEBE"/>
                      </a:solidFill>
                      <a:prstDash val="solid"/>
                    </a:lnR>
                    <a:lnT w="6350">
                      <a:solidFill>
                        <a:srgbClr val="BEBEBE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495425" marR="629920" indent="-893444">
                        <a:lnSpc>
                          <a:spcPct val="118500"/>
                        </a:lnSpc>
                        <a:spcBef>
                          <a:spcPts val="55"/>
                        </a:spcBef>
                      </a:pPr>
                      <a:r>
                        <a:rPr sz="1300" dirty="0">
                          <a:latin typeface="Cambria Math"/>
                          <a:cs typeface="Cambria Math"/>
                        </a:rPr>
                        <a:t>𝑡𝑓.</a:t>
                      </a:r>
                      <a:r>
                        <a:rPr sz="1300" spc="-75" dirty="0">
                          <a:latin typeface="Cambria Math"/>
                          <a:cs typeface="Cambria Math"/>
                        </a:rPr>
                        <a:t> </a:t>
                      </a:r>
                      <a:r>
                        <a:rPr sz="1300" spc="-10" dirty="0">
                          <a:latin typeface="Cambria Math"/>
                          <a:cs typeface="Cambria Math"/>
                        </a:rPr>
                        <a:t>𝑚𝑎𝑡ℎ.</a:t>
                      </a:r>
                      <a:r>
                        <a:rPr sz="1300" spc="-75" dirty="0">
                          <a:latin typeface="Cambria Math"/>
                          <a:cs typeface="Cambria Math"/>
                        </a:rPr>
                        <a:t> </a:t>
                      </a:r>
                      <a:r>
                        <a:rPr sz="1300" dirty="0">
                          <a:latin typeface="Cambria Math"/>
                          <a:cs typeface="Cambria Math"/>
                        </a:rPr>
                        <a:t>𝑠𝑖𝑔𝑛</a:t>
                      </a:r>
                      <a:r>
                        <a:rPr sz="1300" spc="280" dirty="0">
                          <a:latin typeface="Cambria Math"/>
                          <a:cs typeface="Cambria Math"/>
                        </a:rPr>
                        <a:t> </a:t>
                      </a:r>
                      <a:r>
                        <a:rPr sz="1300" dirty="0">
                          <a:latin typeface="Cambria Math"/>
                          <a:cs typeface="Cambria Math"/>
                        </a:rPr>
                        <a:t>𝑥</a:t>
                      </a:r>
                      <a:r>
                        <a:rPr sz="1300" spc="40" dirty="0">
                          <a:latin typeface="Cambria Math"/>
                          <a:cs typeface="Cambria Math"/>
                        </a:rPr>
                        <a:t> </a:t>
                      </a:r>
                      <a:r>
                        <a:rPr sz="1300" dirty="0">
                          <a:latin typeface="Cambria Math"/>
                          <a:cs typeface="Cambria Math"/>
                        </a:rPr>
                        <a:t>−</a:t>
                      </a:r>
                      <a:r>
                        <a:rPr sz="1300" spc="5" dirty="0">
                          <a:latin typeface="Cambria Math"/>
                          <a:cs typeface="Cambria Math"/>
                        </a:rPr>
                        <a:t> </a:t>
                      </a:r>
                      <a:r>
                        <a:rPr sz="1300" dirty="0">
                          <a:latin typeface="Cambria Math"/>
                          <a:cs typeface="Cambria Math"/>
                        </a:rPr>
                        <a:t>𝑥</a:t>
                      </a:r>
                      <a:r>
                        <a:rPr sz="1425" baseline="-14619" dirty="0">
                          <a:latin typeface="Cambria Math"/>
                          <a:cs typeface="Cambria Math"/>
                        </a:rPr>
                        <a:t>0</a:t>
                      </a:r>
                      <a:r>
                        <a:rPr sz="1425" spc="345" baseline="-14619" dirty="0">
                          <a:latin typeface="Cambria Math"/>
                          <a:cs typeface="Cambria Math"/>
                        </a:rPr>
                        <a:t>  </a:t>
                      </a:r>
                      <a:r>
                        <a:rPr sz="1300" dirty="0">
                          <a:latin typeface="Cambria Math"/>
                          <a:cs typeface="Cambria Math"/>
                        </a:rPr>
                        <a:t>+</a:t>
                      </a:r>
                      <a:r>
                        <a:rPr sz="1300" spc="10" dirty="0">
                          <a:latin typeface="Cambria Math"/>
                          <a:cs typeface="Cambria Math"/>
                        </a:rPr>
                        <a:t> </a:t>
                      </a:r>
                      <a:r>
                        <a:rPr sz="1300" spc="-50" dirty="0">
                          <a:latin typeface="Cambria Math"/>
                          <a:cs typeface="Cambria Math"/>
                        </a:rPr>
                        <a:t>1 2</a:t>
                      </a:r>
                      <a:endParaRPr sz="1300">
                        <a:latin typeface="Cambria Math"/>
                        <a:cs typeface="Cambria Math"/>
                      </a:endParaRPr>
                    </a:p>
                  </a:txBody>
                  <a:tcPr marL="0" marR="0" marT="6985" marB="0">
                    <a:lnL w="6350">
                      <a:solidFill>
                        <a:srgbClr val="BEBEBE"/>
                      </a:solidFill>
                      <a:prstDash val="solid"/>
                    </a:lnL>
                    <a:lnT w="6350">
                      <a:solidFill>
                        <a:srgbClr val="BEBEBE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355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110"/>
                        </a:spcBef>
                      </a:pPr>
                      <a:r>
                        <a:rPr sz="1300" spc="-55" dirty="0">
                          <a:latin typeface="Trebuchet MS"/>
                          <a:cs typeface="Trebuchet MS"/>
                        </a:rPr>
                        <a:t>Sigmoid</a:t>
                      </a:r>
                      <a:endParaRPr sz="1300">
                        <a:latin typeface="Trebuchet MS"/>
                        <a:cs typeface="Trebuchet MS"/>
                      </a:endParaRPr>
                    </a:p>
                  </a:txBody>
                  <a:tcPr marL="0" marR="0" marT="140970" marB="0">
                    <a:lnR w="6350">
                      <a:solidFill>
                        <a:srgbClr val="BEBEBE"/>
                      </a:solidFill>
                      <a:prstDash val="solid"/>
                    </a:lnR>
                    <a:lnT w="6350">
                      <a:solidFill>
                        <a:srgbClr val="BEBEBE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08000" algn="ctr">
                        <a:lnSpc>
                          <a:spcPts val="1270"/>
                        </a:lnSpc>
                        <a:spcBef>
                          <a:spcPts val="280"/>
                        </a:spcBef>
                      </a:pPr>
                      <a:r>
                        <a:rPr sz="1300" dirty="0">
                          <a:latin typeface="Cambria Math"/>
                          <a:cs typeface="Cambria Math"/>
                        </a:rPr>
                        <a:t>1</a:t>
                      </a:r>
                      <a:endParaRPr sz="1300">
                        <a:latin typeface="Cambria Math"/>
                        <a:cs typeface="Cambria Math"/>
                      </a:endParaRPr>
                    </a:p>
                    <a:p>
                      <a:pPr marR="624205" algn="ctr">
                        <a:lnSpc>
                          <a:spcPts val="925"/>
                        </a:lnSpc>
                      </a:pPr>
                      <a:r>
                        <a:rPr sz="1300" dirty="0">
                          <a:latin typeface="Cambria Math"/>
                          <a:cs typeface="Cambria Math"/>
                        </a:rPr>
                        <a:t>𝜎</a:t>
                      </a:r>
                      <a:r>
                        <a:rPr sz="1300" spc="280" dirty="0">
                          <a:latin typeface="Cambria Math"/>
                          <a:cs typeface="Cambria Math"/>
                        </a:rPr>
                        <a:t> </a:t>
                      </a:r>
                      <a:r>
                        <a:rPr sz="1300" dirty="0">
                          <a:latin typeface="Cambria Math"/>
                          <a:cs typeface="Cambria Math"/>
                        </a:rPr>
                        <a:t>𝑥</a:t>
                      </a:r>
                      <a:r>
                        <a:rPr sz="1300" spc="175" dirty="0">
                          <a:latin typeface="Cambria Math"/>
                          <a:cs typeface="Cambria Math"/>
                        </a:rPr>
                        <a:t>  </a:t>
                      </a:r>
                      <a:r>
                        <a:rPr sz="1300" spc="-60" dirty="0">
                          <a:latin typeface="Cambria Math"/>
                          <a:cs typeface="Cambria Math"/>
                        </a:rPr>
                        <a:t>=</a:t>
                      </a:r>
                      <a:endParaRPr sz="1300">
                        <a:latin typeface="Cambria Math"/>
                        <a:cs typeface="Cambria Math"/>
                      </a:endParaRPr>
                    </a:p>
                    <a:p>
                      <a:pPr marL="498475" algn="ctr">
                        <a:lnSpc>
                          <a:spcPts val="1210"/>
                        </a:lnSpc>
                      </a:pPr>
                      <a:r>
                        <a:rPr sz="1300" dirty="0">
                          <a:latin typeface="Cambria Math"/>
                          <a:cs typeface="Cambria Math"/>
                        </a:rPr>
                        <a:t>1</a:t>
                      </a:r>
                      <a:r>
                        <a:rPr sz="1300" spc="5" dirty="0">
                          <a:latin typeface="Cambria Math"/>
                          <a:cs typeface="Cambria Math"/>
                        </a:rPr>
                        <a:t> </a:t>
                      </a:r>
                      <a:r>
                        <a:rPr sz="1300" dirty="0">
                          <a:latin typeface="Cambria Math"/>
                          <a:cs typeface="Cambria Math"/>
                        </a:rPr>
                        <a:t>+</a:t>
                      </a:r>
                      <a:r>
                        <a:rPr sz="1300" spc="-5" dirty="0">
                          <a:latin typeface="Cambria Math"/>
                          <a:cs typeface="Cambria Math"/>
                        </a:rPr>
                        <a:t> </a:t>
                      </a:r>
                      <a:r>
                        <a:rPr sz="1300" spc="-25" dirty="0">
                          <a:latin typeface="Cambria Math"/>
                          <a:cs typeface="Cambria Math"/>
                        </a:rPr>
                        <a:t>𝑒</a:t>
                      </a:r>
                      <a:r>
                        <a:rPr sz="1425" spc="-37" baseline="23391" dirty="0">
                          <a:latin typeface="Cambria Math"/>
                          <a:cs typeface="Cambria Math"/>
                        </a:rPr>
                        <a:t>−𝑥</a:t>
                      </a:r>
                      <a:endParaRPr sz="1425" baseline="23391">
                        <a:latin typeface="Cambria Math"/>
                        <a:cs typeface="Cambria Math"/>
                      </a:endParaRPr>
                    </a:p>
                  </a:txBody>
                  <a:tcPr marL="0" marR="0" marT="35560" marB="0">
                    <a:lnL w="6350">
                      <a:solidFill>
                        <a:srgbClr val="BEBEBE"/>
                      </a:solidFill>
                      <a:prstDash val="solid"/>
                    </a:lnL>
                    <a:lnR w="6350">
                      <a:solidFill>
                        <a:srgbClr val="BEBEBE"/>
                      </a:solidFill>
                      <a:prstDash val="solid"/>
                    </a:lnR>
                    <a:lnT w="6350">
                      <a:solidFill>
                        <a:srgbClr val="BEBEBE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1145"/>
                        </a:spcBef>
                      </a:pPr>
                      <a:r>
                        <a:rPr sz="1300" spc="-10" dirty="0">
                          <a:latin typeface="Cambria Math"/>
                          <a:cs typeface="Cambria Math"/>
                        </a:rPr>
                        <a:t>tf.math.sigmoid(x)</a:t>
                      </a:r>
                      <a:endParaRPr sz="1300">
                        <a:latin typeface="Cambria Math"/>
                        <a:cs typeface="Cambria Math"/>
                      </a:endParaRPr>
                    </a:p>
                  </a:txBody>
                  <a:tcPr marL="0" marR="0" marT="145415" marB="0">
                    <a:lnL w="6350">
                      <a:solidFill>
                        <a:srgbClr val="BEBEBE"/>
                      </a:solidFill>
                      <a:prstDash val="solid"/>
                    </a:lnL>
                    <a:lnT w="6350">
                      <a:solidFill>
                        <a:srgbClr val="BEBEBE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355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110"/>
                        </a:spcBef>
                      </a:pPr>
                      <a:r>
                        <a:rPr sz="1300" spc="-20" dirty="0">
                          <a:latin typeface="Trebuchet MS"/>
                          <a:cs typeface="Trebuchet MS"/>
                        </a:rPr>
                        <a:t>Tanh</a:t>
                      </a:r>
                      <a:endParaRPr sz="1300">
                        <a:latin typeface="Trebuchet MS"/>
                        <a:cs typeface="Trebuchet MS"/>
                      </a:endParaRPr>
                    </a:p>
                  </a:txBody>
                  <a:tcPr marL="0" marR="0" marT="140970" marB="0">
                    <a:lnR w="6350">
                      <a:solidFill>
                        <a:srgbClr val="BEBEBE"/>
                      </a:solidFill>
                      <a:prstDash val="solid"/>
                    </a:lnR>
                    <a:lnT w="6350">
                      <a:solidFill>
                        <a:srgbClr val="BEBEBE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748155">
                        <a:lnSpc>
                          <a:spcPts val="1350"/>
                        </a:lnSpc>
                      </a:pPr>
                      <a:r>
                        <a:rPr sz="1950" spc="104" baseline="-21367" dirty="0">
                          <a:latin typeface="Cambria Math"/>
                          <a:cs typeface="Cambria Math"/>
                        </a:rPr>
                        <a:t>𝑒</a:t>
                      </a:r>
                      <a:r>
                        <a:rPr sz="950" spc="70" dirty="0">
                          <a:latin typeface="Cambria Math"/>
                          <a:cs typeface="Cambria Math"/>
                        </a:rPr>
                        <a:t>𝑥</a:t>
                      </a:r>
                      <a:r>
                        <a:rPr sz="950" spc="155" dirty="0">
                          <a:latin typeface="Cambria Math"/>
                          <a:cs typeface="Cambria Math"/>
                        </a:rPr>
                        <a:t> </a:t>
                      </a:r>
                      <a:r>
                        <a:rPr sz="1950" baseline="-21367" dirty="0">
                          <a:latin typeface="Cambria Math"/>
                          <a:cs typeface="Cambria Math"/>
                        </a:rPr>
                        <a:t>− </a:t>
                      </a:r>
                      <a:r>
                        <a:rPr sz="1950" spc="-37" baseline="-21367" dirty="0">
                          <a:latin typeface="Cambria Math"/>
                          <a:cs typeface="Cambria Math"/>
                        </a:rPr>
                        <a:t>𝑒</a:t>
                      </a:r>
                      <a:r>
                        <a:rPr sz="950" spc="-25" dirty="0">
                          <a:latin typeface="Cambria Math"/>
                          <a:cs typeface="Cambria Math"/>
                        </a:rPr>
                        <a:t>−𝑥</a:t>
                      </a:r>
                      <a:endParaRPr sz="950">
                        <a:latin typeface="Cambria Math"/>
                        <a:cs typeface="Cambria Math"/>
                      </a:endParaRPr>
                    </a:p>
                    <a:p>
                      <a:pPr marL="984250">
                        <a:lnSpc>
                          <a:spcPts val="1510"/>
                        </a:lnSpc>
                      </a:pPr>
                      <a:r>
                        <a:rPr sz="1300" dirty="0">
                          <a:latin typeface="Cambria Math"/>
                          <a:cs typeface="Cambria Math"/>
                        </a:rPr>
                        <a:t>tanh</a:t>
                      </a:r>
                      <a:r>
                        <a:rPr sz="1300" spc="235" dirty="0">
                          <a:latin typeface="Cambria Math"/>
                          <a:cs typeface="Cambria Math"/>
                        </a:rPr>
                        <a:t> </a:t>
                      </a:r>
                      <a:r>
                        <a:rPr sz="1300" dirty="0">
                          <a:latin typeface="Cambria Math"/>
                          <a:cs typeface="Cambria Math"/>
                        </a:rPr>
                        <a:t>𝑥</a:t>
                      </a:r>
                      <a:r>
                        <a:rPr sz="1300" spc="170" dirty="0">
                          <a:latin typeface="Cambria Math"/>
                          <a:cs typeface="Cambria Math"/>
                        </a:rPr>
                        <a:t>  </a:t>
                      </a:r>
                      <a:r>
                        <a:rPr sz="1300" dirty="0">
                          <a:latin typeface="Cambria Math"/>
                          <a:cs typeface="Cambria Math"/>
                        </a:rPr>
                        <a:t>=</a:t>
                      </a:r>
                      <a:r>
                        <a:rPr sz="1300" spc="85" dirty="0">
                          <a:latin typeface="Cambria Math"/>
                          <a:cs typeface="Cambria Math"/>
                        </a:rPr>
                        <a:t> </a:t>
                      </a:r>
                      <a:r>
                        <a:rPr sz="1950" spc="75" baseline="-36324" dirty="0">
                          <a:latin typeface="Cambria Math"/>
                          <a:cs typeface="Cambria Math"/>
                        </a:rPr>
                        <a:t>𝑒</a:t>
                      </a:r>
                      <a:r>
                        <a:rPr sz="1425" spc="75" baseline="-29239" dirty="0">
                          <a:latin typeface="Cambria Math"/>
                          <a:cs typeface="Cambria Math"/>
                        </a:rPr>
                        <a:t>𝑥</a:t>
                      </a:r>
                      <a:r>
                        <a:rPr sz="1425" spc="247" baseline="-29239" dirty="0">
                          <a:latin typeface="Cambria Math"/>
                          <a:cs typeface="Cambria Math"/>
                        </a:rPr>
                        <a:t> </a:t>
                      </a:r>
                      <a:r>
                        <a:rPr sz="1950" baseline="-36324" dirty="0">
                          <a:latin typeface="Cambria Math"/>
                          <a:cs typeface="Cambria Math"/>
                        </a:rPr>
                        <a:t>+ </a:t>
                      </a:r>
                      <a:r>
                        <a:rPr sz="1950" spc="-37" baseline="-36324" dirty="0">
                          <a:latin typeface="Cambria Math"/>
                          <a:cs typeface="Cambria Math"/>
                        </a:rPr>
                        <a:t>𝑒</a:t>
                      </a:r>
                      <a:r>
                        <a:rPr sz="1425" spc="-37" baseline="-29239" dirty="0">
                          <a:latin typeface="Cambria Math"/>
                          <a:cs typeface="Cambria Math"/>
                        </a:rPr>
                        <a:t>−𝑥</a:t>
                      </a:r>
                      <a:endParaRPr sz="1425" baseline="-29239">
                        <a:latin typeface="Cambria Math"/>
                        <a:cs typeface="Cambria Math"/>
                      </a:endParaRPr>
                    </a:p>
                  </a:txBody>
                  <a:tcPr marL="0" marR="0" marT="0" marB="0">
                    <a:lnL w="6350">
                      <a:solidFill>
                        <a:srgbClr val="BEBEBE"/>
                      </a:solidFill>
                      <a:prstDash val="solid"/>
                    </a:lnL>
                    <a:lnR w="6350">
                      <a:solidFill>
                        <a:srgbClr val="BEBEBE"/>
                      </a:solidFill>
                      <a:prstDash val="solid"/>
                    </a:lnR>
                    <a:lnT w="6350">
                      <a:solidFill>
                        <a:srgbClr val="BEBEBE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1145"/>
                        </a:spcBef>
                      </a:pPr>
                      <a:r>
                        <a:rPr sz="1300" spc="-10" dirty="0">
                          <a:latin typeface="Cambria Math"/>
                          <a:cs typeface="Cambria Math"/>
                        </a:rPr>
                        <a:t>tf.math.tanh(x)</a:t>
                      </a:r>
                      <a:endParaRPr sz="1300">
                        <a:latin typeface="Cambria Math"/>
                        <a:cs typeface="Cambria Math"/>
                      </a:endParaRPr>
                    </a:p>
                  </a:txBody>
                  <a:tcPr marL="0" marR="0" marT="145415" marB="0">
                    <a:lnL w="6350">
                      <a:solidFill>
                        <a:srgbClr val="BEBEBE"/>
                      </a:solidFill>
                      <a:prstDash val="solid"/>
                    </a:lnL>
                    <a:lnT w="6350">
                      <a:solidFill>
                        <a:srgbClr val="BEBEBE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0045"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545"/>
                        </a:spcBef>
                      </a:pPr>
                      <a:r>
                        <a:rPr sz="1300" spc="-20" dirty="0">
                          <a:latin typeface="Trebuchet MS"/>
                          <a:cs typeface="Trebuchet MS"/>
                        </a:rPr>
                        <a:t>ReLu</a:t>
                      </a:r>
                      <a:endParaRPr sz="1300">
                        <a:latin typeface="Trebuchet MS"/>
                        <a:cs typeface="Trebuchet MS"/>
                      </a:endParaRPr>
                    </a:p>
                  </a:txBody>
                  <a:tcPr marL="0" marR="0" marT="69215" marB="0">
                    <a:lnR w="6350">
                      <a:solidFill>
                        <a:srgbClr val="BEBEBE"/>
                      </a:solidFill>
                      <a:prstDash val="solid"/>
                    </a:lnR>
                    <a:lnT w="6350">
                      <a:solidFill>
                        <a:srgbClr val="BEBEBE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34085">
                        <a:lnSpc>
                          <a:spcPct val="100000"/>
                        </a:lnSpc>
                        <a:spcBef>
                          <a:spcPts val="580"/>
                        </a:spcBef>
                      </a:pPr>
                      <a:r>
                        <a:rPr sz="1300" dirty="0">
                          <a:latin typeface="Cambria Math"/>
                          <a:cs typeface="Cambria Math"/>
                        </a:rPr>
                        <a:t>𝑅𝑒𝐿𝑢</a:t>
                      </a:r>
                      <a:r>
                        <a:rPr sz="1300" spc="275" dirty="0">
                          <a:latin typeface="Cambria Math"/>
                          <a:cs typeface="Cambria Math"/>
                        </a:rPr>
                        <a:t> </a:t>
                      </a:r>
                      <a:r>
                        <a:rPr sz="1300" dirty="0">
                          <a:latin typeface="Cambria Math"/>
                          <a:cs typeface="Cambria Math"/>
                        </a:rPr>
                        <a:t>𝑥</a:t>
                      </a:r>
                      <a:r>
                        <a:rPr sz="1300" spc="175" dirty="0">
                          <a:latin typeface="Cambria Math"/>
                          <a:cs typeface="Cambria Math"/>
                        </a:rPr>
                        <a:t>  </a:t>
                      </a:r>
                      <a:r>
                        <a:rPr sz="1300" dirty="0">
                          <a:latin typeface="Cambria Math"/>
                          <a:cs typeface="Cambria Math"/>
                        </a:rPr>
                        <a:t>=</a:t>
                      </a:r>
                      <a:r>
                        <a:rPr sz="1300" spc="75" dirty="0">
                          <a:latin typeface="Cambria Math"/>
                          <a:cs typeface="Cambria Math"/>
                        </a:rPr>
                        <a:t> </a:t>
                      </a:r>
                      <a:r>
                        <a:rPr sz="1300" spc="-10" dirty="0">
                          <a:latin typeface="Cambria Math"/>
                          <a:cs typeface="Cambria Math"/>
                        </a:rPr>
                        <a:t>max(0,</a:t>
                      </a:r>
                      <a:r>
                        <a:rPr sz="1300" spc="-75" dirty="0">
                          <a:latin typeface="Cambria Math"/>
                          <a:cs typeface="Cambria Math"/>
                        </a:rPr>
                        <a:t> </a:t>
                      </a:r>
                      <a:r>
                        <a:rPr sz="1300" spc="-25" dirty="0">
                          <a:latin typeface="Cambria Math"/>
                          <a:cs typeface="Cambria Math"/>
                        </a:rPr>
                        <a:t>𝑥)</a:t>
                      </a:r>
                      <a:endParaRPr sz="1300">
                        <a:latin typeface="Cambria Math"/>
                        <a:cs typeface="Cambria Math"/>
                      </a:endParaRPr>
                    </a:p>
                  </a:txBody>
                  <a:tcPr marL="0" marR="0" marT="73660" marB="0">
                    <a:lnL w="6350">
                      <a:solidFill>
                        <a:srgbClr val="BEBEBE"/>
                      </a:solidFill>
                      <a:prstDash val="solid"/>
                    </a:lnL>
                    <a:lnR w="6350">
                      <a:solidFill>
                        <a:srgbClr val="BEBEBE"/>
                      </a:solidFill>
                      <a:prstDash val="solid"/>
                    </a:lnR>
                    <a:lnT w="6350">
                      <a:solidFill>
                        <a:srgbClr val="BEBEBE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580"/>
                        </a:spcBef>
                      </a:pPr>
                      <a:r>
                        <a:rPr sz="1300" spc="-10" dirty="0">
                          <a:latin typeface="Cambria Math"/>
                          <a:cs typeface="Cambria Math"/>
                        </a:rPr>
                        <a:t>tf.nn.relu(x)</a:t>
                      </a:r>
                      <a:endParaRPr sz="1300">
                        <a:latin typeface="Cambria Math"/>
                        <a:cs typeface="Cambria Math"/>
                      </a:endParaRPr>
                    </a:p>
                  </a:txBody>
                  <a:tcPr marL="0" marR="0" marT="73660" marB="0">
                    <a:lnL w="6350">
                      <a:solidFill>
                        <a:srgbClr val="BEBEBE"/>
                      </a:solidFill>
                      <a:prstDash val="solid"/>
                    </a:lnL>
                    <a:lnT w="6350">
                      <a:solidFill>
                        <a:srgbClr val="BEBEBE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477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endParaRPr sz="145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300" spc="-70" dirty="0">
                          <a:latin typeface="Trebuchet MS"/>
                          <a:cs typeface="Trebuchet MS"/>
                        </a:rPr>
                        <a:t>Softmax</a:t>
                      </a:r>
                      <a:endParaRPr sz="1300">
                        <a:latin typeface="Trebuchet MS"/>
                        <a:cs typeface="Trebuchet MS"/>
                      </a:endParaRPr>
                    </a:p>
                  </a:txBody>
                  <a:tcPr marL="0" marR="0" marT="1270" marB="0">
                    <a:lnR w="6350">
                      <a:solidFill>
                        <a:srgbClr val="BEBEBE"/>
                      </a:solidFill>
                      <a:prstDash val="solid"/>
                    </a:lnR>
                    <a:lnT w="6350">
                      <a:solidFill>
                        <a:srgbClr val="BEBEBE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65785" algn="ctr">
                        <a:lnSpc>
                          <a:spcPts val="1535"/>
                        </a:lnSpc>
                        <a:spcBef>
                          <a:spcPts val="195"/>
                        </a:spcBef>
                      </a:pPr>
                      <a:r>
                        <a:rPr sz="1950" spc="97" baseline="-23504" dirty="0">
                          <a:latin typeface="Cambria Math"/>
                          <a:cs typeface="Cambria Math"/>
                        </a:rPr>
                        <a:t>𝑒</a:t>
                      </a:r>
                      <a:r>
                        <a:rPr sz="950" spc="65" dirty="0">
                          <a:latin typeface="Cambria Math"/>
                          <a:cs typeface="Cambria Math"/>
                        </a:rPr>
                        <a:t>𝑥</a:t>
                      </a:r>
                      <a:r>
                        <a:rPr sz="1125" spc="97" baseline="-14814" dirty="0">
                          <a:latin typeface="Cambria Math"/>
                          <a:cs typeface="Cambria Math"/>
                        </a:rPr>
                        <a:t>𝑗</a:t>
                      </a:r>
                      <a:endParaRPr sz="1125" baseline="-14814">
                        <a:latin typeface="Cambria Math"/>
                        <a:cs typeface="Cambria Math"/>
                      </a:endParaRPr>
                    </a:p>
                    <a:p>
                      <a:pPr marL="1068070">
                        <a:lnSpc>
                          <a:spcPts val="1535"/>
                        </a:lnSpc>
                        <a:tabLst>
                          <a:tab pos="2060575" algn="l"/>
                        </a:tabLst>
                      </a:pPr>
                      <a:r>
                        <a:rPr sz="1300" dirty="0">
                          <a:latin typeface="Cambria Math"/>
                          <a:cs typeface="Cambria Math"/>
                        </a:rPr>
                        <a:t>𝜎(𝑥)</a:t>
                      </a:r>
                      <a:r>
                        <a:rPr sz="1425" baseline="-14619" dirty="0">
                          <a:latin typeface="Cambria Math"/>
                          <a:cs typeface="Cambria Math"/>
                        </a:rPr>
                        <a:t>𝑗</a:t>
                      </a:r>
                      <a:r>
                        <a:rPr sz="1425" spc="442" baseline="-14619" dirty="0">
                          <a:latin typeface="Cambria Math"/>
                          <a:cs typeface="Cambria Math"/>
                        </a:rPr>
                        <a:t> </a:t>
                      </a:r>
                      <a:r>
                        <a:rPr sz="1300" dirty="0">
                          <a:latin typeface="Cambria Math"/>
                          <a:cs typeface="Cambria Math"/>
                        </a:rPr>
                        <a:t>=</a:t>
                      </a:r>
                      <a:r>
                        <a:rPr sz="1300" spc="150" dirty="0">
                          <a:latin typeface="Cambria Math"/>
                          <a:cs typeface="Cambria Math"/>
                        </a:rPr>
                        <a:t> </a:t>
                      </a:r>
                      <a:r>
                        <a:rPr sz="1950" spc="97" baseline="-38461" dirty="0">
                          <a:latin typeface="Cambria Math"/>
                          <a:cs typeface="Cambria Math"/>
                        </a:rPr>
                        <a:t>σ</a:t>
                      </a:r>
                      <a:r>
                        <a:rPr sz="1425" spc="97" baseline="-26315" dirty="0">
                          <a:latin typeface="Cambria Math"/>
                          <a:cs typeface="Cambria Math"/>
                        </a:rPr>
                        <a:t>𝐾</a:t>
                      </a:r>
                      <a:r>
                        <a:rPr sz="1425" baseline="-26315" dirty="0">
                          <a:latin typeface="Cambria Math"/>
                          <a:cs typeface="Cambria Math"/>
                        </a:rPr>
                        <a:t>	</a:t>
                      </a:r>
                      <a:r>
                        <a:rPr sz="1950" spc="60" baseline="-40598" dirty="0">
                          <a:latin typeface="Cambria Math"/>
                          <a:cs typeface="Cambria Math"/>
                        </a:rPr>
                        <a:t>𝑒</a:t>
                      </a:r>
                      <a:r>
                        <a:rPr sz="1425" spc="60" baseline="-32163" dirty="0">
                          <a:latin typeface="Cambria Math"/>
                          <a:cs typeface="Cambria Math"/>
                        </a:rPr>
                        <a:t>𝑥</a:t>
                      </a:r>
                      <a:r>
                        <a:rPr sz="1125" spc="60" baseline="-55555" dirty="0">
                          <a:latin typeface="Cambria Math"/>
                          <a:cs typeface="Cambria Math"/>
                        </a:rPr>
                        <a:t>𝑘</a:t>
                      </a:r>
                      <a:endParaRPr sz="1125" baseline="-55555">
                        <a:latin typeface="Cambria Math"/>
                        <a:cs typeface="Cambria Math"/>
                      </a:endParaRPr>
                    </a:p>
                    <a:p>
                      <a:pPr marL="429895" algn="ctr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sz="950" spc="-25" dirty="0">
                          <a:latin typeface="Cambria Math"/>
                          <a:cs typeface="Cambria Math"/>
                        </a:rPr>
                        <a:t>𝑘=1</a:t>
                      </a:r>
                      <a:endParaRPr sz="950">
                        <a:latin typeface="Cambria Math"/>
                        <a:cs typeface="Cambria Math"/>
                      </a:endParaRPr>
                    </a:p>
                  </a:txBody>
                  <a:tcPr marL="0" marR="0" marT="24765" marB="0">
                    <a:lnL w="6350">
                      <a:solidFill>
                        <a:srgbClr val="BEBEBE"/>
                      </a:solidFill>
                      <a:prstDash val="solid"/>
                    </a:lnL>
                    <a:lnR w="6350">
                      <a:solidFill>
                        <a:srgbClr val="BEBEBE"/>
                      </a:solidFill>
                      <a:prstDash val="solid"/>
                    </a:lnR>
                    <a:lnT w="6350">
                      <a:solidFill>
                        <a:srgbClr val="BEBEBE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5"/>
                        </a:spcBef>
                      </a:pPr>
                      <a:endParaRPr sz="1450">
                        <a:latin typeface="Times New Roman"/>
                        <a:cs typeface="Times New Roman"/>
                      </a:endParaRPr>
                    </a:p>
                    <a:p>
                      <a:pPr marL="635" algn="ctr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1300" spc="-10" dirty="0">
                          <a:latin typeface="Cambria Math"/>
                          <a:cs typeface="Cambria Math"/>
                        </a:rPr>
                        <a:t>tf.nn.softmax(x)</a:t>
                      </a:r>
                      <a:endParaRPr sz="1300">
                        <a:latin typeface="Cambria Math"/>
                        <a:cs typeface="Cambria Math"/>
                      </a:endParaRPr>
                    </a:p>
                  </a:txBody>
                  <a:tcPr marL="0" marR="0" marT="5715" marB="0">
                    <a:lnL w="6350">
                      <a:solidFill>
                        <a:srgbClr val="BEBEBE"/>
                      </a:solidFill>
                      <a:prstDash val="solid"/>
                    </a:lnL>
                    <a:lnT w="6350">
                      <a:solidFill>
                        <a:srgbClr val="BEBEBE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8" name="object 18"/>
          <p:cNvSpPr/>
          <p:nvPr/>
        </p:nvSpPr>
        <p:spPr>
          <a:xfrm>
            <a:off x="4369053" y="3448558"/>
            <a:ext cx="550545" cy="10795"/>
          </a:xfrm>
          <a:custGeom>
            <a:avLst/>
            <a:gdLst/>
            <a:ahLst/>
            <a:cxnLst/>
            <a:rect l="l" t="t" r="r" b="b"/>
            <a:pathLst>
              <a:path w="550545" h="10795">
                <a:moveTo>
                  <a:pt x="550163" y="0"/>
                </a:moveTo>
                <a:lnTo>
                  <a:pt x="0" y="0"/>
                </a:lnTo>
                <a:lnTo>
                  <a:pt x="0" y="10667"/>
                </a:lnTo>
                <a:lnTo>
                  <a:pt x="550163" y="10667"/>
                </a:lnTo>
                <a:lnTo>
                  <a:pt x="550163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 txBox="1"/>
          <p:nvPr/>
        </p:nvSpPr>
        <p:spPr>
          <a:xfrm>
            <a:off x="695959" y="1691792"/>
            <a:ext cx="6405854" cy="514885"/>
          </a:xfrm>
          <a:prstGeom prst="rect">
            <a:avLst/>
          </a:prstGeom>
        </p:spPr>
        <p:txBody>
          <a:bodyPr vert="horz" wrap="square" lIns="0" tIns="62865" rIns="0" bIns="0" rtlCol="0">
            <a:spAutoFit/>
          </a:bodyPr>
          <a:lstStyle/>
          <a:p>
            <a:pPr marL="194945" indent="-182245">
              <a:lnSpc>
                <a:spcPct val="100000"/>
              </a:lnSpc>
              <a:spcBef>
                <a:spcPts val="495"/>
              </a:spcBef>
              <a:buClr>
                <a:srgbClr val="183DAF"/>
              </a:buClr>
              <a:buFont typeface="Tahoma"/>
              <a:buChar char="‣"/>
              <a:tabLst>
                <a:tab pos="194945" algn="l"/>
              </a:tabLst>
            </a:pPr>
            <a:r>
              <a:rPr sz="1300" dirty="0">
                <a:solidFill>
                  <a:srgbClr val="252525"/>
                </a:solidFill>
                <a:latin typeface="Trebuchet MS"/>
                <a:cs typeface="Trebuchet MS"/>
              </a:rPr>
              <a:t>This summarizes some of the most commonly used activation functions.</a:t>
            </a:r>
            <a:endParaRPr sz="1300" dirty="0">
              <a:latin typeface="Trebuchet MS"/>
              <a:cs typeface="Trebuchet MS"/>
            </a:endParaRPr>
          </a:p>
          <a:p>
            <a:pPr marL="194945" indent="-182245">
              <a:lnSpc>
                <a:spcPct val="100000"/>
              </a:lnSpc>
              <a:spcBef>
                <a:spcPts val="395"/>
              </a:spcBef>
              <a:buClr>
                <a:srgbClr val="183DAF"/>
              </a:buClr>
              <a:buFont typeface="Tahoma"/>
              <a:buChar char="‣"/>
              <a:tabLst>
                <a:tab pos="194945" algn="l"/>
              </a:tabLst>
            </a:pPr>
            <a:r>
              <a:rPr sz="1300" dirty="0">
                <a:solidFill>
                  <a:srgbClr val="252525"/>
                </a:solidFill>
                <a:latin typeface="Trebuchet MS"/>
                <a:cs typeface="Trebuchet MS"/>
              </a:rPr>
              <a:t>Softmax is often used at the output layer of neural networks that do classification.</a:t>
            </a:r>
            <a:endParaRPr sz="1300" dirty="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902951" cy="2997319"/>
          </a:xfrm>
          <a:prstGeom prst="rect">
            <a:avLst/>
          </a:prstGeom>
        </p:spPr>
      </p:pic>
      <p:sp>
        <p:nvSpPr>
          <p:cNvPr id="3" name="object 3"/>
          <p:cNvSpPr/>
          <p:nvPr/>
        </p:nvSpPr>
        <p:spPr>
          <a:xfrm>
            <a:off x="449580" y="6425184"/>
            <a:ext cx="9001125" cy="0"/>
          </a:xfrm>
          <a:custGeom>
            <a:avLst/>
            <a:gdLst/>
            <a:ahLst/>
            <a:cxnLst/>
            <a:rect l="l" t="t" r="r" b="b"/>
            <a:pathLst>
              <a:path w="9001125">
                <a:moveTo>
                  <a:pt x="0" y="0"/>
                </a:moveTo>
                <a:lnTo>
                  <a:pt x="9000744" y="0"/>
                </a:lnTo>
              </a:path>
            </a:pathLst>
          </a:custGeom>
          <a:ln w="6096">
            <a:solidFill>
              <a:srgbClr val="BEBEB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355873" y="6524434"/>
            <a:ext cx="87590" cy="90487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54151" y="6527292"/>
            <a:ext cx="1794510" cy="142494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6862571" y="6521195"/>
            <a:ext cx="2327910" cy="118110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944880" y="3083039"/>
            <a:ext cx="4458470" cy="316242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929639" y="2670048"/>
            <a:ext cx="700278" cy="195834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986027" y="3663696"/>
            <a:ext cx="4947666" cy="2344674"/>
          </a:xfrm>
          <a:prstGeom prst="rect">
            <a:avLst/>
          </a:prstGeom>
        </p:spPr>
      </p:pic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355949" y="6524434"/>
            <a:ext cx="89038" cy="90487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54151" y="6527292"/>
            <a:ext cx="1794510" cy="142494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862571" y="6521195"/>
            <a:ext cx="2327910" cy="118110"/>
          </a:xfrm>
          <a:prstGeom prst="rect">
            <a:avLst/>
          </a:prstGeom>
        </p:spPr>
      </p:pic>
      <p:sp>
        <p:nvSpPr>
          <p:cNvPr id="5" name="object 5"/>
          <p:cNvSpPr/>
          <p:nvPr/>
        </p:nvSpPr>
        <p:spPr>
          <a:xfrm>
            <a:off x="559308" y="1440180"/>
            <a:ext cx="36830" cy="180340"/>
          </a:xfrm>
          <a:custGeom>
            <a:avLst/>
            <a:gdLst/>
            <a:ahLst/>
            <a:cxnLst/>
            <a:rect l="l" t="t" r="r" b="b"/>
            <a:pathLst>
              <a:path w="36829" h="180340">
                <a:moveTo>
                  <a:pt x="36576" y="0"/>
                </a:moveTo>
                <a:lnTo>
                  <a:pt x="0" y="0"/>
                </a:lnTo>
                <a:lnTo>
                  <a:pt x="0" y="179832"/>
                </a:lnTo>
                <a:lnTo>
                  <a:pt x="36576" y="179832"/>
                </a:lnTo>
                <a:lnTo>
                  <a:pt x="36576" y="0"/>
                </a:lnTo>
                <a:close/>
              </a:path>
            </a:pathLst>
          </a:custGeom>
          <a:solidFill>
            <a:srgbClr val="183DAF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6" name="object 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713231" y="1463039"/>
            <a:ext cx="2622042" cy="144017"/>
          </a:xfrm>
          <a:prstGeom prst="rect">
            <a:avLst/>
          </a:prstGeom>
        </p:spPr>
      </p:pic>
      <p:grpSp>
        <p:nvGrpSpPr>
          <p:cNvPr id="7" name="object 7"/>
          <p:cNvGrpSpPr/>
          <p:nvPr/>
        </p:nvGrpSpPr>
        <p:grpSpPr>
          <a:xfrm>
            <a:off x="885444" y="2089404"/>
            <a:ext cx="6952615" cy="3869690"/>
            <a:chOff x="885444" y="2089404"/>
            <a:chExt cx="6952615" cy="3869690"/>
          </a:xfrm>
        </p:grpSpPr>
        <p:pic>
          <p:nvPicPr>
            <p:cNvPr id="8" name="object 8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891540" y="2199083"/>
              <a:ext cx="6940296" cy="3753660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888492" y="2092452"/>
              <a:ext cx="6946900" cy="3863340"/>
            </a:xfrm>
            <a:custGeom>
              <a:avLst/>
              <a:gdLst/>
              <a:ahLst/>
              <a:cxnLst/>
              <a:rect l="l" t="t" r="r" b="b"/>
              <a:pathLst>
                <a:path w="6946900" h="3863340">
                  <a:moveTo>
                    <a:pt x="0" y="3863340"/>
                  </a:moveTo>
                  <a:lnTo>
                    <a:pt x="6946392" y="3863340"/>
                  </a:lnTo>
                  <a:lnTo>
                    <a:pt x="6946392" y="0"/>
                  </a:lnTo>
                  <a:lnTo>
                    <a:pt x="0" y="0"/>
                  </a:lnTo>
                  <a:lnTo>
                    <a:pt x="0" y="3863340"/>
                  </a:lnTo>
                  <a:close/>
                </a:path>
              </a:pathLst>
            </a:custGeom>
            <a:ln w="6096">
              <a:solidFill>
                <a:srgbClr val="D9D9D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437489" y="431419"/>
            <a:ext cx="189992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FFFFFF"/>
                </a:solidFill>
                <a:latin typeface="Ebrima"/>
                <a:cs typeface="Ebrima"/>
              </a:rPr>
              <a:t>1.6.</a:t>
            </a:r>
            <a:r>
              <a:rPr sz="1800" spc="-15" dirty="0">
                <a:solidFill>
                  <a:srgbClr val="FFFFFF"/>
                </a:solidFill>
                <a:latin typeface="Ebrima"/>
                <a:cs typeface="Ebrima"/>
              </a:rPr>
              <a:t> </a:t>
            </a:r>
            <a:r>
              <a:rPr sz="1800" dirty="0">
                <a:solidFill>
                  <a:srgbClr val="FFFFFF"/>
                </a:solidFill>
                <a:latin typeface="Ebrima"/>
                <a:cs typeface="Ebrima"/>
              </a:rPr>
              <a:t>Deep</a:t>
            </a:r>
            <a:r>
              <a:rPr sz="1800" spc="-5" dirty="0">
                <a:solidFill>
                  <a:srgbClr val="FFFFFF"/>
                </a:solidFill>
                <a:latin typeface="Ebrima"/>
                <a:cs typeface="Ebrima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Ebrima"/>
                <a:cs typeface="Ebrima"/>
              </a:rPr>
              <a:t>Learning</a:t>
            </a:r>
            <a:endParaRPr sz="1800">
              <a:latin typeface="Ebrima"/>
              <a:cs typeface="Ebrima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8671941" y="463677"/>
            <a:ext cx="80962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dirty="0">
                <a:solidFill>
                  <a:srgbClr val="D9D9D9"/>
                </a:solidFill>
                <a:latin typeface="Ebrima"/>
                <a:cs typeface="Ebrima"/>
              </a:rPr>
              <a:t>UNIT</a:t>
            </a:r>
            <a:r>
              <a:rPr sz="1600" spc="400" dirty="0">
                <a:solidFill>
                  <a:srgbClr val="D9D9D9"/>
                </a:solidFill>
                <a:latin typeface="Ebrima"/>
                <a:cs typeface="Ebrima"/>
              </a:rPr>
              <a:t> </a:t>
            </a:r>
            <a:r>
              <a:rPr sz="1600" spc="-35" dirty="0">
                <a:solidFill>
                  <a:srgbClr val="D9D9D9"/>
                </a:solidFill>
                <a:latin typeface="Ebrima"/>
                <a:cs typeface="Ebrima"/>
              </a:rPr>
              <a:t>01</a:t>
            </a:r>
            <a:endParaRPr sz="1600">
              <a:latin typeface="Ebrima"/>
              <a:cs typeface="Ebrima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902208" y="6024371"/>
            <a:ext cx="2719070" cy="213360"/>
            <a:chOff x="902208" y="6024371"/>
            <a:chExt cx="2719070" cy="213360"/>
          </a:xfrm>
        </p:grpSpPr>
        <p:sp>
          <p:nvSpPr>
            <p:cNvPr id="13" name="object 13"/>
            <p:cNvSpPr/>
            <p:nvPr/>
          </p:nvSpPr>
          <p:spPr>
            <a:xfrm>
              <a:off x="902208" y="6024371"/>
              <a:ext cx="2719070" cy="213360"/>
            </a:xfrm>
            <a:custGeom>
              <a:avLst/>
              <a:gdLst/>
              <a:ahLst/>
              <a:cxnLst/>
              <a:rect l="l" t="t" r="r" b="b"/>
              <a:pathLst>
                <a:path w="2719070" h="213360">
                  <a:moveTo>
                    <a:pt x="2612136" y="0"/>
                  </a:moveTo>
                  <a:lnTo>
                    <a:pt x="106679" y="0"/>
                  </a:lnTo>
                  <a:lnTo>
                    <a:pt x="65156" y="8383"/>
                  </a:lnTo>
                  <a:lnTo>
                    <a:pt x="31246" y="31246"/>
                  </a:lnTo>
                  <a:lnTo>
                    <a:pt x="8383" y="65156"/>
                  </a:lnTo>
                  <a:lnTo>
                    <a:pt x="0" y="106679"/>
                  </a:lnTo>
                  <a:lnTo>
                    <a:pt x="8383" y="148203"/>
                  </a:lnTo>
                  <a:lnTo>
                    <a:pt x="31246" y="182113"/>
                  </a:lnTo>
                  <a:lnTo>
                    <a:pt x="65156" y="204976"/>
                  </a:lnTo>
                  <a:lnTo>
                    <a:pt x="106679" y="213359"/>
                  </a:lnTo>
                  <a:lnTo>
                    <a:pt x="2612136" y="213359"/>
                  </a:lnTo>
                  <a:lnTo>
                    <a:pt x="2653664" y="204976"/>
                  </a:lnTo>
                  <a:lnTo>
                    <a:pt x="2687573" y="182113"/>
                  </a:lnTo>
                  <a:lnTo>
                    <a:pt x="2710433" y="148203"/>
                  </a:lnTo>
                  <a:lnTo>
                    <a:pt x="2718816" y="106679"/>
                  </a:lnTo>
                  <a:lnTo>
                    <a:pt x="2710434" y="65156"/>
                  </a:lnTo>
                  <a:lnTo>
                    <a:pt x="2687574" y="31246"/>
                  </a:lnTo>
                  <a:lnTo>
                    <a:pt x="2653665" y="8383"/>
                  </a:lnTo>
                  <a:lnTo>
                    <a:pt x="2612136" y="0"/>
                  </a:lnTo>
                  <a:close/>
                </a:path>
              </a:pathLst>
            </a:custGeom>
            <a:solidFill>
              <a:srgbClr val="183DA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4" name="object 14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310640" y="6080759"/>
              <a:ext cx="1899666" cy="127254"/>
            </a:xfrm>
            <a:prstGeom prst="rect">
              <a:avLst/>
            </a:prstGeom>
          </p:spPr>
        </p:pic>
      </p:grpSp>
      <p:pic>
        <p:nvPicPr>
          <p:cNvPr id="15" name="object 15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710183" y="1812035"/>
            <a:ext cx="3342894" cy="134874"/>
          </a:xfrm>
          <a:prstGeom prst="rect">
            <a:avLst/>
          </a:prstGeom>
        </p:spPr>
      </p:pic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383431" y="6524434"/>
            <a:ext cx="61558" cy="90487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54151" y="6527292"/>
            <a:ext cx="1794510" cy="142494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862571" y="6521195"/>
            <a:ext cx="2327910" cy="118110"/>
          </a:xfrm>
          <a:prstGeom prst="rect">
            <a:avLst/>
          </a:prstGeom>
        </p:spPr>
      </p:pic>
      <p:sp>
        <p:nvSpPr>
          <p:cNvPr id="5" name="object 5"/>
          <p:cNvSpPr/>
          <p:nvPr/>
        </p:nvSpPr>
        <p:spPr>
          <a:xfrm>
            <a:off x="559308" y="1440180"/>
            <a:ext cx="36830" cy="180340"/>
          </a:xfrm>
          <a:custGeom>
            <a:avLst/>
            <a:gdLst/>
            <a:ahLst/>
            <a:cxnLst/>
            <a:rect l="l" t="t" r="r" b="b"/>
            <a:pathLst>
              <a:path w="36829" h="180340">
                <a:moveTo>
                  <a:pt x="36576" y="0"/>
                </a:moveTo>
                <a:lnTo>
                  <a:pt x="0" y="0"/>
                </a:lnTo>
                <a:lnTo>
                  <a:pt x="0" y="179832"/>
                </a:lnTo>
                <a:lnTo>
                  <a:pt x="36576" y="179832"/>
                </a:lnTo>
                <a:lnTo>
                  <a:pt x="36576" y="0"/>
                </a:lnTo>
                <a:close/>
              </a:path>
            </a:pathLst>
          </a:custGeom>
          <a:solidFill>
            <a:srgbClr val="183DAF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6" name="object 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713231" y="1463039"/>
            <a:ext cx="2622042" cy="144017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437489" y="431419"/>
            <a:ext cx="189992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FFFFFF"/>
                </a:solidFill>
                <a:latin typeface="Ebrima"/>
                <a:cs typeface="Ebrima"/>
              </a:rPr>
              <a:t>1.6.</a:t>
            </a:r>
            <a:r>
              <a:rPr sz="1800" spc="-15" dirty="0">
                <a:solidFill>
                  <a:srgbClr val="FFFFFF"/>
                </a:solidFill>
                <a:latin typeface="Ebrima"/>
                <a:cs typeface="Ebrima"/>
              </a:rPr>
              <a:t> </a:t>
            </a:r>
            <a:r>
              <a:rPr sz="1800" dirty="0">
                <a:solidFill>
                  <a:srgbClr val="FFFFFF"/>
                </a:solidFill>
                <a:latin typeface="Ebrima"/>
                <a:cs typeface="Ebrima"/>
              </a:rPr>
              <a:t>Deep</a:t>
            </a:r>
            <a:r>
              <a:rPr sz="1800" spc="-5" dirty="0">
                <a:solidFill>
                  <a:srgbClr val="FFFFFF"/>
                </a:solidFill>
                <a:latin typeface="Ebrima"/>
                <a:cs typeface="Ebrima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Ebrima"/>
                <a:cs typeface="Ebrima"/>
              </a:rPr>
              <a:t>Learning</a:t>
            </a:r>
            <a:endParaRPr sz="1800">
              <a:latin typeface="Ebrima"/>
              <a:cs typeface="Ebrim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8671941" y="463677"/>
            <a:ext cx="80962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dirty="0">
                <a:solidFill>
                  <a:srgbClr val="D9D9D9"/>
                </a:solidFill>
                <a:latin typeface="Ebrima"/>
                <a:cs typeface="Ebrima"/>
              </a:rPr>
              <a:t>UNIT</a:t>
            </a:r>
            <a:r>
              <a:rPr sz="1600" spc="400" dirty="0">
                <a:solidFill>
                  <a:srgbClr val="D9D9D9"/>
                </a:solidFill>
                <a:latin typeface="Ebrima"/>
                <a:cs typeface="Ebrima"/>
              </a:rPr>
              <a:t> </a:t>
            </a:r>
            <a:r>
              <a:rPr sz="1600" spc="-35" dirty="0">
                <a:solidFill>
                  <a:srgbClr val="D9D9D9"/>
                </a:solidFill>
                <a:latin typeface="Ebrima"/>
                <a:cs typeface="Ebrima"/>
              </a:rPr>
              <a:t>01</a:t>
            </a:r>
            <a:endParaRPr sz="1600">
              <a:latin typeface="Ebrima"/>
              <a:cs typeface="Ebrima"/>
            </a:endParaRPr>
          </a:p>
        </p:txBody>
      </p:sp>
      <p:pic>
        <p:nvPicPr>
          <p:cNvPr id="9" name="object 9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710183" y="1813560"/>
            <a:ext cx="5287518" cy="1658874"/>
          </a:xfrm>
          <a:prstGeom prst="rect">
            <a:avLst/>
          </a:prstGeom>
        </p:spPr>
      </p:pic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359003" y="6524434"/>
            <a:ext cx="84461" cy="90487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54151" y="6527292"/>
            <a:ext cx="1794510" cy="142494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862571" y="6521195"/>
            <a:ext cx="2327910" cy="118110"/>
          </a:xfrm>
          <a:prstGeom prst="rect">
            <a:avLst/>
          </a:prstGeom>
        </p:spPr>
      </p:pic>
      <p:sp>
        <p:nvSpPr>
          <p:cNvPr id="5" name="object 5"/>
          <p:cNvSpPr/>
          <p:nvPr/>
        </p:nvSpPr>
        <p:spPr>
          <a:xfrm>
            <a:off x="559308" y="1440180"/>
            <a:ext cx="36830" cy="180340"/>
          </a:xfrm>
          <a:custGeom>
            <a:avLst/>
            <a:gdLst/>
            <a:ahLst/>
            <a:cxnLst/>
            <a:rect l="l" t="t" r="r" b="b"/>
            <a:pathLst>
              <a:path w="36829" h="180340">
                <a:moveTo>
                  <a:pt x="36576" y="0"/>
                </a:moveTo>
                <a:lnTo>
                  <a:pt x="0" y="0"/>
                </a:lnTo>
                <a:lnTo>
                  <a:pt x="0" y="179832"/>
                </a:lnTo>
                <a:lnTo>
                  <a:pt x="36576" y="179832"/>
                </a:lnTo>
                <a:lnTo>
                  <a:pt x="36576" y="0"/>
                </a:lnTo>
                <a:close/>
              </a:path>
            </a:pathLst>
          </a:custGeom>
          <a:solidFill>
            <a:srgbClr val="183DAF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6" name="object 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713231" y="1463039"/>
            <a:ext cx="2102358" cy="176022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437489" y="431419"/>
            <a:ext cx="189992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FFFFFF"/>
                </a:solidFill>
                <a:latin typeface="Ebrima"/>
                <a:cs typeface="Ebrima"/>
              </a:rPr>
              <a:t>1.6.</a:t>
            </a:r>
            <a:r>
              <a:rPr sz="1800" spc="-15" dirty="0">
                <a:solidFill>
                  <a:srgbClr val="FFFFFF"/>
                </a:solidFill>
                <a:latin typeface="Ebrima"/>
                <a:cs typeface="Ebrima"/>
              </a:rPr>
              <a:t> </a:t>
            </a:r>
            <a:r>
              <a:rPr sz="1800" dirty="0">
                <a:solidFill>
                  <a:srgbClr val="FFFFFF"/>
                </a:solidFill>
                <a:latin typeface="Ebrima"/>
                <a:cs typeface="Ebrima"/>
              </a:rPr>
              <a:t>Deep</a:t>
            </a:r>
            <a:r>
              <a:rPr sz="1800" spc="-5" dirty="0">
                <a:solidFill>
                  <a:srgbClr val="FFFFFF"/>
                </a:solidFill>
                <a:latin typeface="Ebrima"/>
                <a:cs typeface="Ebrima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Ebrima"/>
                <a:cs typeface="Ebrima"/>
              </a:rPr>
              <a:t>Learning</a:t>
            </a:r>
            <a:endParaRPr sz="1800">
              <a:latin typeface="Ebrima"/>
              <a:cs typeface="Ebrim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8671941" y="463677"/>
            <a:ext cx="80962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dirty="0">
                <a:solidFill>
                  <a:srgbClr val="D9D9D9"/>
                </a:solidFill>
                <a:latin typeface="Ebrima"/>
                <a:cs typeface="Ebrima"/>
              </a:rPr>
              <a:t>UNIT</a:t>
            </a:r>
            <a:r>
              <a:rPr sz="1600" spc="400" dirty="0">
                <a:solidFill>
                  <a:srgbClr val="D9D9D9"/>
                </a:solidFill>
                <a:latin typeface="Ebrima"/>
                <a:cs typeface="Ebrima"/>
              </a:rPr>
              <a:t> </a:t>
            </a:r>
            <a:r>
              <a:rPr sz="1600" spc="-35" dirty="0">
                <a:solidFill>
                  <a:srgbClr val="D9D9D9"/>
                </a:solidFill>
                <a:latin typeface="Ebrima"/>
                <a:cs typeface="Ebrima"/>
              </a:rPr>
              <a:t>01</a:t>
            </a:r>
            <a:endParaRPr sz="1600">
              <a:latin typeface="Ebrima"/>
              <a:cs typeface="Ebrima"/>
            </a:endParaRPr>
          </a:p>
        </p:txBody>
      </p:sp>
      <p:pic>
        <p:nvPicPr>
          <p:cNvPr id="9" name="object 9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710183" y="1813534"/>
            <a:ext cx="3551682" cy="459511"/>
          </a:xfrm>
          <a:prstGeom prst="rect">
            <a:avLst/>
          </a:prstGeom>
        </p:spPr>
      </p:pic>
      <p:grpSp>
        <p:nvGrpSpPr>
          <p:cNvPr id="10" name="object 10"/>
          <p:cNvGrpSpPr/>
          <p:nvPr/>
        </p:nvGrpSpPr>
        <p:grpSpPr>
          <a:xfrm>
            <a:off x="2193035" y="2830067"/>
            <a:ext cx="5554345" cy="2546985"/>
            <a:chOff x="2193035" y="2830067"/>
            <a:chExt cx="5554345" cy="2546985"/>
          </a:xfrm>
        </p:grpSpPr>
        <p:sp>
          <p:nvSpPr>
            <p:cNvPr id="11" name="object 11"/>
            <p:cNvSpPr/>
            <p:nvPr/>
          </p:nvSpPr>
          <p:spPr>
            <a:xfrm>
              <a:off x="3486911" y="3032759"/>
              <a:ext cx="2964180" cy="2341245"/>
            </a:xfrm>
            <a:custGeom>
              <a:avLst/>
              <a:gdLst/>
              <a:ahLst/>
              <a:cxnLst/>
              <a:rect l="l" t="t" r="r" b="b"/>
              <a:pathLst>
                <a:path w="2964179" h="2341245">
                  <a:moveTo>
                    <a:pt x="2964180" y="0"/>
                  </a:moveTo>
                  <a:lnTo>
                    <a:pt x="0" y="0"/>
                  </a:lnTo>
                  <a:lnTo>
                    <a:pt x="0" y="2340864"/>
                  </a:lnTo>
                  <a:lnTo>
                    <a:pt x="2964180" y="2340864"/>
                  </a:lnTo>
                  <a:lnTo>
                    <a:pt x="2964180" y="0"/>
                  </a:lnTo>
                  <a:close/>
                </a:path>
              </a:pathLst>
            </a:custGeom>
            <a:solidFill>
              <a:srgbClr val="A6A6A6">
                <a:alpha val="5097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3486911" y="3032759"/>
              <a:ext cx="2964180" cy="2341245"/>
            </a:xfrm>
            <a:custGeom>
              <a:avLst/>
              <a:gdLst/>
              <a:ahLst/>
              <a:cxnLst/>
              <a:rect l="l" t="t" r="r" b="b"/>
              <a:pathLst>
                <a:path w="2964179" h="2341245">
                  <a:moveTo>
                    <a:pt x="0" y="2340864"/>
                  </a:moveTo>
                  <a:lnTo>
                    <a:pt x="2964180" y="2340864"/>
                  </a:lnTo>
                  <a:lnTo>
                    <a:pt x="2964180" y="0"/>
                  </a:lnTo>
                  <a:lnTo>
                    <a:pt x="0" y="0"/>
                  </a:lnTo>
                  <a:lnTo>
                    <a:pt x="0" y="2340864"/>
                  </a:lnTo>
                  <a:close/>
                </a:path>
              </a:pathLst>
            </a:custGeom>
            <a:ln w="6096">
              <a:solidFill>
                <a:srgbClr val="A6A6A6"/>
              </a:solidFill>
              <a:prstDash val="sys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4744211" y="4026407"/>
              <a:ext cx="352425" cy="353695"/>
            </a:xfrm>
            <a:custGeom>
              <a:avLst/>
              <a:gdLst/>
              <a:ahLst/>
              <a:cxnLst/>
              <a:rect l="l" t="t" r="r" b="b"/>
              <a:pathLst>
                <a:path w="352425" h="353695">
                  <a:moveTo>
                    <a:pt x="176022" y="0"/>
                  </a:moveTo>
                  <a:lnTo>
                    <a:pt x="129248" y="6312"/>
                  </a:lnTo>
                  <a:lnTo>
                    <a:pt x="87206" y="24130"/>
                  </a:lnTo>
                  <a:lnTo>
                    <a:pt x="51577" y="51768"/>
                  </a:lnTo>
                  <a:lnTo>
                    <a:pt x="24045" y="87545"/>
                  </a:lnTo>
                  <a:lnTo>
                    <a:pt x="6291" y="129778"/>
                  </a:lnTo>
                  <a:lnTo>
                    <a:pt x="0" y="176784"/>
                  </a:lnTo>
                  <a:lnTo>
                    <a:pt x="6291" y="223789"/>
                  </a:lnTo>
                  <a:lnTo>
                    <a:pt x="24045" y="266022"/>
                  </a:lnTo>
                  <a:lnTo>
                    <a:pt x="51577" y="301799"/>
                  </a:lnTo>
                  <a:lnTo>
                    <a:pt x="87206" y="329438"/>
                  </a:lnTo>
                  <a:lnTo>
                    <a:pt x="129248" y="347255"/>
                  </a:lnTo>
                  <a:lnTo>
                    <a:pt x="176022" y="353568"/>
                  </a:lnTo>
                  <a:lnTo>
                    <a:pt x="222795" y="347255"/>
                  </a:lnTo>
                  <a:lnTo>
                    <a:pt x="264837" y="329438"/>
                  </a:lnTo>
                  <a:lnTo>
                    <a:pt x="300466" y="301799"/>
                  </a:lnTo>
                  <a:lnTo>
                    <a:pt x="327998" y="266022"/>
                  </a:lnTo>
                  <a:lnTo>
                    <a:pt x="345752" y="223789"/>
                  </a:lnTo>
                  <a:lnTo>
                    <a:pt x="352043" y="176784"/>
                  </a:lnTo>
                  <a:lnTo>
                    <a:pt x="345752" y="129778"/>
                  </a:lnTo>
                  <a:lnTo>
                    <a:pt x="327998" y="87545"/>
                  </a:lnTo>
                  <a:lnTo>
                    <a:pt x="300466" y="51768"/>
                  </a:lnTo>
                  <a:lnTo>
                    <a:pt x="264837" y="24130"/>
                  </a:lnTo>
                  <a:lnTo>
                    <a:pt x="222795" y="6312"/>
                  </a:lnTo>
                  <a:lnTo>
                    <a:pt x="176022" y="0"/>
                  </a:lnTo>
                  <a:close/>
                </a:path>
              </a:pathLst>
            </a:custGeom>
            <a:solidFill>
              <a:srgbClr val="000000">
                <a:alpha val="5097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4744211" y="4026407"/>
              <a:ext cx="352425" cy="353695"/>
            </a:xfrm>
            <a:custGeom>
              <a:avLst/>
              <a:gdLst/>
              <a:ahLst/>
              <a:cxnLst/>
              <a:rect l="l" t="t" r="r" b="b"/>
              <a:pathLst>
                <a:path w="352425" h="353695">
                  <a:moveTo>
                    <a:pt x="0" y="176784"/>
                  </a:moveTo>
                  <a:lnTo>
                    <a:pt x="6291" y="129778"/>
                  </a:lnTo>
                  <a:lnTo>
                    <a:pt x="24045" y="87545"/>
                  </a:lnTo>
                  <a:lnTo>
                    <a:pt x="51577" y="51768"/>
                  </a:lnTo>
                  <a:lnTo>
                    <a:pt x="87206" y="24130"/>
                  </a:lnTo>
                  <a:lnTo>
                    <a:pt x="129248" y="6312"/>
                  </a:lnTo>
                  <a:lnTo>
                    <a:pt x="176022" y="0"/>
                  </a:lnTo>
                  <a:lnTo>
                    <a:pt x="222795" y="6312"/>
                  </a:lnTo>
                  <a:lnTo>
                    <a:pt x="264837" y="24130"/>
                  </a:lnTo>
                  <a:lnTo>
                    <a:pt x="300466" y="51768"/>
                  </a:lnTo>
                  <a:lnTo>
                    <a:pt x="327998" y="87545"/>
                  </a:lnTo>
                  <a:lnTo>
                    <a:pt x="345752" y="129778"/>
                  </a:lnTo>
                  <a:lnTo>
                    <a:pt x="352043" y="176784"/>
                  </a:lnTo>
                  <a:lnTo>
                    <a:pt x="345752" y="223789"/>
                  </a:lnTo>
                  <a:lnTo>
                    <a:pt x="327998" y="266022"/>
                  </a:lnTo>
                  <a:lnTo>
                    <a:pt x="300466" y="301799"/>
                  </a:lnTo>
                  <a:lnTo>
                    <a:pt x="264837" y="329438"/>
                  </a:lnTo>
                  <a:lnTo>
                    <a:pt x="222795" y="347255"/>
                  </a:lnTo>
                  <a:lnTo>
                    <a:pt x="176022" y="353568"/>
                  </a:lnTo>
                  <a:lnTo>
                    <a:pt x="129248" y="347255"/>
                  </a:lnTo>
                  <a:lnTo>
                    <a:pt x="87206" y="329438"/>
                  </a:lnTo>
                  <a:lnTo>
                    <a:pt x="51577" y="301799"/>
                  </a:lnTo>
                  <a:lnTo>
                    <a:pt x="24045" y="266022"/>
                  </a:lnTo>
                  <a:lnTo>
                    <a:pt x="6291" y="223789"/>
                  </a:lnTo>
                  <a:lnTo>
                    <a:pt x="0" y="176784"/>
                  </a:lnTo>
                  <a:close/>
                </a:path>
              </a:pathLst>
            </a:custGeom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4744211" y="4558283"/>
              <a:ext cx="352425" cy="353695"/>
            </a:xfrm>
            <a:custGeom>
              <a:avLst/>
              <a:gdLst/>
              <a:ahLst/>
              <a:cxnLst/>
              <a:rect l="l" t="t" r="r" b="b"/>
              <a:pathLst>
                <a:path w="352425" h="353695">
                  <a:moveTo>
                    <a:pt x="176022" y="0"/>
                  </a:moveTo>
                  <a:lnTo>
                    <a:pt x="129248" y="6312"/>
                  </a:lnTo>
                  <a:lnTo>
                    <a:pt x="87206" y="24130"/>
                  </a:lnTo>
                  <a:lnTo>
                    <a:pt x="51577" y="51768"/>
                  </a:lnTo>
                  <a:lnTo>
                    <a:pt x="24045" y="87545"/>
                  </a:lnTo>
                  <a:lnTo>
                    <a:pt x="6291" y="129778"/>
                  </a:lnTo>
                  <a:lnTo>
                    <a:pt x="0" y="176784"/>
                  </a:lnTo>
                  <a:lnTo>
                    <a:pt x="6291" y="223789"/>
                  </a:lnTo>
                  <a:lnTo>
                    <a:pt x="24045" y="266022"/>
                  </a:lnTo>
                  <a:lnTo>
                    <a:pt x="51577" y="301799"/>
                  </a:lnTo>
                  <a:lnTo>
                    <a:pt x="87206" y="329438"/>
                  </a:lnTo>
                  <a:lnTo>
                    <a:pt x="129248" y="347255"/>
                  </a:lnTo>
                  <a:lnTo>
                    <a:pt x="176022" y="353568"/>
                  </a:lnTo>
                  <a:lnTo>
                    <a:pt x="222795" y="347255"/>
                  </a:lnTo>
                  <a:lnTo>
                    <a:pt x="264837" y="329438"/>
                  </a:lnTo>
                  <a:lnTo>
                    <a:pt x="300466" y="301799"/>
                  </a:lnTo>
                  <a:lnTo>
                    <a:pt x="327998" y="266022"/>
                  </a:lnTo>
                  <a:lnTo>
                    <a:pt x="345752" y="223789"/>
                  </a:lnTo>
                  <a:lnTo>
                    <a:pt x="352043" y="176784"/>
                  </a:lnTo>
                  <a:lnTo>
                    <a:pt x="345752" y="129778"/>
                  </a:lnTo>
                  <a:lnTo>
                    <a:pt x="327998" y="87545"/>
                  </a:lnTo>
                  <a:lnTo>
                    <a:pt x="300466" y="51768"/>
                  </a:lnTo>
                  <a:lnTo>
                    <a:pt x="264837" y="24130"/>
                  </a:lnTo>
                  <a:lnTo>
                    <a:pt x="222795" y="6312"/>
                  </a:lnTo>
                  <a:lnTo>
                    <a:pt x="176022" y="0"/>
                  </a:lnTo>
                  <a:close/>
                </a:path>
              </a:pathLst>
            </a:custGeom>
            <a:solidFill>
              <a:srgbClr val="000000">
                <a:alpha val="5097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4744211" y="4558283"/>
              <a:ext cx="352425" cy="353695"/>
            </a:xfrm>
            <a:custGeom>
              <a:avLst/>
              <a:gdLst/>
              <a:ahLst/>
              <a:cxnLst/>
              <a:rect l="l" t="t" r="r" b="b"/>
              <a:pathLst>
                <a:path w="352425" h="353695">
                  <a:moveTo>
                    <a:pt x="0" y="176784"/>
                  </a:moveTo>
                  <a:lnTo>
                    <a:pt x="6291" y="129778"/>
                  </a:lnTo>
                  <a:lnTo>
                    <a:pt x="24045" y="87545"/>
                  </a:lnTo>
                  <a:lnTo>
                    <a:pt x="51577" y="51768"/>
                  </a:lnTo>
                  <a:lnTo>
                    <a:pt x="87206" y="24130"/>
                  </a:lnTo>
                  <a:lnTo>
                    <a:pt x="129248" y="6312"/>
                  </a:lnTo>
                  <a:lnTo>
                    <a:pt x="176022" y="0"/>
                  </a:lnTo>
                  <a:lnTo>
                    <a:pt x="222795" y="6312"/>
                  </a:lnTo>
                  <a:lnTo>
                    <a:pt x="264837" y="24130"/>
                  </a:lnTo>
                  <a:lnTo>
                    <a:pt x="300466" y="51768"/>
                  </a:lnTo>
                  <a:lnTo>
                    <a:pt x="327998" y="87545"/>
                  </a:lnTo>
                  <a:lnTo>
                    <a:pt x="345752" y="129778"/>
                  </a:lnTo>
                  <a:lnTo>
                    <a:pt x="352043" y="176784"/>
                  </a:lnTo>
                  <a:lnTo>
                    <a:pt x="345752" y="223789"/>
                  </a:lnTo>
                  <a:lnTo>
                    <a:pt x="327998" y="266022"/>
                  </a:lnTo>
                  <a:lnTo>
                    <a:pt x="300466" y="301799"/>
                  </a:lnTo>
                  <a:lnTo>
                    <a:pt x="264837" y="329438"/>
                  </a:lnTo>
                  <a:lnTo>
                    <a:pt x="222795" y="347255"/>
                  </a:lnTo>
                  <a:lnTo>
                    <a:pt x="176022" y="353568"/>
                  </a:lnTo>
                  <a:lnTo>
                    <a:pt x="129248" y="347255"/>
                  </a:lnTo>
                  <a:lnTo>
                    <a:pt x="87206" y="329438"/>
                  </a:lnTo>
                  <a:lnTo>
                    <a:pt x="51577" y="301799"/>
                  </a:lnTo>
                  <a:lnTo>
                    <a:pt x="24045" y="266022"/>
                  </a:lnTo>
                  <a:lnTo>
                    <a:pt x="6291" y="223789"/>
                  </a:lnTo>
                  <a:lnTo>
                    <a:pt x="0" y="176784"/>
                  </a:lnTo>
                  <a:close/>
                </a:path>
              </a:pathLst>
            </a:custGeom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4744211" y="3494531"/>
              <a:ext cx="352425" cy="353695"/>
            </a:xfrm>
            <a:custGeom>
              <a:avLst/>
              <a:gdLst/>
              <a:ahLst/>
              <a:cxnLst/>
              <a:rect l="l" t="t" r="r" b="b"/>
              <a:pathLst>
                <a:path w="352425" h="353695">
                  <a:moveTo>
                    <a:pt x="176022" y="0"/>
                  </a:moveTo>
                  <a:lnTo>
                    <a:pt x="129248" y="6312"/>
                  </a:lnTo>
                  <a:lnTo>
                    <a:pt x="87206" y="24130"/>
                  </a:lnTo>
                  <a:lnTo>
                    <a:pt x="51577" y="51768"/>
                  </a:lnTo>
                  <a:lnTo>
                    <a:pt x="24045" y="87545"/>
                  </a:lnTo>
                  <a:lnTo>
                    <a:pt x="6291" y="129778"/>
                  </a:lnTo>
                  <a:lnTo>
                    <a:pt x="0" y="176783"/>
                  </a:lnTo>
                  <a:lnTo>
                    <a:pt x="6291" y="223789"/>
                  </a:lnTo>
                  <a:lnTo>
                    <a:pt x="24045" y="266022"/>
                  </a:lnTo>
                  <a:lnTo>
                    <a:pt x="51577" y="301799"/>
                  </a:lnTo>
                  <a:lnTo>
                    <a:pt x="87206" y="329437"/>
                  </a:lnTo>
                  <a:lnTo>
                    <a:pt x="129248" y="347255"/>
                  </a:lnTo>
                  <a:lnTo>
                    <a:pt x="176022" y="353567"/>
                  </a:lnTo>
                  <a:lnTo>
                    <a:pt x="222795" y="347255"/>
                  </a:lnTo>
                  <a:lnTo>
                    <a:pt x="264837" y="329437"/>
                  </a:lnTo>
                  <a:lnTo>
                    <a:pt x="300466" y="301799"/>
                  </a:lnTo>
                  <a:lnTo>
                    <a:pt x="327998" y="266022"/>
                  </a:lnTo>
                  <a:lnTo>
                    <a:pt x="345752" y="223789"/>
                  </a:lnTo>
                  <a:lnTo>
                    <a:pt x="352043" y="176783"/>
                  </a:lnTo>
                  <a:lnTo>
                    <a:pt x="345752" y="129778"/>
                  </a:lnTo>
                  <a:lnTo>
                    <a:pt x="327998" y="87545"/>
                  </a:lnTo>
                  <a:lnTo>
                    <a:pt x="300466" y="51768"/>
                  </a:lnTo>
                  <a:lnTo>
                    <a:pt x="264837" y="24129"/>
                  </a:lnTo>
                  <a:lnTo>
                    <a:pt x="222795" y="6312"/>
                  </a:lnTo>
                  <a:lnTo>
                    <a:pt x="176022" y="0"/>
                  </a:lnTo>
                  <a:close/>
                </a:path>
              </a:pathLst>
            </a:custGeom>
            <a:solidFill>
              <a:srgbClr val="000000">
                <a:alpha val="5097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4744211" y="3494531"/>
              <a:ext cx="352425" cy="353695"/>
            </a:xfrm>
            <a:custGeom>
              <a:avLst/>
              <a:gdLst/>
              <a:ahLst/>
              <a:cxnLst/>
              <a:rect l="l" t="t" r="r" b="b"/>
              <a:pathLst>
                <a:path w="352425" h="353695">
                  <a:moveTo>
                    <a:pt x="0" y="176783"/>
                  </a:moveTo>
                  <a:lnTo>
                    <a:pt x="6291" y="129778"/>
                  </a:lnTo>
                  <a:lnTo>
                    <a:pt x="24045" y="87545"/>
                  </a:lnTo>
                  <a:lnTo>
                    <a:pt x="51577" y="51768"/>
                  </a:lnTo>
                  <a:lnTo>
                    <a:pt x="87206" y="24130"/>
                  </a:lnTo>
                  <a:lnTo>
                    <a:pt x="129248" y="6312"/>
                  </a:lnTo>
                  <a:lnTo>
                    <a:pt x="176022" y="0"/>
                  </a:lnTo>
                  <a:lnTo>
                    <a:pt x="222795" y="6312"/>
                  </a:lnTo>
                  <a:lnTo>
                    <a:pt x="264837" y="24129"/>
                  </a:lnTo>
                  <a:lnTo>
                    <a:pt x="300466" y="51768"/>
                  </a:lnTo>
                  <a:lnTo>
                    <a:pt x="327998" y="87545"/>
                  </a:lnTo>
                  <a:lnTo>
                    <a:pt x="345752" y="129778"/>
                  </a:lnTo>
                  <a:lnTo>
                    <a:pt x="352043" y="176783"/>
                  </a:lnTo>
                  <a:lnTo>
                    <a:pt x="345752" y="223789"/>
                  </a:lnTo>
                  <a:lnTo>
                    <a:pt x="327998" y="266022"/>
                  </a:lnTo>
                  <a:lnTo>
                    <a:pt x="300466" y="301799"/>
                  </a:lnTo>
                  <a:lnTo>
                    <a:pt x="264837" y="329437"/>
                  </a:lnTo>
                  <a:lnTo>
                    <a:pt x="222795" y="347255"/>
                  </a:lnTo>
                  <a:lnTo>
                    <a:pt x="176022" y="353567"/>
                  </a:lnTo>
                  <a:lnTo>
                    <a:pt x="129248" y="347255"/>
                  </a:lnTo>
                  <a:lnTo>
                    <a:pt x="87206" y="329437"/>
                  </a:lnTo>
                  <a:lnTo>
                    <a:pt x="51577" y="301799"/>
                  </a:lnTo>
                  <a:lnTo>
                    <a:pt x="24045" y="266022"/>
                  </a:lnTo>
                  <a:lnTo>
                    <a:pt x="6291" y="223789"/>
                  </a:lnTo>
                  <a:lnTo>
                    <a:pt x="0" y="176783"/>
                  </a:lnTo>
                  <a:close/>
                </a:path>
              </a:pathLst>
            </a:custGeom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3631691" y="4032503"/>
              <a:ext cx="353695" cy="353695"/>
            </a:xfrm>
            <a:custGeom>
              <a:avLst/>
              <a:gdLst/>
              <a:ahLst/>
              <a:cxnLst/>
              <a:rect l="l" t="t" r="r" b="b"/>
              <a:pathLst>
                <a:path w="353695" h="353695">
                  <a:moveTo>
                    <a:pt x="176784" y="0"/>
                  </a:moveTo>
                  <a:lnTo>
                    <a:pt x="129778" y="6312"/>
                  </a:lnTo>
                  <a:lnTo>
                    <a:pt x="87545" y="24130"/>
                  </a:lnTo>
                  <a:lnTo>
                    <a:pt x="51768" y="51768"/>
                  </a:lnTo>
                  <a:lnTo>
                    <a:pt x="24129" y="87545"/>
                  </a:lnTo>
                  <a:lnTo>
                    <a:pt x="6312" y="129778"/>
                  </a:lnTo>
                  <a:lnTo>
                    <a:pt x="0" y="176784"/>
                  </a:lnTo>
                  <a:lnTo>
                    <a:pt x="6312" y="223789"/>
                  </a:lnTo>
                  <a:lnTo>
                    <a:pt x="24129" y="266022"/>
                  </a:lnTo>
                  <a:lnTo>
                    <a:pt x="51768" y="301799"/>
                  </a:lnTo>
                  <a:lnTo>
                    <a:pt x="87545" y="329438"/>
                  </a:lnTo>
                  <a:lnTo>
                    <a:pt x="129778" y="347255"/>
                  </a:lnTo>
                  <a:lnTo>
                    <a:pt x="176784" y="353568"/>
                  </a:lnTo>
                  <a:lnTo>
                    <a:pt x="223789" y="347255"/>
                  </a:lnTo>
                  <a:lnTo>
                    <a:pt x="266022" y="329438"/>
                  </a:lnTo>
                  <a:lnTo>
                    <a:pt x="301799" y="301799"/>
                  </a:lnTo>
                  <a:lnTo>
                    <a:pt x="329438" y="266022"/>
                  </a:lnTo>
                  <a:lnTo>
                    <a:pt x="347255" y="223789"/>
                  </a:lnTo>
                  <a:lnTo>
                    <a:pt x="353568" y="176784"/>
                  </a:lnTo>
                  <a:lnTo>
                    <a:pt x="347255" y="129778"/>
                  </a:lnTo>
                  <a:lnTo>
                    <a:pt x="329438" y="87545"/>
                  </a:lnTo>
                  <a:lnTo>
                    <a:pt x="301799" y="51768"/>
                  </a:lnTo>
                  <a:lnTo>
                    <a:pt x="266022" y="24130"/>
                  </a:lnTo>
                  <a:lnTo>
                    <a:pt x="223789" y="6312"/>
                  </a:lnTo>
                  <a:lnTo>
                    <a:pt x="176784" y="0"/>
                  </a:lnTo>
                  <a:close/>
                </a:path>
              </a:pathLst>
            </a:custGeom>
            <a:solidFill>
              <a:srgbClr val="EC7C30">
                <a:alpha val="30195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3631691" y="4032503"/>
              <a:ext cx="353695" cy="353695"/>
            </a:xfrm>
            <a:custGeom>
              <a:avLst/>
              <a:gdLst/>
              <a:ahLst/>
              <a:cxnLst/>
              <a:rect l="l" t="t" r="r" b="b"/>
              <a:pathLst>
                <a:path w="353695" h="353695">
                  <a:moveTo>
                    <a:pt x="0" y="176784"/>
                  </a:moveTo>
                  <a:lnTo>
                    <a:pt x="6312" y="129778"/>
                  </a:lnTo>
                  <a:lnTo>
                    <a:pt x="24129" y="87545"/>
                  </a:lnTo>
                  <a:lnTo>
                    <a:pt x="51768" y="51768"/>
                  </a:lnTo>
                  <a:lnTo>
                    <a:pt x="87545" y="24130"/>
                  </a:lnTo>
                  <a:lnTo>
                    <a:pt x="129778" y="6312"/>
                  </a:lnTo>
                  <a:lnTo>
                    <a:pt x="176784" y="0"/>
                  </a:lnTo>
                  <a:lnTo>
                    <a:pt x="223789" y="6312"/>
                  </a:lnTo>
                  <a:lnTo>
                    <a:pt x="266022" y="24130"/>
                  </a:lnTo>
                  <a:lnTo>
                    <a:pt x="301799" y="51768"/>
                  </a:lnTo>
                  <a:lnTo>
                    <a:pt x="329438" y="87545"/>
                  </a:lnTo>
                  <a:lnTo>
                    <a:pt x="347255" y="129778"/>
                  </a:lnTo>
                  <a:lnTo>
                    <a:pt x="353568" y="176784"/>
                  </a:lnTo>
                  <a:lnTo>
                    <a:pt x="347255" y="223789"/>
                  </a:lnTo>
                  <a:lnTo>
                    <a:pt x="329438" y="266022"/>
                  </a:lnTo>
                  <a:lnTo>
                    <a:pt x="301799" y="301799"/>
                  </a:lnTo>
                  <a:lnTo>
                    <a:pt x="266022" y="329438"/>
                  </a:lnTo>
                  <a:lnTo>
                    <a:pt x="223789" y="347255"/>
                  </a:lnTo>
                  <a:lnTo>
                    <a:pt x="176784" y="353568"/>
                  </a:lnTo>
                  <a:lnTo>
                    <a:pt x="129778" y="347255"/>
                  </a:lnTo>
                  <a:lnTo>
                    <a:pt x="87545" y="329438"/>
                  </a:lnTo>
                  <a:lnTo>
                    <a:pt x="51768" y="301799"/>
                  </a:lnTo>
                  <a:lnTo>
                    <a:pt x="24129" y="266022"/>
                  </a:lnTo>
                  <a:lnTo>
                    <a:pt x="6312" y="223789"/>
                  </a:lnTo>
                  <a:lnTo>
                    <a:pt x="0" y="176784"/>
                  </a:lnTo>
                  <a:close/>
                </a:path>
              </a:pathLst>
            </a:custGeom>
            <a:ln w="12192">
              <a:solidFill>
                <a:srgbClr val="EC7C3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3631691" y="4564379"/>
              <a:ext cx="353695" cy="353695"/>
            </a:xfrm>
            <a:custGeom>
              <a:avLst/>
              <a:gdLst/>
              <a:ahLst/>
              <a:cxnLst/>
              <a:rect l="l" t="t" r="r" b="b"/>
              <a:pathLst>
                <a:path w="353695" h="353695">
                  <a:moveTo>
                    <a:pt x="176784" y="0"/>
                  </a:moveTo>
                  <a:lnTo>
                    <a:pt x="129778" y="6312"/>
                  </a:lnTo>
                  <a:lnTo>
                    <a:pt x="87545" y="24130"/>
                  </a:lnTo>
                  <a:lnTo>
                    <a:pt x="51768" y="51768"/>
                  </a:lnTo>
                  <a:lnTo>
                    <a:pt x="24129" y="87545"/>
                  </a:lnTo>
                  <a:lnTo>
                    <a:pt x="6312" y="129778"/>
                  </a:lnTo>
                  <a:lnTo>
                    <a:pt x="0" y="176784"/>
                  </a:lnTo>
                  <a:lnTo>
                    <a:pt x="6312" y="223789"/>
                  </a:lnTo>
                  <a:lnTo>
                    <a:pt x="24129" y="266022"/>
                  </a:lnTo>
                  <a:lnTo>
                    <a:pt x="51768" y="301799"/>
                  </a:lnTo>
                  <a:lnTo>
                    <a:pt x="87545" y="329438"/>
                  </a:lnTo>
                  <a:lnTo>
                    <a:pt x="129778" y="347255"/>
                  </a:lnTo>
                  <a:lnTo>
                    <a:pt x="176784" y="353568"/>
                  </a:lnTo>
                  <a:lnTo>
                    <a:pt x="223789" y="347255"/>
                  </a:lnTo>
                  <a:lnTo>
                    <a:pt x="266022" y="329438"/>
                  </a:lnTo>
                  <a:lnTo>
                    <a:pt x="301799" y="301799"/>
                  </a:lnTo>
                  <a:lnTo>
                    <a:pt x="329438" y="266022"/>
                  </a:lnTo>
                  <a:lnTo>
                    <a:pt x="347255" y="223789"/>
                  </a:lnTo>
                  <a:lnTo>
                    <a:pt x="353568" y="176784"/>
                  </a:lnTo>
                  <a:lnTo>
                    <a:pt x="347255" y="129778"/>
                  </a:lnTo>
                  <a:lnTo>
                    <a:pt x="329438" y="87545"/>
                  </a:lnTo>
                  <a:lnTo>
                    <a:pt x="301799" y="51768"/>
                  </a:lnTo>
                  <a:lnTo>
                    <a:pt x="266022" y="24130"/>
                  </a:lnTo>
                  <a:lnTo>
                    <a:pt x="223789" y="6312"/>
                  </a:lnTo>
                  <a:lnTo>
                    <a:pt x="176784" y="0"/>
                  </a:lnTo>
                  <a:close/>
                </a:path>
              </a:pathLst>
            </a:custGeom>
            <a:solidFill>
              <a:srgbClr val="EC7C30">
                <a:alpha val="30195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3631691" y="4564379"/>
              <a:ext cx="353695" cy="353695"/>
            </a:xfrm>
            <a:custGeom>
              <a:avLst/>
              <a:gdLst/>
              <a:ahLst/>
              <a:cxnLst/>
              <a:rect l="l" t="t" r="r" b="b"/>
              <a:pathLst>
                <a:path w="353695" h="353695">
                  <a:moveTo>
                    <a:pt x="0" y="176784"/>
                  </a:moveTo>
                  <a:lnTo>
                    <a:pt x="6312" y="129778"/>
                  </a:lnTo>
                  <a:lnTo>
                    <a:pt x="24129" y="87545"/>
                  </a:lnTo>
                  <a:lnTo>
                    <a:pt x="51768" y="51768"/>
                  </a:lnTo>
                  <a:lnTo>
                    <a:pt x="87545" y="24130"/>
                  </a:lnTo>
                  <a:lnTo>
                    <a:pt x="129778" y="6312"/>
                  </a:lnTo>
                  <a:lnTo>
                    <a:pt x="176784" y="0"/>
                  </a:lnTo>
                  <a:lnTo>
                    <a:pt x="223789" y="6312"/>
                  </a:lnTo>
                  <a:lnTo>
                    <a:pt x="266022" y="24130"/>
                  </a:lnTo>
                  <a:lnTo>
                    <a:pt x="301799" y="51768"/>
                  </a:lnTo>
                  <a:lnTo>
                    <a:pt x="329438" y="87545"/>
                  </a:lnTo>
                  <a:lnTo>
                    <a:pt x="347255" y="129778"/>
                  </a:lnTo>
                  <a:lnTo>
                    <a:pt x="353568" y="176784"/>
                  </a:lnTo>
                  <a:lnTo>
                    <a:pt x="347255" y="223789"/>
                  </a:lnTo>
                  <a:lnTo>
                    <a:pt x="329438" y="266022"/>
                  </a:lnTo>
                  <a:lnTo>
                    <a:pt x="301799" y="301799"/>
                  </a:lnTo>
                  <a:lnTo>
                    <a:pt x="266022" y="329438"/>
                  </a:lnTo>
                  <a:lnTo>
                    <a:pt x="223789" y="347255"/>
                  </a:lnTo>
                  <a:lnTo>
                    <a:pt x="176784" y="353568"/>
                  </a:lnTo>
                  <a:lnTo>
                    <a:pt x="129778" y="347255"/>
                  </a:lnTo>
                  <a:lnTo>
                    <a:pt x="87545" y="329438"/>
                  </a:lnTo>
                  <a:lnTo>
                    <a:pt x="51768" y="301799"/>
                  </a:lnTo>
                  <a:lnTo>
                    <a:pt x="24129" y="266022"/>
                  </a:lnTo>
                  <a:lnTo>
                    <a:pt x="6312" y="223789"/>
                  </a:lnTo>
                  <a:lnTo>
                    <a:pt x="0" y="176784"/>
                  </a:lnTo>
                  <a:close/>
                </a:path>
              </a:pathLst>
            </a:custGeom>
            <a:ln w="12192">
              <a:solidFill>
                <a:srgbClr val="EC7C3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3631691" y="3500627"/>
              <a:ext cx="353695" cy="352425"/>
            </a:xfrm>
            <a:custGeom>
              <a:avLst/>
              <a:gdLst/>
              <a:ahLst/>
              <a:cxnLst/>
              <a:rect l="l" t="t" r="r" b="b"/>
              <a:pathLst>
                <a:path w="353695" h="352425">
                  <a:moveTo>
                    <a:pt x="176784" y="0"/>
                  </a:moveTo>
                  <a:lnTo>
                    <a:pt x="129778" y="6291"/>
                  </a:lnTo>
                  <a:lnTo>
                    <a:pt x="87545" y="24045"/>
                  </a:lnTo>
                  <a:lnTo>
                    <a:pt x="51768" y="51577"/>
                  </a:lnTo>
                  <a:lnTo>
                    <a:pt x="24129" y="87206"/>
                  </a:lnTo>
                  <a:lnTo>
                    <a:pt x="6312" y="129248"/>
                  </a:lnTo>
                  <a:lnTo>
                    <a:pt x="0" y="176022"/>
                  </a:lnTo>
                  <a:lnTo>
                    <a:pt x="6312" y="222795"/>
                  </a:lnTo>
                  <a:lnTo>
                    <a:pt x="24129" y="264837"/>
                  </a:lnTo>
                  <a:lnTo>
                    <a:pt x="51768" y="300466"/>
                  </a:lnTo>
                  <a:lnTo>
                    <a:pt x="87545" y="327998"/>
                  </a:lnTo>
                  <a:lnTo>
                    <a:pt x="129778" y="345752"/>
                  </a:lnTo>
                  <a:lnTo>
                    <a:pt x="176784" y="352044"/>
                  </a:lnTo>
                  <a:lnTo>
                    <a:pt x="223789" y="345752"/>
                  </a:lnTo>
                  <a:lnTo>
                    <a:pt x="266022" y="327998"/>
                  </a:lnTo>
                  <a:lnTo>
                    <a:pt x="301799" y="300466"/>
                  </a:lnTo>
                  <a:lnTo>
                    <a:pt x="329438" y="264837"/>
                  </a:lnTo>
                  <a:lnTo>
                    <a:pt x="347255" y="222795"/>
                  </a:lnTo>
                  <a:lnTo>
                    <a:pt x="353568" y="176022"/>
                  </a:lnTo>
                  <a:lnTo>
                    <a:pt x="347255" y="129248"/>
                  </a:lnTo>
                  <a:lnTo>
                    <a:pt x="329438" y="87206"/>
                  </a:lnTo>
                  <a:lnTo>
                    <a:pt x="301799" y="51577"/>
                  </a:lnTo>
                  <a:lnTo>
                    <a:pt x="266022" y="24045"/>
                  </a:lnTo>
                  <a:lnTo>
                    <a:pt x="223789" y="6291"/>
                  </a:lnTo>
                  <a:lnTo>
                    <a:pt x="176784" y="0"/>
                  </a:lnTo>
                  <a:close/>
                </a:path>
              </a:pathLst>
            </a:custGeom>
            <a:solidFill>
              <a:srgbClr val="EC7C30">
                <a:alpha val="30195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3631691" y="3500627"/>
              <a:ext cx="353695" cy="352425"/>
            </a:xfrm>
            <a:custGeom>
              <a:avLst/>
              <a:gdLst/>
              <a:ahLst/>
              <a:cxnLst/>
              <a:rect l="l" t="t" r="r" b="b"/>
              <a:pathLst>
                <a:path w="353695" h="352425">
                  <a:moveTo>
                    <a:pt x="0" y="176022"/>
                  </a:moveTo>
                  <a:lnTo>
                    <a:pt x="6312" y="129248"/>
                  </a:lnTo>
                  <a:lnTo>
                    <a:pt x="24129" y="87206"/>
                  </a:lnTo>
                  <a:lnTo>
                    <a:pt x="51768" y="51577"/>
                  </a:lnTo>
                  <a:lnTo>
                    <a:pt x="87545" y="24045"/>
                  </a:lnTo>
                  <a:lnTo>
                    <a:pt x="129778" y="6291"/>
                  </a:lnTo>
                  <a:lnTo>
                    <a:pt x="176784" y="0"/>
                  </a:lnTo>
                  <a:lnTo>
                    <a:pt x="223789" y="6291"/>
                  </a:lnTo>
                  <a:lnTo>
                    <a:pt x="266022" y="24045"/>
                  </a:lnTo>
                  <a:lnTo>
                    <a:pt x="301799" y="51577"/>
                  </a:lnTo>
                  <a:lnTo>
                    <a:pt x="329438" y="87206"/>
                  </a:lnTo>
                  <a:lnTo>
                    <a:pt x="347255" y="129248"/>
                  </a:lnTo>
                  <a:lnTo>
                    <a:pt x="353568" y="176022"/>
                  </a:lnTo>
                  <a:lnTo>
                    <a:pt x="347255" y="222795"/>
                  </a:lnTo>
                  <a:lnTo>
                    <a:pt x="329438" y="264837"/>
                  </a:lnTo>
                  <a:lnTo>
                    <a:pt x="301799" y="300466"/>
                  </a:lnTo>
                  <a:lnTo>
                    <a:pt x="266022" y="327998"/>
                  </a:lnTo>
                  <a:lnTo>
                    <a:pt x="223789" y="345752"/>
                  </a:lnTo>
                  <a:lnTo>
                    <a:pt x="176784" y="352044"/>
                  </a:lnTo>
                  <a:lnTo>
                    <a:pt x="129778" y="345752"/>
                  </a:lnTo>
                  <a:lnTo>
                    <a:pt x="87545" y="327998"/>
                  </a:lnTo>
                  <a:lnTo>
                    <a:pt x="51768" y="300466"/>
                  </a:lnTo>
                  <a:lnTo>
                    <a:pt x="24129" y="264837"/>
                  </a:lnTo>
                  <a:lnTo>
                    <a:pt x="6312" y="222795"/>
                  </a:lnTo>
                  <a:lnTo>
                    <a:pt x="0" y="176022"/>
                  </a:lnTo>
                  <a:close/>
                </a:path>
              </a:pathLst>
            </a:custGeom>
            <a:ln w="12192">
              <a:solidFill>
                <a:srgbClr val="EC7C3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5931407" y="3232403"/>
              <a:ext cx="353695" cy="353695"/>
            </a:xfrm>
            <a:custGeom>
              <a:avLst/>
              <a:gdLst/>
              <a:ahLst/>
              <a:cxnLst/>
              <a:rect l="l" t="t" r="r" b="b"/>
              <a:pathLst>
                <a:path w="353695" h="353695">
                  <a:moveTo>
                    <a:pt x="176783" y="0"/>
                  </a:moveTo>
                  <a:lnTo>
                    <a:pt x="129778" y="6312"/>
                  </a:lnTo>
                  <a:lnTo>
                    <a:pt x="87545" y="24129"/>
                  </a:lnTo>
                  <a:lnTo>
                    <a:pt x="51768" y="51768"/>
                  </a:lnTo>
                  <a:lnTo>
                    <a:pt x="24129" y="87545"/>
                  </a:lnTo>
                  <a:lnTo>
                    <a:pt x="6312" y="129778"/>
                  </a:lnTo>
                  <a:lnTo>
                    <a:pt x="0" y="176784"/>
                  </a:lnTo>
                  <a:lnTo>
                    <a:pt x="6312" y="223789"/>
                  </a:lnTo>
                  <a:lnTo>
                    <a:pt x="24129" y="266022"/>
                  </a:lnTo>
                  <a:lnTo>
                    <a:pt x="51768" y="301799"/>
                  </a:lnTo>
                  <a:lnTo>
                    <a:pt x="87545" y="329438"/>
                  </a:lnTo>
                  <a:lnTo>
                    <a:pt x="129778" y="347255"/>
                  </a:lnTo>
                  <a:lnTo>
                    <a:pt x="176783" y="353568"/>
                  </a:lnTo>
                  <a:lnTo>
                    <a:pt x="223789" y="347255"/>
                  </a:lnTo>
                  <a:lnTo>
                    <a:pt x="266022" y="329438"/>
                  </a:lnTo>
                  <a:lnTo>
                    <a:pt x="301799" y="301799"/>
                  </a:lnTo>
                  <a:lnTo>
                    <a:pt x="329438" y="266022"/>
                  </a:lnTo>
                  <a:lnTo>
                    <a:pt x="347255" y="223789"/>
                  </a:lnTo>
                  <a:lnTo>
                    <a:pt x="353567" y="176784"/>
                  </a:lnTo>
                  <a:lnTo>
                    <a:pt x="347255" y="129778"/>
                  </a:lnTo>
                  <a:lnTo>
                    <a:pt x="329438" y="87545"/>
                  </a:lnTo>
                  <a:lnTo>
                    <a:pt x="301799" y="51768"/>
                  </a:lnTo>
                  <a:lnTo>
                    <a:pt x="266022" y="24129"/>
                  </a:lnTo>
                  <a:lnTo>
                    <a:pt x="223789" y="6312"/>
                  </a:lnTo>
                  <a:lnTo>
                    <a:pt x="176783" y="0"/>
                  </a:lnTo>
                  <a:close/>
                </a:path>
              </a:pathLst>
            </a:custGeom>
            <a:solidFill>
              <a:srgbClr val="00AF50">
                <a:alpha val="30195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5931407" y="3232403"/>
              <a:ext cx="353695" cy="353695"/>
            </a:xfrm>
            <a:custGeom>
              <a:avLst/>
              <a:gdLst/>
              <a:ahLst/>
              <a:cxnLst/>
              <a:rect l="l" t="t" r="r" b="b"/>
              <a:pathLst>
                <a:path w="353695" h="353695">
                  <a:moveTo>
                    <a:pt x="0" y="176784"/>
                  </a:moveTo>
                  <a:lnTo>
                    <a:pt x="6312" y="129778"/>
                  </a:lnTo>
                  <a:lnTo>
                    <a:pt x="24129" y="87545"/>
                  </a:lnTo>
                  <a:lnTo>
                    <a:pt x="51768" y="51768"/>
                  </a:lnTo>
                  <a:lnTo>
                    <a:pt x="87545" y="24129"/>
                  </a:lnTo>
                  <a:lnTo>
                    <a:pt x="129778" y="6312"/>
                  </a:lnTo>
                  <a:lnTo>
                    <a:pt x="176783" y="0"/>
                  </a:lnTo>
                  <a:lnTo>
                    <a:pt x="223789" y="6312"/>
                  </a:lnTo>
                  <a:lnTo>
                    <a:pt x="266022" y="24129"/>
                  </a:lnTo>
                  <a:lnTo>
                    <a:pt x="301799" y="51768"/>
                  </a:lnTo>
                  <a:lnTo>
                    <a:pt x="329438" y="87545"/>
                  </a:lnTo>
                  <a:lnTo>
                    <a:pt x="347255" y="129778"/>
                  </a:lnTo>
                  <a:lnTo>
                    <a:pt x="353567" y="176784"/>
                  </a:lnTo>
                  <a:lnTo>
                    <a:pt x="347255" y="223789"/>
                  </a:lnTo>
                  <a:lnTo>
                    <a:pt x="329438" y="266022"/>
                  </a:lnTo>
                  <a:lnTo>
                    <a:pt x="301799" y="301799"/>
                  </a:lnTo>
                  <a:lnTo>
                    <a:pt x="266022" y="329438"/>
                  </a:lnTo>
                  <a:lnTo>
                    <a:pt x="223789" y="347255"/>
                  </a:lnTo>
                  <a:lnTo>
                    <a:pt x="176783" y="353568"/>
                  </a:lnTo>
                  <a:lnTo>
                    <a:pt x="129778" y="347255"/>
                  </a:lnTo>
                  <a:lnTo>
                    <a:pt x="87545" y="329438"/>
                  </a:lnTo>
                  <a:lnTo>
                    <a:pt x="51768" y="301799"/>
                  </a:lnTo>
                  <a:lnTo>
                    <a:pt x="24129" y="266022"/>
                  </a:lnTo>
                  <a:lnTo>
                    <a:pt x="6312" y="223789"/>
                  </a:lnTo>
                  <a:lnTo>
                    <a:pt x="0" y="176784"/>
                  </a:lnTo>
                  <a:close/>
                </a:path>
              </a:pathLst>
            </a:custGeom>
            <a:ln w="12192">
              <a:solidFill>
                <a:srgbClr val="00AF5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5931407" y="3768851"/>
              <a:ext cx="353695" cy="352425"/>
            </a:xfrm>
            <a:custGeom>
              <a:avLst/>
              <a:gdLst/>
              <a:ahLst/>
              <a:cxnLst/>
              <a:rect l="l" t="t" r="r" b="b"/>
              <a:pathLst>
                <a:path w="353695" h="352425">
                  <a:moveTo>
                    <a:pt x="176783" y="0"/>
                  </a:moveTo>
                  <a:lnTo>
                    <a:pt x="129778" y="6291"/>
                  </a:lnTo>
                  <a:lnTo>
                    <a:pt x="87545" y="24045"/>
                  </a:lnTo>
                  <a:lnTo>
                    <a:pt x="51768" y="51577"/>
                  </a:lnTo>
                  <a:lnTo>
                    <a:pt x="24129" y="87206"/>
                  </a:lnTo>
                  <a:lnTo>
                    <a:pt x="6312" y="129248"/>
                  </a:lnTo>
                  <a:lnTo>
                    <a:pt x="0" y="176022"/>
                  </a:lnTo>
                  <a:lnTo>
                    <a:pt x="6312" y="222795"/>
                  </a:lnTo>
                  <a:lnTo>
                    <a:pt x="24129" y="264837"/>
                  </a:lnTo>
                  <a:lnTo>
                    <a:pt x="51768" y="300466"/>
                  </a:lnTo>
                  <a:lnTo>
                    <a:pt x="87545" y="327998"/>
                  </a:lnTo>
                  <a:lnTo>
                    <a:pt x="129778" y="345752"/>
                  </a:lnTo>
                  <a:lnTo>
                    <a:pt x="176783" y="352044"/>
                  </a:lnTo>
                  <a:lnTo>
                    <a:pt x="223789" y="345752"/>
                  </a:lnTo>
                  <a:lnTo>
                    <a:pt x="266022" y="327998"/>
                  </a:lnTo>
                  <a:lnTo>
                    <a:pt x="301799" y="300466"/>
                  </a:lnTo>
                  <a:lnTo>
                    <a:pt x="329438" y="264837"/>
                  </a:lnTo>
                  <a:lnTo>
                    <a:pt x="347255" y="222795"/>
                  </a:lnTo>
                  <a:lnTo>
                    <a:pt x="353567" y="176022"/>
                  </a:lnTo>
                  <a:lnTo>
                    <a:pt x="347255" y="129248"/>
                  </a:lnTo>
                  <a:lnTo>
                    <a:pt x="329438" y="87206"/>
                  </a:lnTo>
                  <a:lnTo>
                    <a:pt x="301799" y="51577"/>
                  </a:lnTo>
                  <a:lnTo>
                    <a:pt x="266022" y="24045"/>
                  </a:lnTo>
                  <a:lnTo>
                    <a:pt x="223789" y="6291"/>
                  </a:lnTo>
                  <a:lnTo>
                    <a:pt x="176783" y="0"/>
                  </a:lnTo>
                  <a:close/>
                </a:path>
              </a:pathLst>
            </a:custGeom>
            <a:solidFill>
              <a:srgbClr val="00AF50">
                <a:alpha val="30195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5931407" y="3768851"/>
              <a:ext cx="353695" cy="352425"/>
            </a:xfrm>
            <a:custGeom>
              <a:avLst/>
              <a:gdLst/>
              <a:ahLst/>
              <a:cxnLst/>
              <a:rect l="l" t="t" r="r" b="b"/>
              <a:pathLst>
                <a:path w="353695" h="352425">
                  <a:moveTo>
                    <a:pt x="0" y="176022"/>
                  </a:moveTo>
                  <a:lnTo>
                    <a:pt x="6312" y="129248"/>
                  </a:lnTo>
                  <a:lnTo>
                    <a:pt x="24129" y="87206"/>
                  </a:lnTo>
                  <a:lnTo>
                    <a:pt x="51768" y="51577"/>
                  </a:lnTo>
                  <a:lnTo>
                    <a:pt x="87545" y="24045"/>
                  </a:lnTo>
                  <a:lnTo>
                    <a:pt x="129778" y="6291"/>
                  </a:lnTo>
                  <a:lnTo>
                    <a:pt x="176783" y="0"/>
                  </a:lnTo>
                  <a:lnTo>
                    <a:pt x="223789" y="6291"/>
                  </a:lnTo>
                  <a:lnTo>
                    <a:pt x="266022" y="24045"/>
                  </a:lnTo>
                  <a:lnTo>
                    <a:pt x="301799" y="51577"/>
                  </a:lnTo>
                  <a:lnTo>
                    <a:pt x="329438" y="87206"/>
                  </a:lnTo>
                  <a:lnTo>
                    <a:pt x="347255" y="129248"/>
                  </a:lnTo>
                  <a:lnTo>
                    <a:pt x="353567" y="176022"/>
                  </a:lnTo>
                  <a:lnTo>
                    <a:pt x="347255" y="222795"/>
                  </a:lnTo>
                  <a:lnTo>
                    <a:pt x="329438" y="264837"/>
                  </a:lnTo>
                  <a:lnTo>
                    <a:pt x="301799" y="300466"/>
                  </a:lnTo>
                  <a:lnTo>
                    <a:pt x="266022" y="327998"/>
                  </a:lnTo>
                  <a:lnTo>
                    <a:pt x="223789" y="345752"/>
                  </a:lnTo>
                  <a:lnTo>
                    <a:pt x="176783" y="352044"/>
                  </a:lnTo>
                  <a:lnTo>
                    <a:pt x="129778" y="345752"/>
                  </a:lnTo>
                  <a:lnTo>
                    <a:pt x="87545" y="327998"/>
                  </a:lnTo>
                  <a:lnTo>
                    <a:pt x="51768" y="300466"/>
                  </a:lnTo>
                  <a:lnTo>
                    <a:pt x="24129" y="264837"/>
                  </a:lnTo>
                  <a:lnTo>
                    <a:pt x="6312" y="222795"/>
                  </a:lnTo>
                  <a:lnTo>
                    <a:pt x="0" y="176022"/>
                  </a:lnTo>
                  <a:close/>
                </a:path>
              </a:pathLst>
            </a:custGeom>
            <a:ln w="12192">
              <a:solidFill>
                <a:srgbClr val="00AF5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5931407" y="4300727"/>
              <a:ext cx="353695" cy="352425"/>
            </a:xfrm>
            <a:custGeom>
              <a:avLst/>
              <a:gdLst/>
              <a:ahLst/>
              <a:cxnLst/>
              <a:rect l="l" t="t" r="r" b="b"/>
              <a:pathLst>
                <a:path w="353695" h="352425">
                  <a:moveTo>
                    <a:pt x="176783" y="0"/>
                  </a:moveTo>
                  <a:lnTo>
                    <a:pt x="129778" y="6291"/>
                  </a:lnTo>
                  <a:lnTo>
                    <a:pt x="87545" y="24045"/>
                  </a:lnTo>
                  <a:lnTo>
                    <a:pt x="51768" y="51577"/>
                  </a:lnTo>
                  <a:lnTo>
                    <a:pt x="24129" y="87206"/>
                  </a:lnTo>
                  <a:lnTo>
                    <a:pt x="6312" y="129248"/>
                  </a:lnTo>
                  <a:lnTo>
                    <a:pt x="0" y="176022"/>
                  </a:lnTo>
                  <a:lnTo>
                    <a:pt x="6312" y="222795"/>
                  </a:lnTo>
                  <a:lnTo>
                    <a:pt x="24129" y="264837"/>
                  </a:lnTo>
                  <a:lnTo>
                    <a:pt x="51768" y="300466"/>
                  </a:lnTo>
                  <a:lnTo>
                    <a:pt x="87545" y="327998"/>
                  </a:lnTo>
                  <a:lnTo>
                    <a:pt x="129778" y="345752"/>
                  </a:lnTo>
                  <a:lnTo>
                    <a:pt x="176783" y="352044"/>
                  </a:lnTo>
                  <a:lnTo>
                    <a:pt x="223789" y="345752"/>
                  </a:lnTo>
                  <a:lnTo>
                    <a:pt x="266022" y="327998"/>
                  </a:lnTo>
                  <a:lnTo>
                    <a:pt x="301799" y="300466"/>
                  </a:lnTo>
                  <a:lnTo>
                    <a:pt x="329438" y="264837"/>
                  </a:lnTo>
                  <a:lnTo>
                    <a:pt x="347255" y="222795"/>
                  </a:lnTo>
                  <a:lnTo>
                    <a:pt x="353567" y="176022"/>
                  </a:lnTo>
                  <a:lnTo>
                    <a:pt x="347255" y="129248"/>
                  </a:lnTo>
                  <a:lnTo>
                    <a:pt x="329438" y="87206"/>
                  </a:lnTo>
                  <a:lnTo>
                    <a:pt x="301799" y="51577"/>
                  </a:lnTo>
                  <a:lnTo>
                    <a:pt x="266022" y="24045"/>
                  </a:lnTo>
                  <a:lnTo>
                    <a:pt x="223789" y="6291"/>
                  </a:lnTo>
                  <a:lnTo>
                    <a:pt x="176783" y="0"/>
                  </a:lnTo>
                  <a:close/>
                </a:path>
              </a:pathLst>
            </a:custGeom>
            <a:solidFill>
              <a:srgbClr val="00AF50">
                <a:alpha val="30195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5931407" y="4300727"/>
              <a:ext cx="353695" cy="352425"/>
            </a:xfrm>
            <a:custGeom>
              <a:avLst/>
              <a:gdLst/>
              <a:ahLst/>
              <a:cxnLst/>
              <a:rect l="l" t="t" r="r" b="b"/>
              <a:pathLst>
                <a:path w="353695" h="352425">
                  <a:moveTo>
                    <a:pt x="0" y="176022"/>
                  </a:moveTo>
                  <a:lnTo>
                    <a:pt x="6312" y="129248"/>
                  </a:lnTo>
                  <a:lnTo>
                    <a:pt x="24129" y="87206"/>
                  </a:lnTo>
                  <a:lnTo>
                    <a:pt x="51768" y="51577"/>
                  </a:lnTo>
                  <a:lnTo>
                    <a:pt x="87545" y="24045"/>
                  </a:lnTo>
                  <a:lnTo>
                    <a:pt x="129778" y="6291"/>
                  </a:lnTo>
                  <a:lnTo>
                    <a:pt x="176783" y="0"/>
                  </a:lnTo>
                  <a:lnTo>
                    <a:pt x="223789" y="6291"/>
                  </a:lnTo>
                  <a:lnTo>
                    <a:pt x="266022" y="24045"/>
                  </a:lnTo>
                  <a:lnTo>
                    <a:pt x="301799" y="51577"/>
                  </a:lnTo>
                  <a:lnTo>
                    <a:pt x="329438" y="87206"/>
                  </a:lnTo>
                  <a:lnTo>
                    <a:pt x="347255" y="129248"/>
                  </a:lnTo>
                  <a:lnTo>
                    <a:pt x="353567" y="176022"/>
                  </a:lnTo>
                  <a:lnTo>
                    <a:pt x="347255" y="222795"/>
                  </a:lnTo>
                  <a:lnTo>
                    <a:pt x="329438" y="264837"/>
                  </a:lnTo>
                  <a:lnTo>
                    <a:pt x="301799" y="300466"/>
                  </a:lnTo>
                  <a:lnTo>
                    <a:pt x="266022" y="327998"/>
                  </a:lnTo>
                  <a:lnTo>
                    <a:pt x="223789" y="345752"/>
                  </a:lnTo>
                  <a:lnTo>
                    <a:pt x="176783" y="352044"/>
                  </a:lnTo>
                  <a:lnTo>
                    <a:pt x="129778" y="345752"/>
                  </a:lnTo>
                  <a:lnTo>
                    <a:pt x="87545" y="327998"/>
                  </a:lnTo>
                  <a:lnTo>
                    <a:pt x="51768" y="300466"/>
                  </a:lnTo>
                  <a:lnTo>
                    <a:pt x="24129" y="264837"/>
                  </a:lnTo>
                  <a:lnTo>
                    <a:pt x="6312" y="222795"/>
                  </a:lnTo>
                  <a:lnTo>
                    <a:pt x="0" y="176022"/>
                  </a:lnTo>
                  <a:close/>
                </a:path>
              </a:pathLst>
            </a:custGeom>
            <a:ln w="12192">
              <a:solidFill>
                <a:srgbClr val="00AF5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5931407" y="4832603"/>
              <a:ext cx="353695" cy="352425"/>
            </a:xfrm>
            <a:custGeom>
              <a:avLst/>
              <a:gdLst/>
              <a:ahLst/>
              <a:cxnLst/>
              <a:rect l="l" t="t" r="r" b="b"/>
              <a:pathLst>
                <a:path w="353695" h="352425">
                  <a:moveTo>
                    <a:pt x="176783" y="0"/>
                  </a:moveTo>
                  <a:lnTo>
                    <a:pt x="129778" y="6291"/>
                  </a:lnTo>
                  <a:lnTo>
                    <a:pt x="87545" y="24045"/>
                  </a:lnTo>
                  <a:lnTo>
                    <a:pt x="51768" y="51577"/>
                  </a:lnTo>
                  <a:lnTo>
                    <a:pt x="24129" y="87206"/>
                  </a:lnTo>
                  <a:lnTo>
                    <a:pt x="6312" y="129248"/>
                  </a:lnTo>
                  <a:lnTo>
                    <a:pt x="0" y="176022"/>
                  </a:lnTo>
                  <a:lnTo>
                    <a:pt x="6312" y="222795"/>
                  </a:lnTo>
                  <a:lnTo>
                    <a:pt x="24129" y="264837"/>
                  </a:lnTo>
                  <a:lnTo>
                    <a:pt x="51768" y="300466"/>
                  </a:lnTo>
                  <a:lnTo>
                    <a:pt x="87545" y="327998"/>
                  </a:lnTo>
                  <a:lnTo>
                    <a:pt x="129778" y="345752"/>
                  </a:lnTo>
                  <a:lnTo>
                    <a:pt x="176783" y="352044"/>
                  </a:lnTo>
                  <a:lnTo>
                    <a:pt x="223789" y="345752"/>
                  </a:lnTo>
                  <a:lnTo>
                    <a:pt x="266022" y="327998"/>
                  </a:lnTo>
                  <a:lnTo>
                    <a:pt x="301799" y="300466"/>
                  </a:lnTo>
                  <a:lnTo>
                    <a:pt x="329438" y="264837"/>
                  </a:lnTo>
                  <a:lnTo>
                    <a:pt x="347255" y="222795"/>
                  </a:lnTo>
                  <a:lnTo>
                    <a:pt x="353567" y="176022"/>
                  </a:lnTo>
                  <a:lnTo>
                    <a:pt x="347255" y="129248"/>
                  </a:lnTo>
                  <a:lnTo>
                    <a:pt x="329438" y="87206"/>
                  </a:lnTo>
                  <a:lnTo>
                    <a:pt x="301799" y="51577"/>
                  </a:lnTo>
                  <a:lnTo>
                    <a:pt x="266022" y="24045"/>
                  </a:lnTo>
                  <a:lnTo>
                    <a:pt x="223789" y="6291"/>
                  </a:lnTo>
                  <a:lnTo>
                    <a:pt x="176783" y="0"/>
                  </a:lnTo>
                  <a:close/>
                </a:path>
              </a:pathLst>
            </a:custGeom>
            <a:solidFill>
              <a:srgbClr val="00AF50">
                <a:alpha val="30195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5931407" y="4832603"/>
              <a:ext cx="353695" cy="352425"/>
            </a:xfrm>
            <a:custGeom>
              <a:avLst/>
              <a:gdLst/>
              <a:ahLst/>
              <a:cxnLst/>
              <a:rect l="l" t="t" r="r" b="b"/>
              <a:pathLst>
                <a:path w="353695" h="352425">
                  <a:moveTo>
                    <a:pt x="0" y="176022"/>
                  </a:moveTo>
                  <a:lnTo>
                    <a:pt x="6312" y="129248"/>
                  </a:lnTo>
                  <a:lnTo>
                    <a:pt x="24129" y="87206"/>
                  </a:lnTo>
                  <a:lnTo>
                    <a:pt x="51768" y="51577"/>
                  </a:lnTo>
                  <a:lnTo>
                    <a:pt x="87545" y="24045"/>
                  </a:lnTo>
                  <a:lnTo>
                    <a:pt x="129778" y="6291"/>
                  </a:lnTo>
                  <a:lnTo>
                    <a:pt x="176783" y="0"/>
                  </a:lnTo>
                  <a:lnTo>
                    <a:pt x="223789" y="6291"/>
                  </a:lnTo>
                  <a:lnTo>
                    <a:pt x="266022" y="24045"/>
                  </a:lnTo>
                  <a:lnTo>
                    <a:pt x="301799" y="51577"/>
                  </a:lnTo>
                  <a:lnTo>
                    <a:pt x="329438" y="87206"/>
                  </a:lnTo>
                  <a:lnTo>
                    <a:pt x="347255" y="129248"/>
                  </a:lnTo>
                  <a:lnTo>
                    <a:pt x="353567" y="176022"/>
                  </a:lnTo>
                  <a:lnTo>
                    <a:pt x="347255" y="222795"/>
                  </a:lnTo>
                  <a:lnTo>
                    <a:pt x="329438" y="264837"/>
                  </a:lnTo>
                  <a:lnTo>
                    <a:pt x="301799" y="300466"/>
                  </a:lnTo>
                  <a:lnTo>
                    <a:pt x="266022" y="327998"/>
                  </a:lnTo>
                  <a:lnTo>
                    <a:pt x="223789" y="345752"/>
                  </a:lnTo>
                  <a:lnTo>
                    <a:pt x="176783" y="352044"/>
                  </a:lnTo>
                  <a:lnTo>
                    <a:pt x="129778" y="345752"/>
                  </a:lnTo>
                  <a:lnTo>
                    <a:pt x="87545" y="327998"/>
                  </a:lnTo>
                  <a:lnTo>
                    <a:pt x="51768" y="300466"/>
                  </a:lnTo>
                  <a:lnTo>
                    <a:pt x="24129" y="264837"/>
                  </a:lnTo>
                  <a:lnTo>
                    <a:pt x="6312" y="222795"/>
                  </a:lnTo>
                  <a:lnTo>
                    <a:pt x="0" y="176022"/>
                  </a:lnTo>
                  <a:close/>
                </a:path>
              </a:pathLst>
            </a:custGeom>
            <a:ln w="12192">
              <a:solidFill>
                <a:srgbClr val="00AF5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2444495" y="3032759"/>
              <a:ext cx="905510" cy="2341245"/>
            </a:xfrm>
            <a:custGeom>
              <a:avLst/>
              <a:gdLst/>
              <a:ahLst/>
              <a:cxnLst/>
              <a:rect l="l" t="t" r="r" b="b"/>
              <a:pathLst>
                <a:path w="905510" h="2341245">
                  <a:moveTo>
                    <a:pt x="905256" y="0"/>
                  </a:moveTo>
                  <a:lnTo>
                    <a:pt x="0" y="0"/>
                  </a:lnTo>
                  <a:lnTo>
                    <a:pt x="0" y="2340864"/>
                  </a:lnTo>
                  <a:lnTo>
                    <a:pt x="905256" y="2340864"/>
                  </a:lnTo>
                  <a:lnTo>
                    <a:pt x="905256" y="0"/>
                  </a:lnTo>
                  <a:close/>
                </a:path>
              </a:pathLst>
            </a:custGeom>
            <a:solidFill>
              <a:srgbClr val="006FC0">
                <a:alpha val="5097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2444495" y="3032759"/>
              <a:ext cx="905510" cy="2341245"/>
            </a:xfrm>
            <a:custGeom>
              <a:avLst/>
              <a:gdLst/>
              <a:ahLst/>
              <a:cxnLst/>
              <a:rect l="l" t="t" r="r" b="b"/>
              <a:pathLst>
                <a:path w="905510" h="2341245">
                  <a:moveTo>
                    <a:pt x="0" y="2340864"/>
                  </a:moveTo>
                  <a:lnTo>
                    <a:pt x="905256" y="2340864"/>
                  </a:lnTo>
                  <a:lnTo>
                    <a:pt x="905256" y="0"/>
                  </a:lnTo>
                  <a:lnTo>
                    <a:pt x="0" y="0"/>
                  </a:lnTo>
                  <a:lnTo>
                    <a:pt x="0" y="2340864"/>
                  </a:lnTo>
                  <a:close/>
                </a:path>
              </a:pathLst>
            </a:custGeom>
            <a:ln w="6096">
              <a:solidFill>
                <a:srgbClr val="006FC0"/>
              </a:solidFill>
              <a:prstDash val="sys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2715767" y="3226307"/>
              <a:ext cx="353695" cy="353695"/>
            </a:xfrm>
            <a:custGeom>
              <a:avLst/>
              <a:gdLst/>
              <a:ahLst/>
              <a:cxnLst/>
              <a:rect l="l" t="t" r="r" b="b"/>
              <a:pathLst>
                <a:path w="353694" h="353695">
                  <a:moveTo>
                    <a:pt x="176783" y="0"/>
                  </a:moveTo>
                  <a:lnTo>
                    <a:pt x="129778" y="6312"/>
                  </a:lnTo>
                  <a:lnTo>
                    <a:pt x="87545" y="24129"/>
                  </a:lnTo>
                  <a:lnTo>
                    <a:pt x="51768" y="51768"/>
                  </a:lnTo>
                  <a:lnTo>
                    <a:pt x="24130" y="87545"/>
                  </a:lnTo>
                  <a:lnTo>
                    <a:pt x="6312" y="129778"/>
                  </a:lnTo>
                  <a:lnTo>
                    <a:pt x="0" y="176783"/>
                  </a:lnTo>
                  <a:lnTo>
                    <a:pt x="6312" y="223789"/>
                  </a:lnTo>
                  <a:lnTo>
                    <a:pt x="24130" y="266022"/>
                  </a:lnTo>
                  <a:lnTo>
                    <a:pt x="51768" y="301799"/>
                  </a:lnTo>
                  <a:lnTo>
                    <a:pt x="87545" y="329438"/>
                  </a:lnTo>
                  <a:lnTo>
                    <a:pt x="129778" y="347255"/>
                  </a:lnTo>
                  <a:lnTo>
                    <a:pt x="176783" y="353567"/>
                  </a:lnTo>
                  <a:lnTo>
                    <a:pt x="223789" y="347255"/>
                  </a:lnTo>
                  <a:lnTo>
                    <a:pt x="266022" y="329438"/>
                  </a:lnTo>
                  <a:lnTo>
                    <a:pt x="301799" y="301799"/>
                  </a:lnTo>
                  <a:lnTo>
                    <a:pt x="329438" y="266022"/>
                  </a:lnTo>
                  <a:lnTo>
                    <a:pt x="347255" y="223789"/>
                  </a:lnTo>
                  <a:lnTo>
                    <a:pt x="353568" y="176783"/>
                  </a:lnTo>
                  <a:lnTo>
                    <a:pt x="347255" y="129778"/>
                  </a:lnTo>
                  <a:lnTo>
                    <a:pt x="329438" y="87545"/>
                  </a:lnTo>
                  <a:lnTo>
                    <a:pt x="301799" y="51768"/>
                  </a:lnTo>
                  <a:lnTo>
                    <a:pt x="266022" y="24129"/>
                  </a:lnTo>
                  <a:lnTo>
                    <a:pt x="223789" y="6312"/>
                  </a:lnTo>
                  <a:lnTo>
                    <a:pt x="176783" y="0"/>
                  </a:lnTo>
                  <a:close/>
                </a:path>
              </a:pathLst>
            </a:custGeom>
            <a:solidFill>
              <a:srgbClr val="5B9BD4">
                <a:alpha val="30195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2715767" y="3226307"/>
              <a:ext cx="353695" cy="353695"/>
            </a:xfrm>
            <a:custGeom>
              <a:avLst/>
              <a:gdLst/>
              <a:ahLst/>
              <a:cxnLst/>
              <a:rect l="l" t="t" r="r" b="b"/>
              <a:pathLst>
                <a:path w="353694" h="353695">
                  <a:moveTo>
                    <a:pt x="0" y="176783"/>
                  </a:moveTo>
                  <a:lnTo>
                    <a:pt x="6312" y="129778"/>
                  </a:lnTo>
                  <a:lnTo>
                    <a:pt x="24130" y="87545"/>
                  </a:lnTo>
                  <a:lnTo>
                    <a:pt x="51768" y="51768"/>
                  </a:lnTo>
                  <a:lnTo>
                    <a:pt x="87545" y="24129"/>
                  </a:lnTo>
                  <a:lnTo>
                    <a:pt x="129778" y="6312"/>
                  </a:lnTo>
                  <a:lnTo>
                    <a:pt x="176783" y="0"/>
                  </a:lnTo>
                  <a:lnTo>
                    <a:pt x="223789" y="6312"/>
                  </a:lnTo>
                  <a:lnTo>
                    <a:pt x="266022" y="24129"/>
                  </a:lnTo>
                  <a:lnTo>
                    <a:pt x="301799" y="51768"/>
                  </a:lnTo>
                  <a:lnTo>
                    <a:pt x="329438" y="87545"/>
                  </a:lnTo>
                  <a:lnTo>
                    <a:pt x="347255" y="129778"/>
                  </a:lnTo>
                  <a:lnTo>
                    <a:pt x="353568" y="176783"/>
                  </a:lnTo>
                  <a:lnTo>
                    <a:pt x="347255" y="223789"/>
                  </a:lnTo>
                  <a:lnTo>
                    <a:pt x="329438" y="266022"/>
                  </a:lnTo>
                  <a:lnTo>
                    <a:pt x="301799" y="301799"/>
                  </a:lnTo>
                  <a:lnTo>
                    <a:pt x="266022" y="329438"/>
                  </a:lnTo>
                  <a:lnTo>
                    <a:pt x="223789" y="347255"/>
                  </a:lnTo>
                  <a:lnTo>
                    <a:pt x="176783" y="353567"/>
                  </a:lnTo>
                  <a:lnTo>
                    <a:pt x="129778" y="347255"/>
                  </a:lnTo>
                  <a:lnTo>
                    <a:pt x="87545" y="329438"/>
                  </a:lnTo>
                  <a:lnTo>
                    <a:pt x="51768" y="301799"/>
                  </a:lnTo>
                  <a:lnTo>
                    <a:pt x="24130" y="266022"/>
                  </a:lnTo>
                  <a:lnTo>
                    <a:pt x="6312" y="223789"/>
                  </a:lnTo>
                  <a:lnTo>
                    <a:pt x="0" y="176783"/>
                  </a:lnTo>
                  <a:close/>
                </a:path>
              </a:pathLst>
            </a:custGeom>
            <a:ln w="12192">
              <a:solidFill>
                <a:srgbClr val="41709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2715767" y="3762755"/>
              <a:ext cx="353695" cy="352425"/>
            </a:xfrm>
            <a:custGeom>
              <a:avLst/>
              <a:gdLst/>
              <a:ahLst/>
              <a:cxnLst/>
              <a:rect l="l" t="t" r="r" b="b"/>
              <a:pathLst>
                <a:path w="353694" h="352425">
                  <a:moveTo>
                    <a:pt x="176783" y="0"/>
                  </a:moveTo>
                  <a:lnTo>
                    <a:pt x="129778" y="6291"/>
                  </a:lnTo>
                  <a:lnTo>
                    <a:pt x="87545" y="24045"/>
                  </a:lnTo>
                  <a:lnTo>
                    <a:pt x="51768" y="51577"/>
                  </a:lnTo>
                  <a:lnTo>
                    <a:pt x="24130" y="87206"/>
                  </a:lnTo>
                  <a:lnTo>
                    <a:pt x="6312" y="129248"/>
                  </a:lnTo>
                  <a:lnTo>
                    <a:pt x="0" y="176022"/>
                  </a:lnTo>
                  <a:lnTo>
                    <a:pt x="6312" y="222795"/>
                  </a:lnTo>
                  <a:lnTo>
                    <a:pt x="24130" y="264837"/>
                  </a:lnTo>
                  <a:lnTo>
                    <a:pt x="51768" y="300466"/>
                  </a:lnTo>
                  <a:lnTo>
                    <a:pt x="87545" y="327998"/>
                  </a:lnTo>
                  <a:lnTo>
                    <a:pt x="129778" y="345752"/>
                  </a:lnTo>
                  <a:lnTo>
                    <a:pt x="176783" y="352044"/>
                  </a:lnTo>
                  <a:lnTo>
                    <a:pt x="223789" y="345752"/>
                  </a:lnTo>
                  <a:lnTo>
                    <a:pt x="266022" y="327998"/>
                  </a:lnTo>
                  <a:lnTo>
                    <a:pt x="301799" y="300466"/>
                  </a:lnTo>
                  <a:lnTo>
                    <a:pt x="329438" y="264837"/>
                  </a:lnTo>
                  <a:lnTo>
                    <a:pt x="347255" y="222795"/>
                  </a:lnTo>
                  <a:lnTo>
                    <a:pt x="353568" y="176022"/>
                  </a:lnTo>
                  <a:lnTo>
                    <a:pt x="347255" y="129248"/>
                  </a:lnTo>
                  <a:lnTo>
                    <a:pt x="329438" y="87206"/>
                  </a:lnTo>
                  <a:lnTo>
                    <a:pt x="301799" y="51577"/>
                  </a:lnTo>
                  <a:lnTo>
                    <a:pt x="266022" y="24045"/>
                  </a:lnTo>
                  <a:lnTo>
                    <a:pt x="223789" y="6291"/>
                  </a:lnTo>
                  <a:lnTo>
                    <a:pt x="176783" y="0"/>
                  </a:lnTo>
                  <a:close/>
                </a:path>
              </a:pathLst>
            </a:custGeom>
            <a:solidFill>
              <a:srgbClr val="5B9BD4">
                <a:alpha val="30195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2715767" y="3762755"/>
              <a:ext cx="353695" cy="352425"/>
            </a:xfrm>
            <a:custGeom>
              <a:avLst/>
              <a:gdLst/>
              <a:ahLst/>
              <a:cxnLst/>
              <a:rect l="l" t="t" r="r" b="b"/>
              <a:pathLst>
                <a:path w="353694" h="352425">
                  <a:moveTo>
                    <a:pt x="0" y="176022"/>
                  </a:moveTo>
                  <a:lnTo>
                    <a:pt x="6312" y="129248"/>
                  </a:lnTo>
                  <a:lnTo>
                    <a:pt x="24130" y="87206"/>
                  </a:lnTo>
                  <a:lnTo>
                    <a:pt x="51768" y="51577"/>
                  </a:lnTo>
                  <a:lnTo>
                    <a:pt x="87545" y="24045"/>
                  </a:lnTo>
                  <a:lnTo>
                    <a:pt x="129778" y="6291"/>
                  </a:lnTo>
                  <a:lnTo>
                    <a:pt x="176783" y="0"/>
                  </a:lnTo>
                  <a:lnTo>
                    <a:pt x="223789" y="6291"/>
                  </a:lnTo>
                  <a:lnTo>
                    <a:pt x="266022" y="24045"/>
                  </a:lnTo>
                  <a:lnTo>
                    <a:pt x="301799" y="51577"/>
                  </a:lnTo>
                  <a:lnTo>
                    <a:pt x="329438" y="87206"/>
                  </a:lnTo>
                  <a:lnTo>
                    <a:pt x="347255" y="129248"/>
                  </a:lnTo>
                  <a:lnTo>
                    <a:pt x="353568" y="176022"/>
                  </a:lnTo>
                  <a:lnTo>
                    <a:pt x="347255" y="222795"/>
                  </a:lnTo>
                  <a:lnTo>
                    <a:pt x="329438" y="264837"/>
                  </a:lnTo>
                  <a:lnTo>
                    <a:pt x="301799" y="300466"/>
                  </a:lnTo>
                  <a:lnTo>
                    <a:pt x="266022" y="327998"/>
                  </a:lnTo>
                  <a:lnTo>
                    <a:pt x="223789" y="345752"/>
                  </a:lnTo>
                  <a:lnTo>
                    <a:pt x="176783" y="352044"/>
                  </a:lnTo>
                  <a:lnTo>
                    <a:pt x="129778" y="345752"/>
                  </a:lnTo>
                  <a:lnTo>
                    <a:pt x="87545" y="327998"/>
                  </a:lnTo>
                  <a:lnTo>
                    <a:pt x="51768" y="300466"/>
                  </a:lnTo>
                  <a:lnTo>
                    <a:pt x="24130" y="264837"/>
                  </a:lnTo>
                  <a:lnTo>
                    <a:pt x="6312" y="222795"/>
                  </a:lnTo>
                  <a:lnTo>
                    <a:pt x="0" y="176022"/>
                  </a:lnTo>
                  <a:close/>
                </a:path>
              </a:pathLst>
            </a:custGeom>
            <a:ln w="12192">
              <a:solidFill>
                <a:srgbClr val="41709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2715767" y="4294631"/>
              <a:ext cx="353695" cy="353695"/>
            </a:xfrm>
            <a:custGeom>
              <a:avLst/>
              <a:gdLst/>
              <a:ahLst/>
              <a:cxnLst/>
              <a:rect l="l" t="t" r="r" b="b"/>
              <a:pathLst>
                <a:path w="353694" h="353695">
                  <a:moveTo>
                    <a:pt x="176783" y="0"/>
                  </a:moveTo>
                  <a:lnTo>
                    <a:pt x="129778" y="6312"/>
                  </a:lnTo>
                  <a:lnTo>
                    <a:pt x="87545" y="24130"/>
                  </a:lnTo>
                  <a:lnTo>
                    <a:pt x="51768" y="51768"/>
                  </a:lnTo>
                  <a:lnTo>
                    <a:pt x="24130" y="87545"/>
                  </a:lnTo>
                  <a:lnTo>
                    <a:pt x="6312" y="129778"/>
                  </a:lnTo>
                  <a:lnTo>
                    <a:pt x="0" y="176784"/>
                  </a:lnTo>
                  <a:lnTo>
                    <a:pt x="6312" y="223789"/>
                  </a:lnTo>
                  <a:lnTo>
                    <a:pt x="24130" y="266022"/>
                  </a:lnTo>
                  <a:lnTo>
                    <a:pt x="51768" y="301799"/>
                  </a:lnTo>
                  <a:lnTo>
                    <a:pt x="87545" y="329438"/>
                  </a:lnTo>
                  <a:lnTo>
                    <a:pt x="129778" y="347255"/>
                  </a:lnTo>
                  <a:lnTo>
                    <a:pt x="176783" y="353568"/>
                  </a:lnTo>
                  <a:lnTo>
                    <a:pt x="223789" y="347255"/>
                  </a:lnTo>
                  <a:lnTo>
                    <a:pt x="266022" y="329438"/>
                  </a:lnTo>
                  <a:lnTo>
                    <a:pt x="301799" y="301799"/>
                  </a:lnTo>
                  <a:lnTo>
                    <a:pt x="329438" y="266022"/>
                  </a:lnTo>
                  <a:lnTo>
                    <a:pt x="347255" y="223789"/>
                  </a:lnTo>
                  <a:lnTo>
                    <a:pt x="353568" y="176784"/>
                  </a:lnTo>
                  <a:lnTo>
                    <a:pt x="347255" y="129778"/>
                  </a:lnTo>
                  <a:lnTo>
                    <a:pt x="329438" y="87545"/>
                  </a:lnTo>
                  <a:lnTo>
                    <a:pt x="301799" y="51768"/>
                  </a:lnTo>
                  <a:lnTo>
                    <a:pt x="266022" y="24130"/>
                  </a:lnTo>
                  <a:lnTo>
                    <a:pt x="223789" y="6312"/>
                  </a:lnTo>
                  <a:lnTo>
                    <a:pt x="176783" y="0"/>
                  </a:lnTo>
                  <a:close/>
                </a:path>
              </a:pathLst>
            </a:custGeom>
            <a:solidFill>
              <a:srgbClr val="5B9BD4">
                <a:alpha val="30195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2715767" y="4294631"/>
              <a:ext cx="353695" cy="353695"/>
            </a:xfrm>
            <a:custGeom>
              <a:avLst/>
              <a:gdLst/>
              <a:ahLst/>
              <a:cxnLst/>
              <a:rect l="l" t="t" r="r" b="b"/>
              <a:pathLst>
                <a:path w="353694" h="353695">
                  <a:moveTo>
                    <a:pt x="0" y="176784"/>
                  </a:moveTo>
                  <a:lnTo>
                    <a:pt x="6312" y="129778"/>
                  </a:lnTo>
                  <a:lnTo>
                    <a:pt x="24130" y="87545"/>
                  </a:lnTo>
                  <a:lnTo>
                    <a:pt x="51768" y="51768"/>
                  </a:lnTo>
                  <a:lnTo>
                    <a:pt x="87545" y="24130"/>
                  </a:lnTo>
                  <a:lnTo>
                    <a:pt x="129778" y="6312"/>
                  </a:lnTo>
                  <a:lnTo>
                    <a:pt x="176783" y="0"/>
                  </a:lnTo>
                  <a:lnTo>
                    <a:pt x="223789" y="6312"/>
                  </a:lnTo>
                  <a:lnTo>
                    <a:pt x="266022" y="24130"/>
                  </a:lnTo>
                  <a:lnTo>
                    <a:pt x="301799" y="51768"/>
                  </a:lnTo>
                  <a:lnTo>
                    <a:pt x="329438" y="87545"/>
                  </a:lnTo>
                  <a:lnTo>
                    <a:pt x="347255" y="129778"/>
                  </a:lnTo>
                  <a:lnTo>
                    <a:pt x="353568" y="176784"/>
                  </a:lnTo>
                  <a:lnTo>
                    <a:pt x="347255" y="223789"/>
                  </a:lnTo>
                  <a:lnTo>
                    <a:pt x="329438" y="266022"/>
                  </a:lnTo>
                  <a:lnTo>
                    <a:pt x="301799" y="301799"/>
                  </a:lnTo>
                  <a:lnTo>
                    <a:pt x="266022" y="329438"/>
                  </a:lnTo>
                  <a:lnTo>
                    <a:pt x="223789" y="347255"/>
                  </a:lnTo>
                  <a:lnTo>
                    <a:pt x="176783" y="353568"/>
                  </a:lnTo>
                  <a:lnTo>
                    <a:pt x="129778" y="347255"/>
                  </a:lnTo>
                  <a:lnTo>
                    <a:pt x="87545" y="329438"/>
                  </a:lnTo>
                  <a:lnTo>
                    <a:pt x="51768" y="301799"/>
                  </a:lnTo>
                  <a:lnTo>
                    <a:pt x="24130" y="266022"/>
                  </a:lnTo>
                  <a:lnTo>
                    <a:pt x="6312" y="223789"/>
                  </a:lnTo>
                  <a:lnTo>
                    <a:pt x="0" y="176784"/>
                  </a:lnTo>
                  <a:close/>
                </a:path>
              </a:pathLst>
            </a:custGeom>
            <a:ln w="12192">
              <a:solidFill>
                <a:srgbClr val="41709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2715767" y="4826507"/>
              <a:ext cx="353695" cy="353695"/>
            </a:xfrm>
            <a:custGeom>
              <a:avLst/>
              <a:gdLst/>
              <a:ahLst/>
              <a:cxnLst/>
              <a:rect l="l" t="t" r="r" b="b"/>
              <a:pathLst>
                <a:path w="353694" h="353695">
                  <a:moveTo>
                    <a:pt x="176783" y="0"/>
                  </a:moveTo>
                  <a:lnTo>
                    <a:pt x="129778" y="6312"/>
                  </a:lnTo>
                  <a:lnTo>
                    <a:pt x="87545" y="24130"/>
                  </a:lnTo>
                  <a:lnTo>
                    <a:pt x="51768" y="51768"/>
                  </a:lnTo>
                  <a:lnTo>
                    <a:pt x="24130" y="87545"/>
                  </a:lnTo>
                  <a:lnTo>
                    <a:pt x="6312" y="129778"/>
                  </a:lnTo>
                  <a:lnTo>
                    <a:pt x="0" y="176784"/>
                  </a:lnTo>
                  <a:lnTo>
                    <a:pt x="6312" y="223789"/>
                  </a:lnTo>
                  <a:lnTo>
                    <a:pt x="24130" y="266022"/>
                  </a:lnTo>
                  <a:lnTo>
                    <a:pt x="51768" y="301799"/>
                  </a:lnTo>
                  <a:lnTo>
                    <a:pt x="87545" y="329438"/>
                  </a:lnTo>
                  <a:lnTo>
                    <a:pt x="129778" y="347255"/>
                  </a:lnTo>
                  <a:lnTo>
                    <a:pt x="176783" y="353568"/>
                  </a:lnTo>
                  <a:lnTo>
                    <a:pt x="223789" y="347255"/>
                  </a:lnTo>
                  <a:lnTo>
                    <a:pt x="266022" y="329438"/>
                  </a:lnTo>
                  <a:lnTo>
                    <a:pt x="301799" y="301799"/>
                  </a:lnTo>
                  <a:lnTo>
                    <a:pt x="329438" y="266022"/>
                  </a:lnTo>
                  <a:lnTo>
                    <a:pt x="347255" y="223789"/>
                  </a:lnTo>
                  <a:lnTo>
                    <a:pt x="353568" y="176784"/>
                  </a:lnTo>
                  <a:lnTo>
                    <a:pt x="347255" y="129778"/>
                  </a:lnTo>
                  <a:lnTo>
                    <a:pt x="329438" y="87545"/>
                  </a:lnTo>
                  <a:lnTo>
                    <a:pt x="301799" y="51768"/>
                  </a:lnTo>
                  <a:lnTo>
                    <a:pt x="266022" y="24130"/>
                  </a:lnTo>
                  <a:lnTo>
                    <a:pt x="223789" y="6312"/>
                  </a:lnTo>
                  <a:lnTo>
                    <a:pt x="176783" y="0"/>
                  </a:lnTo>
                  <a:close/>
                </a:path>
              </a:pathLst>
            </a:custGeom>
            <a:solidFill>
              <a:srgbClr val="5B9BD4">
                <a:alpha val="30195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2715767" y="4826507"/>
              <a:ext cx="353695" cy="353695"/>
            </a:xfrm>
            <a:custGeom>
              <a:avLst/>
              <a:gdLst/>
              <a:ahLst/>
              <a:cxnLst/>
              <a:rect l="l" t="t" r="r" b="b"/>
              <a:pathLst>
                <a:path w="353694" h="353695">
                  <a:moveTo>
                    <a:pt x="0" y="176784"/>
                  </a:moveTo>
                  <a:lnTo>
                    <a:pt x="6312" y="129778"/>
                  </a:lnTo>
                  <a:lnTo>
                    <a:pt x="24130" y="87545"/>
                  </a:lnTo>
                  <a:lnTo>
                    <a:pt x="51768" y="51768"/>
                  </a:lnTo>
                  <a:lnTo>
                    <a:pt x="87545" y="24130"/>
                  </a:lnTo>
                  <a:lnTo>
                    <a:pt x="129778" y="6312"/>
                  </a:lnTo>
                  <a:lnTo>
                    <a:pt x="176783" y="0"/>
                  </a:lnTo>
                  <a:lnTo>
                    <a:pt x="223789" y="6312"/>
                  </a:lnTo>
                  <a:lnTo>
                    <a:pt x="266022" y="24130"/>
                  </a:lnTo>
                  <a:lnTo>
                    <a:pt x="301799" y="51768"/>
                  </a:lnTo>
                  <a:lnTo>
                    <a:pt x="329438" y="87545"/>
                  </a:lnTo>
                  <a:lnTo>
                    <a:pt x="347255" y="129778"/>
                  </a:lnTo>
                  <a:lnTo>
                    <a:pt x="353568" y="176784"/>
                  </a:lnTo>
                  <a:lnTo>
                    <a:pt x="347255" y="223789"/>
                  </a:lnTo>
                  <a:lnTo>
                    <a:pt x="329438" y="266022"/>
                  </a:lnTo>
                  <a:lnTo>
                    <a:pt x="301799" y="301799"/>
                  </a:lnTo>
                  <a:lnTo>
                    <a:pt x="266022" y="329438"/>
                  </a:lnTo>
                  <a:lnTo>
                    <a:pt x="223789" y="347255"/>
                  </a:lnTo>
                  <a:lnTo>
                    <a:pt x="176783" y="353568"/>
                  </a:lnTo>
                  <a:lnTo>
                    <a:pt x="129778" y="347255"/>
                  </a:lnTo>
                  <a:lnTo>
                    <a:pt x="87545" y="329438"/>
                  </a:lnTo>
                  <a:lnTo>
                    <a:pt x="51768" y="301799"/>
                  </a:lnTo>
                  <a:lnTo>
                    <a:pt x="24130" y="266022"/>
                  </a:lnTo>
                  <a:lnTo>
                    <a:pt x="6312" y="223789"/>
                  </a:lnTo>
                  <a:lnTo>
                    <a:pt x="0" y="176784"/>
                  </a:lnTo>
                  <a:close/>
                </a:path>
              </a:pathLst>
            </a:custGeom>
            <a:ln w="12192">
              <a:solidFill>
                <a:srgbClr val="41709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3"/>
            <p:cNvSpPr/>
            <p:nvPr/>
          </p:nvSpPr>
          <p:spPr>
            <a:xfrm>
              <a:off x="3063494" y="3397376"/>
              <a:ext cx="574675" cy="1612265"/>
            </a:xfrm>
            <a:custGeom>
              <a:avLst/>
              <a:gdLst/>
              <a:ahLst/>
              <a:cxnLst/>
              <a:rect l="l" t="t" r="r" b="b"/>
              <a:pathLst>
                <a:path w="574675" h="1612264">
                  <a:moveTo>
                    <a:pt x="574421" y="1258316"/>
                  </a:moveTo>
                  <a:lnTo>
                    <a:pt x="557098" y="1265618"/>
                  </a:lnTo>
                  <a:lnTo>
                    <a:pt x="556260" y="1259967"/>
                  </a:lnTo>
                  <a:lnTo>
                    <a:pt x="544144" y="1268488"/>
                  </a:lnTo>
                  <a:lnTo>
                    <a:pt x="533425" y="1243037"/>
                  </a:lnTo>
                  <a:lnTo>
                    <a:pt x="533425" y="1275588"/>
                  </a:lnTo>
                  <a:lnTo>
                    <a:pt x="529539" y="1277226"/>
                  </a:lnTo>
                  <a:lnTo>
                    <a:pt x="515442" y="1257147"/>
                  </a:lnTo>
                  <a:lnTo>
                    <a:pt x="515442" y="1279220"/>
                  </a:lnTo>
                  <a:lnTo>
                    <a:pt x="513054" y="1284185"/>
                  </a:lnTo>
                  <a:lnTo>
                    <a:pt x="504190" y="1287907"/>
                  </a:lnTo>
                  <a:lnTo>
                    <a:pt x="509193" y="1292212"/>
                  </a:lnTo>
                  <a:lnTo>
                    <a:pt x="508584" y="1293469"/>
                  </a:lnTo>
                  <a:lnTo>
                    <a:pt x="497344" y="1301369"/>
                  </a:lnTo>
                  <a:lnTo>
                    <a:pt x="497344" y="1316863"/>
                  </a:lnTo>
                  <a:lnTo>
                    <a:pt x="485533" y="1341437"/>
                  </a:lnTo>
                  <a:lnTo>
                    <a:pt x="483616" y="1341374"/>
                  </a:lnTo>
                  <a:lnTo>
                    <a:pt x="484568" y="1343444"/>
                  </a:lnTo>
                  <a:lnTo>
                    <a:pt x="483616" y="1345438"/>
                  </a:lnTo>
                  <a:lnTo>
                    <a:pt x="485495" y="1345412"/>
                  </a:lnTo>
                  <a:lnTo>
                    <a:pt x="497090" y="1370253"/>
                  </a:lnTo>
                  <a:lnTo>
                    <a:pt x="25120" y="1589989"/>
                  </a:lnTo>
                  <a:lnTo>
                    <a:pt x="289420" y="1217142"/>
                  </a:lnTo>
                  <a:lnTo>
                    <a:pt x="497344" y="1316863"/>
                  </a:lnTo>
                  <a:lnTo>
                    <a:pt x="497344" y="1301369"/>
                  </a:lnTo>
                  <a:lnTo>
                    <a:pt x="496265" y="1302118"/>
                  </a:lnTo>
                  <a:lnTo>
                    <a:pt x="296926" y="1206563"/>
                  </a:lnTo>
                  <a:lnTo>
                    <a:pt x="381076" y="1087843"/>
                  </a:lnTo>
                  <a:lnTo>
                    <a:pt x="515442" y="1279220"/>
                  </a:lnTo>
                  <a:lnTo>
                    <a:pt x="515442" y="1257147"/>
                  </a:lnTo>
                  <a:lnTo>
                    <a:pt x="388874" y="1076845"/>
                  </a:lnTo>
                  <a:lnTo>
                    <a:pt x="427075" y="1022946"/>
                  </a:lnTo>
                  <a:lnTo>
                    <a:pt x="533425" y="1275588"/>
                  </a:lnTo>
                  <a:lnTo>
                    <a:pt x="533425" y="1243037"/>
                  </a:lnTo>
                  <a:lnTo>
                    <a:pt x="435673" y="1010818"/>
                  </a:lnTo>
                  <a:lnTo>
                    <a:pt x="529983" y="877785"/>
                  </a:lnTo>
                  <a:lnTo>
                    <a:pt x="555879" y="896112"/>
                  </a:lnTo>
                  <a:lnTo>
                    <a:pt x="561416" y="860044"/>
                  </a:lnTo>
                  <a:lnTo>
                    <a:pt x="568782" y="812177"/>
                  </a:lnTo>
                  <a:lnTo>
                    <a:pt x="568833" y="811911"/>
                  </a:lnTo>
                  <a:lnTo>
                    <a:pt x="568617" y="811911"/>
                  </a:lnTo>
                  <a:lnTo>
                    <a:pt x="567639" y="810641"/>
                  </a:lnTo>
                  <a:lnTo>
                    <a:pt x="568833" y="811276"/>
                  </a:lnTo>
                  <a:lnTo>
                    <a:pt x="561682" y="762889"/>
                  </a:lnTo>
                  <a:lnTo>
                    <a:pt x="556387" y="726948"/>
                  </a:lnTo>
                  <a:lnTo>
                    <a:pt x="530339" y="745159"/>
                  </a:lnTo>
                  <a:lnTo>
                    <a:pt x="515835" y="724420"/>
                  </a:lnTo>
                  <a:lnTo>
                    <a:pt x="515835" y="746506"/>
                  </a:lnTo>
                  <a:lnTo>
                    <a:pt x="515035" y="748182"/>
                  </a:lnTo>
                  <a:lnTo>
                    <a:pt x="515035" y="876808"/>
                  </a:lnTo>
                  <a:lnTo>
                    <a:pt x="429856" y="996975"/>
                  </a:lnTo>
                  <a:lnTo>
                    <a:pt x="421259" y="976553"/>
                  </a:lnTo>
                  <a:lnTo>
                    <a:pt x="421259" y="1009103"/>
                  </a:lnTo>
                  <a:lnTo>
                    <a:pt x="381088" y="1065758"/>
                  </a:lnTo>
                  <a:lnTo>
                    <a:pt x="373291" y="1054658"/>
                  </a:lnTo>
                  <a:lnTo>
                    <a:pt x="373291" y="1076756"/>
                  </a:lnTo>
                  <a:lnTo>
                    <a:pt x="285254" y="1200962"/>
                  </a:lnTo>
                  <a:lnTo>
                    <a:pt x="277749" y="1197368"/>
                  </a:lnTo>
                  <a:lnTo>
                    <a:pt x="277749" y="1211541"/>
                  </a:lnTo>
                  <a:lnTo>
                    <a:pt x="35026" y="1553972"/>
                  </a:lnTo>
                  <a:lnTo>
                    <a:pt x="196850" y="1172730"/>
                  </a:lnTo>
                  <a:lnTo>
                    <a:pt x="277749" y="1211541"/>
                  </a:lnTo>
                  <a:lnTo>
                    <a:pt x="277749" y="1197368"/>
                  </a:lnTo>
                  <a:lnTo>
                    <a:pt x="201841" y="1160970"/>
                  </a:lnTo>
                  <a:lnTo>
                    <a:pt x="288721" y="956284"/>
                  </a:lnTo>
                  <a:lnTo>
                    <a:pt x="373291" y="1076756"/>
                  </a:lnTo>
                  <a:lnTo>
                    <a:pt x="373291" y="1054658"/>
                  </a:lnTo>
                  <a:lnTo>
                    <a:pt x="296760" y="945616"/>
                  </a:lnTo>
                  <a:lnTo>
                    <a:pt x="378510" y="907529"/>
                  </a:lnTo>
                  <a:lnTo>
                    <a:pt x="421259" y="1009103"/>
                  </a:lnTo>
                  <a:lnTo>
                    <a:pt x="421259" y="976553"/>
                  </a:lnTo>
                  <a:lnTo>
                    <a:pt x="389966" y="902195"/>
                  </a:lnTo>
                  <a:lnTo>
                    <a:pt x="495223" y="853173"/>
                  </a:lnTo>
                  <a:lnTo>
                    <a:pt x="508330" y="862457"/>
                  </a:lnTo>
                  <a:lnTo>
                    <a:pt x="515035" y="876808"/>
                  </a:lnTo>
                  <a:lnTo>
                    <a:pt x="515035" y="748182"/>
                  </a:lnTo>
                  <a:lnTo>
                    <a:pt x="509473" y="759752"/>
                  </a:lnTo>
                  <a:lnTo>
                    <a:pt x="497344" y="768235"/>
                  </a:lnTo>
                  <a:lnTo>
                    <a:pt x="497344" y="784987"/>
                  </a:lnTo>
                  <a:lnTo>
                    <a:pt x="485533" y="809561"/>
                  </a:lnTo>
                  <a:lnTo>
                    <a:pt x="483616" y="809498"/>
                  </a:lnTo>
                  <a:lnTo>
                    <a:pt x="484568" y="811568"/>
                  </a:lnTo>
                  <a:lnTo>
                    <a:pt x="483616" y="813562"/>
                  </a:lnTo>
                  <a:lnTo>
                    <a:pt x="485495" y="813536"/>
                  </a:lnTo>
                  <a:lnTo>
                    <a:pt x="497090" y="838377"/>
                  </a:lnTo>
                  <a:lnTo>
                    <a:pt x="385064" y="890536"/>
                  </a:lnTo>
                  <a:lnTo>
                    <a:pt x="373595" y="863307"/>
                  </a:lnTo>
                  <a:lnTo>
                    <a:pt x="373595" y="895870"/>
                  </a:lnTo>
                  <a:lnTo>
                    <a:pt x="299783" y="930249"/>
                  </a:lnTo>
                  <a:lnTo>
                    <a:pt x="344106" y="825817"/>
                  </a:lnTo>
                  <a:lnTo>
                    <a:pt x="373595" y="895870"/>
                  </a:lnTo>
                  <a:lnTo>
                    <a:pt x="373595" y="863307"/>
                  </a:lnTo>
                  <a:lnTo>
                    <a:pt x="350989" y="809599"/>
                  </a:lnTo>
                  <a:lnTo>
                    <a:pt x="384429" y="730834"/>
                  </a:lnTo>
                  <a:lnTo>
                    <a:pt x="497344" y="784987"/>
                  </a:lnTo>
                  <a:lnTo>
                    <a:pt x="497344" y="768235"/>
                  </a:lnTo>
                  <a:lnTo>
                    <a:pt x="495198" y="769734"/>
                  </a:lnTo>
                  <a:lnTo>
                    <a:pt x="389432" y="719035"/>
                  </a:lnTo>
                  <a:lnTo>
                    <a:pt x="429933" y="623633"/>
                  </a:lnTo>
                  <a:lnTo>
                    <a:pt x="515835" y="746506"/>
                  </a:lnTo>
                  <a:lnTo>
                    <a:pt x="515835" y="724420"/>
                  </a:lnTo>
                  <a:lnTo>
                    <a:pt x="435775" y="609866"/>
                  </a:lnTo>
                  <a:lnTo>
                    <a:pt x="543699" y="355625"/>
                  </a:lnTo>
                  <a:lnTo>
                    <a:pt x="555879" y="364236"/>
                  </a:lnTo>
                  <a:lnTo>
                    <a:pt x="556856" y="357784"/>
                  </a:lnTo>
                  <a:lnTo>
                    <a:pt x="574167" y="365125"/>
                  </a:lnTo>
                  <a:lnTo>
                    <a:pt x="572338" y="336042"/>
                  </a:lnTo>
                  <a:lnTo>
                    <a:pt x="568833" y="280035"/>
                  </a:lnTo>
                  <a:lnTo>
                    <a:pt x="546735" y="279412"/>
                  </a:lnTo>
                  <a:lnTo>
                    <a:pt x="568833" y="279146"/>
                  </a:lnTo>
                  <a:lnTo>
                    <a:pt x="551840" y="257048"/>
                  </a:lnTo>
                  <a:lnTo>
                    <a:pt x="533082" y="232651"/>
                  </a:lnTo>
                  <a:lnTo>
                    <a:pt x="533082" y="348119"/>
                  </a:lnTo>
                  <a:lnTo>
                    <a:pt x="427189" y="597585"/>
                  </a:lnTo>
                  <a:lnTo>
                    <a:pt x="421347" y="589229"/>
                  </a:lnTo>
                  <a:lnTo>
                    <a:pt x="421347" y="611352"/>
                  </a:lnTo>
                  <a:lnTo>
                    <a:pt x="377977" y="713549"/>
                  </a:lnTo>
                  <a:lnTo>
                    <a:pt x="372973" y="711161"/>
                  </a:lnTo>
                  <a:lnTo>
                    <a:pt x="372973" y="725335"/>
                  </a:lnTo>
                  <a:lnTo>
                    <a:pt x="344131" y="793280"/>
                  </a:lnTo>
                  <a:lnTo>
                    <a:pt x="337235" y="776897"/>
                  </a:lnTo>
                  <a:lnTo>
                    <a:pt x="337235" y="809510"/>
                  </a:lnTo>
                  <a:lnTo>
                    <a:pt x="285978" y="930275"/>
                  </a:lnTo>
                  <a:lnTo>
                    <a:pt x="277672" y="918438"/>
                  </a:lnTo>
                  <a:lnTo>
                    <a:pt x="277672" y="940523"/>
                  </a:lnTo>
                  <a:lnTo>
                    <a:pt x="275209" y="941679"/>
                  </a:lnTo>
                  <a:lnTo>
                    <a:pt x="275209" y="955649"/>
                  </a:lnTo>
                  <a:lnTo>
                    <a:pt x="190385" y="1155484"/>
                  </a:lnTo>
                  <a:lnTo>
                    <a:pt x="20789" y="1074166"/>
                  </a:lnTo>
                  <a:lnTo>
                    <a:pt x="275209" y="955649"/>
                  </a:lnTo>
                  <a:lnTo>
                    <a:pt x="275209" y="941679"/>
                  </a:lnTo>
                  <a:lnTo>
                    <a:pt x="25133" y="1058100"/>
                  </a:lnTo>
                  <a:lnTo>
                    <a:pt x="193497" y="820597"/>
                  </a:lnTo>
                  <a:lnTo>
                    <a:pt x="277672" y="940523"/>
                  </a:lnTo>
                  <a:lnTo>
                    <a:pt x="277672" y="918438"/>
                  </a:lnTo>
                  <a:lnTo>
                    <a:pt x="201295" y="809586"/>
                  </a:lnTo>
                  <a:lnTo>
                    <a:pt x="286626" y="689216"/>
                  </a:lnTo>
                  <a:lnTo>
                    <a:pt x="337235" y="809510"/>
                  </a:lnTo>
                  <a:lnTo>
                    <a:pt x="337235" y="776897"/>
                  </a:lnTo>
                  <a:lnTo>
                    <a:pt x="301015" y="690816"/>
                  </a:lnTo>
                  <a:lnTo>
                    <a:pt x="372973" y="725335"/>
                  </a:lnTo>
                  <a:lnTo>
                    <a:pt x="372973" y="711161"/>
                  </a:lnTo>
                  <a:lnTo>
                    <a:pt x="296926" y="674687"/>
                  </a:lnTo>
                  <a:lnTo>
                    <a:pt x="381863" y="554850"/>
                  </a:lnTo>
                  <a:lnTo>
                    <a:pt x="421347" y="611352"/>
                  </a:lnTo>
                  <a:lnTo>
                    <a:pt x="421347" y="589229"/>
                  </a:lnTo>
                  <a:lnTo>
                    <a:pt x="389661" y="543864"/>
                  </a:lnTo>
                  <a:lnTo>
                    <a:pt x="529729" y="346265"/>
                  </a:lnTo>
                  <a:lnTo>
                    <a:pt x="531583" y="347052"/>
                  </a:lnTo>
                  <a:lnTo>
                    <a:pt x="533082" y="348119"/>
                  </a:lnTo>
                  <a:lnTo>
                    <a:pt x="533082" y="232651"/>
                  </a:lnTo>
                  <a:lnTo>
                    <a:pt x="516890" y="211582"/>
                  </a:lnTo>
                  <a:lnTo>
                    <a:pt x="515035" y="215404"/>
                  </a:lnTo>
                  <a:lnTo>
                    <a:pt x="515035" y="344932"/>
                  </a:lnTo>
                  <a:lnTo>
                    <a:pt x="381889" y="532752"/>
                  </a:lnTo>
                  <a:lnTo>
                    <a:pt x="374103" y="521614"/>
                  </a:lnTo>
                  <a:lnTo>
                    <a:pt x="374103" y="543750"/>
                  </a:lnTo>
                  <a:lnTo>
                    <a:pt x="289394" y="663244"/>
                  </a:lnTo>
                  <a:lnTo>
                    <a:pt x="277749" y="635571"/>
                  </a:lnTo>
                  <a:lnTo>
                    <a:pt x="277749" y="679665"/>
                  </a:lnTo>
                  <a:lnTo>
                    <a:pt x="193522" y="798499"/>
                  </a:lnTo>
                  <a:lnTo>
                    <a:pt x="25044" y="558444"/>
                  </a:lnTo>
                  <a:lnTo>
                    <a:pt x="277749" y="679665"/>
                  </a:lnTo>
                  <a:lnTo>
                    <a:pt x="277749" y="635571"/>
                  </a:lnTo>
                  <a:lnTo>
                    <a:pt x="276364" y="632282"/>
                  </a:lnTo>
                  <a:lnTo>
                    <a:pt x="276364" y="664806"/>
                  </a:lnTo>
                  <a:lnTo>
                    <a:pt x="20789" y="542290"/>
                  </a:lnTo>
                  <a:lnTo>
                    <a:pt x="191363" y="462838"/>
                  </a:lnTo>
                  <a:lnTo>
                    <a:pt x="276364" y="664806"/>
                  </a:lnTo>
                  <a:lnTo>
                    <a:pt x="276364" y="632282"/>
                  </a:lnTo>
                  <a:lnTo>
                    <a:pt x="202819" y="457492"/>
                  </a:lnTo>
                  <a:lnTo>
                    <a:pt x="286562" y="418490"/>
                  </a:lnTo>
                  <a:lnTo>
                    <a:pt x="374103" y="543750"/>
                  </a:lnTo>
                  <a:lnTo>
                    <a:pt x="374103" y="521614"/>
                  </a:lnTo>
                  <a:lnTo>
                    <a:pt x="298246" y="413042"/>
                  </a:lnTo>
                  <a:lnTo>
                    <a:pt x="495223" y="321297"/>
                  </a:lnTo>
                  <a:lnTo>
                    <a:pt x="508330" y="330581"/>
                  </a:lnTo>
                  <a:lnTo>
                    <a:pt x="508647" y="331266"/>
                  </a:lnTo>
                  <a:lnTo>
                    <a:pt x="503936" y="335280"/>
                  </a:lnTo>
                  <a:lnTo>
                    <a:pt x="512152" y="338785"/>
                  </a:lnTo>
                  <a:lnTo>
                    <a:pt x="515035" y="344932"/>
                  </a:lnTo>
                  <a:lnTo>
                    <a:pt x="515035" y="215404"/>
                  </a:lnTo>
                  <a:lnTo>
                    <a:pt x="503059" y="240080"/>
                  </a:lnTo>
                  <a:lnTo>
                    <a:pt x="497509" y="237388"/>
                  </a:lnTo>
                  <a:lnTo>
                    <a:pt x="497509" y="251523"/>
                  </a:lnTo>
                  <a:lnTo>
                    <a:pt x="484822" y="277660"/>
                  </a:lnTo>
                  <a:lnTo>
                    <a:pt x="483616" y="277622"/>
                  </a:lnTo>
                  <a:lnTo>
                    <a:pt x="484212" y="278917"/>
                  </a:lnTo>
                  <a:lnTo>
                    <a:pt x="483616" y="280162"/>
                  </a:lnTo>
                  <a:lnTo>
                    <a:pt x="484784" y="280149"/>
                  </a:lnTo>
                  <a:lnTo>
                    <a:pt x="497090" y="306501"/>
                  </a:lnTo>
                  <a:lnTo>
                    <a:pt x="290880" y="402513"/>
                  </a:lnTo>
                  <a:lnTo>
                    <a:pt x="279196" y="385800"/>
                  </a:lnTo>
                  <a:lnTo>
                    <a:pt x="279196" y="407949"/>
                  </a:lnTo>
                  <a:lnTo>
                    <a:pt x="197904" y="445795"/>
                  </a:lnTo>
                  <a:lnTo>
                    <a:pt x="34848" y="58356"/>
                  </a:lnTo>
                  <a:lnTo>
                    <a:pt x="279196" y="407949"/>
                  </a:lnTo>
                  <a:lnTo>
                    <a:pt x="279196" y="385800"/>
                  </a:lnTo>
                  <a:lnTo>
                    <a:pt x="25095" y="22148"/>
                  </a:lnTo>
                  <a:lnTo>
                    <a:pt x="497509" y="251523"/>
                  </a:lnTo>
                  <a:lnTo>
                    <a:pt x="497509" y="237388"/>
                  </a:lnTo>
                  <a:lnTo>
                    <a:pt x="8636" y="0"/>
                  </a:lnTo>
                  <a:lnTo>
                    <a:pt x="5842" y="5715"/>
                  </a:lnTo>
                  <a:lnTo>
                    <a:pt x="0" y="8128"/>
                  </a:lnTo>
                  <a:lnTo>
                    <a:pt x="186436" y="451129"/>
                  </a:lnTo>
                  <a:lnTo>
                    <a:pt x="3175" y="536448"/>
                  </a:lnTo>
                  <a:lnTo>
                    <a:pt x="5803" y="542188"/>
                  </a:lnTo>
                  <a:lnTo>
                    <a:pt x="635" y="545846"/>
                  </a:lnTo>
                  <a:lnTo>
                    <a:pt x="185712" y="809510"/>
                  </a:lnTo>
                  <a:lnTo>
                    <a:pt x="635" y="1070610"/>
                  </a:lnTo>
                  <a:lnTo>
                    <a:pt x="5740" y="1074242"/>
                  </a:lnTo>
                  <a:lnTo>
                    <a:pt x="3048" y="1079754"/>
                  </a:lnTo>
                  <a:lnTo>
                    <a:pt x="185394" y="1167231"/>
                  </a:lnTo>
                  <a:lnTo>
                    <a:pt x="660" y="1602447"/>
                  </a:lnTo>
                  <a:lnTo>
                    <a:pt x="0" y="1604010"/>
                  </a:lnTo>
                  <a:lnTo>
                    <a:pt x="6134" y="1606626"/>
                  </a:lnTo>
                  <a:lnTo>
                    <a:pt x="8509" y="1611757"/>
                  </a:lnTo>
                  <a:lnTo>
                    <a:pt x="502424" y="1381683"/>
                  </a:lnTo>
                  <a:lnTo>
                    <a:pt x="515874" y="1410462"/>
                  </a:lnTo>
                  <a:lnTo>
                    <a:pt x="552081" y="1364869"/>
                  </a:lnTo>
                  <a:lnTo>
                    <a:pt x="568540" y="1344155"/>
                  </a:lnTo>
                  <a:lnTo>
                    <a:pt x="568833" y="1344295"/>
                  </a:lnTo>
                  <a:lnTo>
                    <a:pt x="568794" y="1344053"/>
                  </a:lnTo>
                  <a:lnTo>
                    <a:pt x="568756" y="1343875"/>
                  </a:lnTo>
                  <a:lnTo>
                    <a:pt x="568680" y="1343279"/>
                  </a:lnTo>
                  <a:lnTo>
                    <a:pt x="568833" y="1343406"/>
                  </a:lnTo>
                  <a:lnTo>
                    <a:pt x="572516" y="1287272"/>
                  </a:lnTo>
                  <a:lnTo>
                    <a:pt x="574421" y="1258316"/>
                  </a:lnTo>
                  <a:close/>
                </a:path>
              </a:pathLst>
            </a:custGeom>
            <a:solidFill>
              <a:srgbClr val="000000">
                <a:alpha val="50195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object 44"/>
            <p:cNvSpPr/>
            <p:nvPr/>
          </p:nvSpPr>
          <p:spPr>
            <a:xfrm>
              <a:off x="6582155" y="3032759"/>
              <a:ext cx="905510" cy="2341245"/>
            </a:xfrm>
            <a:custGeom>
              <a:avLst/>
              <a:gdLst/>
              <a:ahLst/>
              <a:cxnLst/>
              <a:rect l="l" t="t" r="r" b="b"/>
              <a:pathLst>
                <a:path w="905509" h="2341245">
                  <a:moveTo>
                    <a:pt x="905255" y="0"/>
                  </a:moveTo>
                  <a:lnTo>
                    <a:pt x="0" y="0"/>
                  </a:lnTo>
                  <a:lnTo>
                    <a:pt x="0" y="2340864"/>
                  </a:lnTo>
                  <a:lnTo>
                    <a:pt x="905255" y="2340864"/>
                  </a:lnTo>
                  <a:lnTo>
                    <a:pt x="905255" y="0"/>
                  </a:lnTo>
                  <a:close/>
                </a:path>
              </a:pathLst>
            </a:custGeom>
            <a:solidFill>
              <a:srgbClr val="FF0000">
                <a:alpha val="5097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" name="object 45"/>
            <p:cNvSpPr/>
            <p:nvPr/>
          </p:nvSpPr>
          <p:spPr>
            <a:xfrm>
              <a:off x="6582155" y="3032759"/>
              <a:ext cx="905510" cy="2341245"/>
            </a:xfrm>
            <a:custGeom>
              <a:avLst/>
              <a:gdLst/>
              <a:ahLst/>
              <a:cxnLst/>
              <a:rect l="l" t="t" r="r" b="b"/>
              <a:pathLst>
                <a:path w="905509" h="2341245">
                  <a:moveTo>
                    <a:pt x="0" y="2340864"/>
                  </a:moveTo>
                  <a:lnTo>
                    <a:pt x="905255" y="2340864"/>
                  </a:lnTo>
                  <a:lnTo>
                    <a:pt x="905255" y="0"/>
                  </a:lnTo>
                  <a:lnTo>
                    <a:pt x="0" y="0"/>
                  </a:lnTo>
                  <a:lnTo>
                    <a:pt x="0" y="2340864"/>
                  </a:lnTo>
                  <a:close/>
                </a:path>
              </a:pathLst>
            </a:custGeom>
            <a:ln w="6096">
              <a:solidFill>
                <a:srgbClr val="FF0000"/>
              </a:solidFill>
              <a:prstDash val="sys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" name="object 46"/>
            <p:cNvSpPr/>
            <p:nvPr/>
          </p:nvSpPr>
          <p:spPr>
            <a:xfrm>
              <a:off x="6847332" y="3762755"/>
              <a:ext cx="353695" cy="352425"/>
            </a:xfrm>
            <a:custGeom>
              <a:avLst/>
              <a:gdLst/>
              <a:ahLst/>
              <a:cxnLst/>
              <a:rect l="l" t="t" r="r" b="b"/>
              <a:pathLst>
                <a:path w="353695" h="352425">
                  <a:moveTo>
                    <a:pt x="176784" y="0"/>
                  </a:moveTo>
                  <a:lnTo>
                    <a:pt x="129778" y="6291"/>
                  </a:lnTo>
                  <a:lnTo>
                    <a:pt x="87545" y="24045"/>
                  </a:lnTo>
                  <a:lnTo>
                    <a:pt x="51768" y="51577"/>
                  </a:lnTo>
                  <a:lnTo>
                    <a:pt x="24129" y="87206"/>
                  </a:lnTo>
                  <a:lnTo>
                    <a:pt x="6312" y="129248"/>
                  </a:lnTo>
                  <a:lnTo>
                    <a:pt x="0" y="176022"/>
                  </a:lnTo>
                  <a:lnTo>
                    <a:pt x="6312" y="222795"/>
                  </a:lnTo>
                  <a:lnTo>
                    <a:pt x="24129" y="264837"/>
                  </a:lnTo>
                  <a:lnTo>
                    <a:pt x="51768" y="300466"/>
                  </a:lnTo>
                  <a:lnTo>
                    <a:pt x="87545" y="327998"/>
                  </a:lnTo>
                  <a:lnTo>
                    <a:pt x="129778" y="345752"/>
                  </a:lnTo>
                  <a:lnTo>
                    <a:pt x="176784" y="352044"/>
                  </a:lnTo>
                  <a:lnTo>
                    <a:pt x="223789" y="345752"/>
                  </a:lnTo>
                  <a:lnTo>
                    <a:pt x="266022" y="327998"/>
                  </a:lnTo>
                  <a:lnTo>
                    <a:pt x="301799" y="300466"/>
                  </a:lnTo>
                  <a:lnTo>
                    <a:pt x="329438" y="264837"/>
                  </a:lnTo>
                  <a:lnTo>
                    <a:pt x="347255" y="222795"/>
                  </a:lnTo>
                  <a:lnTo>
                    <a:pt x="353568" y="176022"/>
                  </a:lnTo>
                  <a:lnTo>
                    <a:pt x="347255" y="129248"/>
                  </a:lnTo>
                  <a:lnTo>
                    <a:pt x="329438" y="87206"/>
                  </a:lnTo>
                  <a:lnTo>
                    <a:pt x="301799" y="51577"/>
                  </a:lnTo>
                  <a:lnTo>
                    <a:pt x="266022" y="24045"/>
                  </a:lnTo>
                  <a:lnTo>
                    <a:pt x="223789" y="6291"/>
                  </a:lnTo>
                  <a:lnTo>
                    <a:pt x="176784" y="0"/>
                  </a:lnTo>
                  <a:close/>
                </a:path>
              </a:pathLst>
            </a:custGeom>
            <a:solidFill>
              <a:srgbClr val="FF0000">
                <a:alpha val="30195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7" name="object 47"/>
            <p:cNvSpPr/>
            <p:nvPr/>
          </p:nvSpPr>
          <p:spPr>
            <a:xfrm>
              <a:off x="6847332" y="3762755"/>
              <a:ext cx="353695" cy="352425"/>
            </a:xfrm>
            <a:custGeom>
              <a:avLst/>
              <a:gdLst/>
              <a:ahLst/>
              <a:cxnLst/>
              <a:rect l="l" t="t" r="r" b="b"/>
              <a:pathLst>
                <a:path w="353695" h="352425">
                  <a:moveTo>
                    <a:pt x="0" y="176022"/>
                  </a:moveTo>
                  <a:lnTo>
                    <a:pt x="6312" y="129248"/>
                  </a:lnTo>
                  <a:lnTo>
                    <a:pt x="24129" y="87206"/>
                  </a:lnTo>
                  <a:lnTo>
                    <a:pt x="51768" y="51577"/>
                  </a:lnTo>
                  <a:lnTo>
                    <a:pt x="87545" y="24045"/>
                  </a:lnTo>
                  <a:lnTo>
                    <a:pt x="129778" y="6291"/>
                  </a:lnTo>
                  <a:lnTo>
                    <a:pt x="176784" y="0"/>
                  </a:lnTo>
                  <a:lnTo>
                    <a:pt x="223789" y="6291"/>
                  </a:lnTo>
                  <a:lnTo>
                    <a:pt x="266022" y="24045"/>
                  </a:lnTo>
                  <a:lnTo>
                    <a:pt x="301799" y="51577"/>
                  </a:lnTo>
                  <a:lnTo>
                    <a:pt x="329438" y="87206"/>
                  </a:lnTo>
                  <a:lnTo>
                    <a:pt x="347255" y="129248"/>
                  </a:lnTo>
                  <a:lnTo>
                    <a:pt x="353568" y="176022"/>
                  </a:lnTo>
                  <a:lnTo>
                    <a:pt x="347255" y="222795"/>
                  </a:lnTo>
                  <a:lnTo>
                    <a:pt x="329438" y="264837"/>
                  </a:lnTo>
                  <a:lnTo>
                    <a:pt x="301799" y="300466"/>
                  </a:lnTo>
                  <a:lnTo>
                    <a:pt x="266022" y="327998"/>
                  </a:lnTo>
                  <a:lnTo>
                    <a:pt x="223789" y="345752"/>
                  </a:lnTo>
                  <a:lnTo>
                    <a:pt x="176784" y="352044"/>
                  </a:lnTo>
                  <a:lnTo>
                    <a:pt x="129778" y="345752"/>
                  </a:lnTo>
                  <a:lnTo>
                    <a:pt x="87545" y="327998"/>
                  </a:lnTo>
                  <a:lnTo>
                    <a:pt x="51768" y="300466"/>
                  </a:lnTo>
                  <a:lnTo>
                    <a:pt x="24129" y="264837"/>
                  </a:lnTo>
                  <a:lnTo>
                    <a:pt x="6312" y="222795"/>
                  </a:lnTo>
                  <a:lnTo>
                    <a:pt x="0" y="176022"/>
                  </a:lnTo>
                  <a:close/>
                </a:path>
              </a:pathLst>
            </a:custGeom>
            <a:ln w="12192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8" name="object 48"/>
            <p:cNvSpPr/>
            <p:nvPr/>
          </p:nvSpPr>
          <p:spPr>
            <a:xfrm>
              <a:off x="6847332" y="4294631"/>
              <a:ext cx="353695" cy="353695"/>
            </a:xfrm>
            <a:custGeom>
              <a:avLst/>
              <a:gdLst/>
              <a:ahLst/>
              <a:cxnLst/>
              <a:rect l="l" t="t" r="r" b="b"/>
              <a:pathLst>
                <a:path w="353695" h="353695">
                  <a:moveTo>
                    <a:pt x="176784" y="0"/>
                  </a:moveTo>
                  <a:lnTo>
                    <a:pt x="129778" y="6312"/>
                  </a:lnTo>
                  <a:lnTo>
                    <a:pt x="87545" y="24130"/>
                  </a:lnTo>
                  <a:lnTo>
                    <a:pt x="51768" y="51768"/>
                  </a:lnTo>
                  <a:lnTo>
                    <a:pt x="24129" y="87545"/>
                  </a:lnTo>
                  <a:lnTo>
                    <a:pt x="6312" y="129778"/>
                  </a:lnTo>
                  <a:lnTo>
                    <a:pt x="0" y="176784"/>
                  </a:lnTo>
                  <a:lnTo>
                    <a:pt x="6312" y="223789"/>
                  </a:lnTo>
                  <a:lnTo>
                    <a:pt x="24129" y="266022"/>
                  </a:lnTo>
                  <a:lnTo>
                    <a:pt x="51768" y="301799"/>
                  </a:lnTo>
                  <a:lnTo>
                    <a:pt x="87545" y="329438"/>
                  </a:lnTo>
                  <a:lnTo>
                    <a:pt x="129778" y="347255"/>
                  </a:lnTo>
                  <a:lnTo>
                    <a:pt x="176784" y="353568"/>
                  </a:lnTo>
                  <a:lnTo>
                    <a:pt x="223789" y="347255"/>
                  </a:lnTo>
                  <a:lnTo>
                    <a:pt x="266022" y="329438"/>
                  </a:lnTo>
                  <a:lnTo>
                    <a:pt x="301799" y="301799"/>
                  </a:lnTo>
                  <a:lnTo>
                    <a:pt x="329438" y="266022"/>
                  </a:lnTo>
                  <a:lnTo>
                    <a:pt x="347255" y="223789"/>
                  </a:lnTo>
                  <a:lnTo>
                    <a:pt x="353568" y="176784"/>
                  </a:lnTo>
                  <a:lnTo>
                    <a:pt x="347255" y="129778"/>
                  </a:lnTo>
                  <a:lnTo>
                    <a:pt x="329438" y="87545"/>
                  </a:lnTo>
                  <a:lnTo>
                    <a:pt x="301799" y="51768"/>
                  </a:lnTo>
                  <a:lnTo>
                    <a:pt x="266022" y="24130"/>
                  </a:lnTo>
                  <a:lnTo>
                    <a:pt x="223789" y="6312"/>
                  </a:lnTo>
                  <a:lnTo>
                    <a:pt x="176784" y="0"/>
                  </a:lnTo>
                  <a:close/>
                </a:path>
              </a:pathLst>
            </a:custGeom>
            <a:solidFill>
              <a:srgbClr val="FF0000">
                <a:alpha val="30195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9" name="object 49"/>
            <p:cNvSpPr/>
            <p:nvPr/>
          </p:nvSpPr>
          <p:spPr>
            <a:xfrm>
              <a:off x="6847332" y="4294631"/>
              <a:ext cx="353695" cy="353695"/>
            </a:xfrm>
            <a:custGeom>
              <a:avLst/>
              <a:gdLst/>
              <a:ahLst/>
              <a:cxnLst/>
              <a:rect l="l" t="t" r="r" b="b"/>
              <a:pathLst>
                <a:path w="353695" h="353695">
                  <a:moveTo>
                    <a:pt x="0" y="176784"/>
                  </a:moveTo>
                  <a:lnTo>
                    <a:pt x="6312" y="129778"/>
                  </a:lnTo>
                  <a:lnTo>
                    <a:pt x="24129" y="87545"/>
                  </a:lnTo>
                  <a:lnTo>
                    <a:pt x="51768" y="51768"/>
                  </a:lnTo>
                  <a:lnTo>
                    <a:pt x="87545" y="24130"/>
                  </a:lnTo>
                  <a:lnTo>
                    <a:pt x="129778" y="6312"/>
                  </a:lnTo>
                  <a:lnTo>
                    <a:pt x="176784" y="0"/>
                  </a:lnTo>
                  <a:lnTo>
                    <a:pt x="223789" y="6312"/>
                  </a:lnTo>
                  <a:lnTo>
                    <a:pt x="266022" y="24130"/>
                  </a:lnTo>
                  <a:lnTo>
                    <a:pt x="301799" y="51768"/>
                  </a:lnTo>
                  <a:lnTo>
                    <a:pt x="329438" y="87545"/>
                  </a:lnTo>
                  <a:lnTo>
                    <a:pt x="347255" y="129778"/>
                  </a:lnTo>
                  <a:lnTo>
                    <a:pt x="353568" y="176784"/>
                  </a:lnTo>
                  <a:lnTo>
                    <a:pt x="347255" y="223789"/>
                  </a:lnTo>
                  <a:lnTo>
                    <a:pt x="329438" y="266022"/>
                  </a:lnTo>
                  <a:lnTo>
                    <a:pt x="301799" y="301799"/>
                  </a:lnTo>
                  <a:lnTo>
                    <a:pt x="266022" y="329438"/>
                  </a:lnTo>
                  <a:lnTo>
                    <a:pt x="223789" y="347255"/>
                  </a:lnTo>
                  <a:lnTo>
                    <a:pt x="176784" y="353568"/>
                  </a:lnTo>
                  <a:lnTo>
                    <a:pt x="129778" y="347255"/>
                  </a:lnTo>
                  <a:lnTo>
                    <a:pt x="87545" y="329438"/>
                  </a:lnTo>
                  <a:lnTo>
                    <a:pt x="51768" y="301799"/>
                  </a:lnTo>
                  <a:lnTo>
                    <a:pt x="24129" y="266022"/>
                  </a:lnTo>
                  <a:lnTo>
                    <a:pt x="6312" y="223789"/>
                  </a:lnTo>
                  <a:lnTo>
                    <a:pt x="0" y="176784"/>
                  </a:lnTo>
                  <a:close/>
                </a:path>
              </a:pathLst>
            </a:custGeom>
            <a:ln w="12192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0" name="object 50"/>
            <p:cNvSpPr/>
            <p:nvPr/>
          </p:nvSpPr>
          <p:spPr>
            <a:xfrm>
              <a:off x="6279388" y="3404615"/>
              <a:ext cx="568960" cy="1609090"/>
            </a:xfrm>
            <a:custGeom>
              <a:avLst/>
              <a:gdLst/>
              <a:ahLst/>
              <a:cxnLst/>
              <a:rect l="l" t="t" r="r" b="b"/>
              <a:pathLst>
                <a:path w="568959" h="1609089">
                  <a:moveTo>
                    <a:pt x="568579" y="534543"/>
                  </a:moveTo>
                  <a:lnTo>
                    <a:pt x="554329" y="495681"/>
                  </a:lnTo>
                  <a:lnTo>
                    <a:pt x="539242" y="454533"/>
                  </a:lnTo>
                  <a:lnTo>
                    <a:pt x="526516" y="468033"/>
                  </a:lnTo>
                  <a:lnTo>
                    <a:pt x="526516" y="601218"/>
                  </a:lnTo>
                  <a:lnTo>
                    <a:pt x="428117" y="788225"/>
                  </a:lnTo>
                  <a:lnTo>
                    <a:pt x="420979" y="774763"/>
                  </a:lnTo>
                  <a:lnTo>
                    <a:pt x="420979" y="801789"/>
                  </a:lnTo>
                  <a:lnTo>
                    <a:pt x="379526" y="880567"/>
                  </a:lnTo>
                  <a:lnTo>
                    <a:pt x="373392" y="874839"/>
                  </a:lnTo>
                  <a:lnTo>
                    <a:pt x="373392" y="892213"/>
                  </a:lnTo>
                  <a:lnTo>
                    <a:pt x="283375" y="1063294"/>
                  </a:lnTo>
                  <a:lnTo>
                    <a:pt x="21894" y="1065885"/>
                  </a:lnTo>
                  <a:lnTo>
                    <a:pt x="287680" y="812050"/>
                  </a:lnTo>
                  <a:lnTo>
                    <a:pt x="373392" y="892213"/>
                  </a:lnTo>
                  <a:lnTo>
                    <a:pt x="373392" y="874839"/>
                  </a:lnTo>
                  <a:lnTo>
                    <a:pt x="296887" y="803262"/>
                  </a:lnTo>
                  <a:lnTo>
                    <a:pt x="379793" y="724077"/>
                  </a:lnTo>
                  <a:lnTo>
                    <a:pt x="420979" y="801789"/>
                  </a:lnTo>
                  <a:lnTo>
                    <a:pt x="420979" y="774763"/>
                  </a:lnTo>
                  <a:lnTo>
                    <a:pt x="389305" y="714997"/>
                  </a:lnTo>
                  <a:lnTo>
                    <a:pt x="516420" y="593598"/>
                  </a:lnTo>
                  <a:lnTo>
                    <a:pt x="522109" y="596595"/>
                  </a:lnTo>
                  <a:lnTo>
                    <a:pt x="526516" y="601218"/>
                  </a:lnTo>
                  <a:lnTo>
                    <a:pt x="526516" y="468033"/>
                  </a:lnTo>
                  <a:lnTo>
                    <a:pt x="517398" y="477697"/>
                  </a:lnTo>
                  <a:lnTo>
                    <a:pt x="508711" y="469531"/>
                  </a:lnTo>
                  <a:lnTo>
                    <a:pt x="508711" y="486918"/>
                  </a:lnTo>
                  <a:lnTo>
                    <a:pt x="506069" y="489724"/>
                  </a:lnTo>
                  <a:lnTo>
                    <a:pt x="506069" y="579767"/>
                  </a:lnTo>
                  <a:lnTo>
                    <a:pt x="499364" y="584581"/>
                  </a:lnTo>
                  <a:lnTo>
                    <a:pt x="504532" y="587311"/>
                  </a:lnTo>
                  <a:lnTo>
                    <a:pt x="383095" y="703287"/>
                  </a:lnTo>
                  <a:lnTo>
                    <a:pt x="373583" y="685355"/>
                  </a:lnTo>
                  <a:lnTo>
                    <a:pt x="373583" y="712368"/>
                  </a:lnTo>
                  <a:lnTo>
                    <a:pt x="287553" y="794537"/>
                  </a:lnTo>
                  <a:lnTo>
                    <a:pt x="22618" y="546696"/>
                  </a:lnTo>
                  <a:lnTo>
                    <a:pt x="284403" y="544106"/>
                  </a:lnTo>
                  <a:lnTo>
                    <a:pt x="373583" y="712368"/>
                  </a:lnTo>
                  <a:lnTo>
                    <a:pt x="373583" y="685355"/>
                  </a:lnTo>
                  <a:lnTo>
                    <a:pt x="298640" y="543966"/>
                  </a:lnTo>
                  <a:lnTo>
                    <a:pt x="492429" y="542036"/>
                  </a:lnTo>
                  <a:lnTo>
                    <a:pt x="492594" y="558279"/>
                  </a:lnTo>
                  <a:lnTo>
                    <a:pt x="487172" y="559943"/>
                  </a:lnTo>
                  <a:lnTo>
                    <a:pt x="492671" y="565721"/>
                  </a:lnTo>
                  <a:lnTo>
                    <a:pt x="492760" y="573786"/>
                  </a:lnTo>
                  <a:lnTo>
                    <a:pt x="497865" y="571169"/>
                  </a:lnTo>
                  <a:lnTo>
                    <a:pt x="506069" y="579767"/>
                  </a:lnTo>
                  <a:lnTo>
                    <a:pt x="506069" y="489724"/>
                  </a:lnTo>
                  <a:lnTo>
                    <a:pt x="496544" y="499821"/>
                  </a:lnTo>
                  <a:lnTo>
                    <a:pt x="491998" y="497586"/>
                  </a:lnTo>
                  <a:lnTo>
                    <a:pt x="492061" y="504583"/>
                  </a:lnTo>
                  <a:lnTo>
                    <a:pt x="486918" y="510032"/>
                  </a:lnTo>
                  <a:lnTo>
                    <a:pt x="492125" y="511606"/>
                  </a:lnTo>
                  <a:lnTo>
                    <a:pt x="492302" y="529336"/>
                  </a:lnTo>
                  <a:lnTo>
                    <a:pt x="291947" y="531329"/>
                  </a:lnTo>
                  <a:lnTo>
                    <a:pt x="28968" y="35242"/>
                  </a:lnTo>
                  <a:lnTo>
                    <a:pt x="508711" y="486918"/>
                  </a:lnTo>
                  <a:lnTo>
                    <a:pt x="508711" y="469531"/>
                  </a:lnTo>
                  <a:lnTo>
                    <a:pt x="9906" y="0"/>
                  </a:lnTo>
                  <a:lnTo>
                    <a:pt x="5588" y="4572"/>
                  </a:lnTo>
                  <a:lnTo>
                    <a:pt x="0" y="7493"/>
                  </a:lnTo>
                  <a:lnTo>
                    <a:pt x="277710" y="531469"/>
                  </a:lnTo>
                  <a:lnTo>
                    <a:pt x="5461" y="534162"/>
                  </a:lnTo>
                  <a:lnTo>
                    <a:pt x="5511" y="539584"/>
                  </a:lnTo>
                  <a:lnTo>
                    <a:pt x="1270" y="544195"/>
                  </a:lnTo>
                  <a:lnTo>
                    <a:pt x="278358" y="803325"/>
                  </a:lnTo>
                  <a:lnTo>
                    <a:pt x="1143" y="1068070"/>
                  </a:lnTo>
                  <a:lnTo>
                    <a:pt x="5524" y="1072591"/>
                  </a:lnTo>
                  <a:lnTo>
                    <a:pt x="5588" y="1078738"/>
                  </a:lnTo>
                  <a:lnTo>
                    <a:pt x="276656" y="1076058"/>
                  </a:lnTo>
                  <a:lnTo>
                    <a:pt x="0" y="1601851"/>
                  </a:lnTo>
                  <a:lnTo>
                    <a:pt x="6223" y="1605191"/>
                  </a:lnTo>
                  <a:lnTo>
                    <a:pt x="10033" y="1609090"/>
                  </a:lnTo>
                  <a:lnTo>
                    <a:pt x="517906" y="1124051"/>
                  </a:lnTo>
                  <a:lnTo>
                    <a:pt x="539750" y="1146937"/>
                  </a:lnTo>
                  <a:lnTo>
                    <a:pt x="554456" y="1106043"/>
                  </a:lnTo>
                  <a:lnTo>
                    <a:pt x="568579" y="1066800"/>
                  </a:lnTo>
                  <a:lnTo>
                    <a:pt x="564616" y="1064882"/>
                  </a:lnTo>
                  <a:lnTo>
                    <a:pt x="567055" y="1065593"/>
                  </a:lnTo>
                  <a:lnTo>
                    <a:pt x="568579" y="1066673"/>
                  </a:lnTo>
                  <a:lnTo>
                    <a:pt x="568553" y="1066038"/>
                  </a:lnTo>
                  <a:lnTo>
                    <a:pt x="567309" y="1013587"/>
                  </a:lnTo>
                  <a:lnTo>
                    <a:pt x="566547" y="981456"/>
                  </a:lnTo>
                  <a:lnTo>
                    <a:pt x="542048" y="994448"/>
                  </a:lnTo>
                  <a:lnTo>
                    <a:pt x="538988" y="986155"/>
                  </a:lnTo>
                  <a:lnTo>
                    <a:pt x="535203" y="990206"/>
                  </a:lnTo>
                  <a:lnTo>
                    <a:pt x="526034" y="972921"/>
                  </a:lnTo>
                  <a:lnTo>
                    <a:pt x="526034" y="999985"/>
                  </a:lnTo>
                  <a:lnTo>
                    <a:pt x="520560" y="1005840"/>
                  </a:lnTo>
                  <a:lnTo>
                    <a:pt x="516039" y="1008240"/>
                  </a:lnTo>
                  <a:lnTo>
                    <a:pt x="509104" y="1001763"/>
                  </a:lnTo>
                  <a:lnTo>
                    <a:pt x="509104" y="1114818"/>
                  </a:lnTo>
                  <a:lnTo>
                    <a:pt x="29629" y="1572742"/>
                  </a:lnTo>
                  <a:lnTo>
                    <a:pt x="291045" y="1075918"/>
                  </a:lnTo>
                  <a:lnTo>
                    <a:pt x="492429" y="1073912"/>
                  </a:lnTo>
                  <a:lnTo>
                    <a:pt x="492594" y="1090155"/>
                  </a:lnTo>
                  <a:lnTo>
                    <a:pt x="487172" y="1091819"/>
                  </a:lnTo>
                  <a:lnTo>
                    <a:pt x="492671" y="1097597"/>
                  </a:lnTo>
                  <a:lnTo>
                    <a:pt x="492760" y="1105662"/>
                  </a:lnTo>
                  <a:lnTo>
                    <a:pt x="497865" y="1103045"/>
                  </a:lnTo>
                  <a:lnTo>
                    <a:pt x="509104" y="1114818"/>
                  </a:lnTo>
                  <a:lnTo>
                    <a:pt x="509104" y="1001763"/>
                  </a:lnTo>
                  <a:lnTo>
                    <a:pt x="505663" y="998537"/>
                  </a:lnTo>
                  <a:lnTo>
                    <a:pt x="505663" y="1021740"/>
                  </a:lnTo>
                  <a:lnTo>
                    <a:pt x="496417" y="1031621"/>
                  </a:lnTo>
                  <a:lnTo>
                    <a:pt x="491998" y="1029462"/>
                  </a:lnTo>
                  <a:lnTo>
                    <a:pt x="492061" y="1036281"/>
                  </a:lnTo>
                  <a:lnTo>
                    <a:pt x="486918" y="1041781"/>
                  </a:lnTo>
                  <a:lnTo>
                    <a:pt x="492125" y="1043330"/>
                  </a:lnTo>
                  <a:lnTo>
                    <a:pt x="492302" y="1061212"/>
                  </a:lnTo>
                  <a:lnTo>
                    <a:pt x="297764" y="1063155"/>
                  </a:lnTo>
                  <a:lnTo>
                    <a:pt x="382993" y="901179"/>
                  </a:lnTo>
                  <a:lnTo>
                    <a:pt x="504202" y="1014514"/>
                  </a:lnTo>
                  <a:lnTo>
                    <a:pt x="499237" y="1017143"/>
                  </a:lnTo>
                  <a:lnTo>
                    <a:pt x="505663" y="1021740"/>
                  </a:lnTo>
                  <a:lnTo>
                    <a:pt x="505663" y="998537"/>
                  </a:lnTo>
                  <a:lnTo>
                    <a:pt x="389115" y="889533"/>
                  </a:lnTo>
                  <a:lnTo>
                    <a:pt x="428155" y="815340"/>
                  </a:lnTo>
                  <a:lnTo>
                    <a:pt x="526034" y="999985"/>
                  </a:lnTo>
                  <a:lnTo>
                    <a:pt x="526034" y="972921"/>
                  </a:lnTo>
                  <a:lnTo>
                    <a:pt x="435292" y="801776"/>
                  </a:lnTo>
                  <a:lnTo>
                    <a:pt x="535749" y="610882"/>
                  </a:lnTo>
                  <a:lnTo>
                    <a:pt x="539750" y="615061"/>
                  </a:lnTo>
                  <a:lnTo>
                    <a:pt x="542518" y="607352"/>
                  </a:lnTo>
                  <a:lnTo>
                    <a:pt x="566801" y="620141"/>
                  </a:lnTo>
                  <a:lnTo>
                    <a:pt x="567461" y="588137"/>
                  </a:lnTo>
                  <a:lnTo>
                    <a:pt x="568579" y="534924"/>
                  </a:lnTo>
                  <a:lnTo>
                    <a:pt x="566534" y="533933"/>
                  </a:lnTo>
                  <a:lnTo>
                    <a:pt x="568579" y="534543"/>
                  </a:lnTo>
                  <a:close/>
                </a:path>
              </a:pathLst>
            </a:custGeom>
            <a:solidFill>
              <a:srgbClr val="000000">
                <a:alpha val="50195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1" name="object 51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2468879" y="2840735"/>
              <a:ext cx="1026414" cy="192786"/>
            </a:xfrm>
            <a:prstGeom prst="rect">
              <a:avLst/>
            </a:prstGeom>
          </p:spPr>
        </p:pic>
        <p:pic>
          <p:nvPicPr>
            <p:cNvPr id="52" name="object 52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4422647" y="2830067"/>
              <a:ext cx="1282446" cy="203453"/>
            </a:xfrm>
            <a:prstGeom prst="rect">
              <a:avLst/>
            </a:prstGeom>
          </p:spPr>
        </p:pic>
        <p:pic>
          <p:nvPicPr>
            <p:cNvPr id="53" name="object 53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6541007" y="2839211"/>
              <a:ext cx="1206246" cy="194310"/>
            </a:xfrm>
            <a:prstGeom prst="rect">
              <a:avLst/>
            </a:prstGeom>
          </p:spPr>
        </p:pic>
        <p:sp>
          <p:nvSpPr>
            <p:cNvPr id="54" name="object 54"/>
            <p:cNvSpPr/>
            <p:nvPr/>
          </p:nvSpPr>
          <p:spPr>
            <a:xfrm>
              <a:off x="2193036" y="3370452"/>
              <a:ext cx="5532755" cy="1670685"/>
            </a:xfrm>
            <a:custGeom>
              <a:avLst/>
              <a:gdLst/>
              <a:ahLst/>
              <a:cxnLst/>
              <a:rect l="l" t="t" r="r" b="b"/>
              <a:pathLst>
                <a:path w="5532755" h="1670685">
                  <a:moveTo>
                    <a:pt x="529336" y="1099058"/>
                  </a:moveTo>
                  <a:lnTo>
                    <a:pt x="453136" y="1060704"/>
                  </a:lnTo>
                  <a:lnTo>
                    <a:pt x="453072" y="1092441"/>
                  </a:lnTo>
                  <a:lnTo>
                    <a:pt x="0" y="1091565"/>
                  </a:lnTo>
                  <a:lnTo>
                    <a:pt x="0" y="1104265"/>
                  </a:lnTo>
                  <a:lnTo>
                    <a:pt x="453059" y="1105255"/>
                  </a:lnTo>
                  <a:lnTo>
                    <a:pt x="453009" y="1136904"/>
                  </a:lnTo>
                  <a:lnTo>
                    <a:pt x="516775" y="1105281"/>
                  </a:lnTo>
                  <a:lnTo>
                    <a:pt x="529336" y="1099058"/>
                  </a:lnTo>
                  <a:close/>
                </a:path>
                <a:path w="5532755" h="1670685">
                  <a:moveTo>
                    <a:pt x="532384" y="38354"/>
                  </a:moveTo>
                  <a:lnTo>
                    <a:pt x="456184" y="0"/>
                  </a:lnTo>
                  <a:lnTo>
                    <a:pt x="456120" y="31851"/>
                  </a:lnTo>
                  <a:lnTo>
                    <a:pt x="3048" y="30861"/>
                  </a:lnTo>
                  <a:lnTo>
                    <a:pt x="3048" y="43561"/>
                  </a:lnTo>
                  <a:lnTo>
                    <a:pt x="456107" y="44551"/>
                  </a:lnTo>
                  <a:lnTo>
                    <a:pt x="456057" y="76200"/>
                  </a:lnTo>
                  <a:lnTo>
                    <a:pt x="519823" y="44577"/>
                  </a:lnTo>
                  <a:lnTo>
                    <a:pt x="532384" y="38354"/>
                  </a:lnTo>
                  <a:close/>
                </a:path>
                <a:path w="5532755" h="1670685">
                  <a:moveTo>
                    <a:pt x="535432" y="576326"/>
                  </a:moveTo>
                  <a:lnTo>
                    <a:pt x="459232" y="537972"/>
                  </a:lnTo>
                  <a:lnTo>
                    <a:pt x="459168" y="569823"/>
                  </a:lnTo>
                  <a:lnTo>
                    <a:pt x="6096" y="568833"/>
                  </a:lnTo>
                  <a:lnTo>
                    <a:pt x="6096" y="581533"/>
                  </a:lnTo>
                  <a:lnTo>
                    <a:pt x="459155" y="582523"/>
                  </a:lnTo>
                  <a:lnTo>
                    <a:pt x="459105" y="614172"/>
                  </a:lnTo>
                  <a:lnTo>
                    <a:pt x="522871" y="582549"/>
                  </a:lnTo>
                  <a:lnTo>
                    <a:pt x="535432" y="576326"/>
                  </a:lnTo>
                  <a:close/>
                </a:path>
                <a:path w="5532755" h="1670685">
                  <a:moveTo>
                    <a:pt x="536956" y="1632458"/>
                  </a:moveTo>
                  <a:lnTo>
                    <a:pt x="460756" y="1594104"/>
                  </a:lnTo>
                  <a:lnTo>
                    <a:pt x="460692" y="1625841"/>
                  </a:lnTo>
                  <a:lnTo>
                    <a:pt x="7620" y="1624965"/>
                  </a:lnTo>
                  <a:lnTo>
                    <a:pt x="7620" y="1637665"/>
                  </a:lnTo>
                  <a:lnTo>
                    <a:pt x="460679" y="1638655"/>
                  </a:lnTo>
                  <a:lnTo>
                    <a:pt x="460629" y="1670304"/>
                  </a:lnTo>
                  <a:lnTo>
                    <a:pt x="524395" y="1638681"/>
                  </a:lnTo>
                  <a:lnTo>
                    <a:pt x="536956" y="1632458"/>
                  </a:lnTo>
                  <a:close/>
                </a:path>
                <a:path w="5532755" h="1670685">
                  <a:moveTo>
                    <a:pt x="5531104" y="1106678"/>
                  </a:moveTo>
                  <a:lnTo>
                    <a:pt x="5454904" y="1068324"/>
                  </a:lnTo>
                  <a:lnTo>
                    <a:pt x="5454840" y="1100061"/>
                  </a:lnTo>
                  <a:lnTo>
                    <a:pt x="5001768" y="1099185"/>
                  </a:lnTo>
                  <a:lnTo>
                    <a:pt x="5001768" y="1111885"/>
                  </a:lnTo>
                  <a:lnTo>
                    <a:pt x="5454828" y="1112761"/>
                  </a:lnTo>
                  <a:lnTo>
                    <a:pt x="5454777" y="1144524"/>
                  </a:lnTo>
                  <a:lnTo>
                    <a:pt x="5518797" y="1112774"/>
                  </a:lnTo>
                  <a:lnTo>
                    <a:pt x="5531104" y="1106678"/>
                  </a:lnTo>
                  <a:close/>
                </a:path>
                <a:path w="5532755" h="1670685">
                  <a:moveTo>
                    <a:pt x="5532628" y="570230"/>
                  </a:moveTo>
                  <a:lnTo>
                    <a:pt x="5456428" y="531876"/>
                  </a:lnTo>
                  <a:lnTo>
                    <a:pt x="5456364" y="563613"/>
                  </a:lnTo>
                  <a:lnTo>
                    <a:pt x="5003292" y="562737"/>
                  </a:lnTo>
                  <a:lnTo>
                    <a:pt x="5003292" y="575437"/>
                  </a:lnTo>
                  <a:lnTo>
                    <a:pt x="5456352" y="576313"/>
                  </a:lnTo>
                  <a:lnTo>
                    <a:pt x="5456301" y="608076"/>
                  </a:lnTo>
                  <a:lnTo>
                    <a:pt x="5520321" y="576326"/>
                  </a:lnTo>
                  <a:lnTo>
                    <a:pt x="5532628" y="570230"/>
                  </a:lnTo>
                  <a:close/>
                </a:path>
              </a:pathLst>
            </a:custGeom>
            <a:solidFill>
              <a:srgbClr val="000000">
                <a:alpha val="50195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5" name="object 55"/>
            <p:cNvSpPr/>
            <p:nvPr/>
          </p:nvSpPr>
          <p:spPr>
            <a:xfrm>
              <a:off x="4294631" y="4026407"/>
              <a:ext cx="353695" cy="353695"/>
            </a:xfrm>
            <a:custGeom>
              <a:avLst/>
              <a:gdLst/>
              <a:ahLst/>
              <a:cxnLst/>
              <a:rect l="l" t="t" r="r" b="b"/>
              <a:pathLst>
                <a:path w="353695" h="353695">
                  <a:moveTo>
                    <a:pt x="176783" y="0"/>
                  </a:moveTo>
                  <a:lnTo>
                    <a:pt x="129778" y="6312"/>
                  </a:lnTo>
                  <a:lnTo>
                    <a:pt x="87545" y="24130"/>
                  </a:lnTo>
                  <a:lnTo>
                    <a:pt x="51768" y="51768"/>
                  </a:lnTo>
                  <a:lnTo>
                    <a:pt x="24129" y="87545"/>
                  </a:lnTo>
                  <a:lnTo>
                    <a:pt x="6312" y="129778"/>
                  </a:lnTo>
                  <a:lnTo>
                    <a:pt x="0" y="176784"/>
                  </a:lnTo>
                  <a:lnTo>
                    <a:pt x="6312" y="223789"/>
                  </a:lnTo>
                  <a:lnTo>
                    <a:pt x="24129" y="266022"/>
                  </a:lnTo>
                  <a:lnTo>
                    <a:pt x="51768" y="301799"/>
                  </a:lnTo>
                  <a:lnTo>
                    <a:pt x="87545" y="329438"/>
                  </a:lnTo>
                  <a:lnTo>
                    <a:pt x="129778" y="347255"/>
                  </a:lnTo>
                  <a:lnTo>
                    <a:pt x="176783" y="353568"/>
                  </a:lnTo>
                  <a:lnTo>
                    <a:pt x="223789" y="347255"/>
                  </a:lnTo>
                  <a:lnTo>
                    <a:pt x="266022" y="329438"/>
                  </a:lnTo>
                  <a:lnTo>
                    <a:pt x="301799" y="301799"/>
                  </a:lnTo>
                  <a:lnTo>
                    <a:pt x="329438" y="266022"/>
                  </a:lnTo>
                  <a:lnTo>
                    <a:pt x="347255" y="223789"/>
                  </a:lnTo>
                  <a:lnTo>
                    <a:pt x="353567" y="176784"/>
                  </a:lnTo>
                  <a:lnTo>
                    <a:pt x="347255" y="129778"/>
                  </a:lnTo>
                  <a:lnTo>
                    <a:pt x="329438" y="87545"/>
                  </a:lnTo>
                  <a:lnTo>
                    <a:pt x="301799" y="51768"/>
                  </a:lnTo>
                  <a:lnTo>
                    <a:pt x="266022" y="24130"/>
                  </a:lnTo>
                  <a:lnTo>
                    <a:pt x="223789" y="6312"/>
                  </a:lnTo>
                  <a:lnTo>
                    <a:pt x="176783" y="0"/>
                  </a:lnTo>
                  <a:close/>
                </a:path>
              </a:pathLst>
            </a:custGeom>
            <a:solidFill>
              <a:srgbClr val="EC7C30">
                <a:alpha val="14901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6" name="object 56"/>
            <p:cNvSpPr/>
            <p:nvPr/>
          </p:nvSpPr>
          <p:spPr>
            <a:xfrm>
              <a:off x="4294631" y="4026407"/>
              <a:ext cx="353695" cy="353695"/>
            </a:xfrm>
            <a:custGeom>
              <a:avLst/>
              <a:gdLst/>
              <a:ahLst/>
              <a:cxnLst/>
              <a:rect l="l" t="t" r="r" b="b"/>
              <a:pathLst>
                <a:path w="353695" h="353695">
                  <a:moveTo>
                    <a:pt x="0" y="176784"/>
                  </a:moveTo>
                  <a:lnTo>
                    <a:pt x="6312" y="129778"/>
                  </a:lnTo>
                  <a:lnTo>
                    <a:pt x="24129" y="87545"/>
                  </a:lnTo>
                  <a:lnTo>
                    <a:pt x="51768" y="51768"/>
                  </a:lnTo>
                  <a:lnTo>
                    <a:pt x="87545" y="24130"/>
                  </a:lnTo>
                  <a:lnTo>
                    <a:pt x="129778" y="6312"/>
                  </a:lnTo>
                  <a:lnTo>
                    <a:pt x="176783" y="0"/>
                  </a:lnTo>
                  <a:lnTo>
                    <a:pt x="223789" y="6312"/>
                  </a:lnTo>
                  <a:lnTo>
                    <a:pt x="266022" y="24130"/>
                  </a:lnTo>
                  <a:lnTo>
                    <a:pt x="301799" y="51768"/>
                  </a:lnTo>
                  <a:lnTo>
                    <a:pt x="329438" y="87545"/>
                  </a:lnTo>
                  <a:lnTo>
                    <a:pt x="347255" y="129778"/>
                  </a:lnTo>
                  <a:lnTo>
                    <a:pt x="353567" y="176784"/>
                  </a:lnTo>
                  <a:lnTo>
                    <a:pt x="347255" y="223789"/>
                  </a:lnTo>
                  <a:lnTo>
                    <a:pt x="329438" y="266022"/>
                  </a:lnTo>
                  <a:lnTo>
                    <a:pt x="301799" y="301799"/>
                  </a:lnTo>
                  <a:lnTo>
                    <a:pt x="266022" y="329438"/>
                  </a:lnTo>
                  <a:lnTo>
                    <a:pt x="223789" y="347255"/>
                  </a:lnTo>
                  <a:lnTo>
                    <a:pt x="176783" y="353568"/>
                  </a:lnTo>
                  <a:lnTo>
                    <a:pt x="129778" y="347255"/>
                  </a:lnTo>
                  <a:lnTo>
                    <a:pt x="87545" y="329438"/>
                  </a:lnTo>
                  <a:lnTo>
                    <a:pt x="51768" y="301799"/>
                  </a:lnTo>
                  <a:lnTo>
                    <a:pt x="24129" y="266022"/>
                  </a:lnTo>
                  <a:lnTo>
                    <a:pt x="6312" y="223789"/>
                  </a:lnTo>
                  <a:lnTo>
                    <a:pt x="0" y="176784"/>
                  </a:lnTo>
                  <a:close/>
                </a:path>
              </a:pathLst>
            </a:custGeom>
            <a:ln w="12192">
              <a:solidFill>
                <a:srgbClr val="843B0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7" name="object 57"/>
            <p:cNvSpPr/>
            <p:nvPr/>
          </p:nvSpPr>
          <p:spPr>
            <a:xfrm>
              <a:off x="4294631" y="4558283"/>
              <a:ext cx="353695" cy="353695"/>
            </a:xfrm>
            <a:custGeom>
              <a:avLst/>
              <a:gdLst/>
              <a:ahLst/>
              <a:cxnLst/>
              <a:rect l="l" t="t" r="r" b="b"/>
              <a:pathLst>
                <a:path w="353695" h="353695">
                  <a:moveTo>
                    <a:pt x="176783" y="0"/>
                  </a:moveTo>
                  <a:lnTo>
                    <a:pt x="129778" y="6312"/>
                  </a:lnTo>
                  <a:lnTo>
                    <a:pt x="87545" y="24130"/>
                  </a:lnTo>
                  <a:lnTo>
                    <a:pt x="51768" y="51768"/>
                  </a:lnTo>
                  <a:lnTo>
                    <a:pt x="24129" y="87545"/>
                  </a:lnTo>
                  <a:lnTo>
                    <a:pt x="6312" y="129778"/>
                  </a:lnTo>
                  <a:lnTo>
                    <a:pt x="0" y="176784"/>
                  </a:lnTo>
                  <a:lnTo>
                    <a:pt x="6312" y="223789"/>
                  </a:lnTo>
                  <a:lnTo>
                    <a:pt x="24129" y="266022"/>
                  </a:lnTo>
                  <a:lnTo>
                    <a:pt x="51768" y="301799"/>
                  </a:lnTo>
                  <a:lnTo>
                    <a:pt x="87545" y="329438"/>
                  </a:lnTo>
                  <a:lnTo>
                    <a:pt x="129778" y="347255"/>
                  </a:lnTo>
                  <a:lnTo>
                    <a:pt x="176783" y="353568"/>
                  </a:lnTo>
                  <a:lnTo>
                    <a:pt x="223789" y="347255"/>
                  </a:lnTo>
                  <a:lnTo>
                    <a:pt x="266022" y="329438"/>
                  </a:lnTo>
                  <a:lnTo>
                    <a:pt x="301799" y="301799"/>
                  </a:lnTo>
                  <a:lnTo>
                    <a:pt x="329438" y="266022"/>
                  </a:lnTo>
                  <a:lnTo>
                    <a:pt x="347255" y="223789"/>
                  </a:lnTo>
                  <a:lnTo>
                    <a:pt x="353567" y="176784"/>
                  </a:lnTo>
                  <a:lnTo>
                    <a:pt x="347255" y="129778"/>
                  </a:lnTo>
                  <a:lnTo>
                    <a:pt x="329438" y="87545"/>
                  </a:lnTo>
                  <a:lnTo>
                    <a:pt x="301799" y="51768"/>
                  </a:lnTo>
                  <a:lnTo>
                    <a:pt x="266022" y="24130"/>
                  </a:lnTo>
                  <a:lnTo>
                    <a:pt x="223789" y="6312"/>
                  </a:lnTo>
                  <a:lnTo>
                    <a:pt x="176783" y="0"/>
                  </a:lnTo>
                  <a:close/>
                </a:path>
              </a:pathLst>
            </a:custGeom>
            <a:solidFill>
              <a:srgbClr val="EC7C30">
                <a:alpha val="14901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8" name="object 58"/>
            <p:cNvSpPr/>
            <p:nvPr/>
          </p:nvSpPr>
          <p:spPr>
            <a:xfrm>
              <a:off x="4294631" y="4558283"/>
              <a:ext cx="353695" cy="353695"/>
            </a:xfrm>
            <a:custGeom>
              <a:avLst/>
              <a:gdLst/>
              <a:ahLst/>
              <a:cxnLst/>
              <a:rect l="l" t="t" r="r" b="b"/>
              <a:pathLst>
                <a:path w="353695" h="353695">
                  <a:moveTo>
                    <a:pt x="0" y="176784"/>
                  </a:moveTo>
                  <a:lnTo>
                    <a:pt x="6312" y="129778"/>
                  </a:lnTo>
                  <a:lnTo>
                    <a:pt x="24129" y="87545"/>
                  </a:lnTo>
                  <a:lnTo>
                    <a:pt x="51768" y="51768"/>
                  </a:lnTo>
                  <a:lnTo>
                    <a:pt x="87545" y="24130"/>
                  </a:lnTo>
                  <a:lnTo>
                    <a:pt x="129778" y="6312"/>
                  </a:lnTo>
                  <a:lnTo>
                    <a:pt x="176783" y="0"/>
                  </a:lnTo>
                  <a:lnTo>
                    <a:pt x="223789" y="6312"/>
                  </a:lnTo>
                  <a:lnTo>
                    <a:pt x="266022" y="24130"/>
                  </a:lnTo>
                  <a:lnTo>
                    <a:pt x="301799" y="51768"/>
                  </a:lnTo>
                  <a:lnTo>
                    <a:pt x="329438" y="87545"/>
                  </a:lnTo>
                  <a:lnTo>
                    <a:pt x="347255" y="129778"/>
                  </a:lnTo>
                  <a:lnTo>
                    <a:pt x="353567" y="176784"/>
                  </a:lnTo>
                  <a:lnTo>
                    <a:pt x="347255" y="223789"/>
                  </a:lnTo>
                  <a:lnTo>
                    <a:pt x="329438" y="266022"/>
                  </a:lnTo>
                  <a:lnTo>
                    <a:pt x="301799" y="301799"/>
                  </a:lnTo>
                  <a:lnTo>
                    <a:pt x="266022" y="329438"/>
                  </a:lnTo>
                  <a:lnTo>
                    <a:pt x="223789" y="347255"/>
                  </a:lnTo>
                  <a:lnTo>
                    <a:pt x="176783" y="353568"/>
                  </a:lnTo>
                  <a:lnTo>
                    <a:pt x="129778" y="347255"/>
                  </a:lnTo>
                  <a:lnTo>
                    <a:pt x="87545" y="329438"/>
                  </a:lnTo>
                  <a:lnTo>
                    <a:pt x="51768" y="301799"/>
                  </a:lnTo>
                  <a:lnTo>
                    <a:pt x="24129" y="266022"/>
                  </a:lnTo>
                  <a:lnTo>
                    <a:pt x="6312" y="223789"/>
                  </a:lnTo>
                  <a:lnTo>
                    <a:pt x="0" y="176784"/>
                  </a:lnTo>
                  <a:close/>
                </a:path>
              </a:pathLst>
            </a:custGeom>
            <a:ln w="12192">
              <a:solidFill>
                <a:srgbClr val="843B0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9" name="object 59"/>
            <p:cNvSpPr/>
            <p:nvPr/>
          </p:nvSpPr>
          <p:spPr>
            <a:xfrm>
              <a:off x="4294631" y="3494531"/>
              <a:ext cx="353695" cy="353695"/>
            </a:xfrm>
            <a:custGeom>
              <a:avLst/>
              <a:gdLst/>
              <a:ahLst/>
              <a:cxnLst/>
              <a:rect l="l" t="t" r="r" b="b"/>
              <a:pathLst>
                <a:path w="353695" h="353695">
                  <a:moveTo>
                    <a:pt x="176783" y="0"/>
                  </a:moveTo>
                  <a:lnTo>
                    <a:pt x="129778" y="6312"/>
                  </a:lnTo>
                  <a:lnTo>
                    <a:pt x="87545" y="24130"/>
                  </a:lnTo>
                  <a:lnTo>
                    <a:pt x="51768" y="51768"/>
                  </a:lnTo>
                  <a:lnTo>
                    <a:pt x="24129" y="87545"/>
                  </a:lnTo>
                  <a:lnTo>
                    <a:pt x="6312" y="129778"/>
                  </a:lnTo>
                  <a:lnTo>
                    <a:pt x="0" y="176783"/>
                  </a:lnTo>
                  <a:lnTo>
                    <a:pt x="6312" y="223789"/>
                  </a:lnTo>
                  <a:lnTo>
                    <a:pt x="24129" y="266022"/>
                  </a:lnTo>
                  <a:lnTo>
                    <a:pt x="51768" y="301799"/>
                  </a:lnTo>
                  <a:lnTo>
                    <a:pt x="87545" y="329437"/>
                  </a:lnTo>
                  <a:lnTo>
                    <a:pt x="129778" y="347255"/>
                  </a:lnTo>
                  <a:lnTo>
                    <a:pt x="176783" y="353567"/>
                  </a:lnTo>
                  <a:lnTo>
                    <a:pt x="223789" y="347255"/>
                  </a:lnTo>
                  <a:lnTo>
                    <a:pt x="266022" y="329437"/>
                  </a:lnTo>
                  <a:lnTo>
                    <a:pt x="301799" y="301799"/>
                  </a:lnTo>
                  <a:lnTo>
                    <a:pt x="329438" y="266022"/>
                  </a:lnTo>
                  <a:lnTo>
                    <a:pt x="347255" y="223789"/>
                  </a:lnTo>
                  <a:lnTo>
                    <a:pt x="353567" y="176783"/>
                  </a:lnTo>
                  <a:lnTo>
                    <a:pt x="347255" y="129778"/>
                  </a:lnTo>
                  <a:lnTo>
                    <a:pt x="329438" y="87545"/>
                  </a:lnTo>
                  <a:lnTo>
                    <a:pt x="301799" y="51768"/>
                  </a:lnTo>
                  <a:lnTo>
                    <a:pt x="266022" y="24129"/>
                  </a:lnTo>
                  <a:lnTo>
                    <a:pt x="223789" y="6312"/>
                  </a:lnTo>
                  <a:lnTo>
                    <a:pt x="176783" y="0"/>
                  </a:lnTo>
                  <a:close/>
                </a:path>
              </a:pathLst>
            </a:custGeom>
            <a:solidFill>
              <a:srgbClr val="EC7C30">
                <a:alpha val="14901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0" name="object 60"/>
            <p:cNvSpPr/>
            <p:nvPr/>
          </p:nvSpPr>
          <p:spPr>
            <a:xfrm>
              <a:off x="4294631" y="3494531"/>
              <a:ext cx="353695" cy="353695"/>
            </a:xfrm>
            <a:custGeom>
              <a:avLst/>
              <a:gdLst/>
              <a:ahLst/>
              <a:cxnLst/>
              <a:rect l="l" t="t" r="r" b="b"/>
              <a:pathLst>
                <a:path w="353695" h="353695">
                  <a:moveTo>
                    <a:pt x="0" y="176783"/>
                  </a:moveTo>
                  <a:lnTo>
                    <a:pt x="6312" y="129778"/>
                  </a:lnTo>
                  <a:lnTo>
                    <a:pt x="24129" y="87545"/>
                  </a:lnTo>
                  <a:lnTo>
                    <a:pt x="51768" y="51768"/>
                  </a:lnTo>
                  <a:lnTo>
                    <a:pt x="87545" y="24130"/>
                  </a:lnTo>
                  <a:lnTo>
                    <a:pt x="129778" y="6312"/>
                  </a:lnTo>
                  <a:lnTo>
                    <a:pt x="176783" y="0"/>
                  </a:lnTo>
                  <a:lnTo>
                    <a:pt x="223789" y="6312"/>
                  </a:lnTo>
                  <a:lnTo>
                    <a:pt x="266022" y="24129"/>
                  </a:lnTo>
                  <a:lnTo>
                    <a:pt x="301799" y="51768"/>
                  </a:lnTo>
                  <a:lnTo>
                    <a:pt x="329438" y="87545"/>
                  </a:lnTo>
                  <a:lnTo>
                    <a:pt x="347255" y="129778"/>
                  </a:lnTo>
                  <a:lnTo>
                    <a:pt x="353567" y="176783"/>
                  </a:lnTo>
                  <a:lnTo>
                    <a:pt x="347255" y="223789"/>
                  </a:lnTo>
                  <a:lnTo>
                    <a:pt x="329438" y="266022"/>
                  </a:lnTo>
                  <a:lnTo>
                    <a:pt x="301799" y="301799"/>
                  </a:lnTo>
                  <a:lnTo>
                    <a:pt x="266022" y="329437"/>
                  </a:lnTo>
                  <a:lnTo>
                    <a:pt x="223789" y="347255"/>
                  </a:lnTo>
                  <a:lnTo>
                    <a:pt x="176783" y="353567"/>
                  </a:lnTo>
                  <a:lnTo>
                    <a:pt x="129778" y="347255"/>
                  </a:lnTo>
                  <a:lnTo>
                    <a:pt x="87545" y="329437"/>
                  </a:lnTo>
                  <a:lnTo>
                    <a:pt x="51768" y="301799"/>
                  </a:lnTo>
                  <a:lnTo>
                    <a:pt x="24129" y="266022"/>
                  </a:lnTo>
                  <a:lnTo>
                    <a:pt x="6312" y="223789"/>
                  </a:lnTo>
                  <a:lnTo>
                    <a:pt x="0" y="176783"/>
                  </a:lnTo>
                  <a:close/>
                </a:path>
              </a:pathLst>
            </a:custGeom>
            <a:ln w="12192">
              <a:solidFill>
                <a:srgbClr val="843B0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1" name="object 61"/>
            <p:cNvSpPr/>
            <p:nvPr/>
          </p:nvSpPr>
          <p:spPr>
            <a:xfrm>
              <a:off x="5207507" y="3244595"/>
              <a:ext cx="353695" cy="352425"/>
            </a:xfrm>
            <a:custGeom>
              <a:avLst/>
              <a:gdLst/>
              <a:ahLst/>
              <a:cxnLst/>
              <a:rect l="l" t="t" r="r" b="b"/>
              <a:pathLst>
                <a:path w="353695" h="352425">
                  <a:moveTo>
                    <a:pt x="176783" y="0"/>
                  </a:moveTo>
                  <a:lnTo>
                    <a:pt x="129778" y="6291"/>
                  </a:lnTo>
                  <a:lnTo>
                    <a:pt x="87545" y="24045"/>
                  </a:lnTo>
                  <a:lnTo>
                    <a:pt x="51768" y="51577"/>
                  </a:lnTo>
                  <a:lnTo>
                    <a:pt x="24129" y="87206"/>
                  </a:lnTo>
                  <a:lnTo>
                    <a:pt x="6312" y="129248"/>
                  </a:lnTo>
                  <a:lnTo>
                    <a:pt x="0" y="176021"/>
                  </a:lnTo>
                  <a:lnTo>
                    <a:pt x="6312" y="222795"/>
                  </a:lnTo>
                  <a:lnTo>
                    <a:pt x="24129" y="264837"/>
                  </a:lnTo>
                  <a:lnTo>
                    <a:pt x="51768" y="300466"/>
                  </a:lnTo>
                  <a:lnTo>
                    <a:pt x="87545" y="327998"/>
                  </a:lnTo>
                  <a:lnTo>
                    <a:pt x="129778" y="345752"/>
                  </a:lnTo>
                  <a:lnTo>
                    <a:pt x="176783" y="352043"/>
                  </a:lnTo>
                  <a:lnTo>
                    <a:pt x="223789" y="345752"/>
                  </a:lnTo>
                  <a:lnTo>
                    <a:pt x="266022" y="327998"/>
                  </a:lnTo>
                  <a:lnTo>
                    <a:pt x="301799" y="300466"/>
                  </a:lnTo>
                  <a:lnTo>
                    <a:pt x="329438" y="264837"/>
                  </a:lnTo>
                  <a:lnTo>
                    <a:pt x="347255" y="222795"/>
                  </a:lnTo>
                  <a:lnTo>
                    <a:pt x="353567" y="176021"/>
                  </a:lnTo>
                  <a:lnTo>
                    <a:pt x="347255" y="129248"/>
                  </a:lnTo>
                  <a:lnTo>
                    <a:pt x="329438" y="87206"/>
                  </a:lnTo>
                  <a:lnTo>
                    <a:pt x="301799" y="51577"/>
                  </a:lnTo>
                  <a:lnTo>
                    <a:pt x="266022" y="24045"/>
                  </a:lnTo>
                  <a:lnTo>
                    <a:pt x="223789" y="6291"/>
                  </a:lnTo>
                  <a:lnTo>
                    <a:pt x="176783" y="0"/>
                  </a:lnTo>
                  <a:close/>
                </a:path>
              </a:pathLst>
            </a:custGeom>
            <a:solidFill>
              <a:srgbClr val="00AF50">
                <a:alpha val="14901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2" name="object 62"/>
            <p:cNvSpPr/>
            <p:nvPr/>
          </p:nvSpPr>
          <p:spPr>
            <a:xfrm>
              <a:off x="5207507" y="3244595"/>
              <a:ext cx="353695" cy="352425"/>
            </a:xfrm>
            <a:custGeom>
              <a:avLst/>
              <a:gdLst/>
              <a:ahLst/>
              <a:cxnLst/>
              <a:rect l="l" t="t" r="r" b="b"/>
              <a:pathLst>
                <a:path w="353695" h="352425">
                  <a:moveTo>
                    <a:pt x="0" y="176021"/>
                  </a:moveTo>
                  <a:lnTo>
                    <a:pt x="6312" y="129248"/>
                  </a:lnTo>
                  <a:lnTo>
                    <a:pt x="24129" y="87206"/>
                  </a:lnTo>
                  <a:lnTo>
                    <a:pt x="51768" y="51577"/>
                  </a:lnTo>
                  <a:lnTo>
                    <a:pt x="87545" y="24045"/>
                  </a:lnTo>
                  <a:lnTo>
                    <a:pt x="129778" y="6291"/>
                  </a:lnTo>
                  <a:lnTo>
                    <a:pt x="176783" y="0"/>
                  </a:lnTo>
                  <a:lnTo>
                    <a:pt x="223789" y="6291"/>
                  </a:lnTo>
                  <a:lnTo>
                    <a:pt x="266022" y="24045"/>
                  </a:lnTo>
                  <a:lnTo>
                    <a:pt x="301799" y="51577"/>
                  </a:lnTo>
                  <a:lnTo>
                    <a:pt x="329438" y="87206"/>
                  </a:lnTo>
                  <a:lnTo>
                    <a:pt x="347255" y="129248"/>
                  </a:lnTo>
                  <a:lnTo>
                    <a:pt x="353567" y="176021"/>
                  </a:lnTo>
                  <a:lnTo>
                    <a:pt x="347255" y="222795"/>
                  </a:lnTo>
                  <a:lnTo>
                    <a:pt x="329438" y="264837"/>
                  </a:lnTo>
                  <a:lnTo>
                    <a:pt x="301799" y="300466"/>
                  </a:lnTo>
                  <a:lnTo>
                    <a:pt x="266022" y="327998"/>
                  </a:lnTo>
                  <a:lnTo>
                    <a:pt x="223789" y="345752"/>
                  </a:lnTo>
                  <a:lnTo>
                    <a:pt x="176783" y="352043"/>
                  </a:lnTo>
                  <a:lnTo>
                    <a:pt x="129778" y="345752"/>
                  </a:lnTo>
                  <a:lnTo>
                    <a:pt x="87545" y="327998"/>
                  </a:lnTo>
                  <a:lnTo>
                    <a:pt x="51768" y="300466"/>
                  </a:lnTo>
                  <a:lnTo>
                    <a:pt x="24129" y="264837"/>
                  </a:lnTo>
                  <a:lnTo>
                    <a:pt x="6312" y="222795"/>
                  </a:lnTo>
                  <a:lnTo>
                    <a:pt x="0" y="176021"/>
                  </a:lnTo>
                  <a:close/>
                </a:path>
              </a:pathLst>
            </a:custGeom>
            <a:ln w="12192">
              <a:solidFill>
                <a:srgbClr val="00AF5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3" name="object 63"/>
            <p:cNvSpPr/>
            <p:nvPr/>
          </p:nvSpPr>
          <p:spPr>
            <a:xfrm>
              <a:off x="5207507" y="3779519"/>
              <a:ext cx="353695" cy="353695"/>
            </a:xfrm>
            <a:custGeom>
              <a:avLst/>
              <a:gdLst/>
              <a:ahLst/>
              <a:cxnLst/>
              <a:rect l="l" t="t" r="r" b="b"/>
              <a:pathLst>
                <a:path w="353695" h="353695">
                  <a:moveTo>
                    <a:pt x="176783" y="0"/>
                  </a:moveTo>
                  <a:lnTo>
                    <a:pt x="129778" y="6312"/>
                  </a:lnTo>
                  <a:lnTo>
                    <a:pt x="87545" y="24129"/>
                  </a:lnTo>
                  <a:lnTo>
                    <a:pt x="51768" y="51768"/>
                  </a:lnTo>
                  <a:lnTo>
                    <a:pt x="24129" y="87545"/>
                  </a:lnTo>
                  <a:lnTo>
                    <a:pt x="6312" y="129778"/>
                  </a:lnTo>
                  <a:lnTo>
                    <a:pt x="0" y="176783"/>
                  </a:lnTo>
                  <a:lnTo>
                    <a:pt x="6312" y="223789"/>
                  </a:lnTo>
                  <a:lnTo>
                    <a:pt x="24129" y="266022"/>
                  </a:lnTo>
                  <a:lnTo>
                    <a:pt x="51768" y="301799"/>
                  </a:lnTo>
                  <a:lnTo>
                    <a:pt x="87545" y="329437"/>
                  </a:lnTo>
                  <a:lnTo>
                    <a:pt x="129778" y="347255"/>
                  </a:lnTo>
                  <a:lnTo>
                    <a:pt x="176783" y="353567"/>
                  </a:lnTo>
                  <a:lnTo>
                    <a:pt x="223789" y="347255"/>
                  </a:lnTo>
                  <a:lnTo>
                    <a:pt x="266022" y="329437"/>
                  </a:lnTo>
                  <a:lnTo>
                    <a:pt x="301799" y="301799"/>
                  </a:lnTo>
                  <a:lnTo>
                    <a:pt x="329438" y="266022"/>
                  </a:lnTo>
                  <a:lnTo>
                    <a:pt x="347255" y="223789"/>
                  </a:lnTo>
                  <a:lnTo>
                    <a:pt x="353567" y="176783"/>
                  </a:lnTo>
                  <a:lnTo>
                    <a:pt x="347255" y="129778"/>
                  </a:lnTo>
                  <a:lnTo>
                    <a:pt x="329438" y="87545"/>
                  </a:lnTo>
                  <a:lnTo>
                    <a:pt x="301799" y="51768"/>
                  </a:lnTo>
                  <a:lnTo>
                    <a:pt x="266022" y="24129"/>
                  </a:lnTo>
                  <a:lnTo>
                    <a:pt x="223789" y="6312"/>
                  </a:lnTo>
                  <a:lnTo>
                    <a:pt x="176783" y="0"/>
                  </a:lnTo>
                  <a:close/>
                </a:path>
              </a:pathLst>
            </a:custGeom>
            <a:solidFill>
              <a:srgbClr val="00AF50">
                <a:alpha val="14901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4" name="object 64"/>
            <p:cNvSpPr/>
            <p:nvPr/>
          </p:nvSpPr>
          <p:spPr>
            <a:xfrm>
              <a:off x="5207507" y="3779519"/>
              <a:ext cx="353695" cy="353695"/>
            </a:xfrm>
            <a:custGeom>
              <a:avLst/>
              <a:gdLst/>
              <a:ahLst/>
              <a:cxnLst/>
              <a:rect l="l" t="t" r="r" b="b"/>
              <a:pathLst>
                <a:path w="353695" h="353695">
                  <a:moveTo>
                    <a:pt x="0" y="176783"/>
                  </a:moveTo>
                  <a:lnTo>
                    <a:pt x="6312" y="129778"/>
                  </a:lnTo>
                  <a:lnTo>
                    <a:pt x="24129" y="87545"/>
                  </a:lnTo>
                  <a:lnTo>
                    <a:pt x="51768" y="51768"/>
                  </a:lnTo>
                  <a:lnTo>
                    <a:pt x="87545" y="24129"/>
                  </a:lnTo>
                  <a:lnTo>
                    <a:pt x="129778" y="6312"/>
                  </a:lnTo>
                  <a:lnTo>
                    <a:pt x="176783" y="0"/>
                  </a:lnTo>
                  <a:lnTo>
                    <a:pt x="223789" y="6312"/>
                  </a:lnTo>
                  <a:lnTo>
                    <a:pt x="266022" y="24129"/>
                  </a:lnTo>
                  <a:lnTo>
                    <a:pt x="301799" y="51768"/>
                  </a:lnTo>
                  <a:lnTo>
                    <a:pt x="329438" y="87545"/>
                  </a:lnTo>
                  <a:lnTo>
                    <a:pt x="347255" y="129778"/>
                  </a:lnTo>
                  <a:lnTo>
                    <a:pt x="353567" y="176783"/>
                  </a:lnTo>
                  <a:lnTo>
                    <a:pt x="347255" y="223789"/>
                  </a:lnTo>
                  <a:lnTo>
                    <a:pt x="329438" y="266022"/>
                  </a:lnTo>
                  <a:lnTo>
                    <a:pt x="301799" y="301799"/>
                  </a:lnTo>
                  <a:lnTo>
                    <a:pt x="266022" y="329437"/>
                  </a:lnTo>
                  <a:lnTo>
                    <a:pt x="223789" y="347255"/>
                  </a:lnTo>
                  <a:lnTo>
                    <a:pt x="176783" y="353567"/>
                  </a:lnTo>
                  <a:lnTo>
                    <a:pt x="129778" y="347255"/>
                  </a:lnTo>
                  <a:lnTo>
                    <a:pt x="87545" y="329437"/>
                  </a:lnTo>
                  <a:lnTo>
                    <a:pt x="51768" y="301799"/>
                  </a:lnTo>
                  <a:lnTo>
                    <a:pt x="24129" y="266022"/>
                  </a:lnTo>
                  <a:lnTo>
                    <a:pt x="6312" y="223789"/>
                  </a:lnTo>
                  <a:lnTo>
                    <a:pt x="0" y="176783"/>
                  </a:lnTo>
                  <a:close/>
                </a:path>
              </a:pathLst>
            </a:custGeom>
            <a:ln w="12192">
              <a:solidFill>
                <a:srgbClr val="00AF5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5" name="object 65"/>
            <p:cNvSpPr/>
            <p:nvPr/>
          </p:nvSpPr>
          <p:spPr>
            <a:xfrm>
              <a:off x="5207507" y="4311395"/>
              <a:ext cx="353695" cy="353695"/>
            </a:xfrm>
            <a:custGeom>
              <a:avLst/>
              <a:gdLst/>
              <a:ahLst/>
              <a:cxnLst/>
              <a:rect l="l" t="t" r="r" b="b"/>
              <a:pathLst>
                <a:path w="353695" h="353695">
                  <a:moveTo>
                    <a:pt x="176783" y="0"/>
                  </a:moveTo>
                  <a:lnTo>
                    <a:pt x="129778" y="6312"/>
                  </a:lnTo>
                  <a:lnTo>
                    <a:pt x="87545" y="24129"/>
                  </a:lnTo>
                  <a:lnTo>
                    <a:pt x="51768" y="51768"/>
                  </a:lnTo>
                  <a:lnTo>
                    <a:pt x="24129" y="87545"/>
                  </a:lnTo>
                  <a:lnTo>
                    <a:pt x="6312" y="129778"/>
                  </a:lnTo>
                  <a:lnTo>
                    <a:pt x="0" y="176783"/>
                  </a:lnTo>
                  <a:lnTo>
                    <a:pt x="6312" y="223789"/>
                  </a:lnTo>
                  <a:lnTo>
                    <a:pt x="24129" y="266022"/>
                  </a:lnTo>
                  <a:lnTo>
                    <a:pt x="51768" y="301799"/>
                  </a:lnTo>
                  <a:lnTo>
                    <a:pt x="87545" y="329437"/>
                  </a:lnTo>
                  <a:lnTo>
                    <a:pt x="129778" y="347255"/>
                  </a:lnTo>
                  <a:lnTo>
                    <a:pt x="176783" y="353567"/>
                  </a:lnTo>
                  <a:lnTo>
                    <a:pt x="223789" y="347255"/>
                  </a:lnTo>
                  <a:lnTo>
                    <a:pt x="266022" y="329437"/>
                  </a:lnTo>
                  <a:lnTo>
                    <a:pt x="301799" y="301799"/>
                  </a:lnTo>
                  <a:lnTo>
                    <a:pt x="329438" y="266022"/>
                  </a:lnTo>
                  <a:lnTo>
                    <a:pt x="347255" y="223789"/>
                  </a:lnTo>
                  <a:lnTo>
                    <a:pt x="353567" y="176783"/>
                  </a:lnTo>
                  <a:lnTo>
                    <a:pt x="347255" y="129778"/>
                  </a:lnTo>
                  <a:lnTo>
                    <a:pt x="329438" y="87545"/>
                  </a:lnTo>
                  <a:lnTo>
                    <a:pt x="301799" y="51768"/>
                  </a:lnTo>
                  <a:lnTo>
                    <a:pt x="266022" y="24129"/>
                  </a:lnTo>
                  <a:lnTo>
                    <a:pt x="223789" y="6312"/>
                  </a:lnTo>
                  <a:lnTo>
                    <a:pt x="176783" y="0"/>
                  </a:lnTo>
                  <a:close/>
                </a:path>
              </a:pathLst>
            </a:custGeom>
            <a:solidFill>
              <a:srgbClr val="00AF50">
                <a:alpha val="14901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6" name="object 66"/>
            <p:cNvSpPr/>
            <p:nvPr/>
          </p:nvSpPr>
          <p:spPr>
            <a:xfrm>
              <a:off x="5207507" y="4311395"/>
              <a:ext cx="353695" cy="353695"/>
            </a:xfrm>
            <a:custGeom>
              <a:avLst/>
              <a:gdLst/>
              <a:ahLst/>
              <a:cxnLst/>
              <a:rect l="l" t="t" r="r" b="b"/>
              <a:pathLst>
                <a:path w="353695" h="353695">
                  <a:moveTo>
                    <a:pt x="0" y="176783"/>
                  </a:moveTo>
                  <a:lnTo>
                    <a:pt x="6312" y="129778"/>
                  </a:lnTo>
                  <a:lnTo>
                    <a:pt x="24129" y="87545"/>
                  </a:lnTo>
                  <a:lnTo>
                    <a:pt x="51768" y="51768"/>
                  </a:lnTo>
                  <a:lnTo>
                    <a:pt x="87545" y="24129"/>
                  </a:lnTo>
                  <a:lnTo>
                    <a:pt x="129778" y="6312"/>
                  </a:lnTo>
                  <a:lnTo>
                    <a:pt x="176783" y="0"/>
                  </a:lnTo>
                  <a:lnTo>
                    <a:pt x="223789" y="6312"/>
                  </a:lnTo>
                  <a:lnTo>
                    <a:pt x="266022" y="24129"/>
                  </a:lnTo>
                  <a:lnTo>
                    <a:pt x="301799" y="51768"/>
                  </a:lnTo>
                  <a:lnTo>
                    <a:pt x="329438" y="87545"/>
                  </a:lnTo>
                  <a:lnTo>
                    <a:pt x="347255" y="129778"/>
                  </a:lnTo>
                  <a:lnTo>
                    <a:pt x="353567" y="176783"/>
                  </a:lnTo>
                  <a:lnTo>
                    <a:pt x="347255" y="223789"/>
                  </a:lnTo>
                  <a:lnTo>
                    <a:pt x="329438" y="266022"/>
                  </a:lnTo>
                  <a:lnTo>
                    <a:pt x="301799" y="301799"/>
                  </a:lnTo>
                  <a:lnTo>
                    <a:pt x="266022" y="329437"/>
                  </a:lnTo>
                  <a:lnTo>
                    <a:pt x="223789" y="347255"/>
                  </a:lnTo>
                  <a:lnTo>
                    <a:pt x="176783" y="353567"/>
                  </a:lnTo>
                  <a:lnTo>
                    <a:pt x="129778" y="347255"/>
                  </a:lnTo>
                  <a:lnTo>
                    <a:pt x="87545" y="329437"/>
                  </a:lnTo>
                  <a:lnTo>
                    <a:pt x="51768" y="301799"/>
                  </a:lnTo>
                  <a:lnTo>
                    <a:pt x="24129" y="266022"/>
                  </a:lnTo>
                  <a:lnTo>
                    <a:pt x="6312" y="223789"/>
                  </a:lnTo>
                  <a:lnTo>
                    <a:pt x="0" y="176783"/>
                  </a:lnTo>
                  <a:close/>
                </a:path>
              </a:pathLst>
            </a:custGeom>
            <a:ln w="12192">
              <a:solidFill>
                <a:srgbClr val="00AF5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7" name="object 67"/>
            <p:cNvSpPr/>
            <p:nvPr/>
          </p:nvSpPr>
          <p:spPr>
            <a:xfrm>
              <a:off x="5207507" y="4843272"/>
              <a:ext cx="353695" cy="353695"/>
            </a:xfrm>
            <a:custGeom>
              <a:avLst/>
              <a:gdLst/>
              <a:ahLst/>
              <a:cxnLst/>
              <a:rect l="l" t="t" r="r" b="b"/>
              <a:pathLst>
                <a:path w="353695" h="353695">
                  <a:moveTo>
                    <a:pt x="176783" y="0"/>
                  </a:moveTo>
                  <a:lnTo>
                    <a:pt x="129778" y="6312"/>
                  </a:lnTo>
                  <a:lnTo>
                    <a:pt x="87545" y="24130"/>
                  </a:lnTo>
                  <a:lnTo>
                    <a:pt x="51768" y="51768"/>
                  </a:lnTo>
                  <a:lnTo>
                    <a:pt x="24129" y="87545"/>
                  </a:lnTo>
                  <a:lnTo>
                    <a:pt x="6312" y="129778"/>
                  </a:lnTo>
                  <a:lnTo>
                    <a:pt x="0" y="176783"/>
                  </a:lnTo>
                  <a:lnTo>
                    <a:pt x="6312" y="223789"/>
                  </a:lnTo>
                  <a:lnTo>
                    <a:pt x="24129" y="266022"/>
                  </a:lnTo>
                  <a:lnTo>
                    <a:pt x="51768" y="301799"/>
                  </a:lnTo>
                  <a:lnTo>
                    <a:pt x="87545" y="329437"/>
                  </a:lnTo>
                  <a:lnTo>
                    <a:pt x="129778" y="347255"/>
                  </a:lnTo>
                  <a:lnTo>
                    <a:pt x="176783" y="353567"/>
                  </a:lnTo>
                  <a:lnTo>
                    <a:pt x="223789" y="347255"/>
                  </a:lnTo>
                  <a:lnTo>
                    <a:pt x="266022" y="329437"/>
                  </a:lnTo>
                  <a:lnTo>
                    <a:pt x="301799" y="301799"/>
                  </a:lnTo>
                  <a:lnTo>
                    <a:pt x="329438" y="266022"/>
                  </a:lnTo>
                  <a:lnTo>
                    <a:pt x="347255" y="223789"/>
                  </a:lnTo>
                  <a:lnTo>
                    <a:pt x="353567" y="176783"/>
                  </a:lnTo>
                  <a:lnTo>
                    <a:pt x="347255" y="129778"/>
                  </a:lnTo>
                  <a:lnTo>
                    <a:pt x="329438" y="87545"/>
                  </a:lnTo>
                  <a:lnTo>
                    <a:pt x="301799" y="51768"/>
                  </a:lnTo>
                  <a:lnTo>
                    <a:pt x="266022" y="24130"/>
                  </a:lnTo>
                  <a:lnTo>
                    <a:pt x="223789" y="6312"/>
                  </a:lnTo>
                  <a:lnTo>
                    <a:pt x="176783" y="0"/>
                  </a:lnTo>
                  <a:close/>
                </a:path>
              </a:pathLst>
            </a:custGeom>
            <a:solidFill>
              <a:srgbClr val="00AF50">
                <a:alpha val="14901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8" name="object 68"/>
            <p:cNvSpPr/>
            <p:nvPr/>
          </p:nvSpPr>
          <p:spPr>
            <a:xfrm>
              <a:off x="5207507" y="4843272"/>
              <a:ext cx="353695" cy="353695"/>
            </a:xfrm>
            <a:custGeom>
              <a:avLst/>
              <a:gdLst/>
              <a:ahLst/>
              <a:cxnLst/>
              <a:rect l="l" t="t" r="r" b="b"/>
              <a:pathLst>
                <a:path w="353695" h="353695">
                  <a:moveTo>
                    <a:pt x="0" y="176783"/>
                  </a:moveTo>
                  <a:lnTo>
                    <a:pt x="6312" y="129778"/>
                  </a:lnTo>
                  <a:lnTo>
                    <a:pt x="24129" y="87545"/>
                  </a:lnTo>
                  <a:lnTo>
                    <a:pt x="51768" y="51768"/>
                  </a:lnTo>
                  <a:lnTo>
                    <a:pt x="87545" y="24130"/>
                  </a:lnTo>
                  <a:lnTo>
                    <a:pt x="129778" y="6312"/>
                  </a:lnTo>
                  <a:lnTo>
                    <a:pt x="176783" y="0"/>
                  </a:lnTo>
                  <a:lnTo>
                    <a:pt x="223789" y="6312"/>
                  </a:lnTo>
                  <a:lnTo>
                    <a:pt x="266022" y="24130"/>
                  </a:lnTo>
                  <a:lnTo>
                    <a:pt x="301799" y="51768"/>
                  </a:lnTo>
                  <a:lnTo>
                    <a:pt x="329438" y="87545"/>
                  </a:lnTo>
                  <a:lnTo>
                    <a:pt x="347255" y="129778"/>
                  </a:lnTo>
                  <a:lnTo>
                    <a:pt x="353567" y="176783"/>
                  </a:lnTo>
                  <a:lnTo>
                    <a:pt x="347255" y="223789"/>
                  </a:lnTo>
                  <a:lnTo>
                    <a:pt x="329438" y="266022"/>
                  </a:lnTo>
                  <a:lnTo>
                    <a:pt x="301799" y="301799"/>
                  </a:lnTo>
                  <a:lnTo>
                    <a:pt x="266022" y="329437"/>
                  </a:lnTo>
                  <a:lnTo>
                    <a:pt x="223789" y="347255"/>
                  </a:lnTo>
                  <a:lnTo>
                    <a:pt x="176783" y="353567"/>
                  </a:lnTo>
                  <a:lnTo>
                    <a:pt x="129778" y="347255"/>
                  </a:lnTo>
                  <a:lnTo>
                    <a:pt x="87545" y="329437"/>
                  </a:lnTo>
                  <a:lnTo>
                    <a:pt x="51768" y="301799"/>
                  </a:lnTo>
                  <a:lnTo>
                    <a:pt x="24129" y="266022"/>
                  </a:lnTo>
                  <a:lnTo>
                    <a:pt x="6312" y="223789"/>
                  </a:lnTo>
                  <a:lnTo>
                    <a:pt x="0" y="176783"/>
                  </a:lnTo>
                  <a:close/>
                </a:path>
              </a:pathLst>
            </a:custGeom>
            <a:ln w="12192">
              <a:solidFill>
                <a:srgbClr val="00AF5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9" name="object 69"/>
          <p:cNvSpPr txBox="1"/>
          <p:nvPr/>
        </p:nvSpPr>
        <p:spPr>
          <a:xfrm>
            <a:off x="1914270" y="3994784"/>
            <a:ext cx="22225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0" dirty="0">
                <a:solidFill>
                  <a:srgbClr val="FF0000"/>
                </a:solidFill>
                <a:latin typeface="Cambria Math"/>
                <a:cs typeface="Cambria Math"/>
              </a:rPr>
              <a:t>𝑋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70" name="object 70"/>
          <p:cNvSpPr txBox="1"/>
          <p:nvPr/>
        </p:nvSpPr>
        <p:spPr>
          <a:xfrm>
            <a:off x="7765542" y="4002785"/>
            <a:ext cx="20955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0" dirty="0">
                <a:solidFill>
                  <a:srgbClr val="FF0000"/>
                </a:solidFill>
                <a:latin typeface="Cambria Math"/>
                <a:cs typeface="Cambria Math"/>
              </a:rPr>
              <a:t>𝑌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71" name="object 71"/>
          <p:cNvSpPr txBox="1"/>
          <p:nvPr/>
        </p:nvSpPr>
        <p:spPr>
          <a:xfrm>
            <a:off x="4813172" y="4043933"/>
            <a:ext cx="22161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252525"/>
                </a:solidFill>
                <a:latin typeface="Cambria Math"/>
                <a:cs typeface="Cambria Math"/>
              </a:rPr>
              <a:t>⋯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72" name="object 72"/>
          <p:cNvSpPr/>
          <p:nvPr/>
        </p:nvSpPr>
        <p:spPr>
          <a:xfrm>
            <a:off x="3979164" y="3373500"/>
            <a:ext cx="1973580" cy="1676400"/>
          </a:xfrm>
          <a:custGeom>
            <a:avLst/>
            <a:gdLst/>
            <a:ahLst/>
            <a:cxnLst/>
            <a:rect l="l" t="t" r="r" b="b"/>
            <a:pathLst>
              <a:path w="1973579" h="1676400">
                <a:moveTo>
                  <a:pt x="331343" y="381635"/>
                </a:moveTo>
                <a:lnTo>
                  <a:pt x="326821" y="356997"/>
                </a:lnTo>
                <a:lnTo>
                  <a:pt x="315976" y="297815"/>
                </a:lnTo>
                <a:lnTo>
                  <a:pt x="288455" y="316001"/>
                </a:lnTo>
                <a:lnTo>
                  <a:pt x="288455" y="369976"/>
                </a:lnTo>
                <a:lnTo>
                  <a:pt x="212217" y="633260"/>
                </a:lnTo>
                <a:lnTo>
                  <a:pt x="207302" y="624598"/>
                </a:lnTo>
                <a:lnTo>
                  <a:pt x="207302" y="650252"/>
                </a:lnTo>
                <a:lnTo>
                  <a:pt x="160934" y="810374"/>
                </a:lnTo>
                <a:lnTo>
                  <a:pt x="152615" y="781951"/>
                </a:lnTo>
                <a:lnTo>
                  <a:pt x="152615" y="839114"/>
                </a:lnTo>
                <a:lnTo>
                  <a:pt x="107353" y="995375"/>
                </a:lnTo>
                <a:lnTo>
                  <a:pt x="16891" y="841692"/>
                </a:lnTo>
                <a:lnTo>
                  <a:pt x="152615" y="839114"/>
                </a:lnTo>
                <a:lnTo>
                  <a:pt x="152615" y="781951"/>
                </a:lnTo>
                <a:lnTo>
                  <a:pt x="152374" y="781126"/>
                </a:lnTo>
                <a:lnTo>
                  <a:pt x="152374" y="826401"/>
                </a:lnTo>
                <a:lnTo>
                  <a:pt x="17310" y="828979"/>
                </a:lnTo>
                <a:lnTo>
                  <a:pt x="107378" y="672630"/>
                </a:lnTo>
                <a:lnTo>
                  <a:pt x="152374" y="826401"/>
                </a:lnTo>
                <a:lnTo>
                  <a:pt x="152374" y="781126"/>
                </a:lnTo>
                <a:lnTo>
                  <a:pt x="116166" y="657390"/>
                </a:lnTo>
                <a:lnTo>
                  <a:pt x="164122" y="574128"/>
                </a:lnTo>
                <a:lnTo>
                  <a:pt x="207302" y="650252"/>
                </a:lnTo>
                <a:lnTo>
                  <a:pt x="207302" y="624598"/>
                </a:lnTo>
                <a:lnTo>
                  <a:pt x="171462" y="561403"/>
                </a:lnTo>
                <a:lnTo>
                  <a:pt x="283083" y="367652"/>
                </a:lnTo>
                <a:lnTo>
                  <a:pt x="285775" y="368439"/>
                </a:lnTo>
                <a:lnTo>
                  <a:pt x="288455" y="369976"/>
                </a:lnTo>
                <a:lnTo>
                  <a:pt x="288455" y="316001"/>
                </a:lnTo>
                <a:lnTo>
                  <a:pt x="244856" y="344805"/>
                </a:lnTo>
                <a:lnTo>
                  <a:pt x="262953" y="355269"/>
                </a:lnTo>
                <a:lnTo>
                  <a:pt x="258191" y="360426"/>
                </a:lnTo>
                <a:lnTo>
                  <a:pt x="270484" y="363994"/>
                </a:lnTo>
                <a:lnTo>
                  <a:pt x="164185" y="548589"/>
                </a:lnTo>
                <a:lnTo>
                  <a:pt x="31369" y="314452"/>
                </a:lnTo>
                <a:lnTo>
                  <a:pt x="20447" y="320802"/>
                </a:lnTo>
                <a:lnTo>
                  <a:pt x="156857" y="561327"/>
                </a:lnTo>
                <a:lnTo>
                  <a:pt x="111239" y="640549"/>
                </a:lnTo>
                <a:lnTo>
                  <a:pt x="14439" y="309854"/>
                </a:lnTo>
                <a:lnTo>
                  <a:pt x="239890" y="305562"/>
                </a:lnTo>
                <a:lnTo>
                  <a:pt x="240538" y="337312"/>
                </a:lnTo>
                <a:lnTo>
                  <a:pt x="315976" y="297815"/>
                </a:lnTo>
                <a:lnTo>
                  <a:pt x="305054" y="292608"/>
                </a:lnTo>
                <a:lnTo>
                  <a:pt x="239014" y="261112"/>
                </a:lnTo>
                <a:lnTo>
                  <a:pt x="239636" y="292862"/>
                </a:lnTo>
                <a:lnTo>
                  <a:pt x="5969" y="297307"/>
                </a:lnTo>
                <a:lnTo>
                  <a:pt x="6096" y="303911"/>
                </a:lnTo>
                <a:lnTo>
                  <a:pt x="0" y="305689"/>
                </a:lnTo>
                <a:lnTo>
                  <a:pt x="102450" y="655789"/>
                </a:lnTo>
                <a:lnTo>
                  <a:pt x="635" y="832612"/>
                </a:lnTo>
                <a:lnTo>
                  <a:pt x="6083" y="835799"/>
                </a:lnTo>
                <a:lnTo>
                  <a:pt x="635" y="838962"/>
                </a:lnTo>
                <a:lnTo>
                  <a:pt x="102514" y="1012088"/>
                </a:lnTo>
                <a:lnTo>
                  <a:pt x="0" y="1366139"/>
                </a:lnTo>
                <a:lnTo>
                  <a:pt x="6096" y="1367942"/>
                </a:lnTo>
                <a:lnTo>
                  <a:pt x="6223" y="1373759"/>
                </a:lnTo>
                <a:lnTo>
                  <a:pt x="239890" y="1369314"/>
                </a:lnTo>
                <a:lnTo>
                  <a:pt x="240538" y="1401064"/>
                </a:lnTo>
                <a:lnTo>
                  <a:pt x="315493" y="1361821"/>
                </a:lnTo>
                <a:lnTo>
                  <a:pt x="315976" y="1362329"/>
                </a:lnTo>
                <a:lnTo>
                  <a:pt x="326618" y="1303274"/>
                </a:lnTo>
                <a:lnTo>
                  <a:pt x="331089" y="1278509"/>
                </a:lnTo>
                <a:lnTo>
                  <a:pt x="312953" y="1283843"/>
                </a:lnTo>
                <a:lnTo>
                  <a:pt x="312953" y="1360131"/>
                </a:lnTo>
                <a:lnTo>
                  <a:pt x="305054" y="1356360"/>
                </a:lnTo>
                <a:lnTo>
                  <a:pt x="239014" y="1324864"/>
                </a:lnTo>
                <a:lnTo>
                  <a:pt x="239636" y="1356614"/>
                </a:lnTo>
                <a:lnTo>
                  <a:pt x="17310" y="1360855"/>
                </a:lnTo>
                <a:lnTo>
                  <a:pt x="160985" y="1111453"/>
                </a:lnTo>
                <a:lnTo>
                  <a:pt x="269900" y="1296466"/>
                </a:lnTo>
                <a:lnTo>
                  <a:pt x="257937" y="1299972"/>
                </a:lnTo>
                <a:lnTo>
                  <a:pt x="262699" y="1305102"/>
                </a:lnTo>
                <a:lnTo>
                  <a:pt x="244475" y="1315847"/>
                </a:lnTo>
                <a:lnTo>
                  <a:pt x="312953" y="1360131"/>
                </a:lnTo>
                <a:lnTo>
                  <a:pt x="312953" y="1283843"/>
                </a:lnTo>
                <a:lnTo>
                  <a:pt x="310629" y="1284516"/>
                </a:lnTo>
                <a:lnTo>
                  <a:pt x="310134" y="1277112"/>
                </a:lnTo>
                <a:lnTo>
                  <a:pt x="299427" y="1283436"/>
                </a:lnTo>
                <a:lnTo>
                  <a:pt x="288099" y="1244752"/>
                </a:lnTo>
                <a:lnTo>
                  <a:pt x="288099" y="1290116"/>
                </a:lnTo>
                <a:lnTo>
                  <a:pt x="284670" y="1292136"/>
                </a:lnTo>
                <a:lnTo>
                  <a:pt x="282460" y="1292783"/>
                </a:lnTo>
                <a:lnTo>
                  <a:pt x="168262" y="1098842"/>
                </a:lnTo>
                <a:lnTo>
                  <a:pt x="210591" y="1025359"/>
                </a:lnTo>
                <a:lnTo>
                  <a:pt x="288099" y="1290116"/>
                </a:lnTo>
                <a:lnTo>
                  <a:pt x="288099" y="1244752"/>
                </a:lnTo>
                <a:lnTo>
                  <a:pt x="219392" y="1010069"/>
                </a:lnTo>
                <a:lnTo>
                  <a:pt x="283425" y="898944"/>
                </a:lnTo>
                <a:lnTo>
                  <a:pt x="310896" y="914781"/>
                </a:lnTo>
                <a:lnTo>
                  <a:pt x="312877" y="881507"/>
                </a:lnTo>
                <a:lnTo>
                  <a:pt x="315976" y="829691"/>
                </a:lnTo>
                <a:lnTo>
                  <a:pt x="244856" y="876681"/>
                </a:lnTo>
                <a:lnTo>
                  <a:pt x="272389" y="892581"/>
                </a:lnTo>
                <a:lnTo>
                  <a:pt x="214452" y="993178"/>
                </a:lnTo>
                <a:lnTo>
                  <a:pt x="205651" y="963117"/>
                </a:lnTo>
                <a:lnTo>
                  <a:pt x="205651" y="1008468"/>
                </a:lnTo>
                <a:lnTo>
                  <a:pt x="160858" y="1086256"/>
                </a:lnTo>
                <a:lnTo>
                  <a:pt x="153593" y="1073924"/>
                </a:lnTo>
                <a:lnTo>
                  <a:pt x="153593" y="1098880"/>
                </a:lnTo>
                <a:lnTo>
                  <a:pt x="26911" y="1318856"/>
                </a:lnTo>
                <a:lnTo>
                  <a:pt x="111379" y="1027150"/>
                </a:lnTo>
                <a:lnTo>
                  <a:pt x="153593" y="1098880"/>
                </a:lnTo>
                <a:lnTo>
                  <a:pt x="153593" y="1073924"/>
                </a:lnTo>
                <a:lnTo>
                  <a:pt x="116217" y="1010424"/>
                </a:lnTo>
                <a:lnTo>
                  <a:pt x="160985" y="855853"/>
                </a:lnTo>
                <a:lnTo>
                  <a:pt x="205651" y="1008468"/>
                </a:lnTo>
                <a:lnTo>
                  <a:pt x="205651" y="963117"/>
                </a:lnTo>
                <a:lnTo>
                  <a:pt x="169265" y="838784"/>
                </a:lnTo>
                <a:lnTo>
                  <a:pt x="239890" y="837438"/>
                </a:lnTo>
                <a:lnTo>
                  <a:pt x="240538" y="869188"/>
                </a:lnTo>
                <a:lnTo>
                  <a:pt x="315976" y="829691"/>
                </a:lnTo>
                <a:lnTo>
                  <a:pt x="305054" y="824484"/>
                </a:lnTo>
                <a:lnTo>
                  <a:pt x="239014" y="792988"/>
                </a:lnTo>
                <a:lnTo>
                  <a:pt x="239636" y="824738"/>
                </a:lnTo>
                <a:lnTo>
                  <a:pt x="169608" y="826071"/>
                </a:lnTo>
                <a:lnTo>
                  <a:pt x="216052" y="665683"/>
                </a:lnTo>
                <a:lnTo>
                  <a:pt x="273050" y="766152"/>
                </a:lnTo>
                <a:lnTo>
                  <a:pt x="245491" y="781812"/>
                </a:lnTo>
                <a:lnTo>
                  <a:pt x="316230" y="829310"/>
                </a:lnTo>
                <a:lnTo>
                  <a:pt x="313423" y="777113"/>
                </a:lnTo>
                <a:lnTo>
                  <a:pt x="311658" y="744220"/>
                </a:lnTo>
                <a:lnTo>
                  <a:pt x="284073" y="759891"/>
                </a:lnTo>
                <a:lnTo>
                  <a:pt x="220967" y="648690"/>
                </a:lnTo>
                <a:lnTo>
                  <a:pt x="299783" y="376504"/>
                </a:lnTo>
                <a:lnTo>
                  <a:pt x="310896" y="382905"/>
                </a:lnTo>
                <a:lnTo>
                  <a:pt x="311315" y="375843"/>
                </a:lnTo>
                <a:lnTo>
                  <a:pt x="331343" y="381635"/>
                </a:lnTo>
                <a:close/>
              </a:path>
              <a:path w="1973579" h="1676400">
                <a:moveTo>
                  <a:pt x="1973072" y="118491"/>
                </a:moveTo>
                <a:lnTo>
                  <a:pt x="1967649" y="96139"/>
                </a:lnTo>
                <a:lnTo>
                  <a:pt x="1953006" y="35687"/>
                </a:lnTo>
                <a:lnTo>
                  <a:pt x="1921878" y="53149"/>
                </a:lnTo>
                <a:lnTo>
                  <a:pt x="1921878" y="106692"/>
                </a:lnTo>
                <a:lnTo>
                  <a:pt x="1919566" y="113423"/>
                </a:lnTo>
                <a:lnTo>
                  <a:pt x="1919566" y="152501"/>
                </a:lnTo>
                <a:lnTo>
                  <a:pt x="1857044" y="423989"/>
                </a:lnTo>
                <a:lnTo>
                  <a:pt x="1853234" y="418617"/>
                </a:lnTo>
                <a:lnTo>
                  <a:pt x="1853234" y="440550"/>
                </a:lnTo>
                <a:lnTo>
                  <a:pt x="1823808" y="568337"/>
                </a:lnTo>
                <a:lnTo>
                  <a:pt x="1820875" y="568439"/>
                </a:lnTo>
                <a:lnTo>
                  <a:pt x="1820875" y="581050"/>
                </a:lnTo>
                <a:lnTo>
                  <a:pt x="1803285" y="657440"/>
                </a:lnTo>
                <a:lnTo>
                  <a:pt x="1797964" y="642302"/>
                </a:lnTo>
                <a:lnTo>
                  <a:pt x="1797964" y="680542"/>
                </a:lnTo>
                <a:lnTo>
                  <a:pt x="1767497" y="812838"/>
                </a:lnTo>
                <a:lnTo>
                  <a:pt x="1759470" y="778471"/>
                </a:lnTo>
                <a:lnTo>
                  <a:pt x="1759470" y="842899"/>
                </a:lnTo>
                <a:lnTo>
                  <a:pt x="1753336" y="851890"/>
                </a:lnTo>
                <a:lnTo>
                  <a:pt x="1753336" y="874306"/>
                </a:lnTo>
                <a:lnTo>
                  <a:pt x="1728851" y="980630"/>
                </a:lnTo>
                <a:lnTo>
                  <a:pt x="1723542" y="965568"/>
                </a:lnTo>
                <a:lnTo>
                  <a:pt x="1723542" y="1003681"/>
                </a:lnTo>
                <a:lnTo>
                  <a:pt x="1700428" y="1104036"/>
                </a:lnTo>
                <a:lnTo>
                  <a:pt x="1697494" y="1104138"/>
                </a:lnTo>
                <a:lnTo>
                  <a:pt x="1697494" y="1116787"/>
                </a:lnTo>
                <a:lnTo>
                  <a:pt x="1671535" y="1229487"/>
                </a:lnTo>
                <a:lnTo>
                  <a:pt x="1593557" y="1120038"/>
                </a:lnTo>
                <a:lnTo>
                  <a:pt x="1697494" y="1116787"/>
                </a:lnTo>
                <a:lnTo>
                  <a:pt x="1697494" y="1104138"/>
                </a:lnTo>
                <a:lnTo>
                  <a:pt x="1594307" y="1107313"/>
                </a:lnTo>
                <a:lnTo>
                  <a:pt x="1703616" y="947153"/>
                </a:lnTo>
                <a:lnTo>
                  <a:pt x="1723542" y="1003681"/>
                </a:lnTo>
                <a:lnTo>
                  <a:pt x="1723542" y="965568"/>
                </a:lnTo>
                <a:lnTo>
                  <a:pt x="1712480" y="934173"/>
                </a:lnTo>
                <a:lnTo>
                  <a:pt x="1753336" y="874306"/>
                </a:lnTo>
                <a:lnTo>
                  <a:pt x="1753336" y="851890"/>
                </a:lnTo>
                <a:lnTo>
                  <a:pt x="1707261" y="919365"/>
                </a:lnTo>
                <a:lnTo>
                  <a:pt x="1698396" y="894219"/>
                </a:lnTo>
                <a:lnTo>
                  <a:pt x="1698396" y="932357"/>
                </a:lnTo>
                <a:lnTo>
                  <a:pt x="1603616" y="1071181"/>
                </a:lnTo>
                <a:lnTo>
                  <a:pt x="1674596" y="864819"/>
                </a:lnTo>
                <a:lnTo>
                  <a:pt x="1698396" y="932357"/>
                </a:lnTo>
                <a:lnTo>
                  <a:pt x="1698396" y="894219"/>
                </a:lnTo>
                <a:lnTo>
                  <a:pt x="1681238" y="845515"/>
                </a:lnTo>
                <a:lnTo>
                  <a:pt x="1707299" y="769721"/>
                </a:lnTo>
                <a:lnTo>
                  <a:pt x="1759470" y="842899"/>
                </a:lnTo>
                <a:lnTo>
                  <a:pt x="1759470" y="778471"/>
                </a:lnTo>
                <a:lnTo>
                  <a:pt x="1754860" y="758736"/>
                </a:lnTo>
                <a:lnTo>
                  <a:pt x="1754860" y="814527"/>
                </a:lnTo>
                <a:lnTo>
                  <a:pt x="1712391" y="754938"/>
                </a:lnTo>
                <a:lnTo>
                  <a:pt x="1729384" y="705523"/>
                </a:lnTo>
                <a:lnTo>
                  <a:pt x="1754860" y="814527"/>
                </a:lnTo>
                <a:lnTo>
                  <a:pt x="1754860" y="758736"/>
                </a:lnTo>
                <a:lnTo>
                  <a:pt x="1737156" y="682929"/>
                </a:lnTo>
                <a:lnTo>
                  <a:pt x="1767649" y="594245"/>
                </a:lnTo>
                <a:lnTo>
                  <a:pt x="1797964" y="680542"/>
                </a:lnTo>
                <a:lnTo>
                  <a:pt x="1797964" y="642302"/>
                </a:lnTo>
                <a:lnTo>
                  <a:pt x="1776933" y="582422"/>
                </a:lnTo>
                <a:lnTo>
                  <a:pt x="1820875" y="581050"/>
                </a:lnTo>
                <a:lnTo>
                  <a:pt x="1820875" y="568439"/>
                </a:lnTo>
                <a:lnTo>
                  <a:pt x="1776056" y="569810"/>
                </a:lnTo>
                <a:lnTo>
                  <a:pt x="1831213" y="409448"/>
                </a:lnTo>
                <a:lnTo>
                  <a:pt x="1853234" y="440550"/>
                </a:lnTo>
                <a:lnTo>
                  <a:pt x="1853234" y="418617"/>
                </a:lnTo>
                <a:lnTo>
                  <a:pt x="1836293" y="394665"/>
                </a:lnTo>
                <a:lnTo>
                  <a:pt x="1919566" y="152501"/>
                </a:lnTo>
                <a:lnTo>
                  <a:pt x="1919566" y="113423"/>
                </a:lnTo>
                <a:lnTo>
                  <a:pt x="1827263" y="381901"/>
                </a:lnTo>
                <a:lnTo>
                  <a:pt x="1822170" y="374713"/>
                </a:lnTo>
                <a:lnTo>
                  <a:pt x="1822170" y="396684"/>
                </a:lnTo>
                <a:lnTo>
                  <a:pt x="1767522" y="555650"/>
                </a:lnTo>
                <a:lnTo>
                  <a:pt x="1759254" y="532117"/>
                </a:lnTo>
                <a:lnTo>
                  <a:pt x="1759254" y="570331"/>
                </a:lnTo>
                <a:lnTo>
                  <a:pt x="1758111" y="570369"/>
                </a:lnTo>
                <a:lnTo>
                  <a:pt x="1758111" y="583006"/>
                </a:lnTo>
                <a:lnTo>
                  <a:pt x="1731733" y="659739"/>
                </a:lnTo>
                <a:lnTo>
                  <a:pt x="1723961" y="626452"/>
                </a:lnTo>
                <a:lnTo>
                  <a:pt x="1723961" y="682345"/>
                </a:lnTo>
                <a:lnTo>
                  <a:pt x="1703362" y="742276"/>
                </a:lnTo>
                <a:lnTo>
                  <a:pt x="1698282" y="735152"/>
                </a:lnTo>
                <a:lnTo>
                  <a:pt x="1698282" y="757059"/>
                </a:lnTo>
                <a:lnTo>
                  <a:pt x="1674469" y="826325"/>
                </a:lnTo>
                <a:lnTo>
                  <a:pt x="1602879" y="623227"/>
                </a:lnTo>
                <a:lnTo>
                  <a:pt x="1698282" y="757059"/>
                </a:lnTo>
                <a:lnTo>
                  <a:pt x="1698282" y="735152"/>
                </a:lnTo>
                <a:lnTo>
                  <a:pt x="1593557" y="588162"/>
                </a:lnTo>
                <a:lnTo>
                  <a:pt x="1701177" y="584796"/>
                </a:lnTo>
                <a:lnTo>
                  <a:pt x="1723961" y="682345"/>
                </a:lnTo>
                <a:lnTo>
                  <a:pt x="1723961" y="626452"/>
                </a:lnTo>
                <a:lnTo>
                  <a:pt x="1714144" y="584390"/>
                </a:lnTo>
                <a:lnTo>
                  <a:pt x="1758111" y="583006"/>
                </a:lnTo>
                <a:lnTo>
                  <a:pt x="1758111" y="570369"/>
                </a:lnTo>
                <a:lnTo>
                  <a:pt x="1711198" y="571817"/>
                </a:lnTo>
                <a:lnTo>
                  <a:pt x="1698244" y="516356"/>
                </a:lnTo>
                <a:lnTo>
                  <a:pt x="1698244" y="572211"/>
                </a:lnTo>
                <a:lnTo>
                  <a:pt x="1594535" y="575424"/>
                </a:lnTo>
                <a:lnTo>
                  <a:pt x="1672234" y="460908"/>
                </a:lnTo>
                <a:lnTo>
                  <a:pt x="1698244" y="572211"/>
                </a:lnTo>
                <a:lnTo>
                  <a:pt x="1698244" y="516356"/>
                </a:lnTo>
                <a:lnTo>
                  <a:pt x="1681949" y="446582"/>
                </a:lnTo>
                <a:lnTo>
                  <a:pt x="1704238" y="413727"/>
                </a:lnTo>
                <a:lnTo>
                  <a:pt x="1759254" y="570331"/>
                </a:lnTo>
                <a:lnTo>
                  <a:pt x="1759254" y="532117"/>
                </a:lnTo>
                <a:lnTo>
                  <a:pt x="1713090" y="400672"/>
                </a:lnTo>
                <a:lnTo>
                  <a:pt x="1767852" y="319976"/>
                </a:lnTo>
                <a:lnTo>
                  <a:pt x="1822170" y="396684"/>
                </a:lnTo>
                <a:lnTo>
                  <a:pt x="1822170" y="374713"/>
                </a:lnTo>
                <a:lnTo>
                  <a:pt x="1775472" y="308737"/>
                </a:lnTo>
                <a:lnTo>
                  <a:pt x="1913813" y="104825"/>
                </a:lnTo>
                <a:lnTo>
                  <a:pt x="1921852" y="106692"/>
                </a:lnTo>
                <a:lnTo>
                  <a:pt x="1921878" y="53149"/>
                </a:lnTo>
                <a:lnTo>
                  <a:pt x="1878711" y="77343"/>
                </a:lnTo>
                <a:lnTo>
                  <a:pt x="1897507" y="90144"/>
                </a:lnTo>
                <a:lnTo>
                  <a:pt x="1892173" y="95377"/>
                </a:lnTo>
                <a:lnTo>
                  <a:pt x="1901151" y="98475"/>
                </a:lnTo>
                <a:lnTo>
                  <a:pt x="1898777" y="101346"/>
                </a:lnTo>
                <a:lnTo>
                  <a:pt x="1900542" y="101765"/>
                </a:lnTo>
                <a:lnTo>
                  <a:pt x="1767649" y="297700"/>
                </a:lnTo>
                <a:lnTo>
                  <a:pt x="1760029" y="286943"/>
                </a:lnTo>
                <a:lnTo>
                  <a:pt x="1760029" y="308940"/>
                </a:lnTo>
                <a:lnTo>
                  <a:pt x="1707883" y="385838"/>
                </a:lnTo>
                <a:lnTo>
                  <a:pt x="1699031" y="360641"/>
                </a:lnTo>
                <a:lnTo>
                  <a:pt x="1699031" y="398894"/>
                </a:lnTo>
                <a:lnTo>
                  <a:pt x="1678038" y="429831"/>
                </a:lnTo>
                <a:lnTo>
                  <a:pt x="1614805" y="159156"/>
                </a:lnTo>
                <a:lnTo>
                  <a:pt x="1699031" y="398894"/>
                </a:lnTo>
                <a:lnTo>
                  <a:pt x="1699031" y="360641"/>
                </a:lnTo>
                <a:lnTo>
                  <a:pt x="1602943" y="87109"/>
                </a:lnTo>
                <a:lnTo>
                  <a:pt x="1760029" y="308940"/>
                </a:lnTo>
                <a:lnTo>
                  <a:pt x="1760029" y="286943"/>
                </a:lnTo>
                <a:lnTo>
                  <a:pt x="1594573" y="53213"/>
                </a:lnTo>
                <a:lnTo>
                  <a:pt x="1877060" y="44348"/>
                </a:lnTo>
                <a:lnTo>
                  <a:pt x="1878076" y="76073"/>
                </a:lnTo>
                <a:lnTo>
                  <a:pt x="1953006" y="35687"/>
                </a:lnTo>
                <a:lnTo>
                  <a:pt x="1943646" y="31369"/>
                </a:lnTo>
                <a:lnTo>
                  <a:pt x="1875663" y="0"/>
                </a:lnTo>
                <a:lnTo>
                  <a:pt x="1876666" y="31762"/>
                </a:lnTo>
                <a:lnTo>
                  <a:pt x="1581658" y="40894"/>
                </a:lnTo>
                <a:lnTo>
                  <a:pt x="1581848" y="46367"/>
                </a:lnTo>
                <a:lnTo>
                  <a:pt x="1575689" y="47752"/>
                </a:lnTo>
                <a:lnTo>
                  <a:pt x="1668322" y="444169"/>
                </a:lnTo>
                <a:lnTo>
                  <a:pt x="1576705" y="579247"/>
                </a:lnTo>
                <a:lnTo>
                  <a:pt x="1581886" y="582815"/>
                </a:lnTo>
                <a:lnTo>
                  <a:pt x="1575943" y="584962"/>
                </a:lnTo>
                <a:lnTo>
                  <a:pt x="1667827" y="845616"/>
                </a:lnTo>
                <a:lnTo>
                  <a:pt x="1576743" y="1110551"/>
                </a:lnTo>
                <a:lnTo>
                  <a:pt x="1575943" y="1112901"/>
                </a:lnTo>
                <a:lnTo>
                  <a:pt x="1581645" y="1114869"/>
                </a:lnTo>
                <a:lnTo>
                  <a:pt x="1576705" y="1118362"/>
                </a:lnTo>
                <a:lnTo>
                  <a:pt x="1667713" y="1246047"/>
                </a:lnTo>
                <a:lnTo>
                  <a:pt x="1576146" y="1643684"/>
                </a:lnTo>
                <a:lnTo>
                  <a:pt x="1575943" y="1644269"/>
                </a:lnTo>
                <a:lnTo>
                  <a:pt x="1575689" y="1645666"/>
                </a:lnTo>
                <a:lnTo>
                  <a:pt x="1581886" y="1647063"/>
                </a:lnTo>
                <a:lnTo>
                  <a:pt x="1582166" y="1653794"/>
                </a:lnTo>
                <a:lnTo>
                  <a:pt x="1877060" y="1644548"/>
                </a:lnTo>
                <a:lnTo>
                  <a:pt x="1878076" y="1676273"/>
                </a:lnTo>
                <a:lnTo>
                  <a:pt x="1953006" y="1635887"/>
                </a:lnTo>
                <a:lnTo>
                  <a:pt x="1943646" y="1631569"/>
                </a:lnTo>
                <a:lnTo>
                  <a:pt x="1875663" y="1600200"/>
                </a:lnTo>
                <a:lnTo>
                  <a:pt x="1876666" y="1631962"/>
                </a:lnTo>
                <a:lnTo>
                  <a:pt x="1593253" y="1640751"/>
                </a:lnTo>
                <a:lnTo>
                  <a:pt x="1767281" y="1385747"/>
                </a:lnTo>
                <a:lnTo>
                  <a:pt x="1900885" y="1573123"/>
                </a:lnTo>
                <a:lnTo>
                  <a:pt x="1891792" y="1576324"/>
                </a:lnTo>
                <a:lnTo>
                  <a:pt x="1897151" y="1581518"/>
                </a:lnTo>
                <a:lnTo>
                  <a:pt x="1877695" y="1595374"/>
                </a:lnTo>
                <a:lnTo>
                  <a:pt x="1952421" y="1634947"/>
                </a:lnTo>
                <a:lnTo>
                  <a:pt x="1953006" y="1635506"/>
                </a:lnTo>
                <a:lnTo>
                  <a:pt x="1953196" y="1633918"/>
                </a:lnTo>
                <a:lnTo>
                  <a:pt x="1967445" y="1574292"/>
                </a:lnTo>
                <a:lnTo>
                  <a:pt x="1972818" y="1551813"/>
                </a:lnTo>
                <a:lnTo>
                  <a:pt x="1963166" y="1554086"/>
                </a:lnTo>
                <a:lnTo>
                  <a:pt x="1963547" y="1551051"/>
                </a:lnTo>
                <a:lnTo>
                  <a:pt x="1941779" y="1558721"/>
                </a:lnTo>
                <a:lnTo>
                  <a:pt x="1921129" y="1470367"/>
                </a:lnTo>
                <a:lnTo>
                  <a:pt x="1921129" y="1526019"/>
                </a:lnTo>
                <a:lnTo>
                  <a:pt x="1921078" y="1525879"/>
                </a:lnTo>
                <a:lnTo>
                  <a:pt x="1921078" y="1563928"/>
                </a:lnTo>
                <a:lnTo>
                  <a:pt x="1911477" y="1566189"/>
                </a:lnTo>
                <a:lnTo>
                  <a:pt x="1774913" y="1374571"/>
                </a:lnTo>
                <a:lnTo>
                  <a:pt x="1827250" y="1297876"/>
                </a:lnTo>
                <a:lnTo>
                  <a:pt x="1921078" y="1563928"/>
                </a:lnTo>
                <a:lnTo>
                  <a:pt x="1921078" y="1525879"/>
                </a:lnTo>
                <a:lnTo>
                  <a:pt x="1836115" y="1284909"/>
                </a:lnTo>
                <a:lnTo>
                  <a:pt x="1857451" y="1253629"/>
                </a:lnTo>
                <a:lnTo>
                  <a:pt x="1921129" y="1526019"/>
                </a:lnTo>
                <a:lnTo>
                  <a:pt x="1921129" y="1470367"/>
                </a:lnTo>
                <a:lnTo>
                  <a:pt x="1867154" y="1239418"/>
                </a:lnTo>
                <a:lnTo>
                  <a:pt x="1915223" y="1168996"/>
                </a:lnTo>
                <a:lnTo>
                  <a:pt x="1941449" y="1186942"/>
                </a:lnTo>
                <a:lnTo>
                  <a:pt x="1946313" y="1151382"/>
                </a:lnTo>
                <a:lnTo>
                  <a:pt x="1952891" y="1103325"/>
                </a:lnTo>
                <a:lnTo>
                  <a:pt x="1952929" y="1102982"/>
                </a:lnTo>
                <a:lnTo>
                  <a:pt x="1952980" y="1102614"/>
                </a:lnTo>
                <a:lnTo>
                  <a:pt x="1960308" y="1044702"/>
                </a:lnTo>
                <a:lnTo>
                  <a:pt x="1963674" y="1018032"/>
                </a:lnTo>
                <a:lnTo>
                  <a:pt x="1952904" y="1021829"/>
                </a:lnTo>
                <a:lnTo>
                  <a:pt x="1952904" y="1102537"/>
                </a:lnTo>
                <a:lnTo>
                  <a:pt x="1952904" y="1021829"/>
                </a:lnTo>
                <a:lnTo>
                  <a:pt x="1952167" y="1022083"/>
                </a:lnTo>
                <a:lnTo>
                  <a:pt x="1952167" y="1102944"/>
                </a:lnTo>
                <a:lnTo>
                  <a:pt x="1878584" y="1143889"/>
                </a:lnTo>
                <a:lnTo>
                  <a:pt x="1904822" y="1161872"/>
                </a:lnTo>
                <a:lnTo>
                  <a:pt x="1863267" y="1222743"/>
                </a:lnTo>
                <a:lnTo>
                  <a:pt x="1853552" y="1181163"/>
                </a:lnTo>
                <a:lnTo>
                  <a:pt x="1853552" y="1236954"/>
                </a:lnTo>
                <a:lnTo>
                  <a:pt x="1830908" y="1270139"/>
                </a:lnTo>
                <a:lnTo>
                  <a:pt x="1822043" y="1244993"/>
                </a:lnTo>
                <a:lnTo>
                  <a:pt x="1822043" y="1283119"/>
                </a:lnTo>
                <a:lnTo>
                  <a:pt x="1767090" y="1363611"/>
                </a:lnTo>
                <a:lnTo>
                  <a:pt x="1759470" y="1352918"/>
                </a:lnTo>
                <a:lnTo>
                  <a:pt x="1759470" y="1374787"/>
                </a:lnTo>
                <a:lnTo>
                  <a:pt x="1603438" y="1603324"/>
                </a:lnTo>
                <a:lnTo>
                  <a:pt x="1707451" y="1301813"/>
                </a:lnTo>
                <a:lnTo>
                  <a:pt x="1759470" y="1374787"/>
                </a:lnTo>
                <a:lnTo>
                  <a:pt x="1759470" y="1352918"/>
                </a:lnTo>
                <a:lnTo>
                  <a:pt x="1712544" y="1287043"/>
                </a:lnTo>
                <a:lnTo>
                  <a:pt x="1767382" y="1128064"/>
                </a:lnTo>
                <a:lnTo>
                  <a:pt x="1822043" y="1283119"/>
                </a:lnTo>
                <a:lnTo>
                  <a:pt x="1822043" y="1244993"/>
                </a:lnTo>
                <a:lnTo>
                  <a:pt x="1775980" y="1114323"/>
                </a:lnTo>
                <a:lnTo>
                  <a:pt x="1824545" y="1112799"/>
                </a:lnTo>
                <a:lnTo>
                  <a:pt x="1853552" y="1236954"/>
                </a:lnTo>
                <a:lnTo>
                  <a:pt x="1853552" y="1181163"/>
                </a:lnTo>
                <a:lnTo>
                  <a:pt x="1837486" y="1112393"/>
                </a:lnTo>
                <a:lnTo>
                  <a:pt x="1877060" y="1111148"/>
                </a:lnTo>
                <a:lnTo>
                  <a:pt x="1878076" y="1142873"/>
                </a:lnTo>
                <a:lnTo>
                  <a:pt x="1952167" y="1102944"/>
                </a:lnTo>
                <a:lnTo>
                  <a:pt x="1952167" y="1022083"/>
                </a:lnTo>
                <a:lnTo>
                  <a:pt x="1940852" y="1026058"/>
                </a:lnTo>
                <a:lnTo>
                  <a:pt x="1939950" y="1020279"/>
                </a:lnTo>
                <a:lnTo>
                  <a:pt x="1939950" y="1096479"/>
                </a:lnTo>
                <a:lnTo>
                  <a:pt x="1875663" y="1066800"/>
                </a:lnTo>
                <a:lnTo>
                  <a:pt x="1876666" y="1098562"/>
                </a:lnTo>
                <a:lnTo>
                  <a:pt x="1834565" y="1099870"/>
                </a:lnTo>
                <a:lnTo>
                  <a:pt x="1821624" y="1044498"/>
                </a:lnTo>
                <a:lnTo>
                  <a:pt x="1821624" y="1100277"/>
                </a:lnTo>
                <a:lnTo>
                  <a:pt x="1776488" y="1101686"/>
                </a:lnTo>
                <a:lnTo>
                  <a:pt x="1803590" y="1023137"/>
                </a:lnTo>
                <a:lnTo>
                  <a:pt x="1821624" y="1100277"/>
                </a:lnTo>
                <a:lnTo>
                  <a:pt x="1821624" y="1044498"/>
                </a:lnTo>
                <a:lnTo>
                  <a:pt x="1811362" y="1000582"/>
                </a:lnTo>
                <a:lnTo>
                  <a:pt x="1831098" y="943368"/>
                </a:lnTo>
                <a:lnTo>
                  <a:pt x="1900237" y="1040345"/>
                </a:lnTo>
                <a:lnTo>
                  <a:pt x="1891792" y="1043305"/>
                </a:lnTo>
                <a:lnTo>
                  <a:pt x="1897824" y="1049172"/>
                </a:lnTo>
                <a:lnTo>
                  <a:pt x="1877695" y="1063498"/>
                </a:lnTo>
                <a:lnTo>
                  <a:pt x="1939950" y="1096479"/>
                </a:lnTo>
                <a:lnTo>
                  <a:pt x="1939950" y="1020279"/>
                </a:lnTo>
                <a:lnTo>
                  <a:pt x="1939798" y="1019302"/>
                </a:lnTo>
                <a:lnTo>
                  <a:pt x="1932305" y="1024636"/>
                </a:lnTo>
                <a:lnTo>
                  <a:pt x="1921560" y="994067"/>
                </a:lnTo>
                <a:lnTo>
                  <a:pt x="1921560" y="1032281"/>
                </a:lnTo>
                <a:lnTo>
                  <a:pt x="1919986" y="1033399"/>
                </a:lnTo>
                <a:lnTo>
                  <a:pt x="1912658" y="1035977"/>
                </a:lnTo>
                <a:lnTo>
                  <a:pt x="1836166" y="928662"/>
                </a:lnTo>
                <a:lnTo>
                  <a:pt x="1860435" y="858342"/>
                </a:lnTo>
                <a:lnTo>
                  <a:pt x="1921560" y="1032281"/>
                </a:lnTo>
                <a:lnTo>
                  <a:pt x="1921560" y="994067"/>
                </a:lnTo>
                <a:lnTo>
                  <a:pt x="1867090" y="839050"/>
                </a:lnTo>
                <a:lnTo>
                  <a:pt x="1932622" y="649046"/>
                </a:lnTo>
                <a:lnTo>
                  <a:pt x="1941449" y="655066"/>
                </a:lnTo>
                <a:lnTo>
                  <a:pt x="1942465" y="647573"/>
                </a:lnTo>
                <a:lnTo>
                  <a:pt x="1964182" y="655066"/>
                </a:lnTo>
                <a:lnTo>
                  <a:pt x="1960664" y="628523"/>
                </a:lnTo>
                <a:lnTo>
                  <a:pt x="1953006" y="570611"/>
                </a:lnTo>
                <a:lnTo>
                  <a:pt x="1921802" y="587971"/>
                </a:lnTo>
                <a:lnTo>
                  <a:pt x="1921802" y="641629"/>
                </a:lnTo>
                <a:lnTo>
                  <a:pt x="1860334" y="819835"/>
                </a:lnTo>
                <a:lnTo>
                  <a:pt x="1853679" y="800900"/>
                </a:lnTo>
                <a:lnTo>
                  <a:pt x="1853679" y="839127"/>
                </a:lnTo>
                <a:lnTo>
                  <a:pt x="1827149" y="916012"/>
                </a:lnTo>
                <a:lnTo>
                  <a:pt x="1822081" y="908900"/>
                </a:lnTo>
                <a:lnTo>
                  <a:pt x="1822081" y="930719"/>
                </a:lnTo>
                <a:lnTo>
                  <a:pt x="1805965" y="977455"/>
                </a:lnTo>
                <a:lnTo>
                  <a:pt x="1798180" y="944130"/>
                </a:lnTo>
                <a:lnTo>
                  <a:pt x="1798180" y="1000010"/>
                </a:lnTo>
                <a:lnTo>
                  <a:pt x="1767268" y="1089634"/>
                </a:lnTo>
                <a:lnTo>
                  <a:pt x="1758556" y="1064933"/>
                </a:lnTo>
                <a:lnTo>
                  <a:pt x="1758556" y="1114882"/>
                </a:lnTo>
                <a:lnTo>
                  <a:pt x="1703527" y="1274394"/>
                </a:lnTo>
                <a:lnTo>
                  <a:pt x="1698434" y="1267244"/>
                </a:lnTo>
                <a:lnTo>
                  <a:pt x="1698434" y="1289164"/>
                </a:lnTo>
                <a:lnTo>
                  <a:pt x="1615478" y="1529638"/>
                </a:lnTo>
                <a:lnTo>
                  <a:pt x="1677581" y="1259890"/>
                </a:lnTo>
                <a:lnTo>
                  <a:pt x="1698434" y="1289164"/>
                </a:lnTo>
                <a:lnTo>
                  <a:pt x="1698434" y="1267244"/>
                </a:lnTo>
                <a:lnTo>
                  <a:pt x="1681403" y="1243330"/>
                </a:lnTo>
                <a:lnTo>
                  <a:pt x="1710626" y="1116380"/>
                </a:lnTo>
                <a:lnTo>
                  <a:pt x="1758556" y="1114882"/>
                </a:lnTo>
                <a:lnTo>
                  <a:pt x="1758556" y="1064933"/>
                </a:lnTo>
                <a:lnTo>
                  <a:pt x="1758289" y="1064171"/>
                </a:lnTo>
                <a:lnTo>
                  <a:pt x="1758289" y="1102233"/>
                </a:lnTo>
                <a:lnTo>
                  <a:pt x="1713560" y="1103630"/>
                </a:lnTo>
                <a:lnTo>
                  <a:pt x="1731429" y="1026058"/>
                </a:lnTo>
                <a:lnTo>
                  <a:pt x="1758289" y="1102233"/>
                </a:lnTo>
                <a:lnTo>
                  <a:pt x="1758289" y="1064171"/>
                </a:lnTo>
                <a:lnTo>
                  <a:pt x="1736725" y="1002995"/>
                </a:lnTo>
                <a:lnTo>
                  <a:pt x="1767573" y="869022"/>
                </a:lnTo>
                <a:lnTo>
                  <a:pt x="1798180" y="1000010"/>
                </a:lnTo>
                <a:lnTo>
                  <a:pt x="1798180" y="944130"/>
                </a:lnTo>
                <a:lnTo>
                  <a:pt x="1781873" y="874306"/>
                </a:lnTo>
                <a:lnTo>
                  <a:pt x="1822081" y="930719"/>
                </a:lnTo>
                <a:lnTo>
                  <a:pt x="1822081" y="908900"/>
                </a:lnTo>
                <a:lnTo>
                  <a:pt x="1774913" y="842695"/>
                </a:lnTo>
                <a:lnTo>
                  <a:pt x="1827745" y="765289"/>
                </a:lnTo>
                <a:lnTo>
                  <a:pt x="1853679" y="839127"/>
                </a:lnTo>
                <a:lnTo>
                  <a:pt x="1853679" y="800900"/>
                </a:lnTo>
                <a:lnTo>
                  <a:pt x="1836610" y="752297"/>
                </a:lnTo>
                <a:lnTo>
                  <a:pt x="1914652" y="637959"/>
                </a:lnTo>
                <a:lnTo>
                  <a:pt x="1918233" y="639191"/>
                </a:lnTo>
                <a:lnTo>
                  <a:pt x="1921802" y="641629"/>
                </a:lnTo>
                <a:lnTo>
                  <a:pt x="1921802" y="587971"/>
                </a:lnTo>
                <a:lnTo>
                  <a:pt x="1878584" y="612013"/>
                </a:lnTo>
                <a:lnTo>
                  <a:pt x="1897481" y="624979"/>
                </a:lnTo>
                <a:lnTo>
                  <a:pt x="1892173" y="630174"/>
                </a:lnTo>
                <a:lnTo>
                  <a:pt x="1902307" y="633679"/>
                </a:lnTo>
                <a:lnTo>
                  <a:pt x="1831416" y="737514"/>
                </a:lnTo>
                <a:lnTo>
                  <a:pt x="1822551" y="712292"/>
                </a:lnTo>
                <a:lnTo>
                  <a:pt x="1822551" y="750506"/>
                </a:lnTo>
                <a:lnTo>
                  <a:pt x="1780768" y="811695"/>
                </a:lnTo>
                <a:lnTo>
                  <a:pt x="1805825" y="702906"/>
                </a:lnTo>
                <a:lnTo>
                  <a:pt x="1822551" y="750506"/>
                </a:lnTo>
                <a:lnTo>
                  <a:pt x="1822551" y="712292"/>
                </a:lnTo>
                <a:lnTo>
                  <a:pt x="1811134" y="679805"/>
                </a:lnTo>
                <a:lnTo>
                  <a:pt x="1833968" y="580631"/>
                </a:lnTo>
                <a:lnTo>
                  <a:pt x="1877060" y="579272"/>
                </a:lnTo>
                <a:lnTo>
                  <a:pt x="1878076" y="610997"/>
                </a:lnTo>
                <a:lnTo>
                  <a:pt x="1953006" y="570611"/>
                </a:lnTo>
                <a:lnTo>
                  <a:pt x="1943646" y="566293"/>
                </a:lnTo>
                <a:lnTo>
                  <a:pt x="1875663" y="534924"/>
                </a:lnTo>
                <a:lnTo>
                  <a:pt x="1876666" y="566686"/>
                </a:lnTo>
                <a:lnTo>
                  <a:pt x="1836889" y="567931"/>
                </a:lnTo>
                <a:lnTo>
                  <a:pt x="1863039" y="454393"/>
                </a:lnTo>
                <a:lnTo>
                  <a:pt x="1903780" y="511898"/>
                </a:lnTo>
                <a:lnTo>
                  <a:pt x="1877822" y="530225"/>
                </a:lnTo>
                <a:lnTo>
                  <a:pt x="1953006" y="570484"/>
                </a:lnTo>
                <a:lnTo>
                  <a:pt x="1945576" y="522224"/>
                </a:lnTo>
                <a:lnTo>
                  <a:pt x="1940052" y="486283"/>
                </a:lnTo>
                <a:lnTo>
                  <a:pt x="1914131" y="504583"/>
                </a:lnTo>
                <a:lnTo>
                  <a:pt x="1866849" y="437832"/>
                </a:lnTo>
                <a:lnTo>
                  <a:pt x="1940217" y="119138"/>
                </a:lnTo>
                <a:lnTo>
                  <a:pt x="1941703" y="120142"/>
                </a:lnTo>
                <a:lnTo>
                  <a:pt x="1942693" y="112725"/>
                </a:lnTo>
                <a:lnTo>
                  <a:pt x="1964309" y="120142"/>
                </a:lnTo>
                <a:lnTo>
                  <a:pt x="1963788" y="116357"/>
                </a:lnTo>
                <a:lnTo>
                  <a:pt x="1973072" y="118491"/>
                </a:lnTo>
                <a:close/>
              </a:path>
            </a:pathLst>
          </a:custGeom>
          <a:solidFill>
            <a:srgbClr val="A6A6A6">
              <a:alpha val="50195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3" name="object 73"/>
          <p:cNvSpPr txBox="1"/>
          <p:nvPr/>
        </p:nvSpPr>
        <p:spPr>
          <a:xfrm>
            <a:off x="4813172" y="3515359"/>
            <a:ext cx="22161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252525"/>
                </a:solidFill>
                <a:latin typeface="Cambria Math"/>
                <a:cs typeface="Cambria Math"/>
              </a:rPr>
              <a:t>⋯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74" name="object 74"/>
          <p:cNvSpPr txBox="1"/>
          <p:nvPr/>
        </p:nvSpPr>
        <p:spPr>
          <a:xfrm>
            <a:off x="4813172" y="4585461"/>
            <a:ext cx="22161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252525"/>
                </a:solidFill>
                <a:latin typeface="Cambria Math"/>
                <a:cs typeface="Cambria Math"/>
              </a:rPr>
              <a:t>⋯</a:t>
            </a:r>
            <a:endParaRPr sz="1800">
              <a:latin typeface="Cambria Math"/>
              <a:cs typeface="Cambria Math"/>
            </a:endParaRP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902951" cy="2997319"/>
          </a:xfrm>
          <a:prstGeom prst="rect">
            <a:avLst/>
          </a:prstGeom>
        </p:spPr>
      </p:pic>
      <p:sp>
        <p:nvSpPr>
          <p:cNvPr id="3" name="object 3"/>
          <p:cNvSpPr/>
          <p:nvPr/>
        </p:nvSpPr>
        <p:spPr>
          <a:xfrm>
            <a:off x="449580" y="6425184"/>
            <a:ext cx="9001125" cy="0"/>
          </a:xfrm>
          <a:custGeom>
            <a:avLst/>
            <a:gdLst/>
            <a:ahLst/>
            <a:cxnLst/>
            <a:rect l="l" t="t" r="r" b="b"/>
            <a:pathLst>
              <a:path w="9001125">
                <a:moveTo>
                  <a:pt x="0" y="0"/>
                </a:moveTo>
                <a:lnTo>
                  <a:pt x="9000744" y="0"/>
                </a:lnTo>
              </a:path>
            </a:pathLst>
          </a:custGeom>
          <a:ln w="6096">
            <a:solidFill>
              <a:srgbClr val="BEBEB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355873" y="6524434"/>
            <a:ext cx="87590" cy="90487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54151" y="6527292"/>
            <a:ext cx="1794510" cy="142494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6862571" y="6521195"/>
            <a:ext cx="2327910" cy="118110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944880" y="3083039"/>
            <a:ext cx="4458470" cy="316242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929639" y="2670048"/>
            <a:ext cx="700278" cy="195834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986027" y="3663696"/>
            <a:ext cx="4947666" cy="2341626"/>
          </a:xfrm>
          <a:prstGeom prst="rect">
            <a:avLst/>
          </a:prstGeom>
        </p:spPr>
      </p:pic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361970" y="6524434"/>
            <a:ext cx="87590" cy="90487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54151" y="6527292"/>
            <a:ext cx="1794510" cy="142494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862571" y="6521195"/>
            <a:ext cx="2327910" cy="118110"/>
          </a:xfrm>
          <a:prstGeom prst="rect">
            <a:avLst/>
          </a:prstGeom>
        </p:spPr>
      </p:pic>
      <p:sp>
        <p:nvSpPr>
          <p:cNvPr id="5" name="object 5"/>
          <p:cNvSpPr/>
          <p:nvPr/>
        </p:nvSpPr>
        <p:spPr>
          <a:xfrm>
            <a:off x="559308" y="1440180"/>
            <a:ext cx="36830" cy="180340"/>
          </a:xfrm>
          <a:custGeom>
            <a:avLst/>
            <a:gdLst/>
            <a:ahLst/>
            <a:cxnLst/>
            <a:rect l="l" t="t" r="r" b="b"/>
            <a:pathLst>
              <a:path w="36829" h="180340">
                <a:moveTo>
                  <a:pt x="36576" y="0"/>
                </a:moveTo>
                <a:lnTo>
                  <a:pt x="0" y="0"/>
                </a:lnTo>
                <a:lnTo>
                  <a:pt x="0" y="179832"/>
                </a:lnTo>
                <a:lnTo>
                  <a:pt x="36576" y="179832"/>
                </a:lnTo>
                <a:lnTo>
                  <a:pt x="36576" y="0"/>
                </a:lnTo>
                <a:close/>
              </a:path>
            </a:pathLst>
          </a:custGeom>
          <a:solidFill>
            <a:srgbClr val="183DAF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6" name="object 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719327" y="1464563"/>
            <a:ext cx="1776222" cy="174498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437489" y="431419"/>
            <a:ext cx="489902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FFFFFF"/>
                </a:solidFill>
                <a:latin typeface="Ebrima"/>
                <a:cs typeface="Ebrima"/>
              </a:rPr>
              <a:t>1.7.</a:t>
            </a:r>
            <a:r>
              <a:rPr sz="1800" spc="-15" dirty="0">
                <a:solidFill>
                  <a:srgbClr val="FFFFFF"/>
                </a:solidFill>
                <a:latin typeface="Ebrima"/>
                <a:cs typeface="Ebrima"/>
              </a:rPr>
              <a:t> </a:t>
            </a:r>
            <a:r>
              <a:rPr sz="1800" dirty="0">
                <a:solidFill>
                  <a:srgbClr val="FFFFFF"/>
                </a:solidFill>
                <a:latin typeface="Ebrima"/>
                <a:cs typeface="Ebrima"/>
              </a:rPr>
              <a:t>Problems</a:t>
            </a:r>
            <a:r>
              <a:rPr sz="1800" spc="-15" dirty="0">
                <a:solidFill>
                  <a:srgbClr val="FFFFFF"/>
                </a:solidFill>
                <a:latin typeface="Ebrima"/>
                <a:cs typeface="Ebrima"/>
              </a:rPr>
              <a:t> </a:t>
            </a:r>
            <a:r>
              <a:rPr sz="1800" dirty="0">
                <a:solidFill>
                  <a:srgbClr val="FFFFFF"/>
                </a:solidFill>
                <a:latin typeface="Ebrima"/>
                <a:cs typeface="Ebrima"/>
              </a:rPr>
              <a:t>of</a:t>
            </a:r>
            <a:r>
              <a:rPr sz="1800" spc="-20" dirty="0">
                <a:solidFill>
                  <a:srgbClr val="FFFFFF"/>
                </a:solidFill>
                <a:latin typeface="Ebrima"/>
                <a:cs typeface="Ebrima"/>
              </a:rPr>
              <a:t> </a:t>
            </a:r>
            <a:r>
              <a:rPr sz="1800" dirty="0">
                <a:solidFill>
                  <a:srgbClr val="FFFFFF"/>
                </a:solidFill>
                <a:latin typeface="Ebrima"/>
                <a:cs typeface="Ebrima"/>
              </a:rPr>
              <a:t>Deep</a:t>
            </a:r>
            <a:r>
              <a:rPr sz="1800" spc="-5" dirty="0">
                <a:solidFill>
                  <a:srgbClr val="FFFFFF"/>
                </a:solidFill>
                <a:latin typeface="Ebrima"/>
                <a:cs typeface="Ebrima"/>
              </a:rPr>
              <a:t> </a:t>
            </a:r>
            <a:r>
              <a:rPr sz="1800" dirty="0">
                <a:solidFill>
                  <a:srgbClr val="FFFFFF"/>
                </a:solidFill>
                <a:latin typeface="Ebrima"/>
                <a:cs typeface="Ebrima"/>
              </a:rPr>
              <a:t>Learning</a:t>
            </a:r>
            <a:r>
              <a:rPr sz="1800" spc="-30" dirty="0">
                <a:solidFill>
                  <a:srgbClr val="FFFFFF"/>
                </a:solidFill>
                <a:latin typeface="Ebrima"/>
                <a:cs typeface="Ebrima"/>
              </a:rPr>
              <a:t> </a:t>
            </a:r>
            <a:r>
              <a:rPr sz="1800" dirty="0">
                <a:solidFill>
                  <a:srgbClr val="FFFFFF"/>
                </a:solidFill>
                <a:latin typeface="Ebrima"/>
                <a:cs typeface="Ebrima"/>
              </a:rPr>
              <a:t>and</a:t>
            </a:r>
            <a:r>
              <a:rPr sz="1800" spc="-20" dirty="0">
                <a:solidFill>
                  <a:srgbClr val="FFFFFF"/>
                </a:solidFill>
                <a:latin typeface="Ebrima"/>
                <a:cs typeface="Ebrima"/>
              </a:rPr>
              <a:t> </a:t>
            </a:r>
            <a:r>
              <a:rPr sz="1800" dirty="0">
                <a:solidFill>
                  <a:srgbClr val="FFFFFF"/>
                </a:solidFill>
                <a:latin typeface="Ebrima"/>
                <a:cs typeface="Ebrima"/>
              </a:rPr>
              <a:t>the</a:t>
            </a:r>
            <a:r>
              <a:rPr sz="1800" spc="-25" dirty="0">
                <a:solidFill>
                  <a:srgbClr val="FFFFFF"/>
                </a:solidFill>
                <a:latin typeface="Ebrima"/>
                <a:cs typeface="Ebrima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Ebrima"/>
                <a:cs typeface="Ebrima"/>
              </a:rPr>
              <a:t>Solution</a:t>
            </a:r>
            <a:endParaRPr sz="1800">
              <a:latin typeface="Ebrima"/>
              <a:cs typeface="Ebrim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8671941" y="463677"/>
            <a:ext cx="80962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dirty="0">
                <a:solidFill>
                  <a:srgbClr val="D9D9D9"/>
                </a:solidFill>
                <a:latin typeface="Ebrima"/>
                <a:cs typeface="Ebrima"/>
              </a:rPr>
              <a:t>UNIT</a:t>
            </a:r>
            <a:r>
              <a:rPr sz="1600" spc="400" dirty="0">
                <a:solidFill>
                  <a:srgbClr val="D9D9D9"/>
                </a:solidFill>
                <a:latin typeface="Ebrima"/>
                <a:cs typeface="Ebrima"/>
              </a:rPr>
              <a:t> </a:t>
            </a:r>
            <a:r>
              <a:rPr sz="1600" spc="-35" dirty="0">
                <a:solidFill>
                  <a:srgbClr val="D9D9D9"/>
                </a:solidFill>
                <a:latin typeface="Ebrima"/>
                <a:cs typeface="Ebrima"/>
              </a:rPr>
              <a:t>01</a:t>
            </a:r>
            <a:endParaRPr sz="1600">
              <a:latin typeface="Ebrima"/>
              <a:cs typeface="Ebrima"/>
            </a:endParaRPr>
          </a:p>
        </p:txBody>
      </p:sp>
      <p:pic>
        <p:nvPicPr>
          <p:cNvPr id="9" name="object 9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710183" y="1812023"/>
            <a:ext cx="5025390" cy="1059954"/>
          </a:xfrm>
          <a:prstGeom prst="rect">
            <a:avLst/>
          </a:prstGeom>
        </p:spPr>
      </p:pic>
      <p:grpSp>
        <p:nvGrpSpPr>
          <p:cNvPr id="10" name="object 10"/>
          <p:cNvGrpSpPr/>
          <p:nvPr/>
        </p:nvGrpSpPr>
        <p:grpSpPr>
          <a:xfrm>
            <a:off x="3221735" y="3569208"/>
            <a:ext cx="3240405" cy="1800225"/>
            <a:chOff x="3221735" y="3569208"/>
            <a:chExt cx="3240405" cy="1800225"/>
          </a:xfrm>
        </p:grpSpPr>
        <p:pic>
          <p:nvPicPr>
            <p:cNvPr id="11" name="object 11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3675887" y="4248912"/>
              <a:ext cx="2159508" cy="900683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3221736" y="3569220"/>
              <a:ext cx="3240405" cy="1800225"/>
            </a:xfrm>
            <a:custGeom>
              <a:avLst/>
              <a:gdLst/>
              <a:ahLst/>
              <a:cxnLst/>
              <a:rect l="l" t="t" r="r" b="b"/>
              <a:pathLst>
                <a:path w="3240404" h="1800225">
                  <a:moveTo>
                    <a:pt x="3240024" y="1589519"/>
                  </a:moveTo>
                  <a:lnTo>
                    <a:pt x="3227324" y="1583169"/>
                  </a:lnTo>
                  <a:lnTo>
                    <a:pt x="3163824" y="1551419"/>
                  </a:lnTo>
                  <a:lnTo>
                    <a:pt x="3163824" y="1583169"/>
                  </a:lnTo>
                  <a:lnTo>
                    <a:pt x="1541018" y="1583169"/>
                  </a:lnTo>
                  <a:lnTo>
                    <a:pt x="1541018" y="76187"/>
                  </a:lnTo>
                  <a:lnTo>
                    <a:pt x="1572768" y="76187"/>
                  </a:lnTo>
                  <a:lnTo>
                    <a:pt x="1566418" y="63487"/>
                  </a:lnTo>
                  <a:lnTo>
                    <a:pt x="1534668" y="0"/>
                  </a:lnTo>
                  <a:lnTo>
                    <a:pt x="1496568" y="76187"/>
                  </a:lnTo>
                  <a:lnTo>
                    <a:pt x="1528318" y="76187"/>
                  </a:lnTo>
                  <a:lnTo>
                    <a:pt x="1528318" y="1583169"/>
                  </a:lnTo>
                  <a:lnTo>
                    <a:pt x="0" y="1583169"/>
                  </a:lnTo>
                  <a:lnTo>
                    <a:pt x="0" y="1595869"/>
                  </a:lnTo>
                  <a:lnTo>
                    <a:pt x="1528318" y="1595869"/>
                  </a:lnTo>
                  <a:lnTo>
                    <a:pt x="1528318" y="1799971"/>
                  </a:lnTo>
                  <a:lnTo>
                    <a:pt x="1541018" y="1799958"/>
                  </a:lnTo>
                  <a:lnTo>
                    <a:pt x="1541018" y="1595869"/>
                  </a:lnTo>
                  <a:lnTo>
                    <a:pt x="3163824" y="1595869"/>
                  </a:lnTo>
                  <a:lnTo>
                    <a:pt x="3163824" y="1627619"/>
                  </a:lnTo>
                  <a:lnTo>
                    <a:pt x="3227324" y="1595869"/>
                  </a:lnTo>
                  <a:lnTo>
                    <a:pt x="3240024" y="1589519"/>
                  </a:lnTo>
                  <a:close/>
                </a:path>
              </a:pathLst>
            </a:custGeom>
            <a:solidFill>
              <a:srgbClr val="58585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3316223" y="4233672"/>
              <a:ext cx="2880360" cy="0"/>
            </a:xfrm>
            <a:custGeom>
              <a:avLst/>
              <a:gdLst/>
              <a:ahLst/>
              <a:cxnLst/>
              <a:rect l="l" t="t" r="r" b="b"/>
              <a:pathLst>
                <a:path w="2880360">
                  <a:moveTo>
                    <a:pt x="0" y="0"/>
                  </a:moveTo>
                  <a:lnTo>
                    <a:pt x="2879979" y="0"/>
                  </a:lnTo>
                </a:path>
              </a:pathLst>
            </a:custGeom>
            <a:ln w="6096">
              <a:solidFill>
                <a:srgbClr val="FF0000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/>
          <p:nvPr/>
        </p:nvSpPr>
        <p:spPr>
          <a:xfrm>
            <a:off x="4535804" y="5141722"/>
            <a:ext cx="114935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latin typeface="Times New Roman"/>
                <a:cs typeface="Times New Roman"/>
              </a:rPr>
              <a:t>0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6412738" y="5160009"/>
            <a:ext cx="13335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50" dirty="0">
                <a:latin typeface="Cambria Math"/>
                <a:cs typeface="Cambria Math"/>
              </a:rPr>
              <a:t>𝑥</a:t>
            </a:r>
            <a:endParaRPr sz="1600">
              <a:latin typeface="Cambria Math"/>
              <a:cs typeface="Cambria Math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5540628" y="3439540"/>
            <a:ext cx="239395" cy="485775"/>
            <a:chOff x="5540628" y="3439540"/>
            <a:chExt cx="239395" cy="485775"/>
          </a:xfrm>
        </p:grpSpPr>
        <p:pic>
          <p:nvPicPr>
            <p:cNvPr id="17" name="object 17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5540628" y="3439540"/>
              <a:ext cx="217932" cy="165226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5561964" y="3759580"/>
              <a:ext cx="217932" cy="165226"/>
            </a:xfrm>
            <a:prstGeom prst="rect">
              <a:avLst/>
            </a:prstGeom>
          </p:spPr>
        </p:pic>
      </p:grpSp>
      <p:sp>
        <p:nvSpPr>
          <p:cNvPr id="19" name="object 19"/>
          <p:cNvSpPr txBox="1"/>
          <p:nvPr/>
        </p:nvSpPr>
        <p:spPr>
          <a:xfrm>
            <a:off x="4459985" y="3274498"/>
            <a:ext cx="1270000" cy="922019"/>
          </a:xfrm>
          <a:prstGeom prst="rect">
            <a:avLst/>
          </a:prstGeom>
        </p:spPr>
        <p:txBody>
          <a:bodyPr vert="horz" wrap="square" lIns="0" tIns="120015" rIns="0" bIns="0" rtlCol="0">
            <a:spAutoFit/>
          </a:bodyPr>
          <a:lstStyle/>
          <a:p>
            <a:pPr marL="956944">
              <a:lnSpc>
                <a:spcPct val="100000"/>
              </a:lnSpc>
              <a:spcBef>
                <a:spcPts val="945"/>
              </a:spcBef>
            </a:pPr>
            <a:r>
              <a:rPr sz="1400" dirty="0">
                <a:solidFill>
                  <a:srgbClr val="006FC0"/>
                </a:solidFill>
                <a:latin typeface="Cambria Math"/>
                <a:cs typeface="Cambria Math"/>
              </a:rPr>
              <a:t>𝜎</a:t>
            </a:r>
            <a:r>
              <a:rPr sz="1400" spc="305" dirty="0">
                <a:solidFill>
                  <a:srgbClr val="006FC0"/>
                </a:solidFill>
                <a:latin typeface="Cambria Math"/>
                <a:cs typeface="Cambria Math"/>
              </a:rPr>
              <a:t> </a:t>
            </a:r>
            <a:r>
              <a:rPr sz="1400" spc="-50" dirty="0">
                <a:solidFill>
                  <a:srgbClr val="006FC0"/>
                </a:solidFill>
                <a:latin typeface="Cambria Math"/>
                <a:cs typeface="Cambria Math"/>
              </a:rPr>
              <a:t>𝑥</a:t>
            </a:r>
            <a:endParaRPr sz="1400">
              <a:latin typeface="Cambria Math"/>
              <a:cs typeface="Cambria Math"/>
            </a:endParaRPr>
          </a:p>
          <a:p>
            <a:pPr marL="935990">
              <a:lnSpc>
                <a:spcPct val="100000"/>
              </a:lnSpc>
              <a:spcBef>
                <a:spcPts val="840"/>
              </a:spcBef>
            </a:pPr>
            <a:r>
              <a:rPr sz="1400" dirty="0">
                <a:solidFill>
                  <a:srgbClr val="FF0000"/>
                </a:solidFill>
                <a:latin typeface="Cambria Math"/>
                <a:cs typeface="Cambria Math"/>
              </a:rPr>
              <a:t>𝜎′</a:t>
            </a:r>
            <a:r>
              <a:rPr sz="1400" spc="275" dirty="0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1400" spc="-50" dirty="0">
                <a:solidFill>
                  <a:srgbClr val="FF0000"/>
                </a:solidFill>
                <a:latin typeface="Cambria Math"/>
                <a:cs typeface="Cambria Math"/>
              </a:rPr>
              <a:t>𝑥</a:t>
            </a:r>
            <a:endParaRPr sz="1400">
              <a:latin typeface="Cambria Math"/>
              <a:cs typeface="Cambria Math"/>
            </a:endParaRPr>
          </a:p>
          <a:p>
            <a:pPr marL="12700">
              <a:lnSpc>
                <a:spcPct val="100000"/>
              </a:lnSpc>
              <a:spcBef>
                <a:spcPts val="330"/>
              </a:spcBef>
            </a:pPr>
            <a:r>
              <a:rPr sz="1400" spc="-25" dirty="0">
                <a:latin typeface="Times New Roman"/>
                <a:cs typeface="Times New Roman"/>
              </a:rPr>
              <a:t>+1</a:t>
            </a:r>
            <a:endParaRPr sz="1400">
              <a:latin typeface="Times New Roman"/>
              <a:cs typeface="Times New Roman"/>
            </a:endParaRPr>
          </a:p>
        </p:txBody>
      </p:sp>
      <p:grpSp>
        <p:nvGrpSpPr>
          <p:cNvPr id="20" name="object 20"/>
          <p:cNvGrpSpPr/>
          <p:nvPr/>
        </p:nvGrpSpPr>
        <p:grpSpPr>
          <a:xfrm>
            <a:off x="3439667" y="3514344"/>
            <a:ext cx="2895600" cy="1803400"/>
            <a:chOff x="3439667" y="3514344"/>
            <a:chExt cx="2895600" cy="1803400"/>
          </a:xfrm>
        </p:grpSpPr>
        <p:sp>
          <p:nvSpPr>
            <p:cNvPr id="21" name="object 21"/>
            <p:cNvSpPr/>
            <p:nvPr/>
          </p:nvSpPr>
          <p:spPr>
            <a:xfrm>
              <a:off x="5974841" y="3527298"/>
              <a:ext cx="360045" cy="0"/>
            </a:xfrm>
            <a:custGeom>
              <a:avLst/>
              <a:gdLst/>
              <a:ahLst/>
              <a:cxnLst/>
              <a:rect l="l" t="t" r="r" b="b"/>
              <a:pathLst>
                <a:path w="360045">
                  <a:moveTo>
                    <a:pt x="0" y="0"/>
                  </a:moveTo>
                  <a:lnTo>
                    <a:pt x="360045" y="0"/>
                  </a:lnTo>
                </a:path>
              </a:pathLst>
            </a:custGeom>
            <a:ln w="25908">
              <a:solidFill>
                <a:srgbClr val="5B9BD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5974841" y="3839718"/>
              <a:ext cx="360045" cy="0"/>
            </a:xfrm>
            <a:custGeom>
              <a:avLst/>
              <a:gdLst/>
              <a:ahLst/>
              <a:cxnLst/>
              <a:rect l="l" t="t" r="r" b="b"/>
              <a:pathLst>
                <a:path w="360045">
                  <a:moveTo>
                    <a:pt x="0" y="0"/>
                  </a:moveTo>
                  <a:lnTo>
                    <a:pt x="360045" y="0"/>
                  </a:lnTo>
                </a:path>
              </a:pathLst>
            </a:custGeom>
            <a:ln w="25908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3439668" y="4954523"/>
              <a:ext cx="2646045" cy="363220"/>
            </a:xfrm>
            <a:custGeom>
              <a:avLst/>
              <a:gdLst/>
              <a:ahLst/>
              <a:cxnLst/>
              <a:rect l="l" t="t" r="r" b="b"/>
              <a:pathLst>
                <a:path w="2646045" h="363220">
                  <a:moveTo>
                    <a:pt x="539496" y="179832"/>
                  </a:moveTo>
                  <a:lnTo>
                    <a:pt x="518287" y="109842"/>
                  </a:lnTo>
                  <a:lnTo>
                    <a:pt x="493420" y="79298"/>
                  </a:lnTo>
                  <a:lnTo>
                    <a:pt x="460476" y="52679"/>
                  </a:lnTo>
                  <a:lnTo>
                    <a:pt x="420560" y="30721"/>
                  </a:lnTo>
                  <a:lnTo>
                    <a:pt x="374738" y="14135"/>
                  </a:lnTo>
                  <a:lnTo>
                    <a:pt x="324104" y="3657"/>
                  </a:lnTo>
                  <a:lnTo>
                    <a:pt x="269748" y="0"/>
                  </a:lnTo>
                  <a:lnTo>
                    <a:pt x="215379" y="3657"/>
                  </a:lnTo>
                  <a:lnTo>
                    <a:pt x="164744" y="14135"/>
                  </a:lnTo>
                  <a:lnTo>
                    <a:pt x="118922" y="30721"/>
                  </a:lnTo>
                  <a:lnTo>
                    <a:pt x="79006" y="52679"/>
                  </a:lnTo>
                  <a:lnTo>
                    <a:pt x="46062" y="79298"/>
                  </a:lnTo>
                  <a:lnTo>
                    <a:pt x="21196" y="109842"/>
                  </a:lnTo>
                  <a:lnTo>
                    <a:pt x="0" y="179832"/>
                  </a:lnTo>
                  <a:lnTo>
                    <a:pt x="5473" y="216077"/>
                  </a:lnTo>
                  <a:lnTo>
                    <a:pt x="46062" y="280377"/>
                  </a:lnTo>
                  <a:lnTo>
                    <a:pt x="79006" y="306997"/>
                  </a:lnTo>
                  <a:lnTo>
                    <a:pt x="118922" y="328955"/>
                  </a:lnTo>
                  <a:lnTo>
                    <a:pt x="164744" y="345541"/>
                  </a:lnTo>
                  <a:lnTo>
                    <a:pt x="215379" y="356019"/>
                  </a:lnTo>
                  <a:lnTo>
                    <a:pt x="269748" y="359664"/>
                  </a:lnTo>
                  <a:lnTo>
                    <a:pt x="324104" y="356019"/>
                  </a:lnTo>
                  <a:lnTo>
                    <a:pt x="374738" y="345541"/>
                  </a:lnTo>
                  <a:lnTo>
                    <a:pt x="420560" y="328955"/>
                  </a:lnTo>
                  <a:lnTo>
                    <a:pt x="460476" y="306997"/>
                  </a:lnTo>
                  <a:lnTo>
                    <a:pt x="493420" y="280377"/>
                  </a:lnTo>
                  <a:lnTo>
                    <a:pt x="518287" y="249834"/>
                  </a:lnTo>
                  <a:lnTo>
                    <a:pt x="539496" y="179832"/>
                  </a:lnTo>
                  <a:close/>
                </a:path>
                <a:path w="2646045" h="363220">
                  <a:moveTo>
                    <a:pt x="2645664" y="182880"/>
                  </a:moveTo>
                  <a:lnTo>
                    <a:pt x="2624391" y="112890"/>
                  </a:lnTo>
                  <a:lnTo>
                    <a:pt x="2599448" y="82346"/>
                  </a:lnTo>
                  <a:lnTo>
                    <a:pt x="2566416" y="55727"/>
                  </a:lnTo>
                  <a:lnTo>
                    <a:pt x="2526373" y="33769"/>
                  </a:lnTo>
                  <a:lnTo>
                    <a:pt x="2480424" y="17183"/>
                  </a:lnTo>
                  <a:lnTo>
                    <a:pt x="2429649" y="6705"/>
                  </a:lnTo>
                  <a:lnTo>
                    <a:pt x="2375154" y="3048"/>
                  </a:lnTo>
                  <a:lnTo>
                    <a:pt x="2320645" y="6705"/>
                  </a:lnTo>
                  <a:lnTo>
                    <a:pt x="2269871" y="17183"/>
                  </a:lnTo>
                  <a:lnTo>
                    <a:pt x="2223922" y="33769"/>
                  </a:lnTo>
                  <a:lnTo>
                    <a:pt x="2183892" y="55727"/>
                  </a:lnTo>
                  <a:lnTo>
                    <a:pt x="2150846" y="82346"/>
                  </a:lnTo>
                  <a:lnTo>
                    <a:pt x="2125903" y="112890"/>
                  </a:lnTo>
                  <a:lnTo>
                    <a:pt x="2104644" y="182880"/>
                  </a:lnTo>
                  <a:lnTo>
                    <a:pt x="2110130" y="219125"/>
                  </a:lnTo>
                  <a:lnTo>
                    <a:pt x="2150846" y="283425"/>
                  </a:lnTo>
                  <a:lnTo>
                    <a:pt x="2183892" y="310045"/>
                  </a:lnTo>
                  <a:lnTo>
                    <a:pt x="2223922" y="332003"/>
                  </a:lnTo>
                  <a:lnTo>
                    <a:pt x="2269871" y="348589"/>
                  </a:lnTo>
                  <a:lnTo>
                    <a:pt x="2320645" y="359067"/>
                  </a:lnTo>
                  <a:lnTo>
                    <a:pt x="2375154" y="362712"/>
                  </a:lnTo>
                  <a:lnTo>
                    <a:pt x="2429649" y="359067"/>
                  </a:lnTo>
                  <a:lnTo>
                    <a:pt x="2480424" y="348589"/>
                  </a:lnTo>
                  <a:lnTo>
                    <a:pt x="2526373" y="332003"/>
                  </a:lnTo>
                  <a:lnTo>
                    <a:pt x="2566403" y="310045"/>
                  </a:lnTo>
                  <a:lnTo>
                    <a:pt x="2599448" y="283425"/>
                  </a:lnTo>
                  <a:lnTo>
                    <a:pt x="2624391" y="252882"/>
                  </a:lnTo>
                  <a:lnTo>
                    <a:pt x="2645664" y="182880"/>
                  </a:lnTo>
                  <a:close/>
                </a:path>
              </a:pathLst>
            </a:custGeom>
            <a:solidFill>
              <a:srgbClr val="00AF50">
                <a:alpha val="30195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356036" y="6524434"/>
            <a:ext cx="85905" cy="90487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54151" y="6527292"/>
            <a:ext cx="1794510" cy="142494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862571" y="6521195"/>
            <a:ext cx="2327910" cy="118110"/>
          </a:xfrm>
          <a:prstGeom prst="rect">
            <a:avLst/>
          </a:prstGeom>
        </p:spPr>
      </p:pic>
      <p:sp>
        <p:nvSpPr>
          <p:cNvPr id="5" name="object 5"/>
          <p:cNvSpPr/>
          <p:nvPr/>
        </p:nvSpPr>
        <p:spPr>
          <a:xfrm>
            <a:off x="559308" y="1440180"/>
            <a:ext cx="36830" cy="180340"/>
          </a:xfrm>
          <a:custGeom>
            <a:avLst/>
            <a:gdLst/>
            <a:ahLst/>
            <a:cxnLst/>
            <a:rect l="l" t="t" r="r" b="b"/>
            <a:pathLst>
              <a:path w="36829" h="180340">
                <a:moveTo>
                  <a:pt x="36576" y="0"/>
                </a:moveTo>
                <a:lnTo>
                  <a:pt x="0" y="0"/>
                </a:lnTo>
                <a:lnTo>
                  <a:pt x="0" y="179832"/>
                </a:lnTo>
                <a:lnTo>
                  <a:pt x="36576" y="179832"/>
                </a:lnTo>
                <a:lnTo>
                  <a:pt x="36576" y="0"/>
                </a:lnTo>
                <a:close/>
              </a:path>
            </a:pathLst>
          </a:custGeom>
          <a:solidFill>
            <a:srgbClr val="183DAF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6" name="object 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719327" y="1464563"/>
            <a:ext cx="1776222" cy="174498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437489" y="431419"/>
            <a:ext cx="489902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FFFFFF"/>
                </a:solidFill>
                <a:latin typeface="Ebrima"/>
                <a:cs typeface="Ebrima"/>
              </a:rPr>
              <a:t>1.7.</a:t>
            </a:r>
            <a:r>
              <a:rPr sz="1800" spc="-20" dirty="0">
                <a:solidFill>
                  <a:srgbClr val="FFFFFF"/>
                </a:solidFill>
                <a:latin typeface="Ebrima"/>
                <a:cs typeface="Ebrima"/>
              </a:rPr>
              <a:t> </a:t>
            </a:r>
            <a:r>
              <a:rPr sz="1800" dirty="0">
                <a:solidFill>
                  <a:srgbClr val="FFFFFF"/>
                </a:solidFill>
                <a:latin typeface="Ebrima"/>
                <a:cs typeface="Ebrima"/>
              </a:rPr>
              <a:t>Problems</a:t>
            </a:r>
            <a:r>
              <a:rPr sz="1800" spc="-15" dirty="0">
                <a:solidFill>
                  <a:srgbClr val="FFFFFF"/>
                </a:solidFill>
                <a:latin typeface="Ebrima"/>
                <a:cs typeface="Ebrima"/>
              </a:rPr>
              <a:t> </a:t>
            </a:r>
            <a:r>
              <a:rPr sz="1800" dirty="0">
                <a:solidFill>
                  <a:srgbClr val="FFFFFF"/>
                </a:solidFill>
                <a:latin typeface="Ebrima"/>
                <a:cs typeface="Ebrima"/>
              </a:rPr>
              <a:t>of</a:t>
            </a:r>
            <a:r>
              <a:rPr sz="1800" spc="-20" dirty="0">
                <a:solidFill>
                  <a:srgbClr val="FFFFFF"/>
                </a:solidFill>
                <a:latin typeface="Ebrima"/>
                <a:cs typeface="Ebrima"/>
              </a:rPr>
              <a:t> </a:t>
            </a:r>
            <a:r>
              <a:rPr sz="1800" dirty="0">
                <a:solidFill>
                  <a:srgbClr val="FFFFFF"/>
                </a:solidFill>
                <a:latin typeface="Ebrima"/>
                <a:cs typeface="Ebrima"/>
              </a:rPr>
              <a:t>Deep</a:t>
            </a:r>
            <a:r>
              <a:rPr sz="1800" spc="-5" dirty="0">
                <a:solidFill>
                  <a:srgbClr val="FFFFFF"/>
                </a:solidFill>
                <a:latin typeface="Ebrima"/>
                <a:cs typeface="Ebrima"/>
              </a:rPr>
              <a:t> </a:t>
            </a:r>
            <a:r>
              <a:rPr sz="1800" dirty="0">
                <a:solidFill>
                  <a:srgbClr val="FFFFFF"/>
                </a:solidFill>
                <a:latin typeface="Ebrima"/>
                <a:cs typeface="Ebrima"/>
              </a:rPr>
              <a:t>Learning</a:t>
            </a:r>
            <a:r>
              <a:rPr sz="1800" spc="-30" dirty="0">
                <a:solidFill>
                  <a:srgbClr val="FFFFFF"/>
                </a:solidFill>
                <a:latin typeface="Ebrima"/>
                <a:cs typeface="Ebrima"/>
              </a:rPr>
              <a:t> </a:t>
            </a:r>
            <a:r>
              <a:rPr sz="1800" dirty="0">
                <a:solidFill>
                  <a:srgbClr val="FFFFFF"/>
                </a:solidFill>
                <a:latin typeface="Ebrima"/>
                <a:cs typeface="Ebrima"/>
              </a:rPr>
              <a:t>and</a:t>
            </a:r>
            <a:r>
              <a:rPr sz="1800" spc="-20" dirty="0">
                <a:solidFill>
                  <a:srgbClr val="FFFFFF"/>
                </a:solidFill>
                <a:latin typeface="Ebrima"/>
                <a:cs typeface="Ebrima"/>
              </a:rPr>
              <a:t> </a:t>
            </a:r>
            <a:r>
              <a:rPr sz="1800" dirty="0">
                <a:solidFill>
                  <a:srgbClr val="FFFFFF"/>
                </a:solidFill>
                <a:latin typeface="Ebrima"/>
                <a:cs typeface="Ebrima"/>
              </a:rPr>
              <a:t>the</a:t>
            </a:r>
            <a:r>
              <a:rPr sz="1800" spc="-25" dirty="0">
                <a:solidFill>
                  <a:srgbClr val="FFFFFF"/>
                </a:solidFill>
                <a:latin typeface="Ebrima"/>
                <a:cs typeface="Ebrima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Ebrima"/>
                <a:cs typeface="Ebrima"/>
              </a:rPr>
              <a:t>Solution</a:t>
            </a:r>
            <a:endParaRPr sz="1800">
              <a:latin typeface="Ebrima"/>
              <a:cs typeface="Ebrim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8671941" y="463677"/>
            <a:ext cx="80962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dirty="0">
                <a:solidFill>
                  <a:srgbClr val="D9D9D9"/>
                </a:solidFill>
                <a:latin typeface="Ebrima"/>
                <a:cs typeface="Ebrima"/>
              </a:rPr>
              <a:t>UNIT</a:t>
            </a:r>
            <a:r>
              <a:rPr sz="1600" spc="400" dirty="0">
                <a:solidFill>
                  <a:srgbClr val="D9D9D9"/>
                </a:solidFill>
                <a:latin typeface="Ebrima"/>
                <a:cs typeface="Ebrima"/>
              </a:rPr>
              <a:t> </a:t>
            </a:r>
            <a:r>
              <a:rPr sz="1600" spc="-35" dirty="0">
                <a:solidFill>
                  <a:srgbClr val="D9D9D9"/>
                </a:solidFill>
                <a:latin typeface="Ebrima"/>
                <a:cs typeface="Ebrima"/>
              </a:rPr>
              <a:t>01</a:t>
            </a:r>
            <a:endParaRPr sz="1600">
              <a:latin typeface="Ebrima"/>
              <a:cs typeface="Ebrima"/>
            </a:endParaRPr>
          </a:p>
        </p:txBody>
      </p:sp>
      <p:pic>
        <p:nvPicPr>
          <p:cNvPr id="9" name="object 9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710183" y="1812035"/>
            <a:ext cx="5462778" cy="2085594"/>
          </a:xfrm>
          <a:prstGeom prst="rect">
            <a:avLst/>
          </a:prstGeom>
        </p:spPr>
      </p:pic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355873" y="6524434"/>
            <a:ext cx="87590" cy="90487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54151" y="6527292"/>
            <a:ext cx="1794510" cy="142494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862571" y="6521195"/>
            <a:ext cx="2327910" cy="118110"/>
          </a:xfrm>
          <a:prstGeom prst="rect">
            <a:avLst/>
          </a:prstGeom>
        </p:spPr>
      </p:pic>
      <p:sp>
        <p:nvSpPr>
          <p:cNvPr id="5" name="object 5"/>
          <p:cNvSpPr/>
          <p:nvPr/>
        </p:nvSpPr>
        <p:spPr>
          <a:xfrm>
            <a:off x="559308" y="1440180"/>
            <a:ext cx="36830" cy="180340"/>
          </a:xfrm>
          <a:custGeom>
            <a:avLst/>
            <a:gdLst/>
            <a:ahLst/>
            <a:cxnLst/>
            <a:rect l="l" t="t" r="r" b="b"/>
            <a:pathLst>
              <a:path w="36829" h="180340">
                <a:moveTo>
                  <a:pt x="36576" y="0"/>
                </a:moveTo>
                <a:lnTo>
                  <a:pt x="0" y="0"/>
                </a:lnTo>
                <a:lnTo>
                  <a:pt x="0" y="179832"/>
                </a:lnTo>
                <a:lnTo>
                  <a:pt x="36576" y="179832"/>
                </a:lnTo>
                <a:lnTo>
                  <a:pt x="36576" y="0"/>
                </a:lnTo>
                <a:close/>
              </a:path>
            </a:pathLst>
          </a:custGeom>
          <a:solidFill>
            <a:srgbClr val="183DAF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6" name="object 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719327" y="1464563"/>
            <a:ext cx="1776222" cy="174498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437489" y="431419"/>
            <a:ext cx="489902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FFFFFF"/>
                </a:solidFill>
                <a:latin typeface="Ebrima"/>
                <a:cs typeface="Ebrima"/>
              </a:rPr>
              <a:t>1.7.</a:t>
            </a:r>
            <a:r>
              <a:rPr sz="1800" spc="-20" dirty="0">
                <a:solidFill>
                  <a:srgbClr val="FFFFFF"/>
                </a:solidFill>
                <a:latin typeface="Ebrima"/>
                <a:cs typeface="Ebrima"/>
              </a:rPr>
              <a:t> </a:t>
            </a:r>
            <a:r>
              <a:rPr sz="1800" dirty="0">
                <a:solidFill>
                  <a:srgbClr val="FFFFFF"/>
                </a:solidFill>
                <a:latin typeface="Ebrima"/>
                <a:cs typeface="Ebrima"/>
              </a:rPr>
              <a:t>Problems</a:t>
            </a:r>
            <a:r>
              <a:rPr sz="1800" spc="-15" dirty="0">
                <a:solidFill>
                  <a:srgbClr val="FFFFFF"/>
                </a:solidFill>
                <a:latin typeface="Ebrima"/>
                <a:cs typeface="Ebrima"/>
              </a:rPr>
              <a:t> </a:t>
            </a:r>
            <a:r>
              <a:rPr sz="1800" dirty="0">
                <a:solidFill>
                  <a:srgbClr val="FFFFFF"/>
                </a:solidFill>
                <a:latin typeface="Ebrima"/>
                <a:cs typeface="Ebrima"/>
              </a:rPr>
              <a:t>of</a:t>
            </a:r>
            <a:r>
              <a:rPr sz="1800" spc="-20" dirty="0">
                <a:solidFill>
                  <a:srgbClr val="FFFFFF"/>
                </a:solidFill>
                <a:latin typeface="Ebrima"/>
                <a:cs typeface="Ebrima"/>
              </a:rPr>
              <a:t> </a:t>
            </a:r>
            <a:r>
              <a:rPr sz="1800" dirty="0">
                <a:solidFill>
                  <a:srgbClr val="FFFFFF"/>
                </a:solidFill>
                <a:latin typeface="Ebrima"/>
                <a:cs typeface="Ebrima"/>
              </a:rPr>
              <a:t>Deep</a:t>
            </a:r>
            <a:r>
              <a:rPr sz="1800" spc="-5" dirty="0">
                <a:solidFill>
                  <a:srgbClr val="FFFFFF"/>
                </a:solidFill>
                <a:latin typeface="Ebrima"/>
                <a:cs typeface="Ebrima"/>
              </a:rPr>
              <a:t> </a:t>
            </a:r>
            <a:r>
              <a:rPr sz="1800" dirty="0">
                <a:solidFill>
                  <a:srgbClr val="FFFFFF"/>
                </a:solidFill>
                <a:latin typeface="Ebrima"/>
                <a:cs typeface="Ebrima"/>
              </a:rPr>
              <a:t>Learning</a:t>
            </a:r>
            <a:r>
              <a:rPr sz="1800" spc="-30" dirty="0">
                <a:solidFill>
                  <a:srgbClr val="FFFFFF"/>
                </a:solidFill>
                <a:latin typeface="Ebrima"/>
                <a:cs typeface="Ebrima"/>
              </a:rPr>
              <a:t> </a:t>
            </a:r>
            <a:r>
              <a:rPr sz="1800" dirty="0">
                <a:solidFill>
                  <a:srgbClr val="FFFFFF"/>
                </a:solidFill>
                <a:latin typeface="Ebrima"/>
                <a:cs typeface="Ebrima"/>
              </a:rPr>
              <a:t>and</a:t>
            </a:r>
            <a:r>
              <a:rPr sz="1800" spc="-20" dirty="0">
                <a:solidFill>
                  <a:srgbClr val="FFFFFF"/>
                </a:solidFill>
                <a:latin typeface="Ebrima"/>
                <a:cs typeface="Ebrima"/>
              </a:rPr>
              <a:t> </a:t>
            </a:r>
            <a:r>
              <a:rPr sz="1800" dirty="0">
                <a:solidFill>
                  <a:srgbClr val="FFFFFF"/>
                </a:solidFill>
                <a:latin typeface="Ebrima"/>
                <a:cs typeface="Ebrima"/>
              </a:rPr>
              <a:t>the</a:t>
            </a:r>
            <a:r>
              <a:rPr sz="1800" spc="-25" dirty="0">
                <a:solidFill>
                  <a:srgbClr val="FFFFFF"/>
                </a:solidFill>
                <a:latin typeface="Ebrima"/>
                <a:cs typeface="Ebrima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Ebrima"/>
                <a:cs typeface="Ebrima"/>
              </a:rPr>
              <a:t>Solution</a:t>
            </a:r>
            <a:endParaRPr sz="1800">
              <a:latin typeface="Ebrima"/>
              <a:cs typeface="Ebrim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8671941" y="463677"/>
            <a:ext cx="80962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dirty="0">
                <a:solidFill>
                  <a:srgbClr val="D9D9D9"/>
                </a:solidFill>
                <a:latin typeface="Ebrima"/>
                <a:cs typeface="Ebrima"/>
              </a:rPr>
              <a:t>UNIT</a:t>
            </a:r>
            <a:r>
              <a:rPr sz="1600" spc="400" dirty="0">
                <a:solidFill>
                  <a:srgbClr val="D9D9D9"/>
                </a:solidFill>
                <a:latin typeface="Ebrima"/>
                <a:cs typeface="Ebrima"/>
              </a:rPr>
              <a:t> </a:t>
            </a:r>
            <a:r>
              <a:rPr sz="1600" spc="-35" dirty="0">
                <a:solidFill>
                  <a:srgbClr val="D9D9D9"/>
                </a:solidFill>
                <a:latin typeface="Ebrima"/>
                <a:cs typeface="Ebrima"/>
              </a:rPr>
              <a:t>01</a:t>
            </a:r>
            <a:endParaRPr sz="1600">
              <a:latin typeface="Ebrima"/>
              <a:cs typeface="Ebrima"/>
            </a:endParaRPr>
          </a:p>
        </p:txBody>
      </p:sp>
      <p:pic>
        <p:nvPicPr>
          <p:cNvPr id="9" name="object 9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710183" y="1812035"/>
            <a:ext cx="5033010" cy="1061465"/>
          </a:xfrm>
          <a:prstGeom prst="rect">
            <a:avLst/>
          </a:prstGeom>
        </p:spPr>
      </p:pic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366624" y="6524434"/>
            <a:ext cx="84461" cy="90487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54151" y="6527292"/>
            <a:ext cx="1794510" cy="142494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862571" y="6521195"/>
            <a:ext cx="2327910" cy="118110"/>
          </a:xfrm>
          <a:prstGeom prst="rect">
            <a:avLst/>
          </a:prstGeom>
        </p:spPr>
      </p:pic>
      <p:sp>
        <p:nvSpPr>
          <p:cNvPr id="5" name="object 5"/>
          <p:cNvSpPr/>
          <p:nvPr/>
        </p:nvSpPr>
        <p:spPr>
          <a:xfrm>
            <a:off x="559308" y="1440180"/>
            <a:ext cx="36830" cy="180340"/>
          </a:xfrm>
          <a:custGeom>
            <a:avLst/>
            <a:gdLst/>
            <a:ahLst/>
            <a:cxnLst/>
            <a:rect l="l" t="t" r="r" b="b"/>
            <a:pathLst>
              <a:path w="36829" h="180340">
                <a:moveTo>
                  <a:pt x="36576" y="0"/>
                </a:moveTo>
                <a:lnTo>
                  <a:pt x="0" y="0"/>
                </a:lnTo>
                <a:lnTo>
                  <a:pt x="0" y="179832"/>
                </a:lnTo>
                <a:lnTo>
                  <a:pt x="36576" y="179832"/>
                </a:lnTo>
                <a:lnTo>
                  <a:pt x="36576" y="0"/>
                </a:lnTo>
                <a:close/>
              </a:path>
            </a:pathLst>
          </a:custGeom>
          <a:solidFill>
            <a:srgbClr val="183DAF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6" name="object 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723907" y="1469156"/>
            <a:ext cx="439666" cy="169905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437489" y="431419"/>
            <a:ext cx="489902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FFFFFF"/>
                </a:solidFill>
                <a:latin typeface="Ebrima"/>
                <a:cs typeface="Ebrima"/>
              </a:rPr>
              <a:t>1.7.</a:t>
            </a:r>
            <a:r>
              <a:rPr sz="1800" spc="-20" dirty="0">
                <a:solidFill>
                  <a:srgbClr val="FFFFFF"/>
                </a:solidFill>
                <a:latin typeface="Ebrima"/>
                <a:cs typeface="Ebrima"/>
              </a:rPr>
              <a:t> </a:t>
            </a:r>
            <a:r>
              <a:rPr sz="1800" dirty="0">
                <a:solidFill>
                  <a:srgbClr val="FFFFFF"/>
                </a:solidFill>
                <a:latin typeface="Ebrima"/>
                <a:cs typeface="Ebrima"/>
              </a:rPr>
              <a:t>Problems</a:t>
            </a:r>
            <a:r>
              <a:rPr sz="1800" spc="-15" dirty="0">
                <a:solidFill>
                  <a:srgbClr val="FFFFFF"/>
                </a:solidFill>
                <a:latin typeface="Ebrima"/>
                <a:cs typeface="Ebrima"/>
              </a:rPr>
              <a:t> </a:t>
            </a:r>
            <a:r>
              <a:rPr sz="1800" dirty="0">
                <a:solidFill>
                  <a:srgbClr val="FFFFFF"/>
                </a:solidFill>
                <a:latin typeface="Ebrima"/>
                <a:cs typeface="Ebrima"/>
              </a:rPr>
              <a:t>of</a:t>
            </a:r>
            <a:r>
              <a:rPr sz="1800" spc="-20" dirty="0">
                <a:solidFill>
                  <a:srgbClr val="FFFFFF"/>
                </a:solidFill>
                <a:latin typeface="Ebrima"/>
                <a:cs typeface="Ebrima"/>
              </a:rPr>
              <a:t> </a:t>
            </a:r>
            <a:r>
              <a:rPr sz="1800" dirty="0">
                <a:solidFill>
                  <a:srgbClr val="FFFFFF"/>
                </a:solidFill>
                <a:latin typeface="Ebrima"/>
                <a:cs typeface="Ebrima"/>
              </a:rPr>
              <a:t>Deep</a:t>
            </a:r>
            <a:r>
              <a:rPr sz="1800" spc="-5" dirty="0">
                <a:solidFill>
                  <a:srgbClr val="FFFFFF"/>
                </a:solidFill>
                <a:latin typeface="Ebrima"/>
                <a:cs typeface="Ebrima"/>
              </a:rPr>
              <a:t> </a:t>
            </a:r>
            <a:r>
              <a:rPr sz="1800" dirty="0">
                <a:solidFill>
                  <a:srgbClr val="FFFFFF"/>
                </a:solidFill>
                <a:latin typeface="Ebrima"/>
                <a:cs typeface="Ebrima"/>
              </a:rPr>
              <a:t>Learning</a:t>
            </a:r>
            <a:r>
              <a:rPr sz="1800" spc="-30" dirty="0">
                <a:solidFill>
                  <a:srgbClr val="FFFFFF"/>
                </a:solidFill>
                <a:latin typeface="Ebrima"/>
                <a:cs typeface="Ebrima"/>
              </a:rPr>
              <a:t> </a:t>
            </a:r>
            <a:r>
              <a:rPr sz="1800" dirty="0">
                <a:solidFill>
                  <a:srgbClr val="FFFFFF"/>
                </a:solidFill>
                <a:latin typeface="Ebrima"/>
                <a:cs typeface="Ebrima"/>
              </a:rPr>
              <a:t>and</a:t>
            </a:r>
            <a:r>
              <a:rPr sz="1800" spc="-20" dirty="0">
                <a:solidFill>
                  <a:srgbClr val="FFFFFF"/>
                </a:solidFill>
                <a:latin typeface="Ebrima"/>
                <a:cs typeface="Ebrima"/>
              </a:rPr>
              <a:t> </a:t>
            </a:r>
            <a:r>
              <a:rPr sz="1800" dirty="0">
                <a:solidFill>
                  <a:srgbClr val="FFFFFF"/>
                </a:solidFill>
                <a:latin typeface="Ebrima"/>
                <a:cs typeface="Ebrima"/>
              </a:rPr>
              <a:t>the</a:t>
            </a:r>
            <a:r>
              <a:rPr sz="1800" spc="-25" dirty="0">
                <a:solidFill>
                  <a:srgbClr val="FFFFFF"/>
                </a:solidFill>
                <a:latin typeface="Ebrima"/>
                <a:cs typeface="Ebrima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Ebrima"/>
                <a:cs typeface="Ebrima"/>
              </a:rPr>
              <a:t>Solution</a:t>
            </a:r>
            <a:endParaRPr sz="1800">
              <a:latin typeface="Ebrima"/>
              <a:cs typeface="Ebrim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8671941" y="463677"/>
            <a:ext cx="80962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dirty="0">
                <a:solidFill>
                  <a:srgbClr val="D9D9D9"/>
                </a:solidFill>
                <a:latin typeface="Ebrima"/>
                <a:cs typeface="Ebrima"/>
              </a:rPr>
              <a:t>UNIT</a:t>
            </a:r>
            <a:r>
              <a:rPr sz="1600" spc="400" dirty="0">
                <a:solidFill>
                  <a:srgbClr val="D9D9D9"/>
                </a:solidFill>
                <a:latin typeface="Ebrima"/>
                <a:cs typeface="Ebrima"/>
              </a:rPr>
              <a:t> </a:t>
            </a:r>
            <a:r>
              <a:rPr sz="1600" spc="-35" dirty="0">
                <a:solidFill>
                  <a:srgbClr val="D9D9D9"/>
                </a:solidFill>
                <a:latin typeface="Ebrima"/>
                <a:cs typeface="Ebrima"/>
              </a:rPr>
              <a:t>01</a:t>
            </a:r>
            <a:endParaRPr sz="1600">
              <a:latin typeface="Ebrima"/>
              <a:cs typeface="Ebrima"/>
            </a:endParaRPr>
          </a:p>
        </p:txBody>
      </p:sp>
      <p:pic>
        <p:nvPicPr>
          <p:cNvPr id="9" name="object 9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710183" y="1813560"/>
            <a:ext cx="4472178" cy="162305"/>
          </a:xfrm>
          <a:prstGeom prst="rect">
            <a:avLst/>
          </a:prstGeom>
        </p:spPr>
      </p:pic>
      <p:grpSp>
        <p:nvGrpSpPr>
          <p:cNvPr id="10" name="object 10"/>
          <p:cNvGrpSpPr/>
          <p:nvPr/>
        </p:nvGrpSpPr>
        <p:grpSpPr>
          <a:xfrm>
            <a:off x="2279904" y="2354579"/>
            <a:ext cx="5343525" cy="2879090"/>
            <a:chOff x="2279904" y="2354579"/>
            <a:chExt cx="5343525" cy="2879090"/>
          </a:xfrm>
        </p:grpSpPr>
        <p:sp>
          <p:nvSpPr>
            <p:cNvPr id="11" name="object 11"/>
            <p:cNvSpPr/>
            <p:nvPr/>
          </p:nvSpPr>
          <p:spPr>
            <a:xfrm>
              <a:off x="2284476" y="2753867"/>
              <a:ext cx="541020" cy="539750"/>
            </a:xfrm>
            <a:custGeom>
              <a:avLst/>
              <a:gdLst/>
              <a:ahLst/>
              <a:cxnLst/>
              <a:rect l="l" t="t" r="r" b="b"/>
              <a:pathLst>
                <a:path w="541019" h="539750">
                  <a:moveTo>
                    <a:pt x="270510" y="0"/>
                  </a:moveTo>
                  <a:lnTo>
                    <a:pt x="221897" y="4346"/>
                  </a:lnTo>
                  <a:lnTo>
                    <a:pt x="176139" y="16876"/>
                  </a:lnTo>
                  <a:lnTo>
                    <a:pt x="133999" y="36830"/>
                  </a:lnTo>
                  <a:lnTo>
                    <a:pt x="96243" y="63443"/>
                  </a:lnTo>
                  <a:lnTo>
                    <a:pt x="63635" y="95955"/>
                  </a:lnTo>
                  <a:lnTo>
                    <a:pt x="36942" y="133604"/>
                  </a:lnTo>
                  <a:lnTo>
                    <a:pt x="16929" y="175626"/>
                  </a:lnTo>
                  <a:lnTo>
                    <a:pt x="4359" y="221262"/>
                  </a:lnTo>
                  <a:lnTo>
                    <a:pt x="0" y="269748"/>
                  </a:lnTo>
                  <a:lnTo>
                    <a:pt x="4359" y="318233"/>
                  </a:lnTo>
                  <a:lnTo>
                    <a:pt x="16929" y="363869"/>
                  </a:lnTo>
                  <a:lnTo>
                    <a:pt x="36942" y="405891"/>
                  </a:lnTo>
                  <a:lnTo>
                    <a:pt x="63635" y="443540"/>
                  </a:lnTo>
                  <a:lnTo>
                    <a:pt x="96243" y="476052"/>
                  </a:lnTo>
                  <a:lnTo>
                    <a:pt x="133999" y="502665"/>
                  </a:lnTo>
                  <a:lnTo>
                    <a:pt x="176139" y="522619"/>
                  </a:lnTo>
                  <a:lnTo>
                    <a:pt x="221897" y="535149"/>
                  </a:lnTo>
                  <a:lnTo>
                    <a:pt x="270510" y="539496"/>
                  </a:lnTo>
                  <a:lnTo>
                    <a:pt x="319122" y="535149"/>
                  </a:lnTo>
                  <a:lnTo>
                    <a:pt x="364880" y="522619"/>
                  </a:lnTo>
                  <a:lnTo>
                    <a:pt x="407020" y="502666"/>
                  </a:lnTo>
                  <a:lnTo>
                    <a:pt x="444776" y="476052"/>
                  </a:lnTo>
                  <a:lnTo>
                    <a:pt x="477384" y="443540"/>
                  </a:lnTo>
                  <a:lnTo>
                    <a:pt x="504077" y="405892"/>
                  </a:lnTo>
                  <a:lnTo>
                    <a:pt x="524090" y="363869"/>
                  </a:lnTo>
                  <a:lnTo>
                    <a:pt x="536660" y="318233"/>
                  </a:lnTo>
                  <a:lnTo>
                    <a:pt x="541019" y="269748"/>
                  </a:lnTo>
                  <a:lnTo>
                    <a:pt x="536660" y="221262"/>
                  </a:lnTo>
                  <a:lnTo>
                    <a:pt x="524090" y="175626"/>
                  </a:lnTo>
                  <a:lnTo>
                    <a:pt x="504077" y="133604"/>
                  </a:lnTo>
                  <a:lnTo>
                    <a:pt x="477384" y="95955"/>
                  </a:lnTo>
                  <a:lnTo>
                    <a:pt x="444776" y="63443"/>
                  </a:lnTo>
                  <a:lnTo>
                    <a:pt x="407020" y="36830"/>
                  </a:lnTo>
                  <a:lnTo>
                    <a:pt x="364880" y="16876"/>
                  </a:lnTo>
                  <a:lnTo>
                    <a:pt x="319122" y="4346"/>
                  </a:lnTo>
                  <a:lnTo>
                    <a:pt x="270510" y="0"/>
                  </a:lnTo>
                  <a:close/>
                </a:path>
              </a:pathLst>
            </a:custGeom>
            <a:solidFill>
              <a:srgbClr val="CFE1F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2284476" y="2753867"/>
              <a:ext cx="541020" cy="539750"/>
            </a:xfrm>
            <a:custGeom>
              <a:avLst/>
              <a:gdLst/>
              <a:ahLst/>
              <a:cxnLst/>
              <a:rect l="l" t="t" r="r" b="b"/>
              <a:pathLst>
                <a:path w="541019" h="539750">
                  <a:moveTo>
                    <a:pt x="0" y="269748"/>
                  </a:moveTo>
                  <a:lnTo>
                    <a:pt x="4359" y="221262"/>
                  </a:lnTo>
                  <a:lnTo>
                    <a:pt x="16929" y="175626"/>
                  </a:lnTo>
                  <a:lnTo>
                    <a:pt x="36942" y="133604"/>
                  </a:lnTo>
                  <a:lnTo>
                    <a:pt x="63635" y="95955"/>
                  </a:lnTo>
                  <a:lnTo>
                    <a:pt x="96243" y="63443"/>
                  </a:lnTo>
                  <a:lnTo>
                    <a:pt x="133999" y="36830"/>
                  </a:lnTo>
                  <a:lnTo>
                    <a:pt x="176139" y="16876"/>
                  </a:lnTo>
                  <a:lnTo>
                    <a:pt x="221897" y="4346"/>
                  </a:lnTo>
                  <a:lnTo>
                    <a:pt x="270510" y="0"/>
                  </a:lnTo>
                  <a:lnTo>
                    <a:pt x="319122" y="4346"/>
                  </a:lnTo>
                  <a:lnTo>
                    <a:pt x="364880" y="16876"/>
                  </a:lnTo>
                  <a:lnTo>
                    <a:pt x="407020" y="36830"/>
                  </a:lnTo>
                  <a:lnTo>
                    <a:pt x="444776" y="63443"/>
                  </a:lnTo>
                  <a:lnTo>
                    <a:pt x="477384" y="95955"/>
                  </a:lnTo>
                  <a:lnTo>
                    <a:pt x="504077" y="133604"/>
                  </a:lnTo>
                  <a:lnTo>
                    <a:pt x="524090" y="175626"/>
                  </a:lnTo>
                  <a:lnTo>
                    <a:pt x="536660" y="221262"/>
                  </a:lnTo>
                  <a:lnTo>
                    <a:pt x="541019" y="269748"/>
                  </a:lnTo>
                  <a:lnTo>
                    <a:pt x="536660" y="318233"/>
                  </a:lnTo>
                  <a:lnTo>
                    <a:pt x="524090" y="363869"/>
                  </a:lnTo>
                  <a:lnTo>
                    <a:pt x="504077" y="405892"/>
                  </a:lnTo>
                  <a:lnTo>
                    <a:pt x="477384" y="443540"/>
                  </a:lnTo>
                  <a:lnTo>
                    <a:pt x="444776" y="476052"/>
                  </a:lnTo>
                  <a:lnTo>
                    <a:pt x="407020" y="502666"/>
                  </a:lnTo>
                  <a:lnTo>
                    <a:pt x="364880" y="522619"/>
                  </a:lnTo>
                  <a:lnTo>
                    <a:pt x="319122" y="535149"/>
                  </a:lnTo>
                  <a:lnTo>
                    <a:pt x="270510" y="539496"/>
                  </a:lnTo>
                  <a:lnTo>
                    <a:pt x="221897" y="535149"/>
                  </a:lnTo>
                  <a:lnTo>
                    <a:pt x="176139" y="522619"/>
                  </a:lnTo>
                  <a:lnTo>
                    <a:pt x="133999" y="502665"/>
                  </a:lnTo>
                  <a:lnTo>
                    <a:pt x="96243" y="476052"/>
                  </a:lnTo>
                  <a:lnTo>
                    <a:pt x="63635" y="443540"/>
                  </a:lnTo>
                  <a:lnTo>
                    <a:pt x="36942" y="405891"/>
                  </a:lnTo>
                  <a:lnTo>
                    <a:pt x="16929" y="363869"/>
                  </a:lnTo>
                  <a:lnTo>
                    <a:pt x="4359" y="318233"/>
                  </a:lnTo>
                  <a:lnTo>
                    <a:pt x="0" y="269748"/>
                  </a:lnTo>
                  <a:close/>
                </a:path>
              </a:pathLst>
            </a:custGeom>
            <a:ln w="9143">
              <a:solidFill>
                <a:srgbClr val="44536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4114800" y="2359151"/>
              <a:ext cx="541020" cy="541020"/>
            </a:xfrm>
            <a:custGeom>
              <a:avLst/>
              <a:gdLst/>
              <a:ahLst/>
              <a:cxnLst/>
              <a:rect l="l" t="t" r="r" b="b"/>
              <a:pathLst>
                <a:path w="541020" h="541019">
                  <a:moveTo>
                    <a:pt x="270510" y="0"/>
                  </a:moveTo>
                  <a:lnTo>
                    <a:pt x="221897" y="4359"/>
                  </a:lnTo>
                  <a:lnTo>
                    <a:pt x="176139" y="16929"/>
                  </a:lnTo>
                  <a:lnTo>
                    <a:pt x="133999" y="36942"/>
                  </a:lnTo>
                  <a:lnTo>
                    <a:pt x="96243" y="63635"/>
                  </a:lnTo>
                  <a:lnTo>
                    <a:pt x="63635" y="96243"/>
                  </a:lnTo>
                  <a:lnTo>
                    <a:pt x="36942" y="133999"/>
                  </a:lnTo>
                  <a:lnTo>
                    <a:pt x="16929" y="176139"/>
                  </a:lnTo>
                  <a:lnTo>
                    <a:pt x="4359" y="221897"/>
                  </a:lnTo>
                  <a:lnTo>
                    <a:pt x="0" y="270510"/>
                  </a:lnTo>
                  <a:lnTo>
                    <a:pt x="4359" y="319122"/>
                  </a:lnTo>
                  <a:lnTo>
                    <a:pt x="16929" y="364880"/>
                  </a:lnTo>
                  <a:lnTo>
                    <a:pt x="36942" y="407020"/>
                  </a:lnTo>
                  <a:lnTo>
                    <a:pt x="63635" y="444776"/>
                  </a:lnTo>
                  <a:lnTo>
                    <a:pt x="96243" y="477384"/>
                  </a:lnTo>
                  <a:lnTo>
                    <a:pt x="133999" y="504077"/>
                  </a:lnTo>
                  <a:lnTo>
                    <a:pt x="176139" y="524090"/>
                  </a:lnTo>
                  <a:lnTo>
                    <a:pt x="221897" y="536660"/>
                  </a:lnTo>
                  <a:lnTo>
                    <a:pt x="270510" y="541020"/>
                  </a:lnTo>
                  <a:lnTo>
                    <a:pt x="319122" y="536660"/>
                  </a:lnTo>
                  <a:lnTo>
                    <a:pt x="364880" y="524090"/>
                  </a:lnTo>
                  <a:lnTo>
                    <a:pt x="407020" y="504077"/>
                  </a:lnTo>
                  <a:lnTo>
                    <a:pt x="444776" y="477384"/>
                  </a:lnTo>
                  <a:lnTo>
                    <a:pt x="477384" y="444776"/>
                  </a:lnTo>
                  <a:lnTo>
                    <a:pt x="504077" y="407020"/>
                  </a:lnTo>
                  <a:lnTo>
                    <a:pt x="524090" y="364880"/>
                  </a:lnTo>
                  <a:lnTo>
                    <a:pt x="536660" y="319122"/>
                  </a:lnTo>
                  <a:lnTo>
                    <a:pt x="541020" y="270510"/>
                  </a:lnTo>
                  <a:lnTo>
                    <a:pt x="536660" y="221897"/>
                  </a:lnTo>
                  <a:lnTo>
                    <a:pt x="524090" y="176139"/>
                  </a:lnTo>
                  <a:lnTo>
                    <a:pt x="504077" y="133999"/>
                  </a:lnTo>
                  <a:lnTo>
                    <a:pt x="477384" y="96243"/>
                  </a:lnTo>
                  <a:lnTo>
                    <a:pt x="444776" y="63635"/>
                  </a:lnTo>
                  <a:lnTo>
                    <a:pt x="407020" y="36942"/>
                  </a:lnTo>
                  <a:lnTo>
                    <a:pt x="364880" y="16929"/>
                  </a:lnTo>
                  <a:lnTo>
                    <a:pt x="319122" y="4359"/>
                  </a:lnTo>
                  <a:lnTo>
                    <a:pt x="270510" y="0"/>
                  </a:lnTo>
                  <a:close/>
                </a:path>
              </a:pathLst>
            </a:custGeom>
            <a:solidFill>
              <a:srgbClr val="FF0000">
                <a:alpha val="19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4114800" y="2359151"/>
              <a:ext cx="541020" cy="541020"/>
            </a:xfrm>
            <a:custGeom>
              <a:avLst/>
              <a:gdLst/>
              <a:ahLst/>
              <a:cxnLst/>
              <a:rect l="l" t="t" r="r" b="b"/>
              <a:pathLst>
                <a:path w="541020" h="541019">
                  <a:moveTo>
                    <a:pt x="0" y="270510"/>
                  </a:moveTo>
                  <a:lnTo>
                    <a:pt x="4359" y="221897"/>
                  </a:lnTo>
                  <a:lnTo>
                    <a:pt x="16929" y="176139"/>
                  </a:lnTo>
                  <a:lnTo>
                    <a:pt x="36942" y="133999"/>
                  </a:lnTo>
                  <a:lnTo>
                    <a:pt x="63635" y="96243"/>
                  </a:lnTo>
                  <a:lnTo>
                    <a:pt x="96243" y="63635"/>
                  </a:lnTo>
                  <a:lnTo>
                    <a:pt x="133999" y="36942"/>
                  </a:lnTo>
                  <a:lnTo>
                    <a:pt x="176139" y="16929"/>
                  </a:lnTo>
                  <a:lnTo>
                    <a:pt x="221897" y="4359"/>
                  </a:lnTo>
                  <a:lnTo>
                    <a:pt x="270510" y="0"/>
                  </a:lnTo>
                  <a:lnTo>
                    <a:pt x="319122" y="4359"/>
                  </a:lnTo>
                  <a:lnTo>
                    <a:pt x="364880" y="16929"/>
                  </a:lnTo>
                  <a:lnTo>
                    <a:pt x="407020" y="36942"/>
                  </a:lnTo>
                  <a:lnTo>
                    <a:pt x="444776" y="63635"/>
                  </a:lnTo>
                  <a:lnTo>
                    <a:pt x="477384" y="96243"/>
                  </a:lnTo>
                  <a:lnTo>
                    <a:pt x="504077" y="133999"/>
                  </a:lnTo>
                  <a:lnTo>
                    <a:pt x="524090" y="176139"/>
                  </a:lnTo>
                  <a:lnTo>
                    <a:pt x="536660" y="221897"/>
                  </a:lnTo>
                  <a:lnTo>
                    <a:pt x="541020" y="270510"/>
                  </a:lnTo>
                  <a:lnTo>
                    <a:pt x="536660" y="319122"/>
                  </a:lnTo>
                  <a:lnTo>
                    <a:pt x="524090" y="364880"/>
                  </a:lnTo>
                  <a:lnTo>
                    <a:pt x="504077" y="407020"/>
                  </a:lnTo>
                  <a:lnTo>
                    <a:pt x="477384" y="444776"/>
                  </a:lnTo>
                  <a:lnTo>
                    <a:pt x="444776" y="477384"/>
                  </a:lnTo>
                  <a:lnTo>
                    <a:pt x="407020" y="504077"/>
                  </a:lnTo>
                  <a:lnTo>
                    <a:pt x="364880" y="524090"/>
                  </a:lnTo>
                  <a:lnTo>
                    <a:pt x="319122" y="536660"/>
                  </a:lnTo>
                  <a:lnTo>
                    <a:pt x="270510" y="541020"/>
                  </a:lnTo>
                  <a:lnTo>
                    <a:pt x="221897" y="536660"/>
                  </a:lnTo>
                  <a:lnTo>
                    <a:pt x="176139" y="524090"/>
                  </a:lnTo>
                  <a:lnTo>
                    <a:pt x="133999" y="504077"/>
                  </a:lnTo>
                  <a:lnTo>
                    <a:pt x="96243" y="477384"/>
                  </a:lnTo>
                  <a:lnTo>
                    <a:pt x="63635" y="444776"/>
                  </a:lnTo>
                  <a:lnTo>
                    <a:pt x="36942" y="407020"/>
                  </a:lnTo>
                  <a:lnTo>
                    <a:pt x="16929" y="364880"/>
                  </a:lnTo>
                  <a:lnTo>
                    <a:pt x="4359" y="319122"/>
                  </a:lnTo>
                  <a:lnTo>
                    <a:pt x="0" y="270510"/>
                  </a:lnTo>
                  <a:close/>
                </a:path>
              </a:pathLst>
            </a:custGeom>
            <a:ln w="9144">
              <a:solidFill>
                <a:srgbClr val="44536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2823591" y="2614675"/>
              <a:ext cx="1292860" cy="414655"/>
            </a:xfrm>
            <a:custGeom>
              <a:avLst/>
              <a:gdLst/>
              <a:ahLst/>
              <a:cxnLst/>
              <a:rect l="l" t="t" r="r" b="b"/>
              <a:pathLst>
                <a:path w="1292860" h="414655">
                  <a:moveTo>
                    <a:pt x="1217592" y="30378"/>
                  </a:moveTo>
                  <a:lnTo>
                    <a:pt x="0" y="402082"/>
                  </a:lnTo>
                  <a:lnTo>
                    <a:pt x="3809" y="414147"/>
                  </a:lnTo>
                  <a:lnTo>
                    <a:pt x="1221326" y="42554"/>
                  </a:lnTo>
                  <a:lnTo>
                    <a:pt x="1217592" y="30378"/>
                  </a:lnTo>
                  <a:close/>
                </a:path>
                <a:path w="1292860" h="414655">
                  <a:moveTo>
                    <a:pt x="1279259" y="26670"/>
                  </a:moveTo>
                  <a:lnTo>
                    <a:pt x="1229741" y="26670"/>
                  </a:lnTo>
                  <a:lnTo>
                    <a:pt x="1233423" y="38862"/>
                  </a:lnTo>
                  <a:lnTo>
                    <a:pt x="1221326" y="42554"/>
                  </a:lnTo>
                  <a:lnTo>
                    <a:pt x="1230630" y="72898"/>
                  </a:lnTo>
                  <a:lnTo>
                    <a:pt x="1279259" y="26670"/>
                  </a:lnTo>
                  <a:close/>
                </a:path>
                <a:path w="1292860" h="414655">
                  <a:moveTo>
                    <a:pt x="1229741" y="26670"/>
                  </a:moveTo>
                  <a:lnTo>
                    <a:pt x="1217592" y="30378"/>
                  </a:lnTo>
                  <a:lnTo>
                    <a:pt x="1221326" y="42554"/>
                  </a:lnTo>
                  <a:lnTo>
                    <a:pt x="1233423" y="38862"/>
                  </a:lnTo>
                  <a:lnTo>
                    <a:pt x="1229741" y="26670"/>
                  </a:lnTo>
                  <a:close/>
                </a:path>
                <a:path w="1292860" h="414655">
                  <a:moveTo>
                    <a:pt x="1208278" y="0"/>
                  </a:moveTo>
                  <a:lnTo>
                    <a:pt x="1217592" y="30378"/>
                  </a:lnTo>
                  <a:lnTo>
                    <a:pt x="1229741" y="26670"/>
                  </a:lnTo>
                  <a:lnTo>
                    <a:pt x="1279259" y="26670"/>
                  </a:lnTo>
                  <a:lnTo>
                    <a:pt x="1292351" y="14224"/>
                  </a:lnTo>
                  <a:lnTo>
                    <a:pt x="1208278" y="0"/>
                  </a:lnTo>
                  <a:close/>
                </a:path>
              </a:pathLst>
            </a:custGeom>
            <a:solidFill>
              <a:srgbClr val="58585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2284476" y="3512819"/>
              <a:ext cx="541020" cy="544195"/>
            </a:xfrm>
            <a:custGeom>
              <a:avLst/>
              <a:gdLst/>
              <a:ahLst/>
              <a:cxnLst/>
              <a:rect l="l" t="t" r="r" b="b"/>
              <a:pathLst>
                <a:path w="541019" h="544195">
                  <a:moveTo>
                    <a:pt x="270510" y="0"/>
                  </a:moveTo>
                  <a:lnTo>
                    <a:pt x="221897" y="4382"/>
                  </a:lnTo>
                  <a:lnTo>
                    <a:pt x="176139" y="17019"/>
                  </a:lnTo>
                  <a:lnTo>
                    <a:pt x="133999" y="37140"/>
                  </a:lnTo>
                  <a:lnTo>
                    <a:pt x="96243" y="63978"/>
                  </a:lnTo>
                  <a:lnTo>
                    <a:pt x="63635" y="96765"/>
                  </a:lnTo>
                  <a:lnTo>
                    <a:pt x="36942" y="134732"/>
                  </a:lnTo>
                  <a:lnTo>
                    <a:pt x="16929" y="177112"/>
                  </a:lnTo>
                  <a:lnTo>
                    <a:pt x="4359" y="223135"/>
                  </a:lnTo>
                  <a:lnTo>
                    <a:pt x="0" y="272033"/>
                  </a:lnTo>
                  <a:lnTo>
                    <a:pt x="4359" y="320932"/>
                  </a:lnTo>
                  <a:lnTo>
                    <a:pt x="16929" y="366955"/>
                  </a:lnTo>
                  <a:lnTo>
                    <a:pt x="36942" y="409335"/>
                  </a:lnTo>
                  <a:lnTo>
                    <a:pt x="63635" y="447302"/>
                  </a:lnTo>
                  <a:lnTo>
                    <a:pt x="96243" y="480089"/>
                  </a:lnTo>
                  <a:lnTo>
                    <a:pt x="133999" y="506927"/>
                  </a:lnTo>
                  <a:lnTo>
                    <a:pt x="176139" y="527048"/>
                  </a:lnTo>
                  <a:lnTo>
                    <a:pt x="221897" y="539685"/>
                  </a:lnTo>
                  <a:lnTo>
                    <a:pt x="270510" y="544067"/>
                  </a:lnTo>
                  <a:lnTo>
                    <a:pt x="319122" y="539685"/>
                  </a:lnTo>
                  <a:lnTo>
                    <a:pt x="364880" y="527048"/>
                  </a:lnTo>
                  <a:lnTo>
                    <a:pt x="407020" y="506927"/>
                  </a:lnTo>
                  <a:lnTo>
                    <a:pt x="444776" y="480089"/>
                  </a:lnTo>
                  <a:lnTo>
                    <a:pt x="477384" y="447302"/>
                  </a:lnTo>
                  <a:lnTo>
                    <a:pt x="504077" y="409335"/>
                  </a:lnTo>
                  <a:lnTo>
                    <a:pt x="524090" y="366955"/>
                  </a:lnTo>
                  <a:lnTo>
                    <a:pt x="536660" y="320932"/>
                  </a:lnTo>
                  <a:lnTo>
                    <a:pt x="541019" y="272033"/>
                  </a:lnTo>
                  <a:lnTo>
                    <a:pt x="536660" y="223135"/>
                  </a:lnTo>
                  <a:lnTo>
                    <a:pt x="524090" y="177112"/>
                  </a:lnTo>
                  <a:lnTo>
                    <a:pt x="504077" y="134732"/>
                  </a:lnTo>
                  <a:lnTo>
                    <a:pt x="477384" y="96765"/>
                  </a:lnTo>
                  <a:lnTo>
                    <a:pt x="444776" y="63978"/>
                  </a:lnTo>
                  <a:lnTo>
                    <a:pt x="407020" y="37140"/>
                  </a:lnTo>
                  <a:lnTo>
                    <a:pt x="364880" y="17019"/>
                  </a:lnTo>
                  <a:lnTo>
                    <a:pt x="319122" y="4382"/>
                  </a:lnTo>
                  <a:lnTo>
                    <a:pt x="270510" y="0"/>
                  </a:lnTo>
                  <a:close/>
                </a:path>
              </a:pathLst>
            </a:custGeom>
            <a:solidFill>
              <a:srgbClr val="CFE1F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2284476" y="3512819"/>
              <a:ext cx="541020" cy="544195"/>
            </a:xfrm>
            <a:custGeom>
              <a:avLst/>
              <a:gdLst/>
              <a:ahLst/>
              <a:cxnLst/>
              <a:rect l="l" t="t" r="r" b="b"/>
              <a:pathLst>
                <a:path w="541019" h="544195">
                  <a:moveTo>
                    <a:pt x="0" y="272033"/>
                  </a:moveTo>
                  <a:lnTo>
                    <a:pt x="4359" y="223135"/>
                  </a:lnTo>
                  <a:lnTo>
                    <a:pt x="16929" y="177112"/>
                  </a:lnTo>
                  <a:lnTo>
                    <a:pt x="36942" y="134732"/>
                  </a:lnTo>
                  <a:lnTo>
                    <a:pt x="63635" y="96765"/>
                  </a:lnTo>
                  <a:lnTo>
                    <a:pt x="96243" y="63978"/>
                  </a:lnTo>
                  <a:lnTo>
                    <a:pt x="133999" y="37140"/>
                  </a:lnTo>
                  <a:lnTo>
                    <a:pt x="176139" y="17019"/>
                  </a:lnTo>
                  <a:lnTo>
                    <a:pt x="221897" y="4382"/>
                  </a:lnTo>
                  <a:lnTo>
                    <a:pt x="270510" y="0"/>
                  </a:lnTo>
                  <a:lnTo>
                    <a:pt x="319122" y="4382"/>
                  </a:lnTo>
                  <a:lnTo>
                    <a:pt x="364880" y="17019"/>
                  </a:lnTo>
                  <a:lnTo>
                    <a:pt x="407020" y="37140"/>
                  </a:lnTo>
                  <a:lnTo>
                    <a:pt x="444776" y="63978"/>
                  </a:lnTo>
                  <a:lnTo>
                    <a:pt x="477384" y="96765"/>
                  </a:lnTo>
                  <a:lnTo>
                    <a:pt x="504077" y="134732"/>
                  </a:lnTo>
                  <a:lnTo>
                    <a:pt x="524090" y="177112"/>
                  </a:lnTo>
                  <a:lnTo>
                    <a:pt x="536660" y="223135"/>
                  </a:lnTo>
                  <a:lnTo>
                    <a:pt x="541019" y="272033"/>
                  </a:lnTo>
                  <a:lnTo>
                    <a:pt x="536660" y="320932"/>
                  </a:lnTo>
                  <a:lnTo>
                    <a:pt x="524090" y="366955"/>
                  </a:lnTo>
                  <a:lnTo>
                    <a:pt x="504077" y="409335"/>
                  </a:lnTo>
                  <a:lnTo>
                    <a:pt x="477384" y="447302"/>
                  </a:lnTo>
                  <a:lnTo>
                    <a:pt x="444776" y="480089"/>
                  </a:lnTo>
                  <a:lnTo>
                    <a:pt x="407020" y="506927"/>
                  </a:lnTo>
                  <a:lnTo>
                    <a:pt x="364880" y="527048"/>
                  </a:lnTo>
                  <a:lnTo>
                    <a:pt x="319122" y="539685"/>
                  </a:lnTo>
                  <a:lnTo>
                    <a:pt x="270510" y="544067"/>
                  </a:lnTo>
                  <a:lnTo>
                    <a:pt x="221897" y="539685"/>
                  </a:lnTo>
                  <a:lnTo>
                    <a:pt x="176139" y="527048"/>
                  </a:lnTo>
                  <a:lnTo>
                    <a:pt x="133999" y="506927"/>
                  </a:lnTo>
                  <a:lnTo>
                    <a:pt x="96243" y="480089"/>
                  </a:lnTo>
                  <a:lnTo>
                    <a:pt x="63635" y="447302"/>
                  </a:lnTo>
                  <a:lnTo>
                    <a:pt x="36942" y="409335"/>
                  </a:lnTo>
                  <a:lnTo>
                    <a:pt x="16929" y="366955"/>
                  </a:lnTo>
                  <a:lnTo>
                    <a:pt x="4359" y="320932"/>
                  </a:lnTo>
                  <a:lnTo>
                    <a:pt x="0" y="272033"/>
                  </a:lnTo>
                  <a:close/>
                </a:path>
              </a:pathLst>
            </a:custGeom>
            <a:ln w="9144">
              <a:solidFill>
                <a:srgbClr val="44536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2284476" y="4280915"/>
              <a:ext cx="541020" cy="539750"/>
            </a:xfrm>
            <a:custGeom>
              <a:avLst/>
              <a:gdLst/>
              <a:ahLst/>
              <a:cxnLst/>
              <a:rect l="l" t="t" r="r" b="b"/>
              <a:pathLst>
                <a:path w="541019" h="539750">
                  <a:moveTo>
                    <a:pt x="270510" y="0"/>
                  </a:moveTo>
                  <a:lnTo>
                    <a:pt x="221897" y="4346"/>
                  </a:lnTo>
                  <a:lnTo>
                    <a:pt x="176139" y="16876"/>
                  </a:lnTo>
                  <a:lnTo>
                    <a:pt x="133999" y="36829"/>
                  </a:lnTo>
                  <a:lnTo>
                    <a:pt x="96243" y="63443"/>
                  </a:lnTo>
                  <a:lnTo>
                    <a:pt x="63635" y="95955"/>
                  </a:lnTo>
                  <a:lnTo>
                    <a:pt x="36942" y="133603"/>
                  </a:lnTo>
                  <a:lnTo>
                    <a:pt x="16929" y="175626"/>
                  </a:lnTo>
                  <a:lnTo>
                    <a:pt x="4359" y="221262"/>
                  </a:lnTo>
                  <a:lnTo>
                    <a:pt x="0" y="269747"/>
                  </a:lnTo>
                  <a:lnTo>
                    <a:pt x="4359" y="318233"/>
                  </a:lnTo>
                  <a:lnTo>
                    <a:pt x="16929" y="363869"/>
                  </a:lnTo>
                  <a:lnTo>
                    <a:pt x="36942" y="405891"/>
                  </a:lnTo>
                  <a:lnTo>
                    <a:pt x="63635" y="443540"/>
                  </a:lnTo>
                  <a:lnTo>
                    <a:pt x="96243" y="476052"/>
                  </a:lnTo>
                  <a:lnTo>
                    <a:pt x="133999" y="502665"/>
                  </a:lnTo>
                  <a:lnTo>
                    <a:pt x="176139" y="522619"/>
                  </a:lnTo>
                  <a:lnTo>
                    <a:pt x="221897" y="535149"/>
                  </a:lnTo>
                  <a:lnTo>
                    <a:pt x="270510" y="539495"/>
                  </a:lnTo>
                  <a:lnTo>
                    <a:pt x="319122" y="535149"/>
                  </a:lnTo>
                  <a:lnTo>
                    <a:pt x="364880" y="522619"/>
                  </a:lnTo>
                  <a:lnTo>
                    <a:pt x="407020" y="502665"/>
                  </a:lnTo>
                  <a:lnTo>
                    <a:pt x="444776" y="476052"/>
                  </a:lnTo>
                  <a:lnTo>
                    <a:pt x="477384" y="443540"/>
                  </a:lnTo>
                  <a:lnTo>
                    <a:pt x="504077" y="405891"/>
                  </a:lnTo>
                  <a:lnTo>
                    <a:pt x="524090" y="363869"/>
                  </a:lnTo>
                  <a:lnTo>
                    <a:pt x="536660" y="318233"/>
                  </a:lnTo>
                  <a:lnTo>
                    <a:pt x="541019" y="269747"/>
                  </a:lnTo>
                  <a:lnTo>
                    <a:pt x="536660" y="221262"/>
                  </a:lnTo>
                  <a:lnTo>
                    <a:pt x="524090" y="175626"/>
                  </a:lnTo>
                  <a:lnTo>
                    <a:pt x="504077" y="133604"/>
                  </a:lnTo>
                  <a:lnTo>
                    <a:pt x="477384" y="95955"/>
                  </a:lnTo>
                  <a:lnTo>
                    <a:pt x="444776" y="63443"/>
                  </a:lnTo>
                  <a:lnTo>
                    <a:pt x="407020" y="36830"/>
                  </a:lnTo>
                  <a:lnTo>
                    <a:pt x="364880" y="16876"/>
                  </a:lnTo>
                  <a:lnTo>
                    <a:pt x="319122" y="4346"/>
                  </a:lnTo>
                  <a:lnTo>
                    <a:pt x="270510" y="0"/>
                  </a:lnTo>
                  <a:close/>
                </a:path>
              </a:pathLst>
            </a:custGeom>
            <a:solidFill>
              <a:srgbClr val="CFE1F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2284476" y="4280915"/>
              <a:ext cx="541020" cy="539750"/>
            </a:xfrm>
            <a:custGeom>
              <a:avLst/>
              <a:gdLst/>
              <a:ahLst/>
              <a:cxnLst/>
              <a:rect l="l" t="t" r="r" b="b"/>
              <a:pathLst>
                <a:path w="541019" h="539750">
                  <a:moveTo>
                    <a:pt x="0" y="269747"/>
                  </a:moveTo>
                  <a:lnTo>
                    <a:pt x="4359" y="221262"/>
                  </a:lnTo>
                  <a:lnTo>
                    <a:pt x="16929" y="175626"/>
                  </a:lnTo>
                  <a:lnTo>
                    <a:pt x="36942" y="133603"/>
                  </a:lnTo>
                  <a:lnTo>
                    <a:pt x="63635" y="95955"/>
                  </a:lnTo>
                  <a:lnTo>
                    <a:pt x="96243" y="63443"/>
                  </a:lnTo>
                  <a:lnTo>
                    <a:pt x="133999" y="36829"/>
                  </a:lnTo>
                  <a:lnTo>
                    <a:pt x="176139" y="16876"/>
                  </a:lnTo>
                  <a:lnTo>
                    <a:pt x="221897" y="4346"/>
                  </a:lnTo>
                  <a:lnTo>
                    <a:pt x="270510" y="0"/>
                  </a:lnTo>
                  <a:lnTo>
                    <a:pt x="319122" y="4346"/>
                  </a:lnTo>
                  <a:lnTo>
                    <a:pt x="364880" y="16876"/>
                  </a:lnTo>
                  <a:lnTo>
                    <a:pt x="407020" y="36830"/>
                  </a:lnTo>
                  <a:lnTo>
                    <a:pt x="444776" y="63443"/>
                  </a:lnTo>
                  <a:lnTo>
                    <a:pt x="477384" y="95955"/>
                  </a:lnTo>
                  <a:lnTo>
                    <a:pt x="504077" y="133604"/>
                  </a:lnTo>
                  <a:lnTo>
                    <a:pt x="524090" y="175626"/>
                  </a:lnTo>
                  <a:lnTo>
                    <a:pt x="536660" y="221262"/>
                  </a:lnTo>
                  <a:lnTo>
                    <a:pt x="541019" y="269747"/>
                  </a:lnTo>
                  <a:lnTo>
                    <a:pt x="536660" y="318233"/>
                  </a:lnTo>
                  <a:lnTo>
                    <a:pt x="524090" y="363869"/>
                  </a:lnTo>
                  <a:lnTo>
                    <a:pt x="504077" y="405891"/>
                  </a:lnTo>
                  <a:lnTo>
                    <a:pt x="477384" y="443540"/>
                  </a:lnTo>
                  <a:lnTo>
                    <a:pt x="444776" y="476052"/>
                  </a:lnTo>
                  <a:lnTo>
                    <a:pt x="407020" y="502665"/>
                  </a:lnTo>
                  <a:lnTo>
                    <a:pt x="364880" y="522619"/>
                  </a:lnTo>
                  <a:lnTo>
                    <a:pt x="319122" y="535149"/>
                  </a:lnTo>
                  <a:lnTo>
                    <a:pt x="270510" y="539495"/>
                  </a:lnTo>
                  <a:lnTo>
                    <a:pt x="221897" y="535149"/>
                  </a:lnTo>
                  <a:lnTo>
                    <a:pt x="176139" y="522619"/>
                  </a:lnTo>
                  <a:lnTo>
                    <a:pt x="133999" y="502665"/>
                  </a:lnTo>
                  <a:lnTo>
                    <a:pt x="96243" y="476052"/>
                  </a:lnTo>
                  <a:lnTo>
                    <a:pt x="63635" y="443540"/>
                  </a:lnTo>
                  <a:lnTo>
                    <a:pt x="36942" y="405891"/>
                  </a:lnTo>
                  <a:lnTo>
                    <a:pt x="16929" y="363869"/>
                  </a:lnTo>
                  <a:lnTo>
                    <a:pt x="4359" y="318233"/>
                  </a:lnTo>
                  <a:lnTo>
                    <a:pt x="0" y="269747"/>
                  </a:lnTo>
                  <a:close/>
                </a:path>
              </a:pathLst>
            </a:custGeom>
            <a:ln w="9144">
              <a:solidFill>
                <a:srgbClr val="44536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0" name="object 20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4114800" y="3886199"/>
              <a:ext cx="541020" cy="541019"/>
            </a:xfrm>
            <a:prstGeom prst="rect">
              <a:avLst/>
            </a:prstGeom>
          </p:spPr>
        </p:pic>
        <p:sp>
          <p:nvSpPr>
            <p:cNvPr id="21" name="object 21"/>
            <p:cNvSpPr/>
            <p:nvPr/>
          </p:nvSpPr>
          <p:spPr>
            <a:xfrm>
              <a:off x="4114800" y="3886199"/>
              <a:ext cx="541020" cy="541020"/>
            </a:xfrm>
            <a:custGeom>
              <a:avLst/>
              <a:gdLst/>
              <a:ahLst/>
              <a:cxnLst/>
              <a:rect l="l" t="t" r="r" b="b"/>
              <a:pathLst>
                <a:path w="541020" h="541020">
                  <a:moveTo>
                    <a:pt x="0" y="270510"/>
                  </a:moveTo>
                  <a:lnTo>
                    <a:pt x="4359" y="221897"/>
                  </a:lnTo>
                  <a:lnTo>
                    <a:pt x="16929" y="176139"/>
                  </a:lnTo>
                  <a:lnTo>
                    <a:pt x="36942" y="133999"/>
                  </a:lnTo>
                  <a:lnTo>
                    <a:pt x="63635" y="96243"/>
                  </a:lnTo>
                  <a:lnTo>
                    <a:pt x="96243" y="63635"/>
                  </a:lnTo>
                  <a:lnTo>
                    <a:pt x="133999" y="36942"/>
                  </a:lnTo>
                  <a:lnTo>
                    <a:pt x="176139" y="16929"/>
                  </a:lnTo>
                  <a:lnTo>
                    <a:pt x="221897" y="4359"/>
                  </a:lnTo>
                  <a:lnTo>
                    <a:pt x="270510" y="0"/>
                  </a:lnTo>
                  <a:lnTo>
                    <a:pt x="319122" y="4359"/>
                  </a:lnTo>
                  <a:lnTo>
                    <a:pt x="364880" y="16929"/>
                  </a:lnTo>
                  <a:lnTo>
                    <a:pt x="407020" y="36942"/>
                  </a:lnTo>
                  <a:lnTo>
                    <a:pt x="444776" y="63635"/>
                  </a:lnTo>
                  <a:lnTo>
                    <a:pt x="477384" y="96243"/>
                  </a:lnTo>
                  <a:lnTo>
                    <a:pt x="504077" y="133999"/>
                  </a:lnTo>
                  <a:lnTo>
                    <a:pt x="524090" y="176139"/>
                  </a:lnTo>
                  <a:lnTo>
                    <a:pt x="536660" y="221897"/>
                  </a:lnTo>
                  <a:lnTo>
                    <a:pt x="541020" y="270510"/>
                  </a:lnTo>
                  <a:lnTo>
                    <a:pt x="536660" y="319122"/>
                  </a:lnTo>
                  <a:lnTo>
                    <a:pt x="524090" y="364880"/>
                  </a:lnTo>
                  <a:lnTo>
                    <a:pt x="504077" y="407020"/>
                  </a:lnTo>
                  <a:lnTo>
                    <a:pt x="477384" y="444776"/>
                  </a:lnTo>
                  <a:lnTo>
                    <a:pt x="444776" y="477384"/>
                  </a:lnTo>
                  <a:lnTo>
                    <a:pt x="407020" y="504077"/>
                  </a:lnTo>
                  <a:lnTo>
                    <a:pt x="364880" y="524090"/>
                  </a:lnTo>
                  <a:lnTo>
                    <a:pt x="319122" y="536660"/>
                  </a:lnTo>
                  <a:lnTo>
                    <a:pt x="270510" y="541019"/>
                  </a:lnTo>
                  <a:lnTo>
                    <a:pt x="221897" y="536660"/>
                  </a:lnTo>
                  <a:lnTo>
                    <a:pt x="176139" y="524090"/>
                  </a:lnTo>
                  <a:lnTo>
                    <a:pt x="133999" y="504077"/>
                  </a:lnTo>
                  <a:lnTo>
                    <a:pt x="96243" y="477384"/>
                  </a:lnTo>
                  <a:lnTo>
                    <a:pt x="63635" y="444776"/>
                  </a:lnTo>
                  <a:lnTo>
                    <a:pt x="36942" y="407020"/>
                  </a:lnTo>
                  <a:lnTo>
                    <a:pt x="16929" y="364880"/>
                  </a:lnTo>
                  <a:lnTo>
                    <a:pt x="4359" y="319122"/>
                  </a:lnTo>
                  <a:lnTo>
                    <a:pt x="0" y="270510"/>
                  </a:lnTo>
                  <a:close/>
                </a:path>
              </a:pathLst>
            </a:custGeom>
            <a:ln w="9144">
              <a:solidFill>
                <a:srgbClr val="44536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4090416" y="4689347"/>
              <a:ext cx="539750" cy="539750"/>
            </a:xfrm>
            <a:custGeom>
              <a:avLst/>
              <a:gdLst/>
              <a:ahLst/>
              <a:cxnLst/>
              <a:rect l="l" t="t" r="r" b="b"/>
              <a:pathLst>
                <a:path w="539750" h="539750">
                  <a:moveTo>
                    <a:pt x="269748" y="0"/>
                  </a:moveTo>
                  <a:lnTo>
                    <a:pt x="221262" y="4346"/>
                  </a:lnTo>
                  <a:lnTo>
                    <a:pt x="175626" y="16876"/>
                  </a:lnTo>
                  <a:lnTo>
                    <a:pt x="133604" y="36830"/>
                  </a:lnTo>
                  <a:lnTo>
                    <a:pt x="95955" y="63443"/>
                  </a:lnTo>
                  <a:lnTo>
                    <a:pt x="63443" y="95955"/>
                  </a:lnTo>
                  <a:lnTo>
                    <a:pt x="36830" y="133604"/>
                  </a:lnTo>
                  <a:lnTo>
                    <a:pt x="16876" y="175626"/>
                  </a:lnTo>
                  <a:lnTo>
                    <a:pt x="4346" y="221262"/>
                  </a:lnTo>
                  <a:lnTo>
                    <a:pt x="0" y="269747"/>
                  </a:lnTo>
                  <a:lnTo>
                    <a:pt x="4346" y="318233"/>
                  </a:lnTo>
                  <a:lnTo>
                    <a:pt x="16876" y="363869"/>
                  </a:lnTo>
                  <a:lnTo>
                    <a:pt x="36829" y="405891"/>
                  </a:lnTo>
                  <a:lnTo>
                    <a:pt x="63443" y="443540"/>
                  </a:lnTo>
                  <a:lnTo>
                    <a:pt x="95955" y="476052"/>
                  </a:lnTo>
                  <a:lnTo>
                    <a:pt x="133603" y="502665"/>
                  </a:lnTo>
                  <a:lnTo>
                    <a:pt x="175626" y="522619"/>
                  </a:lnTo>
                  <a:lnTo>
                    <a:pt x="221262" y="535149"/>
                  </a:lnTo>
                  <a:lnTo>
                    <a:pt x="269748" y="539495"/>
                  </a:lnTo>
                  <a:lnTo>
                    <a:pt x="318233" y="535149"/>
                  </a:lnTo>
                  <a:lnTo>
                    <a:pt x="363869" y="522619"/>
                  </a:lnTo>
                  <a:lnTo>
                    <a:pt x="405891" y="502666"/>
                  </a:lnTo>
                  <a:lnTo>
                    <a:pt x="443540" y="476052"/>
                  </a:lnTo>
                  <a:lnTo>
                    <a:pt x="476052" y="443540"/>
                  </a:lnTo>
                  <a:lnTo>
                    <a:pt x="502665" y="405892"/>
                  </a:lnTo>
                  <a:lnTo>
                    <a:pt x="522619" y="363869"/>
                  </a:lnTo>
                  <a:lnTo>
                    <a:pt x="535149" y="318233"/>
                  </a:lnTo>
                  <a:lnTo>
                    <a:pt x="539496" y="269747"/>
                  </a:lnTo>
                  <a:lnTo>
                    <a:pt x="535149" y="221262"/>
                  </a:lnTo>
                  <a:lnTo>
                    <a:pt x="522619" y="175626"/>
                  </a:lnTo>
                  <a:lnTo>
                    <a:pt x="502666" y="133604"/>
                  </a:lnTo>
                  <a:lnTo>
                    <a:pt x="476052" y="95955"/>
                  </a:lnTo>
                  <a:lnTo>
                    <a:pt x="443540" y="63443"/>
                  </a:lnTo>
                  <a:lnTo>
                    <a:pt x="405892" y="36830"/>
                  </a:lnTo>
                  <a:lnTo>
                    <a:pt x="363869" y="16876"/>
                  </a:lnTo>
                  <a:lnTo>
                    <a:pt x="318233" y="4346"/>
                  </a:lnTo>
                  <a:lnTo>
                    <a:pt x="269748" y="0"/>
                  </a:lnTo>
                  <a:close/>
                </a:path>
              </a:pathLst>
            </a:custGeom>
            <a:solidFill>
              <a:srgbClr val="FF0000">
                <a:alpha val="19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4090416" y="4689347"/>
              <a:ext cx="539750" cy="539750"/>
            </a:xfrm>
            <a:custGeom>
              <a:avLst/>
              <a:gdLst/>
              <a:ahLst/>
              <a:cxnLst/>
              <a:rect l="l" t="t" r="r" b="b"/>
              <a:pathLst>
                <a:path w="539750" h="539750">
                  <a:moveTo>
                    <a:pt x="0" y="269747"/>
                  </a:moveTo>
                  <a:lnTo>
                    <a:pt x="4346" y="221262"/>
                  </a:lnTo>
                  <a:lnTo>
                    <a:pt x="16876" y="175626"/>
                  </a:lnTo>
                  <a:lnTo>
                    <a:pt x="36830" y="133604"/>
                  </a:lnTo>
                  <a:lnTo>
                    <a:pt x="63443" y="95955"/>
                  </a:lnTo>
                  <a:lnTo>
                    <a:pt x="95955" y="63443"/>
                  </a:lnTo>
                  <a:lnTo>
                    <a:pt x="133604" y="36830"/>
                  </a:lnTo>
                  <a:lnTo>
                    <a:pt x="175626" y="16876"/>
                  </a:lnTo>
                  <a:lnTo>
                    <a:pt x="221262" y="4346"/>
                  </a:lnTo>
                  <a:lnTo>
                    <a:pt x="269748" y="0"/>
                  </a:lnTo>
                  <a:lnTo>
                    <a:pt x="318233" y="4346"/>
                  </a:lnTo>
                  <a:lnTo>
                    <a:pt x="363869" y="16876"/>
                  </a:lnTo>
                  <a:lnTo>
                    <a:pt x="405892" y="36830"/>
                  </a:lnTo>
                  <a:lnTo>
                    <a:pt x="443540" y="63443"/>
                  </a:lnTo>
                  <a:lnTo>
                    <a:pt x="476052" y="95955"/>
                  </a:lnTo>
                  <a:lnTo>
                    <a:pt x="502666" y="133604"/>
                  </a:lnTo>
                  <a:lnTo>
                    <a:pt x="522619" y="175626"/>
                  </a:lnTo>
                  <a:lnTo>
                    <a:pt x="535149" y="221262"/>
                  </a:lnTo>
                  <a:lnTo>
                    <a:pt x="539496" y="269747"/>
                  </a:lnTo>
                  <a:lnTo>
                    <a:pt x="535149" y="318233"/>
                  </a:lnTo>
                  <a:lnTo>
                    <a:pt x="522619" y="363869"/>
                  </a:lnTo>
                  <a:lnTo>
                    <a:pt x="502665" y="405892"/>
                  </a:lnTo>
                  <a:lnTo>
                    <a:pt x="476052" y="443540"/>
                  </a:lnTo>
                  <a:lnTo>
                    <a:pt x="443540" y="476052"/>
                  </a:lnTo>
                  <a:lnTo>
                    <a:pt x="405891" y="502666"/>
                  </a:lnTo>
                  <a:lnTo>
                    <a:pt x="363869" y="522619"/>
                  </a:lnTo>
                  <a:lnTo>
                    <a:pt x="318233" y="535149"/>
                  </a:lnTo>
                  <a:lnTo>
                    <a:pt x="269748" y="539495"/>
                  </a:lnTo>
                  <a:lnTo>
                    <a:pt x="221262" y="535149"/>
                  </a:lnTo>
                  <a:lnTo>
                    <a:pt x="175626" y="522619"/>
                  </a:lnTo>
                  <a:lnTo>
                    <a:pt x="133603" y="502665"/>
                  </a:lnTo>
                  <a:lnTo>
                    <a:pt x="95955" y="476052"/>
                  </a:lnTo>
                  <a:lnTo>
                    <a:pt x="63443" y="443540"/>
                  </a:lnTo>
                  <a:lnTo>
                    <a:pt x="36829" y="405891"/>
                  </a:lnTo>
                  <a:lnTo>
                    <a:pt x="16876" y="363869"/>
                  </a:lnTo>
                  <a:lnTo>
                    <a:pt x="4346" y="318233"/>
                  </a:lnTo>
                  <a:lnTo>
                    <a:pt x="0" y="269747"/>
                  </a:lnTo>
                  <a:close/>
                </a:path>
              </a:pathLst>
            </a:custGeom>
            <a:ln w="9144">
              <a:solidFill>
                <a:srgbClr val="44536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2821178" y="3779392"/>
              <a:ext cx="1270000" cy="1179195"/>
            </a:xfrm>
            <a:custGeom>
              <a:avLst/>
              <a:gdLst/>
              <a:ahLst/>
              <a:cxnLst/>
              <a:rect l="l" t="t" r="r" b="b"/>
              <a:pathLst>
                <a:path w="1270000" h="1179195">
                  <a:moveTo>
                    <a:pt x="1209471" y="1132037"/>
                  </a:moveTo>
                  <a:lnTo>
                    <a:pt x="1187831" y="1155318"/>
                  </a:lnTo>
                  <a:lnTo>
                    <a:pt x="1269619" y="1179194"/>
                  </a:lnTo>
                  <a:lnTo>
                    <a:pt x="1255219" y="1140713"/>
                  </a:lnTo>
                  <a:lnTo>
                    <a:pt x="1218819" y="1140713"/>
                  </a:lnTo>
                  <a:lnTo>
                    <a:pt x="1209471" y="1132037"/>
                  </a:lnTo>
                  <a:close/>
                </a:path>
                <a:path w="1270000" h="1179195">
                  <a:moveTo>
                    <a:pt x="1218098" y="1122757"/>
                  </a:moveTo>
                  <a:lnTo>
                    <a:pt x="1209471" y="1132037"/>
                  </a:lnTo>
                  <a:lnTo>
                    <a:pt x="1218819" y="1140713"/>
                  </a:lnTo>
                  <a:lnTo>
                    <a:pt x="1227455" y="1131442"/>
                  </a:lnTo>
                  <a:lnTo>
                    <a:pt x="1218098" y="1122757"/>
                  </a:lnTo>
                  <a:close/>
                </a:path>
                <a:path w="1270000" h="1179195">
                  <a:moveTo>
                    <a:pt x="1239774" y="1099438"/>
                  </a:moveTo>
                  <a:lnTo>
                    <a:pt x="1218098" y="1122757"/>
                  </a:lnTo>
                  <a:lnTo>
                    <a:pt x="1227455" y="1131442"/>
                  </a:lnTo>
                  <a:lnTo>
                    <a:pt x="1218819" y="1140713"/>
                  </a:lnTo>
                  <a:lnTo>
                    <a:pt x="1255219" y="1140713"/>
                  </a:lnTo>
                  <a:lnTo>
                    <a:pt x="1239774" y="1099438"/>
                  </a:lnTo>
                  <a:close/>
                </a:path>
                <a:path w="1270000" h="1179195">
                  <a:moveTo>
                    <a:pt x="8636" y="0"/>
                  </a:moveTo>
                  <a:lnTo>
                    <a:pt x="0" y="9397"/>
                  </a:lnTo>
                  <a:lnTo>
                    <a:pt x="1209471" y="1132037"/>
                  </a:lnTo>
                  <a:lnTo>
                    <a:pt x="1218098" y="1122757"/>
                  </a:lnTo>
                  <a:lnTo>
                    <a:pt x="8636" y="0"/>
                  </a:lnTo>
                  <a:close/>
                </a:path>
              </a:pathLst>
            </a:custGeom>
            <a:solidFill>
              <a:srgbClr val="58585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2823591" y="4544567"/>
              <a:ext cx="1267460" cy="414655"/>
            </a:xfrm>
            <a:custGeom>
              <a:avLst/>
              <a:gdLst/>
              <a:ahLst/>
              <a:cxnLst/>
              <a:rect l="l" t="t" r="r" b="b"/>
              <a:pathLst>
                <a:path w="1267460" h="414654">
                  <a:moveTo>
                    <a:pt x="1180810" y="393390"/>
                  </a:moveTo>
                  <a:lnTo>
                    <a:pt x="1138555" y="399795"/>
                  </a:lnTo>
                  <a:lnTo>
                    <a:pt x="1267206" y="414654"/>
                  </a:lnTo>
                  <a:lnTo>
                    <a:pt x="1236111" y="397255"/>
                  </a:lnTo>
                  <a:lnTo>
                    <a:pt x="1192783" y="397255"/>
                  </a:lnTo>
                  <a:lnTo>
                    <a:pt x="1180810" y="393390"/>
                  </a:lnTo>
                  <a:close/>
                </a:path>
                <a:path w="1267460" h="414654">
                  <a:moveTo>
                    <a:pt x="1184480" y="381238"/>
                  </a:moveTo>
                  <a:lnTo>
                    <a:pt x="1194688" y="391286"/>
                  </a:lnTo>
                  <a:lnTo>
                    <a:pt x="1180810" y="393390"/>
                  </a:lnTo>
                  <a:lnTo>
                    <a:pt x="1192783" y="397255"/>
                  </a:lnTo>
                  <a:lnTo>
                    <a:pt x="1196720" y="385190"/>
                  </a:lnTo>
                  <a:lnTo>
                    <a:pt x="1184480" y="381238"/>
                  </a:lnTo>
                  <a:close/>
                </a:path>
                <a:path w="1267460" h="414654">
                  <a:moveTo>
                    <a:pt x="1154175" y="351408"/>
                  </a:moveTo>
                  <a:lnTo>
                    <a:pt x="1184480" y="381238"/>
                  </a:lnTo>
                  <a:lnTo>
                    <a:pt x="1196720" y="385190"/>
                  </a:lnTo>
                  <a:lnTo>
                    <a:pt x="1192783" y="397255"/>
                  </a:lnTo>
                  <a:lnTo>
                    <a:pt x="1236111" y="397255"/>
                  </a:lnTo>
                  <a:lnTo>
                    <a:pt x="1154175" y="351408"/>
                  </a:lnTo>
                  <a:close/>
                </a:path>
                <a:path w="1267460" h="414654">
                  <a:moveTo>
                    <a:pt x="3809" y="0"/>
                  </a:moveTo>
                  <a:lnTo>
                    <a:pt x="0" y="12191"/>
                  </a:lnTo>
                  <a:lnTo>
                    <a:pt x="1180810" y="393390"/>
                  </a:lnTo>
                  <a:lnTo>
                    <a:pt x="1194688" y="391286"/>
                  </a:lnTo>
                  <a:lnTo>
                    <a:pt x="1184480" y="381238"/>
                  </a:lnTo>
                  <a:lnTo>
                    <a:pt x="380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6" name="object 26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4114800" y="3084575"/>
              <a:ext cx="541020" cy="539496"/>
            </a:xfrm>
            <a:prstGeom prst="rect">
              <a:avLst/>
            </a:prstGeom>
          </p:spPr>
        </p:pic>
        <p:sp>
          <p:nvSpPr>
            <p:cNvPr id="27" name="object 27"/>
            <p:cNvSpPr/>
            <p:nvPr/>
          </p:nvSpPr>
          <p:spPr>
            <a:xfrm>
              <a:off x="4114800" y="3084575"/>
              <a:ext cx="541020" cy="539750"/>
            </a:xfrm>
            <a:custGeom>
              <a:avLst/>
              <a:gdLst/>
              <a:ahLst/>
              <a:cxnLst/>
              <a:rect l="l" t="t" r="r" b="b"/>
              <a:pathLst>
                <a:path w="541020" h="539750">
                  <a:moveTo>
                    <a:pt x="0" y="269748"/>
                  </a:moveTo>
                  <a:lnTo>
                    <a:pt x="4359" y="221262"/>
                  </a:lnTo>
                  <a:lnTo>
                    <a:pt x="16929" y="175626"/>
                  </a:lnTo>
                  <a:lnTo>
                    <a:pt x="36942" y="133603"/>
                  </a:lnTo>
                  <a:lnTo>
                    <a:pt x="63635" y="95955"/>
                  </a:lnTo>
                  <a:lnTo>
                    <a:pt x="96243" y="63443"/>
                  </a:lnTo>
                  <a:lnTo>
                    <a:pt x="133999" y="36829"/>
                  </a:lnTo>
                  <a:lnTo>
                    <a:pt x="176139" y="16876"/>
                  </a:lnTo>
                  <a:lnTo>
                    <a:pt x="221897" y="4346"/>
                  </a:lnTo>
                  <a:lnTo>
                    <a:pt x="270510" y="0"/>
                  </a:lnTo>
                  <a:lnTo>
                    <a:pt x="319122" y="4346"/>
                  </a:lnTo>
                  <a:lnTo>
                    <a:pt x="364880" y="16876"/>
                  </a:lnTo>
                  <a:lnTo>
                    <a:pt x="407020" y="36830"/>
                  </a:lnTo>
                  <a:lnTo>
                    <a:pt x="444776" y="63443"/>
                  </a:lnTo>
                  <a:lnTo>
                    <a:pt x="477384" y="95955"/>
                  </a:lnTo>
                  <a:lnTo>
                    <a:pt x="504077" y="133604"/>
                  </a:lnTo>
                  <a:lnTo>
                    <a:pt x="524090" y="175626"/>
                  </a:lnTo>
                  <a:lnTo>
                    <a:pt x="536660" y="221262"/>
                  </a:lnTo>
                  <a:lnTo>
                    <a:pt x="541020" y="269748"/>
                  </a:lnTo>
                  <a:lnTo>
                    <a:pt x="536660" y="318233"/>
                  </a:lnTo>
                  <a:lnTo>
                    <a:pt x="524090" y="363869"/>
                  </a:lnTo>
                  <a:lnTo>
                    <a:pt x="504077" y="405892"/>
                  </a:lnTo>
                  <a:lnTo>
                    <a:pt x="477384" y="443540"/>
                  </a:lnTo>
                  <a:lnTo>
                    <a:pt x="444776" y="476052"/>
                  </a:lnTo>
                  <a:lnTo>
                    <a:pt x="407020" y="502666"/>
                  </a:lnTo>
                  <a:lnTo>
                    <a:pt x="364880" y="522619"/>
                  </a:lnTo>
                  <a:lnTo>
                    <a:pt x="319122" y="535149"/>
                  </a:lnTo>
                  <a:lnTo>
                    <a:pt x="270510" y="539496"/>
                  </a:lnTo>
                  <a:lnTo>
                    <a:pt x="221897" y="535149"/>
                  </a:lnTo>
                  <a:lnTo>
                    <a:pt x="176139" y="522619"/>
                  </a:lnTo>
                  <a:lnTo>
                    <a:pt x="133999" y="502665"/>
                  </a:lnTo>
                  <a:lnTo>
                    <a:pt x="96243" y="476052"/>
                  </a:lnTo>
                  <a:lnTo>
                    <a:pt x="63635" y="443540"/>
                  </a:lnTo>
                  <a:lnTo>
                    <a:pt x="36942" y="405891"/>
                  </a:lnTo>
                  <a:lnTo>
                    <a:pt x="16929" y="363869"/>
                  </a:lnTo>
                  <a:lnTo>
                    <a:pt x="4359" y="318233"/>
                  </a:lnTo>
                  <a:lnTo>
                    <a:pt x="0" y="269748"/>
                  </a:lnTo>
                  <a:close/>
                </a:path>
              </a:pathLst>
            </a:custGeom>
            <a:ln w="9144">
              <a:solidFill>
                <a:srgbClr val="44536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2820162" y="2628899"/>
              <a:ext cx="1296035" cy="2330450"/>
            </a:xfrm>
            <a:custGeom>
              <a:avLst/>
              <a:gdLst/>
              <a:ahLst/>
              <a:cxnLst/>
              <a:rect l="l" t="t" r="r" b="b"/>
              <a:pathLst>
                <a:path w="1296035" h="2330450">
                  <a:moveTo>
                    <a:pt x="1295781" y="0"/>
                  </a:moveTo>
                  <a:lnTo>
                    <a:pt x="1247559" y="13195"/>
                  </a:lnTo>
                  <a:lnTo>
                    <a:pt x="1247559" y="60439"/>
                  </a:lnTo>
                  <a:lnTo>
                    <a:pt x="511048" y="1156817"/>
                  </a:lnTo>
                  <a:lnTo>
                    <a:pt x="327190" y="875550"/>
                  </a:lnTo>
                  <a:lnTo>
                    <a:pt x="1242631" y="56146"/>
                  </a:lnTo>
                  <a:lnTo>
                    <a:pt x="1245362" y="57988"/>
                  </a:lnTo>
                  <a:lnTo>
                    <a:pt x="1247559" y="60439"/>
                  </a:lnTo>
                  <a:lnTo>
                    <a:pt x="1247559" y="13195"/>
                  </a:lnTo>
                  <a:lnTo>
                    <a:pt x="1213612" y="22479"/>
                  </a:lnTo>
                  <a:lnTo>
                    <a:pt x="1227912" y="38468"/>
                  </a:lnTo>
                  <a:lnTo>
                    <a:pt x="1221613" y="42037"/>
                  </a:lnTo>
                  <a:lnTo>
                    <a:pt x="1231696" y="48806"/>
                  </a:lnTo>
                  <a:lnTo>
                    <a:pt x="320154" y="864793"/>
                  </a:lnTo>
                  <a:lnTo>
                    <a:pt x="10668" y="391287"/>
                  </a:lnTo>
                  <a:lnTo>
                    <a:pt x="0" y="398145"/>
                  </a:lnTo>
                  <a:lnTo>
                    <a:pt x="310603" y="873340"/>
                  </a:lnTo>
                  <a:lnTo>
                    <a:pt x="1143" y="1150366"/>
                  </a:lnTo>
                  <a:lnTo>
                    <a:pt x="9525" y="1159891"/>
                  </a:lnTo>
                  <a:lnTo>
                    <a:pt x="317639" y="884097"/>
                  </a:lnTo>
                  <a:lnTo>
                    <a:pt x="503377" y="1168234"/>
                  </a:lnTo>
                  <a:lnTo>
                    <a:pt x="0" y="1917573"/>
                  </a:lnTo>
                  <a:lnTo>
                    <a:pt x="10541" y="1924685"/>
                  </a:lnTo>
                  <a:lnTo>
                    <a:pt x="510921" y="1179791"/>
                  </a:lnTo>
                  <a:lnTo>
                    <a:pt x="1223670" y="2270163"/>
                  </a:lnTo>
                  <a:lnTo>
                    <a:pt x="1197102" y="2287524"/>
                  </a:lnTo>
                  <a:lnTo>
                    <a:pt x="1270635" y="2330450"/>
                  </a:lnTo>
                  <a:lnTo>
                    <a:pt x="1264881" y="2280793"/>
                  </a:lnTo>
                  <a:lnTo>
                    <a:pt x="1260856" y="2245868"/>
                  </a:lnTo>
                  <a:lnTo>
                    <a:pt x="1234262" y="2263254"/>
                  </a:lnTo>
                  <a:lnTo>
                    <a:pt x="518591" y="1168374"/>
                  </a:lnTo>
                  <a:lnTo>
                    <a:pt x="1256309" y="70205"/>
                  </a:lnTo>
                  <a:lnTo>
                    <a:pt x="1264412" y="79248"/>
                  </a:lnTo>
                  <a:lnTo>
                    <a:pt x="1267066" y="72542"/>
                  </a:lnTo>
                  <a:lnTo>
                    <a:pt x="1284859" y="84455"/>
                  </a:lnTo>
                  <a:lnTo>
                    <a:pt x="1289418" y="49149"/>
                  </a:lnTo>
                  <a:lnTo>
                    <a:pt x="1295781" y="0"/>
                  </a:lnTo>
                  <a:close/>
                </a:path>
              </a:pathLst>
            </a:custGeom>
            <a:solidFill>
              <a:srgbClr val="58585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9" name="object 29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5463539" y="2359151"/>
              <a:ext cx="539496" cy="541020"/>
            </a:xfrm>
            <a:prstGeom prst="rect">
              <a:avLst/>
            </a:prstGeom>
          </p:spPr>
        </p:pic>
        <p:sp>
          <p:nvSpPr>
            <p:cNvPr id="30" name="object 30"/>
            <p:cNvSpPr/>
            <p:nvPr/>
          </p:nvSpPr>
          <p:spPr>
            <a:xfrm>
              <a:off x="5463539" y="2359151"/>
              <a:ext cx="539750" cy="541020"/>
            </a:xfrm>
            <a:custGeom>
              <a:avLst/>
              <a:gdLst/>
              <a:ahLst/>
              <a:cxnLst/>
              <a:rect l="l" t="t" r="r" b="b"/>
              <a:pathLst>
                <a:path w="539750" h="541019">
                  <a:moveTo>
                    <a:pt x="0" y="270510"/>
                  </a:moveTo>
                  <a:lnTo>
                    <a:pt x="4346" y="221897"/>
                  </a:lnTo>
                  <a:lnTo>
                    <a:pt x="16876" y="176139"/>
                  </a:lnTo>
                  <a:lnTo>
                    <a:pt x="36830" y="133999"/>
                  </a:lnTo>
                  <a:lnTo>
                    <a:pt x="63443" y="96243"/>
                  </a:lnTo>
                  <a:lnTo>
                    <a:pt x="95955" y="63635"/>
                  </a:lnTo>
                  <a:lnTo>
                    <a:pt x="133604" y="36942"/>
                  </a:lnTo>
                  <a:lnTo>
                    <a:pt x="175626" y="16929"/>
                  </a:lnTo>
                  <a:lnTo>
                    <a:pt x="221262" y="4359"/>
                  </a:lnTo>
                  <a:lnTo>
                    <a:pt x="269748" y="0"/>
                  </a:lnTo>
                  <a:lnTo>
                    <a:pt x="318233" y="4359"/>
                  </a:lnTo>
                  <a:lnTo>
                    <a:pt x="363869" y="16929"/>
                  </a:lnTo>
                  <a:lnTo>
                    <a:pt x="405892" y="36942"/>
                  </a:lnTo>
                  <a:lnTo>
                    <a:pt x="443540" y="63635"/>
                  </a:lnTo>
                  <a:lnTo>
                    <a:pt x="476052" y="96243"/>
                  </a:lnTo>
                  <a:lnTo>
                    <a:pt x="502666" y="133999"/>
                  </a:lnTo>
                  <a:lnTo>
                    <a:pt x="522619" y="176139"/>
                  </a:lnTo>
                  <a:lnTo>
                    <a:pt x="535149" y="221897"/>
                  </a:lnTo>
                  <a:lnTo>
                    <a:pt x="539496" y="270510"/>
                  </a:lnTo>
                  <a:lnTo>
                    <a:pt x="535149" y="319122"/>
                  </a:lnTo>
                  <a:lnTo>
                    <a:pt x="522619" y="364880"/>
                  </a:lnTo>
                  <a:lnTo>
                    <a:pt x="502665" y="407020"/>
                  </a:lnTo>
                  <a:lnTo>
                    <a:pt x="476052" y="444776"/>
                  </a:lnTo>
                  <a:lnTo>
                    <a:pt x="443540" y="477384"/>
                  </a:lnTo>
                  <a:lnTo>
                    <a:pt x="405891" y="504077"/>
                  </a:lnTo>
                  <a:lnTo>
                    <a:pt x="363869" y="524090"/>
                  </a:lnTo>
                  <a:lnTo>
                    <a:pt x="318233" y="536660"/>
                  </a:lnTo>
                  <a:lnTo>
                    <a:pt x="269748" y="541020"/>
                  </a:lnTo>
                  <a:lnTo>
                    <a:pt x="221262" y="536660"/>
                  </a:lnTo>
                  <a:lnTo>
                    <a:pt x="175626" y="524090"/>
                  </a:lnTo>
                  <a:lnTo>
                    <a:pt x="133603" y="504077"/>
                  </a:lnTo>
                  <a:lnTo>
                    <a:pt x="95955" y="477384"/>
                  </a:lnTo>
                  <a:lnTo>
                    <a:pt x="63443" y="444776"/>
                  </a:lnTo>
                  <a:lnTo>
                    <a:pt x="36829" y="407020"/>
                  </a:lnTo>
                  <a:lnTo>
                    <a:pt x="16876" y="364880"/>
                  </a:lnTo>
                  <a:lnTo>
                    <a:pt x="4346" y="319122"/>
                  </a:lnTo>
                  <a:lnTo>
                    <a:pt x="0" y="270510"/>
                  </a:lnTo>
                  <a:close/>
                </a:path>
              </a:pathLst>
            </a:custGeom>
            <a:ln w="9144">
              <a:solidFill>
                <a:srgbClr val="44536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1" name="object 31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5463539" y="3084575"/>
              <a:ext cx="539496" cy="539496"/>
            </a:xfrm>
            <a:prstGeom prst="rect">
              <a:avLst/>
            </a:prstGeom>
          </p:spPr>
        </p:pic>
        <p:sp>
          <p:nvSpPr>
            <p:cNvPr id="32" name="object 32"/>
            <p:cNvSpPr/>
            <p:nvPr/>
          </p:nvSpPr>
          <p:spPr>
            <a:xfrm>
              <a:off x="5463539" y="3084575"/>
              <a:ext cx="539750" cy="539750"/>
            </a:xfrm>
            <a:custGeom>
              <a:avLst/>
              <a:gdLst/>
              <a:ahLst/>
              <a:cxnLst/>
              <a:rect l="l" t="t" r="r" b="b"/>
              <a:pathLst>
                <a:path w="539750" h="539750">
                  <a:moveTo>
                    <a:pt x="0" y="269748"/>
                  </a:moveTo>
                  <a:lnTo>
                    <a:pt x="4346" y="221262"/>
                  </a:lnTo>
                  <a:lnTo>
                    <a:pt x="16876" y="175626"/>
                  </a:lnTo>
                  <a:lnTo>
                    <a:pt x="36830" y="133603"/>
                  </a:lnTo>
                  <a:lnTo>
                    <a:pt x="63443" y="95955"/>
                  </a:lnTo>
                  <a:lnTo>
                    <a:pt x="95955" y="63443"/>
                  </a:lnTo>
                  <a:lnTo>
                    <a:pt x="133604" y="36829"/>
                  </a:lnTo>
                  <a:lnTo>
                    <a:pt x="175626" y="16876"/>
                  </a:lnTo>
                  <a:lnTo>
                    <a:pt x="221262" y="4346"/>
                  </a:lnTo>
                  <a:lnTo>
                    <a:pt x="269748" y="0"/>
                  </a:lnTo>
                  <a:lnTo>
                    <a:pt x="318233" y="4346"/>
                  </a:lnTo>
                  <a:lnTo>
                    <a:pt x="363869" y="16876"/>
                  </a:lnTo>
                  <a:lnTo>
                    <a:pt x="405892" y="36830"/>
                  </a:lnTo>
                  <a:lnTo>
                    <a:pt x="443540" y="63443"/>
                  </a:lnTo>
                  <a:lnTo>
                    <a:pt x="476052" y="95955"/>
                  </a:lnTo>
                  <a:lnTo>
                    <a:pt x="502666" y="133604"/>
                  </a:lnTo>
                  <a:lnTo>
                    <a:pt x="522619" y="175626"/>
                  </a:lnTo>
                  <a:lnTo>
                    <a:pt x="535149" y="221262"/>
                  </a:lnTo>
                  <a:lnTo>
                    <a:pt x="539496" y="269748"/>
                  </a:lnTo>
                  <a:lnTo>
                    <a:pt x="535149" y="318233"/>
                  </a:lnTo>
                  <a:lnTo>
                    <a:pt x="522619" y="363869"/>
                  </a:lnTo>
                  <a:lnTo>
                    <a:pt x="502665" y="405892"/>
                  </a:lnTo>
                  <a:lnTo>
                    <a:pt x="476052" y="443540"/>
                  </a:lnTo>
                  <a:lnTo>
                    <a:pt x="443540" y="476052"/>
                  </a:lnTo>
                  <a:lnTo>
                    <a:pt x="405891" y="502666"/>
                  </a:lnTo>
                  <a:lnTo>
                    <a:pt x="363869" y="522619"/>
                  </a:lnTo>
                  <a:lnTo>
                    <a:pt x="318233" y="535149"/>
                  </a:lnTo>
                  <a:lnTo>
                    <a:pt x="269748" y="539496"/>
                  </a:lnTo>
                  <a:lnTo>
                    <a:pt x="221262" y="535149"/>
                  </a:lnTo>
                  <a:lnTo>
                    <a:pt x="175626" y="522619"/>
                  </a:lnTo>
                  <a:lnTo>
                    <a:pt x="133603" y="502665"/>
                  </a:lnTo>
                  <a:lnTo>
                    <a:pt x="95955" y="476052"/>
                  </a:lnTo>
                  <a:lnTo>
                    <a:pt x="63443" y="443540"/>
                  </a:lnTo>
                  <a:lnTo>
                    <a:pt x="36829" y="405891"/>
                  </a:lnTo>
                  <a:lnTo>
                    <a:pt x="16876" y="363869"/>
                  </a:lnTo>
                  <a:lnTo>
                    <a:pt x="4346" y="318233"/>
                  </a:lnTo>
                  <a:lnTo>
                    <a:pt x="0" y="269748"/>
                  </a:lnTo>
                  <a:close/>
                </a:path>
              </a:pathLst>
            </a:custGeom>
            <a:ln w="9144">
              <a:solidFill>
                <a:srgbClr val="44536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5463539" y="3886199"/>
              <a:ext cx="539750" cy="541020"/>
            </a:xfrm>
            <a:custGeom>
              <a:avLst/>
              <a:gdLst/>
              <a:ahLst/>
              <a:cxnLst/>
              <a:rect l="l" t="t" r="r" b="b"/>
              <a:pathLst>
                <a:path w="539750" h="541020">
                  <a:moveTo>
                    <a:pt x="269748" y="0"/>
                  </a:moveTo>
                  <a:lnTo>
                    <a:pt x="221262" y="4359"/>
                  </a:lnTo>
                  <a:lnTo>
                    <a:pt x="175626" y="16929"/>
                  </a:lnTo>
                  <a:lnTo>
                    <a:pt x="133604" y="36942"/>
                  </a:lnTo>
                  <a:lnTo>
                    <a:pt x="95955" y="63635"/>
                  </a:lnTo>
                  <a:lnTo>
                    <a:pt x="63443" y="96243"/>
                  </a:lnTo>
                  <a:lnTo>
                    <a:pt x="36830" y="133999"/>
                  </a:lnTo>
                  <a:lnTo>
                    <a:pt x="16876" y="176139"/>
                  </a:lnTo>
                  <a:lnTo>
                    <a:pt x="4346" y="221897"/>
                  </a:lnTo>
                  <a:lnTo>
                    <a:pt x="0" y="270510"/>
                  </a:lnTo>
                  <a:lnTo>
                    <a:pt x="4346" y="319122"/>
                  </a:lnTo>
                  <a:lnTo>
                    <a:pt x="16876" y="364880"/>
                  </a:lnTo>
                  <a:lnTo>
                    <a:pt x="36829" y="407020"/>
                  </a:lnTo>
                  <a:lnTo>
                    <a:pt x="63443" y="444776"/>
                  </a:lnTo>
                  <a:lnTo>
                    <a:pt x="95955" y="477384"/>
                  </a:lnTo>
                  <a:lnTo>
                    <a:pt x="133603" y="504077"/>
                  </a:lnTo>
                  <a:lnTo>
                    <a:pt x="175626" y="524090"/>
                  </a:lnTo>
                  <a:lnTo>
                    <a:pt x="221262" y="536660"/>
                  </a:lnTo>
                  <a:lnTo>
                    <a:pt x="269748" y="541019"/>
                  </a:lnTo>
                  <a:lnTo>
                    <a:pt x="318233" y="536660"/>
                  </a:lnTo>
                  <a:lnTo>
                    <a:pt x="363869" y="524090"/>
                  </a:lnTo>
                  <a:lnTo>
                    <a:pt x="405891" y="504077"/>
                  </a:lnTo>
                  <a:lnTo>
                    <a:pt x="443540" y="477384"/>
                  </a:lnTo>
                  <a:lnTo>
                    <a:pt x="476052" y="444776"/>
                  </a:lnTo>
                  <a:lnTo>
                    <a:pt x="502665" y="407020"/>
                  </a:lnTo>
                  <a:lnTo>
                    <a:pt x="522619" y="364880"/>
                  </a:lnTo>
                  <a:lnTo>
                    <a:pt x="535149" y="319122"/>
                  </a:lnTo>
                  <a:lnTo>
                    <a:pt x="539496" y="270510"/>
                  </a:lnTo>
                  <a:lnTo>
                    <a:pt x="535149" y="221897"/>
                  </a:lnTo>
                  <a:lnTo>
                    <a:pt x="522619" y="176139"/>
                  </a:lnTo>
                  <a:lnTo>
                    <a:pt x="502666" y="133999"/>
                  </a:lnTo>
                  <a:lnTo>
                    <a:pt x="476052" y="96243"/>
                  </a:lnTo>
                  <a:lnTo>
                    <a:pt x="443540" y="63635"/>
                  </a:lnTo>
                  <a:lnTo>
                    <a:pt x="405892" y="36942"/>
                  </a:lnTo>
                  <a:lnTo>
                    <a:pt x="363869" y="16929"/>
                  </a:lnTo>
                  <a:lnTo>
                    <a:pt x="318233" y="4359"/>
                  </a:lnTo>
                  <a:lnTo>
                    <a:pt x="269748" y="0"/>
                  </a:lnTo>
                  <a:close/>
                </a:path>
              </a:pathLst>
            </a:custGeom>
            <a:solidFill>
              <a:srgbClr val="FF0000">
                <a:alpha val="19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5463539" y="3886199"/>
              <a:ext cx="539750" cy="541020"/>
            </a:xfrm>
            <a:custGeom>
              <a:avLst/>
              <a:gdLst/>
              <a:ahLst/>
              <a:cxnLst/>
              <a:rect l="l" t="t" r="r" b="b"/>
              <a:pathLst>
                <a:path w="539750" h="541020">
                  <a:moveTo>
                    <a:pt x="0" y="270510"/>
                  </a:moveTo>
                  <a:lnTo>
                    <a:pt x="4346" y="221897"/>
                  </a:lnTo>
                  <a:lnTo>
                    <a:pt x="16876" y="176139"/>
                  </a:lnTo>
                  <a:lnTo>
                    <a:pt x="36830" y="133999"/>
                  </a:lnTo>
                  <a:lnTo>
                    <a:pt x="63443" y="96243"/>
                  </a:lnTo>
                  <a:lnTo>
                    <a:pt x="95955" y="63635"/>
                  </a:lnTo>
                  <a:lnTo>
                    <a:pt x="133604" y="36942"/>
                  </a:lnTo>
                  <a:lnTo>
                    <a:pt x="175626" y="16929"/>
                  </a:lnTo>
                  <a:lnTo>
                    <a:pt x="221262" y="4359"/>
                  </a:lnTo>
                  <a:lnTo>
                    <a:pt x="269748" y="0"/>
                  </a:lnTo>
                  <a:lnTo>
                    <a:pt x="318233" y="4359"/>
                  </a:lnTo>
                  <a:lnTo>
                    <a:pt x="363869" y="16929"/>
                  </a:lnTo>
                  <a:lnTo>
                    <a:pt x="405892" y="36942"/>
                  </a:lnTo>
                  <a:lnTo>
                    <a:pt x="443540" y="63635"/>
                  </a:lnTo>
                  <a:lnTo>
                    <a:pt x="476052" y="96243"/>
                  </a:lnTo>
                  <a:lnTo>
                    <a:pt x="502666" y="133999"/>
                  </a:lnTo>
                  <a:lnTo>
                    <a:pt x="522619" y="176139"/>
                  </a:lnTo>
                  <a:lnTo>
                    <a:pt x="535149" y="221897"/>
                  </a:lnTo>
                  <a:lnTo>
                    <a:pt x="539496" y="270510"/>
                  </a:lnTo>
                  <a:lnTo>
                    <a:pt x="535149" y="319122"/>
                  </a:lnTo>
                  <a:lnTo>
                    <a:pt x="522619" y="364880"/>
                  </a:lnTo>
                  <a:lnTo>
                    <a:pt x="502665" y="407020"/>
                  </a:lnTo>
                  <a:lnTo>
                    <a:pt x="476052" y="444776"/>
                  </a:lnTo>
                  <a:lnTo>
                    <a:pt x="443540" y="477384"/>
                  </a:lnTo>
                  <a:lnTo>
                    <a:pt x="405891" y="504077"/>
                  </a:lnTo>
                  <a:lnTo>
                    <a:pt x="363869" y="524090"/>
                  </a:lnTo>
                  <a:lnTo>
                    <a:pt x="318233" y="536660"/>
                  </a:lnTo>
                  <a:lnTo>
                    <a:pt x="269748" y="541019"/>
                  </a:lnTo>
                  <a:lnTo>
                    <a:pt x="221262" y="536660"/>
                  </a:lnTo>
                  <a:lnTo>
                    <a:pt x="175626" y="524090"/>
                  </a:lnTo>
                  <a:lnTo>
                    <a:pt x="133603" y="504077"/>
                  </a:lnTo>
                  <a:lnTo>
                    <a:pt x="95955" y="477384"/>
                  </a:lnTo>
                  <a:lnTo>
                    <a:pt x="63443" y="444776"/>
                  </a:lnTo>
                  <a:lnTo>
                    <a:pt x="36829" y="407020"/>
                  </a:lnTo>
                  <a:lnTo>
                    <a:pt x="16876" y="364880"/>
                  </a:lnTo>
                  <a:lnTo>
                    <a:pt x="4346" y="319122"/>
                  </a:lnTo>
                  <a:lnTo>
                    <a:pt x="0" y="270510"/>
                  </a:lnTo>
                  <a:close/>
                </a:path>
              </a:pathLst>
            </a:custGeom>
            <a:ln w="9143">
              <a:solidFill>
                <a:srgbClr val="44536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4650232" y="2625978"/>
              <a:ext cx="813435" cy="1530350"/>
            </a:xfrm>
            <a:custGeom>
              <a:avLst/>
              <a:gdLst/>
              <a:ahLst/>
              <a:cxnLst/>
              <a:rect l="l" t="t" r="r" b="b"/>
              <a:pathLst>
                <a:path w="813435" h="1530350">
                  <a:moveTo>
                    <a:pt x="771817" y="1465665"/>
                  </a:moveTo>
                  <a:lnTo>
                    <a:pt x="743712" y="1480566"/>
                  </a:lnTo>
                  <a:lnTo>
                    <a:pt x="813053" y="1530096"/>
                  </a:lnTo>
                  <a:lnTo>
                    <a:pt x="811785" y="1476883"/>
                  </a:lnTo>
                  <a:lnTo>
                    <a:pt x="777747" y="1476883"/>
                  </a:lnTo>
                  <a:lnTo>
                    <a:pt x="771817" y="1465665"/>
                  </a:lnTo>
                  <a:close/>
                </a:path>
                <a:path w="813435" h="1530350">
                  <a:moveTo>
                    <a:pt x="782958" y="1459757"/>
                  </a:moveTo>
                  <a:lnTo>
                    <a:pt x="771817" y="1465665"/>
                  </a:lnTo>
                  <a:lnTo>
                    <a:pt x="777747" y="1476883"/>
                  </a:lnTo>
                  <a:lnTo>
                    <a:pt x="788923" y="1471041"/>
                  </a:lnTo>
                  <a:lnTo>
                    <a:pt x="782958" y="1459757"/>
                  </a:lnTo>
                  <a:close/>
                </a:path>
                <a:path w="813435" h="1530350">
                  <a:moveTo>
                    <a:pt x="811021" y="1444879"/>
                  </a:moveTo>
                  <a:lnTo>
                    <a:pt x="782958" y="1459757"/>
                  </a:lnTo>
                  <a:lnTo>
                    <a:pt x="788923" y="1471041"/>
                  </a:lnTo>
                  <a:lnTo>
                    <a:pt x="777747" y="1476883"/>
                  </a:lnTo>
                  <a:lnTo>
                    <a:pt x="811785" y="1476883"/>
                  </a:lnTo>
                  <a:lnTo>
                    <a:pt x="811021" y="1444879"/>
                  </a:lnTo>
                  <a:close/>
                </a:path>
                <a:path w="813435" h="1530350">
                  <a:moveTo>
                    <a:pt x="11175" y="0"/>
                  </a:moveTo>
                  <a:lnTo>
                    <a:pt x="0" y="5842"/>
                  </a:lnTo>
                  <a:lnTo>
                    <a:pt x="771817" y="1465665"/>
                  </a:lnTo>
                  <a:lnTo>
                    <a:pt x="782958" y="1459757"/>
                  </a:lnTo>
                  <a:lnTo>
                    <a:pt x="11175" y="0"/>
                  </a:lnTo>
                  <a:close/>
                </a:path>
              </a:pathLst>
            </a:custGeom>
            <a:solidFill>
              <a:srgbClr val="58585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6" name="object 36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5463539" y="4689347"/>
              <a:ext cx="539496" cy="539495"/>
            </a:xfrm>
            <a:prstGeom prst="rect">
              <a:avLst/>
            </a:prstGeom>
          </p:spPr>
        </p:pic>
        <p:sp>
          <p:nvSpPr>
            <p:cNvPr id="37" name="object 37"/>
            <p:cNvSpPr/>
            <p:nvPr/>
          </p:nvSpPr>
          <p:spPr>
            <a:xfrm>
              <a:off x="5463539" y="4689347"/>
              <a:ext cx="539750" cy="539750"/>
            </a:xfrm>
            <a:custGeom>
              <a:avLst/>
              <a:gdLst/>
              <a:ahLst/>
              <a:cxnLst/>
              <a:rect l="l" t="t" r="r" b="b"/>
              <a:pathLst>
                <a:path w="539750" h="539750">
                  <a:moveTo>
                    <a:pt x="0" y="269747"/>
                  </a:moveTo>
                  <a:lnTo>
                    <a:pt x="4346" y="221262"/>
                  </a:lnTo>
                  <a:lnTo>
                    <a:pt x="16876" y="175626"/>
                  </a:lnTo>
                  <a:lnTo>
                    <a:pt x="36830" y="133604"/>
                  </a:lnTo>
                  <a:lnTo>
                    <a:pt x="63443" y="95955"/>
                  </a:lnTo>
                  <a:lnTo>
                    <a:pt x="95955" y="63443"/>
                  </a:lnTo>
                  <a:lnTo>
                    <a:pt x="133604" y="36830"/>
                  </a:lnTo>
                  <a:lnTo>
                    <a:pt x="175626" y="16876"/>
                  </a:lnTo>
                  <a:lnTo>
                    <a:pt x="221262" y="4346"/>
                  </a:lnTo>
                  <a:lnTo>
                    <a:pt x="269748" y="0"/>
                  </a:lnTo>
                  <a:lnTo>
                    <a:pt x="318233" y="4346"/>
                  </a:lnTo>
                  <a:lnTo>
                    <a:pt x="363869" y="16876"/>
                  </a:lnTo>
                  <a:lnTo>
                    <a:pt x="405892" y="36830"/>
                  </a:lnTo>
                  <a:lnTo>
                    <a:pt x="443540" y="63443"/>
                  </a:lnTo>
                  <a:lnTo>
                    <a:pt x="476052" y="95955"/>
                  </a:lnTo>
                  <a:lnTo>
                    <a:pt x="502666" y="133604"/>
                  </a:lnTo>
                  <a:lnTo>
                    <a:pt x="522619" y="175626"/>
                  </a:lnTo>
                  <a:lnTo>
                    <a:pt x="535149" y="221262"/>
                  </a:lnTo>
                  <a:lnTo>
                    <a:pt x="539496" y="269747"/>
                  </a:lnTo>
                  <a:lnTo>
                    <a:pt x="535149" y="318233"/>
                  </a:lnTo>
                  <a:lnTo>
                    <a:pt x="522619" y="363869"/>
                  </a:lnTo>
                  <a:lnTo>
                    <a:pt x="502665" y="405892"/>
                  </a:lnTo>
                  <a:lnTo>
                    <a:pt x="476052" y="443540"/>
                  </a:lnTo>
                  <a:lnTo>
                    <a:pt x="443540" y="476052"/>
                  </a:lnTo>
                  <a:lnTo>
                    <a:pt x="405891" y="502666"/>
                  </a:lnTo>
                  <a:lnTo>
                    <a:pt x="363869" y="522619"/>
                  </a:lnTo>
                  <a:lnTo>
                    <a:pt x="318233" y="535149"/>
                  </a:lnTo>
                  <a:lnTo>
                    <a:pt x="269748" y="539495"/>
                  </a:lnTo>
                  <a:lnTo>
                    <a:pt x="221262" y="535149"/>
                  </a:lnTo>
                  <a:lnTo>
                    <a:pt x="175626" y="522619"/>
                  </a:lnTo>
                  <a:lnTo>
                    <a:pt x="133603" y="502665"/>
                  </a:lnTo>
                  <a:lnTo>
                    <a:pt x="95955" y="476052"/>
                  </a:lnTo>
                  <a:lnTo>
                    <a:pt x="63443" y="443540"/>
                  </a:lnTo>
                  <a:lnTo>
                    <a:pt x="36829" y="405891"/>
                  </a:lnTo>
                  <a:lnTo>
                    <a:pt x="16876" y="363869"/>
                  </a:lnTo>
                  <a:lnTo>
                    <a:pt x="4346" y="318233"/>
                  </a:lnTo>
                  <a:lnTo>
                    <a:pt x="0" y="269747"/>
                  </a:lnTo>
                  <a:close/>
                </a:path>
              </a:pathLst>
            </a:custGeom>
            <a:ln w="9144">
              <a:solidFill>
                <a:srgbClr val="44536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4625467" y="4157472"/>
              <a:ext cx="836930" cy="807085"/>
            </a:xfrm>
            <a:custGeom>
              <a:avLst/>
              <a:gdLst/>
              <a:ahLst/>
              <a:cxnLst/>
              <a:rect l="l" t="t" r="r" b="b"/>
              <a:pathLst>
                <a:path w="836929" h="807085">
                  <a:moveTo>
                    <a:pt x="777756" y="48301"/>
                  </a:moveTo>
                  <a:lnTo>
                    <a:pt x="0" y="797940"/>
                  </a:lnTo>
                  <a:lnTo>
                    <a:pt x="8890" y="807084"/>
                  </a:lnTo>
                  <a:lnTo>
                    <a:pt x="786553" y="57415"/>
                  </a:lnTo>
                  <a:lnTo>
                    <a:pt x="777756" y="48301"/>
                  </a:lnTo>
                  <a:close/>
                </a:path>
                <a:path w="836929" h="807085">
                  <a:moveTo>
                    <a:pt x="822993" y="39496"/>
                  </a:moveTo>
                  <a:lnTo>
                    <a:pt x="786892" y="39496"/>
                  </a:lnTo>
                  <a:lnTo>
                    <a:pt x="795655" y="48640"/>
                  </a:lnTo>
                  <a:lnTo>
                    <a:pt x="786553" y="57415"/>
                  </a:lnTo>
                  <a:lnTo>
                    <a:pt x="808609" y="80263"/>
                  </a:lnTo>
                  <a:lnTo>
                    <a:pt x="822993" y="39496"/>
                  </a:lnTo>
                  <a:close/>
                </a:path>
                <a:path w="836929" h="807085">
                  <a:moveTo>
                    <a:pt x="786892" y="39496"/>
                  </a:moveTo>
                  <a:lnTo>
                    <a:pt x="777756" y="48301"/>
                  </a:lnTo>
                  <a:lnTo>
                    <a:pt x="786553" y="57415"/>
                  </a:lnTo>
                  <a:lnTo>
                    <a:pt x="795655" y="48640"/>
                  </a:lnTo>
                  <a:lnTo>
                    <a:pt x="786892" y="39496"/>
                  </a:lnTo>
                  <a:close/>
                </a:path>
                <a:path w="836929" h="807085">
                  <a:moveTo>
                    <a:pt x="836930" y="0"/>
                  </a:moveTo>
                  <a:lnTo>
                    <a:pt x="755650" y="25400"/>
                  </a:lnTo>
                  <a:lnTo>
                    <a:pt x="777756" y="48301"/>
                  </a:lnTo>
                  <a:lnTo>
                    <a:pt x="786892" y="39496"/>
                  </a:lnTo>
                  <a:lnTo>
                    <a:pt x="822993" y="39496"/>
                  </a:lnTo>
                  <a:lnTo>
                    <a:pt x="836930" y="0"/>
                  </a:lnTo>
                  <a:close/>
                </a:path>
              </a:pathLst>
            </a:custGeom>
            <a:solidFill>
              <a:srgbClr val="58585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7077456" y="3512819"/>
              <a:ext cx="541020" cy="539750"/>
            </a:xfrm>
            <a:custGeom>
              <a:avLst/>
              <a:gdLst/>
              <a:ahLst/>
              <a:cxnLst/>
              <a:rect l="l" t="t" r="r" b="b"/>
              <a:pathLst>
                <a:path w="541020" h="539750">
                  <a:moveTo>
                    <a:pt x="270510" y="0"/>
                  </a:moveTo>
                  <a:lnTo>
                    <a:pt x="221897" y="4346"/>
                  </a:lnTo>
                  <a:lnTo>
                    <a:pt x="176139" y="16876"/>
                  </a:lnTo>
                  <a:lnTo>
                    <a:pt x="133999" y="36830"/>
                  </a:lnTo>
                  <a:lnTo>
                    <a:pt x="96243" y="63443"/>
                  </a:lnTo>
                  <a:lnTo>
                    <a:pt x="63635" y="95955"/>
                  </a:lnTo>
                  <a:lnTo>
                    <a:pt x="36942" y="133604"/>
                  </a:lnTo>
                  <a:lnTo>
                    <a:pt x="16929" y="175626"/>
                  </a:lnTo>
                  <a:lnTo>
                    <a:pt x="4359" y="221262"/>
                  </a:lnTo>
                  <a:lnTo>
                    <a:pt x="0" y="269747"/>
                  </a:lnTo>
                  <a:lnTo>
                    <a:pt x="4359" y="318233"/>
                  </a:lnTo>
                  <a:lnTo>
                    <a:pt x="16929" y="363869"/>
                  </a:lnTo>
                  <a:lnTo>
                    <a:pt x="36942" y="405891"/>
                  </a:lnTo>
                  <a:lnTo>
                    <a:pt x="63635" y="443540"/>
                  </a:lnTo>
                  <a:lnTo>
                    <a:pt x="96243" y="476052"/>
                  </a:lnTo>
                  <a:lnTo>
                    <a:pt x="133999" y="502665"/>
                  </a:lnTo>
                  <a:lnTo>
                    <a:pt x="176139" y="522619"/>
                  </a:lnTo>
                  <a:lnTo>
                    <a:pt x="221897" y="535149"/>
                  </a:lnTo>
                  <a:lnTo>
                    <a:pt x="270510" y="539495"/>
                  </a:lnTo>
                  <a:lnTo>
                    <a:pt x="319122" y="535149"/>
                  </a:lnTo>
                  <a:lnTo>
                    <a:pt x="364880" y="522619"/>
                  </a:lnTo>
                  <a:lnTo>
                    <a:pt x="407020" y="502665"/>
                  </a:lnTo>
                  <a:lnTo>
                    <a:pt x="444776" y="476052"/>
                  </a:lnTo>
                  <a:lnTo>
                    <a:pt x="477384" y="443540"/>
                  </a:lnTo>
                  <a:lnTo>
                    <a:pt x="504077" y="405891"/>
                  </a:lnTo>
                  <a:lnTo>
                    <a:pt x="524090" y="363869"/>
                  </a:lnTo>
                  <a:lnTo>
                    <a:pt x="536660" y="318233"/>
                  </a:lnTo>
                  <a:lnTo>
                    <a:pt x="541020" y="269747"/>
                  </a:lnTo>
                  <a:lnTo>
                    <a:pt x="536660" y="221262"/>
                  </a:lnTo>
                  <a:lnTo>
                    <a:pt x="524090" y="175626"/>
                  </a:lnTo>
                  <a:lnTo>
                    <a:pt x="504077" y="133604"/>
                  </a:lnTo>
                  <a:lnTo>
                    <a:pt x="477384" y="95955"/>
                  </a:lnTo>
                  <a:lnTo>
                    <a:pt x="444776" y="63443"/>
                  </a:lnTo>
                  <a:lnTo>
                    <a:pt x="407020" y="36830"/>
                  </a:lnTo>
                  <a:lnTo>
                    <a:pt x="364880" y="16876"/>
                  </a:lnTo>
                  <a:lnTo>
                    <a:pt x="319122" y="4346"/>
                  </a:lnTo>
                  <a:lnTo>
                    <a:pt x="270510" y="0"/>
                  </a:lnTo>
                  <a:close/>
                </a:path>
              </a:pathLst>
            </a:custGeom>
            <a:solidFill>
              <a:srgbClr val="FFFF00">
                <a:alpha val="19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7077456" y="3512819"/>
              <a:ext cx="541020" cy="539750"/>
            </a:xfrm>
            <a:custGeom>
              <a:avLst/>
              <a:gdLst/>
              <a:ahLst/>
              <a:cxnLst/>
              <a:rect l="l" t="t" r="r" b="b"/>
              <a:pathLst>
                <a:path w="541020" h="539750">
                  <a:moveTo>
                    <a:pt x="0" y="269747"/>
                  </a:moveTo>
                  <a:lnTo>
                    <a:pt x="4359" y="221262"/>
                  </a:lnTo>
                  <a:lnTo>
                    <a:pt x="16929" y="175626"/>
                  </a:lnTo>
                  <a:lnTo>
                    <a:pt x="36942" y="133604"/>
                  </a:lnTo>
                  <a:lnTo>
                    <a:pt x="63635" y="95955"/>
                  </a:lnTo>
                  <a:lnTo>
                    <a:pt x="96243" y="63443"/>
                  </a:lnTo>
                  <a:lnTo>
                    <a:pt x="133999" y="36830"/>
                  </a:lnTo>
                  <a:lnTo>
                    <a:pt x="176139" y="16876"/>
                  </a:lnTo>
                  <a:lnTo>
                    <a:pt x="221897" y="4346"/>
                  </a:lnTo>
                  <a:lnTo>
                    <a:pt x="270510" y="0"/>
                  </a:lnTo>
                  <a:lnTo>
                    <a:pt x="319122" y="4346"/>
                  </a:lnTo>
                  <a:lnTo>
                    <a:pt x="364880" y="16876"/>
                  </a:lnTo>
                  <a:lnTo>
                    <a:pt x="407020" y="36830"/>
                  </a:lnTo>
                  <a:lnTo>
                    <a:pt x="444776" y="63443"/>
                  </a:lnTo>
                  <a:lnTo>
                    <a:pt x="477384" y="95955"/>
                  </a:lnTo>
                  <a:lnTo>
                    <a:pt x="504077" y="133604"/>
                  </a:lnTo>
                  <a:lnTo>
                    <a:pt x="524090" y="175626"/>
                  </a:lnTo>
                  <a:lnTo>
                    <a:pt x="536660" y="221262"/>
                  </a:lnTo>
                  <a:lnTo>
                    <a:pt x="541020" y="269747"/>
                  </a:lnTo>
                  <a:lnTo>
                    <a:pt x="536660" y="318233"/>
                  </a:lnTo>
                  <a:lnTo>
                    <a:pt x="524090" y="363869"/>
                  </a:lnTo>
                  <a:lnTo>
                    <a:pt x="504077" y="405891"/>
                  </a:lnTo>
                  <a:lnTo>
                    <a:pt x="477384" y="443540"/>
                  </a:lnTo>
                  <a:lnTo>
                    <a:pt x="444776" y="476052"/>
                  </a:lnTo>
                  <a:lnTo>
                    <a:pt x="407020" y="502665"/>
                  </a:lnTo>
                  <a:lnTo>
                    <a:pt x="364880" y="522619"/>
                  </a:lnTo>
                  <a:lnTo>
                    <a:pt x="319122" y="535149"/>
                  </a:lnTo>
                  <a:lnTo>
                    <a:pt x="270510" y="539495"/>
                  </a:lnTo>
                  <a:lnTo>
                    <a:pt x="221897" y="535149"/>
                  </a:lnTo>
                  <a:lnTo>
                    <a:pt x="176139" y="522619"/>
                  </a:lnTo>
                  <a:lnTo>
                    <a:pt x="133999" y="502665"/>
                  </a:lnTo>
                  <a:lnTo>
                    <a:pt x="96243" y="476052"/>
                  </a:lnTo>
                  <a:lnTo>
                    <a:pt x="63635" y="443540"/>
                  </a:lnTo>
                  <a:lnTo>
                    <a:pt x="36942" y="405891"/>
                  </a:lnTo>
                  <a:lnTo>
                    <a:pt x="16929" y="363869"/>
                  </a:lnTo>
                  <a:lnTo>
                    <a:pt x="4359" y="318233"/>
                  </a:lnTo>
                  <a:lnTo>
                    <a:pt x="0" y="269747"/>
                  </a:lnTo>
                  <a:close/>
                </a:path>
              </a:pathLst>
            </a:custGeom>
            <a:ln w="9144">
              <a:solidFill>
                <a:srgbClr val="44536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6001004" y="3771645"/>
              <a:ext cx="1076960" cy="391795"/>
            </a:xfrm>
            <a:custGeom>
              <a:avLst/>
              <a:gdLst/>
              <a:ahLst/>
              <a:cxnLst/>
              <a:rect l="l" t="t" r="r" b="b"/>
              <a:pathLst>
                <a:path w="1076959" h="391795">
                  <a:moveTo>
                    <a:pt x="1002795" y="29983"/>
                  </a:moveTo>
                  <a:lnTo>
                    <a:pt x="0" y="379348"/>
                  </a:lnTo>
                  <a:lnTo>
                    <a:pt x="4063" y="391413"/>
                  </a:lnTo>
                  <a:lnTo>
                    <a:pt x="1006987" y="42047"/>
                  </a:lnTo>
                  <a:lnTo>
                    <a:pt x="1002795" y="29983"/>
                  </a:lnTo>
                  <a:close/>
                </a:path>
                <a:path w="1076959" h="391795">
                  <a:moveTo>
                    <a:pt x="1062375" y="25780"/>
                  </a:moveTo>
                  <a:lnTo>
                    <a:pt x="1014856" y="25780"/>
                  </a:lnTo>
                  <a:lnTo>
                    <a:pt x="1019048" y="37845"/>
                  </a:lnTo>
                  <a:lnTo>
                    <a:pt x="1006987" y="42047"/>
                  </a:lnTo>
                  <a:lnTo>
                    <a:pt x="1017397" y="72008"/>
                  </a:lnTo>
                  <a:lnTo>
                    <a:pt x="1062375" y="25780"/>
                  </a:lnTo>
                  <a:close/>
                </a:path>
                <a:path w="1076959" h="391795">
                  <a:moveTo>
                    <a:pt x="1014856" y="25780"/>
                  </a:moveTo>
                  <a:lnTo>
                    <a:pt x="1002795" y="29983"/>
                  </a:lnTo>
                  <a:lnTo>
                    <a:pt x="1006987" y="42047"/>
                  </a:lnTo>
                  <a:lnTo>
                    <a:pt x="1019048" y="37845"/>
                  </a:lnTo>
                  <a:lnTo>
                    <a:pt x="1014856" y="25780"/>
                  </a:lnTo>
                  <a:close/>
                </a:path>
                <a:path w="1076959" h="391795">
                  <a:moveTo>
                    <a:pt x="992377" y="0"/>
                  </a:moveTo>
                  <a:lnTo>
                    <a:pt x="1002795" y="29983"/>
                  </a:lnTo>
                  <a:lnTo>
                    <a:pt x="1014856" y="25780"/>
                  </a:lnTo>
                  <a:lnTo>
                    <a:pt x="1062375" y="25780"/>
                  </a:lnTo>
                  <a:lnTo>
                    <a:pt x="1076832" y="10921"/>
                  </a:lnTo>
                  <a:lnTo>
                    <a:pt x="992377" y="0"/>
                  </a:lnTo>
                  <a:close/>
                </a:path>
              </a:pathLst>
            </a:custGeom>
            <a:solidFill>
              <a:srgbClr val="58585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355873" y="6524434"/>
            <a:ext cx="87590" cy="90487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54151" y="6527292"/>
            <a:ext cx="1794510" cy="142494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862571" y="6521195"/>
            <a:ext cx="2327910" cy="118110"/>
          </a:xfrm>
          <a:prstGeom prst="rect">
            <a:avLst/>
          </a:prstGeom>
        </p:spPr>
      </p:pic>
      <p:sp>
        <p:nvSpPr>
          <p:cNvPr id="5" name="object 5"/>
          <p:cNvSpPr/>
          <p:nvPr/>
        </p:nvSpPr>
        <p:spPr>
          <a:xfrm>
            <a:off x="559308" y="1440180"/>
            <a:ext cx="36830" cy="180340"/>
          </a:xfrm>
          <a:custGeom>
            <a:avLst/>
            <a:gdLst/>
            <a:ahLst/>
            <a:cxnLst/>
            <a:rect l="l" t="t" r="r" b="b"/>
            <a:pathLst>
              <a:path w="36829" h="180340">
                <a:moveTo>
                  <a:pt x="36576" y="0"/>
                </a:moveTo>
                <a:lnTo>
                  <a:pt x="0" y="0"/>
                </a:lnTo>
                <a:lnTo>
                  <a:pt x="0" y="179832"/>
                </a:lnTo>
                <a:lnTo>
                  <a:pt x="36576" y="179832"/>
                </a:lnTo>
                <a:lnTo>
                  <a:pt x="36576" y="0"/>
                </a:lnTo>
                <a:close/>
              </a:path>
            </a:pathLst>
          </a:custGeom>
          <a:solidFill>
            <a:srgbClr val="183DAF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6" name="object 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723907" y="1469156"/>
            <a:ext cx="439666" cy="169905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437489" y="431419"/>
            <a:ext cx="489902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FFFFFF"/>
                </a:solidFill>
                <a:latin typeface="Ebrima"/>
                <a:cs typeface="Ebrima"/>
              </a:rPr>
              <a:t>1.7.</a:t>
            </a:r>
            <a:r>
              <a:rPr sz="1800" spc="-20" dirty="0">
                <a:solidFill>
                  <a:srgbClr val="FFFFFF"/>
                </a:solidFill>
                <a:latin typeface="Ebrima"/>
                <a:cs typeface="Ebrima"/>
              </a:rPr>
              <a:t> </a:t>
            </a:r>
            <a:r>
              <a:rPr sz="1800" dirty="0">
                <a:solidFill>
                  <a:srgbClr val="FFFFFF"/>
                </a:solidFill>
                <a:latin typeface="Ebrima"/>
                <a:cs typeface="Ebrima"/>
              </a:rPr>
              <a:t>Problems</a:t>
            </a:r>
            <a:r>
              <a:rPr sz="1800" spc="-15" dirty="0">
                <a:solidFill>
                  <a:srgbClr val="FFFFFF"/>
                </a:solidFill>
                <a:latin typeface="Ebrima"/>
                <a:cs typeface="Ebrima"/>
              </a:rPr>
              <a:t> </a:t>
            </a:r>
            <a:r>
              <a:rPr sz="1800" dirty="0">
                <a:solidFill>
                  <a:srgbClr val="FFFFFF"/>
                </a:solidFill>
                <a:latin typeface="Ebrima"/>
                <a:cs typeface="Ebrima"/>
              </a:rPr>
              <a:t>of</a:t>
            </a:r>
            <a:r>
              <a:rPr sz="1800" spc="-20" dirty="0">
                <a:solidFill>
                  <a:srgbClr val="FFFFFF"/>
                </a:solidFill>
                <a:latin typeface="Ebrima"/>
                <a:cs typeface="Ebrima"/>
              </a:rPr>
              <a:t> </a:t>
            </a:r>
            <a:r>
              <a:rPr sz="1800" dirty="0">
                <a:solidFill>
                  <a:srgbClr val="FFFFFF"/>
                </a:solidFill>
                <a:latin typeface="Ebrima"/>
                <a:cs typeface="Ebrima"/>
              </a:rPr>
              <a:t>Deep</a:t>
            </a:r>
            <a:r>
              <a:rPr sz="1800" spc="-5" dirty="0">
                <a:solidFill>
                  <a:srgbClr val="FFFFFF"/>
                </a:solidFill>
                <a:latin typeface="Ebrima"/>
                <a:cs typeface="Ebrima"/>
              </a:rPr>
              <a:t> </a:t>
            </a:r>
            <a:r>
              <a:rPr sz="1800" dirty="0">
                <a:solidFill>
                  <a:srgbClr val="FFFFFF"/>
                </a:solidFill>
                <a:latin typeface="Ebrima"/>
                <a:cs typeface="Ebrima"/>
              </a:rPr>
              <a:t>Learning</a:t>
            </a:r>
            <a:r>
              <a:rPr sz="1800" spc="-30" dirty="0">
                <a:solidFill>
                  <a:srgbClr val="FFFFFF"/>
                </a:solidFill>
                <a:latin typeface="Ebrima"/>
                <a:cs typeface="Ebrima"/>
              </a:rPr>
              <a:t> </a:t>
            </a:r>
            <a:r>
              <a:rPr sz="1800" dirty="0">
                <a:solidFill>
                  <a:srgbClr val="FFFFFF"/>
                </a:solidFill>
                <a:latin typeface="Ebrima"/>
                <a:cs typeface="Ebrima"/>
              </a:rPr>
              <a:t>and</a:t>
            </a:r>
            <a:r>
              <a:rPr sz="1800" spc="-20" dirty="0">
                <a:solidFill>
                  <a:srgbClr val="FFFFFF"/>
                </a:solidFill>
                <a:latin typeface="Ebrima"/>
                <a:cs typeface="Ebrima"/>
              </a:rPr>
              <a:t> </a:t>
            </a:r>
            <a:r>
              <a:rPr sz="1800" dirty="0">
                <a:solidFill>
                  <a:srgbClr val="FFFFFF"/>
                </a:solidFill>
                <a:latin typeface="Ebrima"/>
                <a:cs typeface="Ebrima"/>
              </a:rPr>
              <a:t>the</a:t>
            </a:r>
            <a:r>
              <a:rPr sz="1800" spc="-25" dirty="0">
                <a:solidFill>
                  <a:srgbClr val="FFFFFF"/>
                </a:solidFill>
                <a:latin typeface="Ebrima"/>
                <a:cs typeface="Ebrima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Ebrima"/>
                <a:cs typeface="Ebrima"/>
              </a:rPr>
              <a:t>Solution</a:t>
            </a:r>
            <a:endParaRPr sz="1800">
              <a:latin typeface="Ebrima"/>
              <a:cs typeface="Ebrim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8671941" y="463677"/>
            <a:ext cx="80962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dirty="0">
                <a:solidFill>
                  <a:srgbClr val="D9D9D9"/>
                </a:solidFill>
                <a:latin typeface="Ebrima"/>
                <a:cs typeface="Ebrima"/>
              </a:rPr>
              <a:t>UNIT</a:t>
            </a:r>
            <a:r>
              <a:rPr sz="1600" spc="400" dirty="0">
                <a:solidFill>
                  <a:srgbClr val="D9D9D9"/>
                </a:solidFill>
                <a:latin typeface="Ebrima"/>
                <a:cs typeface="Ebrima"/>
              </a:rPr>
              <a:t> </a:t>
            </a:r>
            <a:r>
              <a:rPr sz="1600" spc="-35" dirty="0">
                <a:solidFill>
                  <a:srgbClr val="D9D9D9"/>
                </a:solidFill>
                <a:latin typeface="Ebrima"/>
                <a:cs typeface="Ebrima"/>
              </a:rPr>
              <a:t>01</a:t>
            </a:r>
            <a:endParaRPr sz="1600">
              <a:latin typeface="Ebrima"/>
              <a:cs typeface="Ebrima"/>
            </a:endParaRPr>
          </a:p>
        </p:txBody>
      </p:sp>
      <p:pic>
        <p:nvPicPr>
          <p:cNvPr id="9" name="object 9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710183" y="1813560"/>
            <a:ext cx="4472178" cy="162305"/>
          </a:xfrm>
          <a:prstGeom prst="rect">
            <a:avLst/>
          </a:prstGeom>
        </p:spPr>
      </p:pic>
      <p:grpSp>
        <p:nvGrpSpPr>
          <p:cNvPr id="10" name="object 10"/>
          <p:cNvGrpSpPr/>
          <p:nvPr/>
        </p:nvGrpSpPr>
        <p:grpSpPr>
          <a:xfrm>
            <a:off x="2279904" y="2357627"/>
            <a:ext cx="5343525" cy="2879090"/>
            <a:chOff x="2279904" y="2357627"/>
            <a:chExt cx="5343525" cy="2879090"/>
          </a:xfrm>
        </p:grpSpPr>
        <p:sp>
          <p:nvSpPr>
            <p:cNvPr id="11" name="object 11"/>
            <p:cNvSpPr/>
            <p:nvPr/>
          </p:nvSpPr>
          <p:spPr>
            <a:xfrm>
              <a:off x="2284476" y="2756915"/>
              <a:ext cx="541020" cy="539750"/>
            </a:xfrm>
            <a:custGeom>
              <a:avLst/>
              <a:gdLst/>
              <a:ahLst/>
              <a:cxnLst/>
              <a:rect l="l" t="t" r="r" b="b"/>
              <a:pathLst>
                <a:path w="541019" h="539750">
                  <a:moveTo>
                    <a:pt x="270510" y="0"/>
                  </a:moveTo>
                  <a:lnTo>
                    <a:pt x="221897" y="4346"/>
                  </a:lnTo>
                  <a:lnTo>
                    <a:pt x="176139" y="16876"/>
                  </a:lnTo>
                  <a:lnTo>
                    <a:pt x="133999" y="36829"/>
                  </a:lnTo>
                  <a:lnTo>
                    <a:pt x="96243" y="63443"/>
                  </a:lnTo>
                  <a:lnTo>
                    <a:pt x="63635" y="95955"/>
                  </a:lnTo>
                  <a:lnTo>
                    <a:pt x="36942" y="133603"/>
                  </a:lnTo>
                  <a:lnTo>
                    <a:pt x="16929" y="175626"/>
                  </a:lnTo>
                  <a:lnTo>
                    <a:pt x="4359" y="221262"/>
                  </a:lnTo>
                  <a:lnTo>
                    <a:pt x="0" y="269748"/>
                  </a:lnTo>
                  <a:lnTo>
                    <a:pt x="4359" y="318233"/>
                  </a:lnTo>
                  <a:lnTo>
                    <a:pt x="16929" y="363869"/>
                  </a:lnTo>
                  <a:lnTo>
                    <a:pt x="36942" y="405891"/>
                  </a:lnTo>
                  <a:lnTo>
                    <a:pt x="63635" y="443540"/>
                  </a:lnTo>
                  <a:lnTo>
                    <a:pt x="96243" y="476052"/>
                  </a:lnTo>
                  <a:lnTo>
                    <a:pt x="133999" y="502665"/>
                  </a:lnTo>
                  <a:lnTo>
                    <a:pt x="176139" y="522619"/>
                  </a:lnTo>
                  <a:lnTo>
                    <a:pt x="221897" y="535149"/>
                  </a:lnTo>
                  <a:lnTo>
                    <a:pt x="270510" y="539496"/>
                  </a:lnTo>
                  <a:lnTo>
                    <a:pt x="319122" y="535149"/>
                  </a:lnTo>
                  <a:lnTo>
                    <a:pt x="364880" y="522619"/>
                  </a:lnTo>
                  <a:lnTo>
                    <a:pt x="407020" y="502666"/>
                  </a:lnTo>
                  <a:lnTo>
                    <a:pt x="444776" y="476052"/>
                  </a:lnTo>
                  <a:lnTo>
                    <a:pt x="477384" y="443540"/>
                  </a:lnTo>
                  <a:lnTo>
                    <a:pt x="504077" y="405892"/>
                  </a:lnTo>
                  <a:lnTo>
                    <a:pt x="524090" y="363869"/>
                  </a:lnTo>
                  <a:lnTo>
                    <a:pt x="536660" y="318233"/>
                  </a:lnTo>
                  <a:lnTo>
                    <a:pt x="541019" y="269748"/>
                  </a:lnTo>
                  <a:lnTo>
                    <a:pt x="536660" y="221262"/>
                  </a:lnTo>
                  <a:lnTo>
                    <a:pt x="524090" y="175626"/>
                  </a:lnTo>
                  <a:lnTo>
                    <a:pt x="504077" y="133604"/>
                  </a:lnTo>
                  <a:lnTo>
                    <a:pt x="477384" y="95955"/>
                  </a:lnTo>
                  <a:lnTo>
                    <a:pt x="444776" y="63443"/>
                  </a:lnTo>
                  <a:lnTo>
                    <a:pt x="407020" y="36830"/>
                  </a:lnTo>
                  <a:lnTo>
                    <a:pt x="364880" y="16876"/>
                  </a:lnTo>
                  <a:lnTo>
                    <a:pt x="319122" y="4346"/>
                  </a:lnTo>
                  <a:lnTo>
                    <a:pt x="270510" y="0"/>
                  </a:lnTo>
                  <a:close/>
                </a:path>
              </a:pathLst>
            </a:custGeom>
            <a:solidFill>
              <a:srgbClr val="CFE1F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2284476" y="2756915"/>
              <a:ext cx="541020" cy="539750"/>
            </a:xfrm>
            <a:custGeom>
              <a:avLst/>
              <a:gdLst/>
              <a:ahLst/>
              <a:cxnLst/>
              <a:rect l="l" t="t" r="r" b="b"/>
              <a:pathLst>
                <a:path w="541019" h="539750">
                  <a:moveTo>
                    <a:pt x="0" y="269748"/>
                  </a:moveTo>
                  <a:lnTo>
                    <a:pt x="4359" y="221262"/>
                  </a:lnTo>
                  <a:lnTo>
                    <a:pt x="16929" y="175626"/>
                  </a:lnTo>
                  <a:lnTo>
                    <a:pt x="36942" y="133603"/>
                  </a:lnTo>
                  <a:lnTo>
                    <a:pt x="63635" y="95955"/>
                  </a:lnTo>
                  <a:lnTo>
                    <a:pt x="96243" y="63443"/>
                  </a:lnTo>
                  <a:lnTo>
                    <a:pt x="133999" y="36829"/>
                  </a:lnTo>
                  <a:lnTo>
                    <a:pt x="176139" y="16876"/>
                  </a:lnTo>
                  <a:lnTo>
                    <a:pt x="221897" y="4346"/>
                  </a:lnTo>
                  <a:lnTo>
                    <a:pt x="270510" y="0"/>
                  </a:lnTo>
                  <a:lnTo>
                    <a:pt x="319122" y="4346"/>
                  </a:lnTo>
                  <a:lnTo>
                    <a:pt x="364880" y="16876"/>
                  </a:lnTo>
                  <a:lnTo>
                    <a:pt x="407020" y="36830"/>
                  </a:lnTo>
                  <a:lnTo>
                    <a:pt x="444776" y="63443"/>
                  </a:lnTo>
                  <a:lnTo>
                    <a:pt x="477384" y="95955"/>
                  </a:lnTo>
                  <a:lnTo>
                    <a:pt x="504077" y="133604"/>
                  </a:lnTo>
                  <a:lnTo>
                    <a:pt x="524090" y="175626"/>
                  </a:lnTo>
                  <a:lnTo>
                    <a:pt x="536660" y="221262"/>
                  </a:lnTo>
                  <a:lnTo>
                    <a:pt x="541019" y="269748"/>
                  </a:lnTo>
                  <a:lnTo>
                    <a:pt x="536660" y="318233"/>
                  </a:lnTo>
                  <a:lnTo>
                    <a:pt x="524090" y="363869"/>
                  </a:lnTo>
                  <a:lnTo>
                    <a:pt x="504077" y="405892"/>
                  </a:lnTo>
                  <a:lnTo>
                    <a:pt x="477384" y="443540"/>
                  </a:lnTo>
                  <a:lnTo>
                    <a:pt x="444776" y="476052"/>
                  </a:lnTo>
                  <a:lnTo>
                    <a:pt x="407020" y="502666"/>
                  </a:lnTo>
                  <a:lnTo>
                    <a:pt x="364880" y="522619"/>
                  </a:lnTo>
                  <a:lnTo>
                    <a:pt x="319122" y="535149"/>
                  </a:lnTo>
                  <a:lnTo>
                    <a:pt x="270510" y="539496"/>
                  </a:lnTo>
                  <a:lnTo>
                    <a:pt x="221897" y="535149"/>
                  </a:lnTo>
                  <a:lnTo>
                    <a:pt x="176139" y="522619"/>
                  </a:lnTo>
                  <a:lnTo>
                    <a:pt x="133999" y="502665"/>
                  </a:lnTo>
                  <a:lnTo>
                    <a:pt x="96243" y="476052"/>
                  </a:lnTo>
                  <a:lnTo>
                    <a:pt x="63635" y="443540"/>
                  </a:lnTo>
                  <a:lnTo>
                    <a:pt x="36942" y="405891"/>
                  </a:lnTo>
                  <a:lnTo>
                    <a:pt x="16929" y="363869"/>
                  </a:lnTo>
                  <a:lnTo>
                    <a:pt x="4359" y="318233"/>
                  </a:lnTo>
                  <a:lnTo>
                    <a:pt x="0" y="269748"/>
                  </a:lnTo>
                  <a:close/>
                </a:path>
              </a:pathLst>
            </a:custGeom>
            <a:ln w="9143">
              <a:solidFill>
                <a:srgbClr val="44536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2284476" y="3515867"/>
              <a:ext cx="541020" cy="544195"/>
            </a:xfrm>
            <a:custGeom>
              <a:avLst/>
              <a:gdLst/>
              <a:ahLst/>
              <a:cxnLst/>
              <a:rect l="l" t="t" r="r" b="b"/>
              <a:pathLst>
                <a:path w="541019" h="544195">
                  <a:moveTo>
                    <a:pt x="270510" y="0"/>
                  </a:moveTo>
                  <a:lnTo>
                    <a:pt x="221897" y="4382"/>
                  </a:lnTo>
                  <a:lnTo>
                    <a:pt x="176139" y="17019"/>
                  </a:lnTo>
                  <a:lnTo>
                    <a:pt x="133999" y="37140"/>
                  </a:lnTo>
                  <a:lnTo>
                    <a:pt x="96243" y="63978"/>
                  </a:lnTo>
                  <a:lnTo>
                    <a:pt x="63635" y="96765"/>
                  </a:lnTo>
                  <a:lnTo>
                    <a:pt x="36942" y="134732"/>
                  </a:lnTo>
                  <a:lnTo>
                    <a:pt x="16929" y="177112"/>
                  </a:lnTo>
                  <a:lnTo>
                    <a:pt x="4359" y="223135"/>
                  </a:lnTo>
                  <a:lnTo>
                    <a:pt x="0" y="272034"/>
                  </a:lnTo>
                  <a:lnTo>
                    <a:pt x="4359" y="320932"/>
                  </a:lnTo>
                  <a:lnTo>
                    <a:pt x="16929" y="366955"/>
                  </a:lnTo>
                  <a:lnTo>
                    <a:pt x="36942" y="409335"/>
                  </a:lnTo>
                  <a:lnTo>
                    <a:pt x="63635" y="447302"/>
                  </a:lnTo>
                  <a:lnTo>
                    <a:pt x="96243" y="480089"/>
                  </a:lnTo>
                  <a:lnTo>
                    <a:pt x="133999" y="506927"/>
                  </a:lnTo>
                  <a:lnTo>
                    <a:pt x="176139" y="527048"/>
                  </a:lnTo>
                  <a:lnTo>
                    <a:pt x="221897" y="539685"/>
                  </a:lnTo>
                  <a:lnTo>
                    <a:pt x="270510" y="544068"/>
                  </a:lnTo>
                  <a:lnTo>
                    <a:pt x="319122" y="539685"/>
                  </a:lnTo>
                  <a:lnTo>
                    <a:pt x="364880" y="527048"/>
                  </a:lnTo>
                  <a:lnTo>
                    <a:pt x="407020" y="506927"/>
                  </a:lnTo>
                  <a:lnTo>
                    <a:pt x="444776" y="480089"/>
                  </a:lnTo>
                  <a:lnTo>
                    <a:pt x="477384" y="447302"/>
                  </a:lnTo>
                  <a:lnTo>
                    <a:pt x="504077" y="409335"/>
                  </a:lnTo>
                  <a:lnTo>
                    <a:pt x="524090" y="366955"/>
                  </a:lnTo>
                  <a:lnTo>
                    <a:pt x="536660" y="320932"/>
                  </a:lnTo>
                  <a:lnTo>
                    <a:pt x="541019" y="272034"/>
                  </a:lnTo>
                  <a:lnTo>
                    <a:pt x="536660" y="223135"/>
                  </a:lnTo>
                  <a:lnTo>
                    <a:pt x="524090" y="177112"/>
                  </a:lnTo>
                  <a:lnTo>
                    <a:pt x="504077" y="134732"/>
                  </a:lnTo>
                  <a:lnTo>
                    <a:pt x="477384" y="96765"/>
                  </a:lnTo>
                  <a:lnTo>
                    <a:pt x="444776" y="63978"/>
                  </a:lnTo>
                  <a:lnTo>
                    <a:pt x="407020" y="37140"/>
                  </a:lnTo>
                  <a:lnTo>
                    <a:pt x="364880" y="17019"/>
                  </a:lnTo>
                  <a:lnTo>
                    <a:pt x="319122" y="4382"/>
                  </a:lnTo>
                  <a:lnTo>
                    <a:pt x="270510" y="0"/>
                  </a:lnTo>
                  <a:close/>
                </a:path>
              </a:pathLst>
            </a:custGeom>
            <a:solidFill>
              <a:srgbClr val="CFE1F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2284476" y="3515867"/>
              <a:ext cx="541020" cy="544195"/>
            </a:xfrm>
            <a:custGeom>
              <a:avLst/>
              <a:gdLst/>
              <a:ahLst/>
              <a:cxnLst/>
              <a:rect l="l" t="t" r="r" b="b"/>
              <a:pathLst>
                <a:path w="541019" h="544195">
                  <a:moveTo>
                    <a:pt x="0" y="272034"/>
                  </a:moveTo>
                  <a:lnTo>
                    <a:pt x="4359" y="223135"/>
                  </a:lnTo>
                  <a:lnTo>
                    <a:pt x="16929" y="177112"/>
                  </a:lnTo>
                  <a:lnTo>
                    <a:pt x="36942" y="134732"/>
                  </a:lnTo>
                  <a:lnTo>
                    <a:pt x="63635" y="96765"/>
                  </a:lnTo>
                  <a:lnTo>
                    <a:pt x="96243" y="63978"/>
                  </a:lnTo>
                  <a:lnTo>
                    <a:pt x="133999" y="37140"/>
                  </a:lnTo>
                  <a:lnTo>
                    <a:pt x="176139" y="17019"/>
                  </a:lnTo>
                  <a:lnTo>
                    <a:pt x="221897" y="4382"/>
                  </a:lnTo>
                  <a:lnTo>
                    <a:pt x="270510" y="0"/>
                  </a:lnTo>
                  <a:lnTo>
                    <a:pt x="319122" y="4382"/>
                  </a:lnTo>
                  <a:lnTo>
                    <a:pt x="364880" y="17019"/>
                  </a:lnTo>
                  <a:lnTo>
                    <a:pt x="407020" y="37140"/>
                  </a:lnTo>
                  <a:lnTo>
                    <a:pt x="444776" y="63978"/>
                  </a:lnTo>
                  <a:lnTo>
                    <a:pt x="477384" y="96765"/>
                  </a:lnTo>
                  <a:lnTo>
                    <a:pt x="504077" y="134732"/>
                  </a:lnTo>
                  <a:lnTo>
                    <a:pt x="524090" y="177112"/>
                  </a:lnTo>
                  <a:lnTo>
                    <a:pt x="536660" y="223135"/>
                  </a:lnTo>
                  <a:lnTo>
                    <a:pt x="541019" y="272034"/>
                  </a:lnTo>
                  <a:lnTo>
                    <a:pt x="536660" y="320932"/>
                  </a:lnTo>
                  <a:lnTo>
                    <a:pt x="524090" y="366955"/>
                  </a:lnTo>
                  <a:lnTo>
                    <a:pt x="504077" y="409335"/>
                  </a:lnTo>
                  <a:lnTo>
                    <a:pt x="477384" y="447302"/>
                  </a:lnTo>
                  <a:lnTo>
                    <a:pt x="444776" y="480089"/>
                  </a:lnTo>
                  <a:lnTo>
                    <a:pt x="407020" y="506927"/>
                  </a:lnTo>
                  <a:lnTo>
                    <a:pt x="364880" y="527048"/>
                  </a:lnTo>
                  <a:lnTo>
                    <a:pt x="319122" y="539685"/>
                  </a:lnTo>
                  <a:lnTo>
                    <a:pt x="270510" y="544068"/>
                  </a:lnTo>
                  <a:lnTo>
                    <a:pt x="221897" y="539685"/>
                  </a:lnTo>
                  <a:lnTo>
                    <a:pt x="176139" y="527048"/>
                  </a:lnTo>
                  <a:lnTo>
                    <a:pt x="133999" y="506927"/>
                  </a:lnTo>
                  <a:lnTo>
                    <a:pt x="96243" y="480089"/>
                  </a:lnTo>
                  <a:lnTo>
                    <a:pt x="63635" y="447302"/>
                  </a:lnTo>
                  <a:lnTo>
                    <a:pt x="36942" y="409335"/>
                  </a:lnTo>
                  <a:lnTo>
                    <a:pt x="16929" y="366955"/>
                  </a:lnTo>
                  <a:lnTo>
                    <a:pt x="4359" y="320932"/>
                  </a:lnTo>
                  <a:lnTo>
                    <a:pt x="0" y="272034"/>
                  </a:lnTo>
                  <a:close/>
                </a:path>
              </a:pathLst>
            </a:custGeom>
            <a:ln w="9144">
              <a:solidFill>
                <a:srgbClr val="44536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5" name="object 15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4114800" y="3087623"/>
              <a:ext cx="541020" cy="539495"/>
            </a:xfrm>
            <a:prstGeom prst="rect">
              <a:avLst/>
            </a:prstGeom>
          </p:spPr>
        </p:pic>
        <p:sp>
          <p:nvSpPr>
            <p:cNvPr id="16" name="object 16"/>
            <p:cNvSpPr/>
            <p:nvPr/>
          </p:nvSpPr>
          <p:spPr>
            <a:xfrm>
              <a:off x="4114800" y="3087623"/>
              <a:ext cx="541020" cy="539750"/>
            </a:xfrm>
            <a:custGeom>
              <a:avLst/>
              <a:gdLst/>
              <a:ahLst/>
              <a:cxnLst/>
              <a:rect l="l" t="t" r="r" b="b"/>
              <a:pathLst>
                <a:path w="541020" h="539750">
                  <a:moveTo>
                    <a:pt x="0" y="269748"/>
                  </a:moveTo>
                  <a:lnTo>
                    <a:pt x="4359" y="221262"/>
                  </a:lnTo>
                  <a:lnTo>
                    <a:pt x="16929" y="175626"/>
                  </a:lnTo>
                  <a:lnTo>
                    <a:pt x="36942" y="133603"/>
                  </a:lnTo>
                  <a:lnTo>
                    <a:pt x="63635" y="95955"/>
                  </a:lnTo>
                  <a:lnTo>
                    <a:pt x="96243" y="63443"/>
                  </a:lnTo>
                  <a:lnTo>
                    <a:pt x="133999" y="36829"/>
                  </a:lnTo>
                  <a:lnTo>
                    <a:pt x="176139" y="16876"/>
                  </a:lnTo>
                  <a:lnTo>
                    <a:pt x="221897" y="4346"/>
                  </a:lnTo>
                  <a:lnTo>
                    <a:pt x="270510" y="0"/>
                  </a:lnTo>
                  <a:lnTo>
                    <a:pt x="319122" y="4346"/>
                  </a:lnTo>
                  <a:lnTo>
                    <a:pt x="364880" y="16876"/>
                  </a:lnTo>
                  <a:lnTo>
                    <a:pt x="407020" y="36830"/>
                  </a:lnTo>
                  <a:lnTo>
                    <a:pt x="444776" y="63443"/>
                  </a:lnTo>
                  <a:lnTo>
                    <a:pt x="477384" y="95955"/>
                  </a:lnTo>
                  <a:lnTo>
                    <a:pt x="504077" y="133604"/>
                  </a:lnTo>
                  <a:lnTo>
                    <a:pt x="524090" y="175626"/>
                  </a:lnTo>
                  <a:lnTo>
                    <a:pt x="536660" y="221262"/>
                  </a:lnTo>
                  <a:lnTo>
                    <a:pt x="541020" y="269748"/>
                  </a:lnTo>
                  <a:lnTo>
                    <a:pt x="536660" y="318233"/>
                  </a:lnTo>
                  <a:lnTo>
                    <a:pt x="524090" y="363869"/>
                  </a:lnTo>
                  <a:lnTo>
                    <a:pt x="504077" y="405891"/>
                  </a:lnTo>
                  <a:lnTo>
                    <a:pt x="477384" y="443540"/>
                  </a:lnTo>
                  <a:lnTo>
                    <a:pt x="444776" y="476052"/>
                  </a:lnTo>
                  <a:lnTo>
                    <a:pt x="407020" y="502665"/>
                  </a:lnTo>
                  <a:lnTo>
                    <a:pt x="364880" y="522619"/>
                  </a:lnTo>
                  <a:lnTo>
                    <a:pt x="319122" y="535149"/>
                  </a:lnTo>
                  <a:lnTo>
                    <a:pt x="270510" y="539495"/>
                  </a:lnTo>
                  <a:lnTo>
                    <a:pt x="221897" y="535149"/>
                  </a:lnTo>
                  <a:lnTo>
                    <a:pt x="176139" y="522619"/>
                  </a:lnTo>
                  <a:lnTo>
                    <a:pt x="133999" y="502665"/>
                  </a:lnTo>
                  <a:lnTo>
                    <a:pt x="96243" y="476052"/>
                  </a:lnTo>
                  <a:lnTo>
                    <a:pt x="63635" y="443540"/>
                  </a:lnTo>
                  <a:lnTo>
                    <a:pt x="36942" y="405891"/>
                  </a:lnTo>
                  <a:lnTo>
                    <a:pt x="16929" y="363869"/>
                  </a:lnTo>
                  <a:lnTo>
                    <a:pt x="4359" y="318233"/>
                  </a:lnTo>
                  <a:lnTo>
                    <a:pt x="0" y="269748"/>
                  </a:lnTo>
                  <a:close/>
                </a:path>
              </a:pathLst>
            </a:custGeom>
            <a:ln w="9144">
              <a:solidFill>
                <a:srgbClr val="44536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4114800" y="3889247"/>
              <a:ext cx="541020" cy="541020"/>
            </a:xfrm>
            <a:custGeom>
              <a:avLst/>
              <a:gdLst/>
              <a:ahLst/>
              <a:cxnLst/>
              <a:rect l="l" t="t" r="r" b="b"/>
              <a:pathLst>
                <a:path w="541020" h="541020">
                  <a:moveTo>
                    <a:pt x="270510" y="0"/>
                  </a:moveTo>
                  <a:lnTo>
                    <a:pt x="221897" y="4359"/>
                  </a:lnTo>
                  <a:lnTo>
                    <a:pt x="176139" y="16929"/>
                  </a:lnTo>
                  <a:lnTo>
                    <a:pt x="133999" y="36942"/>
                  </a:lnTo>
                  <a:lnTo>
                    <a:pt x="96243" y="63635"/>
                  </a:lnTo>
                  <a:lnTo>
                    <a:pt x="63635" y="96243"/>
                  </a:lnTo>
                  <a:lnTo>
                    <a:pt x="36942" y="133999"/>
                  </a:lnTo>
                  <a:lnTo>
                    <a:pt x="16929" y="176139"/>
                  </a:lnTo>
                  <a:lnTo>
                    <a:pt x="4359" y="221897"/>
                  </a:lnTo>
                  <a:lnTo>
                    <a:pt x="0" y="270509"/>
                  </a:lnTo>
                  <a:lnTo>
                    <a:pt x="4359" y="319122"/>
                  </a:lnTo>
                  <a:lnTo>
                    <a:pt x="16929" y="364880"/>
                  </a:lnTo>
                  <a:lnTo>
                    <a:pt x="36942" y="407020"/>
                  </a:lnTo>
                  <a:lnTo>
                    <a:pt x="63635" y="444776"/>
                  </a:lnTo>
                  <a:lnTo>
                    <a:pt x="96243" y="477384"/>
                  </a:lnTo>
                  <a:lnTo>
                    <a:pt x="133999" y="504077"/>
                  </a:lnTo>
                  <a:lnTo>
                    <a:pt x="176139" y="524090"/>
                  </a:lnTo>
                  <a:lnTo>
                    <a:pt x="221897" y="536660"/>
                  </a:lnTo>
                  <a:lnTo>
                    <a:pt x="270510" y="541019"/>
                  </a:lnTo>
                  <a:lnTo>
                    <a:pt x="319122" y="536660"/>
                  </a:lnTo>
                  <a:lnTo>
                    <a:pt x="364880" y="524090"/>
                  </a:lnTo>
                  <a:lnTo>
                    <a:pt x="407020" y="504077"/>
                  </a:lnTo>
                  <a:lnTo>
                    <a:pt x="444776" y="477384"/>
                  </a:lnTo>
                  <a:lnTo>
                    <a:pt x="477384" y="444776"/>
                  </a:lnTo>
                  <a:lnTo>
                    <a:pt x="504077" y="407020"/>
                  </a:lnTo>
                  <a:lnTo>
                    <a:pt x="524090" y="364880"/>
                  </a:lnTo>
                  <a:lnTo>
                    <a:pt x="536660" y="319122"/>
                  </a:lnTo>
                  <a:lnTo>
                    <a:pt x="541020" y="270509"/>
                  </a:lnTo>
                  <a:lnTo>
                    <a:pt x="536660" y="221897"/>
                  </a:lnTo>
                  <a:lnTo>
                    <a:pt x="524090" y="176139"/>
                  </a:lnTo>
                  <a:lnTo>
                    <a:pt x="504077" y="133999"/>
                  </a:lnTo>
                  <a:lnTo>
                    <a:pt x="477384" y="96243"/>
                  </a:lnTo>
                  <a:lnTo>
                    <a:pt x="444776" y="63635"/>
                  </a:lnTo>
                  <a:lnTo>
                    <a:pt x="407020" y="36942"/>
                  </a:lnTo>
                  <a:lnTo>
                    <a:pt x="364880" y="16929"/>
                  </a:lnTo>
                  <a:lnTo>
                    <a:pt x="319122" y="4359"/>
                  </a:lnTo>
                  <a:lnTo>
                    <a:pt x="270510" y="0"/>
                  </a:lnTo>
                  <a:close/>
                </a:path>
              </a:pathLst>
            </a:custGeom>
            <a:solidFill>
              <a:srgbClr val="FF0000">
                <a:alpha val="19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4114800" y="3889247"/>
              <a:ext cx="541020" cy="541020"/>
            </a:xfrm>
            <a:custGeom>
              <a:avLst/>
              <a:gdLst/>
              <a:ahLst/>
              <a:cxnLst/>
              <a:rect l="l" t="t" r="r" b="b"/>
              <a:pathLst>
                <a:path w="541020" h="541020">
                  <a:moveTo>
                    <a:pt x="0" y="270509"/>
                  </a:moveTo>
                  <a:lnTo>
                    <a:pt x="4359" y="221897"/>
                  </a:lnTo>
                  <a:lnTo>
                    <a:pt x="16929" y="176139"/>
                  </a:lnTo>
                  <a:lnTo>
                    <a:pt x="36942" y="133999"/>
                  </a:lnTo>
                  <a:lnTo>
                    <a:pt x="63635" y="96243"/>
                  </a:lnTo>
                  <a:lnTo>
                    <a:pt x="96243" y="63635"/>
                  </a:lnTo>
                  <a:lnTo>
                    <a:pt x="133999" y="36942"/>
                  </a:lnTo>
                  <a:lnTo>
                    <a:pt x="176139" y="16929"/>
                  </a:lnTo>
                  <a:lnTo>
                    <a:pt x="221897" y="4359"/>
                  </a:lnTo>
                  <a:lnTo>
                    <a:pt x="270510" y="0"/>
                  </a:lnTo>
                  <a:lnTo>
                    <a:pt x="319122" y="4359"/>
                  </a:lnTo>
                  <a:lnTo>
                    <a:pt x="364880" y="16929"/>
                  </a:lnTo>
                  <a:lnTo>
                    <a:pt x="407020" y="36942"/>
                  </a:lnTo>
                  <a:lnTo>
                    <a:pt x="444776" y="63635"/>
                  </a:lnTo>
                  <a:lnTo>
                    <a:pt x="477384" y="96243"/>
                  </a:lnTo>
                  <a:lnTo>
                    <a:pt x="504077" y="133999"/>
                  </a:lnTo>
                  <a:lnTo>
                    <a:pt x="524090" y="176139"/>
                  </a:lnTo>
                  <a:lnTo>
                    <a:pt x="536660" y="221897"/>
                  </a:lnTo>
                  <a:lnTo>
                    <a:pt x="541020" y="270509"/>
                  </a:lnTo>
                  <a:lnTo>
                    <a:pt x="536660" y="319122"/>
                  </a:lnTo>
                  <a:lnTo>
                    <a:pt x="524090" y="364880"/>
                  </a:lnTo>
                  <a:lnTo>
                    <a:pt x="504077" y="407020"/>
                  </a:lnTo>
                  <a:lnTo>
                    <a:pt x="477384" y="444776"/>
                  </a:lnTo>
                  <a:lnTo>
                    <a:pt x="444776" y="477384"/>
                  </a:lnTo>
                  <a:lnTo>
                    <a:pt x="407020" y="504077"/>
                  </a:lnTo>
                  <a:lnTo>
                    <a:pt x="364880" y="524090"/>
                  </a:lnTo>
                  <a:lnTo>
                    <a:pt x="319122" y="536660"/>
                  </a:lnTo>
                  <a:lnTo>
                    <a:pt x="270510" y="541019"/>
                  </a:lnTo>
                  <a:lnTo>
                    <a:pt x="221897" y="536660"/>
                  </a:lnTo>
                  <a:lnTo>
                    <a:pt x="176139" y="524090"/>
                  </a:lnTo>
                  <a:lnTo>
                    <a:pt x="133999" y="504077"/>
                  </a:lnTo>
                  <a:lnTo>
                    <a:pt x="96243" y="477384"/>
                  </a:lnTo>
                  <a:lnTo>
                    <a:pt x="63635" y="444776"/>
                  </a:lnTo>
                  <a:lnTo>
                    <a:pt x="36942" y="407020"/>
                  </a:lnTo>
                  <a:lnTo>
                    <a:pt x="16929" y="364880"/>
                  </a:lnTo>
                  <a:lnTo>
                    <a:pt x="4359" y="319122"/>
                  </a:lnTo>
                  <a:lnTo>
                    <a:pt x="0" y="270509"/>
                  </a:lnTo>
                  <a:close/>
                </a:path>
              </a:pathLst>
            </a:custGeom>
            <a:ln w="9144">
              <a:solidFill>
                <a:srgbClr val="44536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2821305" y="3021837"/>
              <a:ext cx="1294765" cy="1138555"/>
            </a:xfrm>
            <a:custGeom>
              <a:avLst/>
              <a:gdLst/>
              <a:ahLst/>
              <a:cxnLst/>
              <a:rect l="l" t="t" r="r" b="b"/>
              <a:pathLst>
                <a:path w="1294764" h="1138554">
                  <a:moveTo>
                    <a:pt x="1233166" y="1092595"/>
                  </a:moveTo>
                  <a:lnTo>
                    <a:pt x="1212215" y="1116457"/>
                  </a:lnTo>
                  <a:lnTo>
                    <a:pt x="1294637" y="1138174"/>
                  </a:lnTo>
                  <a:lnTo>
                    <a:pt x="1279502" y="1100963"/>
                  </a:lnTo>
                  <a:lnTo>
                    <a:pt x="1242695" y="1100963"/>
                  </a:lnTo>
                  <a:lnTo>
                    <a:pt x="1233166" y="1092595"/>
                  </a:lnTo>
                  <a:close/>
                </a:path>
                <a:path w="1294764" h="1138554">
                  <a:moveTo>
                    <a:pt x="1241538" y="1083060"/>
                  </a:moveTo>
                  <a:lnTo>
                    <a:pt x="1233166" y="1092595"/>
                  </a:lnTo>
                  <a:lnTo>
                    <a:pt x="1242695" y="1100963"/>
                  </a:lnTo>
                  <a:lnTo>
                    <a:pt x="1251077" y="1091438"/>
                  </a:lnTo>
                  <a:lnTo>
                    <a:pt x="1241538" y="1083060"/>
                  </a:lnTo>
                  <a:close/>
                </a:path>
                <a:path w="1294764" h="1138554">
                  <a:moveTo>
                    <a:pt x="1262507" y="1059180"/>
                  </a:moveTo>
                  <a:lnTo>
                    <a:pt x="1241538" y="1083060"/>
                  </a:lnTo>
                  <a:lnTo>
                    <a:pt x="1251077" y="1091438"/>
                  </a:lnTo>
                  <a:lnTo>
                    <a:pt x="1242695" y="1100963"/>
                  </a:lnTo>
                  <a:lnTo>
                    <a:pt x="1279502" y="1100963"/>
                  </a:lnTo>
                  <a:lnTo>
                    <a:pt x="1262507" y="1059180"/>
                  </a:lnTo>
                  <a:close/>
                </a:path>
                <a:path w="1294764" h="1138554">
                  <a:moveTo>
                    <a:pt x="8381" y="0"/>
                  </a:moveTo>
                  <a:lnTo>
                    <a:pt x="0" y="9651"/>
                  </a:lnTo>
                  <a:lnTo>
                    <a:pt x="1233166" y="1092595"/>
                  </a:lnTo>
                  <a:lnTo>
                    <a:pt x="1241538" y="1083060"/>
                  </a:lnTo>
                  <a:lnTo>
                    <a:pt x="8381" y="0"/>
                  </a:lnTo>
                  <a:close/>
                </a:path>
              </a:pathLst>
            </a:custGeom>
            <a:solidFill>
              <a:srgbClr val="BEBEB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2284476" y="4283963"/>
              <a:ext cx="541020" cy="539750"/>
            </a:xfrm>
            <a:custGeom>
              <a:avLst/>
              <a:gdLst/>
              <a:ahLst/>
              <a:cxnLst/>
              <a:rect l="l" t="t" r="r" b="b"/>
              <a:pathLst>
                <a:path w="541019" h="539750">
                  <a:moveTo>
                    <a:pt x="270510" y="0"/>
                  </a:moveTo>
                  <a:lnTo>
                    <a:pt x="221897" y="4346"/>
                  </a:lnTo>
                  <a:lnTo>
                    <a:pt x="176139" y="16876"/>
                  </a:lnTo>
                  <a:lnTo>
                    <a:pt x="133999" y="36830"/>
                  </a:lnTo>
                  <a:lnTo>
                    <a:pt x="96243" y="63443"/>
                  </a:lnTo>
                  <a:lnTo>
                    <a:pt x="63635" y="95955"/>
                  </a:lnTo>
                  <a:lnTo>
                    <a:pt x="36942" y="133604"/>
                  </a:lnTo>
                  <a:lnTo>
                    <a:pt x="16929" y="175626"/>
                  </a:lnTo>
                  <a:lnTo>
                    <a:pt x="4359" y="221262"/>
                  </a:lnTo>
                  <a:lnTo>
                    <a:pt x="0" y="269748"/>
                  </a:lnTo>
                  <a:lnTo>
                    <a:pt x="4359" y="318233"/>
                  </a:lnTo>
                  <a:lnTo>
                    <a:pt x="16929" y="363869"/>
                  </a:lnTo>
                  <a:lnTo>
                    <a:pt x="36942" y="405891"/>
                  </a:lnTo>
                  <a:lnTo>
                    <a:pt x="63635" y="443540"/>
                  </a:lnTo>
                  <a:lnTo>
                    <a:pt x="96243" y="476052"/>
                  </a:lnTo>
                  <a:lnTo>
                    <a:pt x="133999" y="502665"/>
                  </a:lnTo>
                  <a:lnTo>
                    <a:pt x="176139" y="522619"/>
                  </a:lnTo>
                  <a:lnTo>
                    <a:pt x="221897" y="535149"/>
                  </a:lnTo>
                  <a:lnTo>
                    <a:pt x="270510" y="539496"/>
                  </a:lnTo>
                  <a:lnTo>
                    <a:pt x="319122" y="535149"/>
                  </a:lnTo>
                  <a:lnTo>
                    <a:pt x="364880" y="522619"/>
                  </a:lnTo>
                  <a:lnTo>
                    <a:pt x="407020" y="502666"/>
                  </a:lnTo>
                  <a:lnTo>
                    <a:pt x="444776" y="476052"/>
                  </a:lnTo>
                  <a:lnTo>
                    <a:pt x="477384" y="443540"/>
                  </a:lnTo>
                  <a:lnTo>
                    <a:pt x="504077" y="405892"/>
                  </a:lnTo>
                  <a:lnTo>
                    <a:pt x="524090" y="363869"/>
                  </a:lnTo>
                  <a:lnTo>
                    <a:pt x="536660" y="318233"/>
                  </a:lnTo>
                  <a:lnTo>
                    <a:pt x="541019" y="269748"/>
                  </a:lnTo>
                  <a:lnTo>
                    <a:pt x="536660" y="221262"/>
                  </a:lnTo>
                  <a:lnTo>
                    <a:pt x="524090" y="175626"/>
                  </a:lnTo>
                  <a:lnTo>
                    <a:pt x="504077" y="133604"/>
                  </a:lnTo>
                  <a:lnTo>
                    <a:pt x="477384" y="95955"/>
                  </a:lnTo>
                  <a:lnTo>
                    <a:pt x="444776" y="63443"/>
                  </a:lnTo>
                  <a:lnTo>
                    <a:pt x="407020" y="36830"/>
                  </a:lnTo>
                  <a:lnTo>
                    <a:pt x="364880" y="16876"/>
                  </a:lnTo>
                  <a:lnTo>
                    <a:pt x="319122" y="4346"/>
                  </a:lnTo>
                  <a:lnTo>
                    <a:pt x="270510" y="0"/>
                  </a:lnTo>
                  <a:close/>
                </a:path>
              </a:pathLst>
            </a:custGeom>
            <a:solidFill>
              <a:srgbClr val="CFE1F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2284476" y="4283963"/>
              <a:ext cx="541020" cy="539750"/>
            </a:xfrm>
            <a:custGeom>
              <a:avLst/>
              <a:gdLst/>
              <a:ahLst/>
              <a:cxnLst/>
              <a:rect l="l" t="t" r="r" b="b"/>
              <a:pathLst>
                <a:path w="541019" h="539750">
                  <a:moveTo>
                    <a:pt x="0" y="269748"/>
                  </a:moveTo>
                  <a:lnTo>
                    <a:pt x="4359" y="221262"/>
                  </a:lnTo>
                  <a:lnTo>
                    <a:pt x="16929" y="175626"/>
                  </a:lnTo>
                  <a:lnTo>
                    <a:pt x="36942" y="133604"/>
                  </a:lnTo>
                  <a:lnTo>
                    <a:pt x="63635" y="95955"/>
                  </a:lnTo>
                  <a:lnTo>
                    <a:pt x="96243" y="63443"/>
                  </a:lnTo>
                  <a:lnTo>
                    <a:pt x="133999" y="36830"/>
                  </a:lnTo>
                  <a:lnTo>
                    <a:pt x="176139" y="16876"/>
                  </a:lnTo>
                  <a:lnTo>
                    <a:pt x="221897" y="4346"/>
                  </a:lnTo>
                  <a:lnTo>
                    <a:pt x="270510" y="0"/>
                  </a:lnTo>
                  <a:lnTo>
                    <a:pt x="319122" y="4346"/>
                  </a:lnTo>
                  <a:lnTo>
                    <a:pt x="364880" y="16876"/>
                  </a:lnTo>
                  <a:lnTo>
                    <a:pt x="407020" y="36830"/>
                  </a:lnTo>
                  <a:lnTo>
                    <a:pt x="444776" y="63443"/>
                  </a:lnTo>
                  <a:lnTo>
                    <a:pt x="477384" y="95955"/>
                  </a:lnTo>
                  <a:lnTo>
                    <a:pt x="504077" y="133604"/>
                  </a:lnTo>
                  <a:lnTo>
                    <a:pt x="524090" y="175626"/>
                  </a:lnTo>
                  <a:lnTo>
                    <a:pt x="536660" y="221262"/>
                  </a:lnTo>
                  <a:lnTo>
                    <a:pt x="541019" y="269748"/>
                  </a:lnTo>
                  <a:lnTo>
                    <a:pt x="536660" y="318233"/>
                  </a:lnTo>
                  <a:lnTo>
                    <a:pt x="524090" y="363869"/>
                  </a:lnTo>
                  <a:lnTo>
                    <a:pt x="504077" y="405892"/>
                  </a:lnTo>
                  <a:lnTo>
                    <a:pt x="477384" y="443540"/>
                  </a:lnTo>
                  <a:lnTo>
                    <a:pt x="444776" y="476052"/>
                  </a:lnTo>
                  <a:lnTo>
                    <a:pt x="407020" y="502666"/>
                  </a:lnTo>
                  <a:lnTo>
                    <a:pt x="364880" y="522619"/>
                  </a:lnTo>
                  <a:lnTo>
                    <a:pt x="319122" y="535149"/>
                  </a:lnTo>
                  <a:lnTo>
                    <a:pt x="270510" y="539496"/>
                  </a:lnTo>
                  <a:lnTo>
                    <a:pt x="221897" y="535149"/>
                  </a:lnTo>
                  <a:lnTo>
                    <a:pt x="176139" y="522619"/>
                  </a:lnTo>
                  <a:lnTo>
                    <a:pt x="133999" y="502665"/>
                  </a:lnTo>
                  <a:lnTo>
                    <a:pt x="96243" y="476052"/>
                  </a:lnTo>
                  <a:lnTo>
                    <a:pt x="63635" y="443540"/>
                  </a:lnTo>
                  <a:lnTo>
                    <a:pt x="36942" y="405891"/>
                  </a:lnTo>
                  <a:lnTo>
                    <a:pt x="16929" y="363869"/>
                  </a:lnTo>
                  <a:lnTo>
                    <a:pt x="4359" y="318233"/>
                  </a:lnTo>
                  <a:lnTo>
                    <a:pt x="0" y="269748"/>
                  </a:lnTo>
                  <a:close/>
                </a:path>
              </a:pathLst>
            </a:custGeom>
            <a:ln w="9143">
              <a:solidFill>
                <a:srgbClr val="44536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4090416" y="4692395"/>
              <a:ext cx="539750" cy="539750"/>
            </a:xfrm>
            <a:custGeom>
              <a:avLst/>
              <a:gdLst/>
              <a:ahLst/>
              <a:cxnLst/>
              <a:rect l="l" t="t" r="r" b="b"/>
              <a:pathLst>
                <a:path w="539750" h="539750">
                  <a:moveTo>
                    <a:pt x="269748" y="0"/>
                  </a:moveTo>
                  <a:lnTo>
                    <a:pt x="221262" y="4346"/>
                  </a:lnTo>
                  <a:lnTo>
                    <a:pt x="175626" y="16876"/>
                  </a:lnTo>
                  <a:lnTo>
                    <a:pt x="133604" y="36829"/>
                  </a:lnTo>
                  <a:lnTo>
                    <a:pt x="95955" y="63443"/>
                  </a:lnTo>
                  <a:lnTo>
                    <a:pt x="63443" y="95955"/>
                  </a:lnTo>
                  <a:lnTo>
                    <a:pt x="36830" y="133603"/>
                  </a:lnTo>
                  <a:lnTo>
                    <a:pt x="16876" y="175626"/>
                  </a:lnTo>
                  <a:lnTo>
                    <a:pt x="4346" y="221262"/>
                  </a:lnTo>
                  <a:lnTo>
                    <a:pt x="0" y="269747"/>
                  </a:lnTo>
                  <a:lnTo>
                    <a:pt x="4346" y="318233"/>
                  </a:lnTo>
                  <a:lnTo>
                    <a:pt x="16876" y="363869"/>
                  </a:lnTo>
                  <a:lnTo>
                    <a:pt x="36829" y="405891"/>
                  </a:lnTo>
                  <a:lnTo>
                    <a:pt x="63443" y="443540"/>
                  </a:lnTo>
                  <a:lnTo>
                    <a:pt x="95955" y="476052"/>
                  </a:lnTo>
                  <a:lnTo>
                    <a:pt x="133603" y="502665"/>
                  </a:lnTo>
                  <a:lnTo>
                    <a:pt x="175626" y="522619"/>
                  </a:lnTo>
                  <a:lnTo>
                    <a:pt x="221262" y="535149"/>
                  </a:lnTo>
                  <a:lnTo>
                    <a:pt x="269748" y="539495"/>
                  </a:lnTo>
                  <a:lnTo>
                    <a:pt x="318233" y="535149"/>
                  </a:lnTo>
                  <a:lnTo>
                    <a:pt x="363869" y="522619"/>
                  </a:lnTo>
                  <a:lnTo>
                    <a:pt x="405891" y="502665"/>
                  </a:lnTo>
                  <a:lnTo>
                    <a:pt x="443540" y="476052"/>
                  </a:lnTo>
                  <a:lnTo>
                    <a:pt x="476052" y="443540"/>
                  </a:lnTo>
                  <a:lnTo>
                    <a:pt x="502665" y="405891"/>
                  </a:lnTo>
                  <a:lnTo>
                    <a:pt x="522619" y="363869"/>
                  </a:lnTo>
                  <a:lnTo>
                    <a:pt x="535149" y="318233"/>
                  </a:lnTo>
                  <a:lnTo>
                    <a:pt x="539496" y="269747"/>
                  </a:lnTo>
                  <a:lnTo>
                    <a:pt x="535149" y="221262"/>
                  </a:lnTo>
                  <a:lnTo>
                    <a:pt x="522619" y="175626"/>
                  </a:lnTo>
                  <a:lnTo>
                    <a:pt x="502666" y="133604"/>
                  </a:lnTo>
                  <a:lnTo>
                    <a:pt x="476052" y="95955"/>
                  </a:lnTo>
                  <a:lnTo>
                    <a:pt x="443540" y="63443"/>
                  </a:lnTo>
                  <a:lnTo>
                    <a:pt x="405892" y="36830"/>
                  </a:lnTo>
                  <a:lnTo>
                    <a:pt x="363869" y="16876"/>
                  </a:lnTo>
                  <a:lnTo>
                    <a:pt x="318233" y="4346"/>
                  </a:lnTo>
                  <a:lnTo>
                    <a:pt x="269748" y="0"/>
                  </a:lnTo>
                  <a:close/>
                </a:path>
              </a:pathLst>
            </a:custGeom>
            <a:solidFill>
              <a:srgbClr val="FF0000">
                <a:alpha val="19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4090416" y="4692395"/>
              <a:ext cx="539750" cy="539750"/>
            </a:xfrm>
            <a:custGeom>
              <a:avLst/>
              <a:gdLst/>
              <a:ahLst/>
              <a:cxnLst/>
              <a:rect l="l" t="t" r="r" b="b"/>
              <a:pathLst>
                <a:path w="539750" h="539750">
                  <a:moveTo>
                    <a:pt x="0" y="269747"/>
                  </a:moveTo>
                  <a:lnTo>
                    <a:pt x="4346" y="221262"/>
                  </a:lnTo>
                  <a:lnTo>
                    <a:pt x="16876" y="175626"/>
                  </a:lnTo>
                  <a:lnTo>
                    <a:pt x="36830" y="133603"/>
                  </a:lnTo>
                  <a:lnTo>
                    <a:pt x="63443" y="95955"/>
                  </a:lnTo>
                  <a:lnTo>
                    <a:pt x="95955" y="63443"/>
                  </a:lnTo>
                  <a:lnTo>
                    <a:pt x="133604" y="36829"/>
                  </a:lnTo>
                  <a:lnTo>
                    <a:pt x="175626" y="16876"/>
                  </a:lnTo>
                  <a:lnTo>
                    <a:pt x="221262" y="4346"/>
                  </a:lnTo>
                  <a:lnTo>
                    <a:pt x="269748" y="0"/>
                  </a:lnTo>
                  <a:lnTo>
                    <a:pt x="318233" y="4346"/>
                  </a:lnTo>
                  <a:lnTo>
                    <a:pt x="363869" y="16876"/>
                  </a:lnTo>
                  <a:lnTo>
                    <a:pt x="405892" y="36830"/>
                  </a:lnTo>
                  <a:lnTo>
                    <a:pt x="443540" y="63443"/>
                  </a:lnTo>
                  <a:lnTo>
                    <a:pt x="476052" y="95955"/>
                  </a:lnTo>
                  <a:lnTo>
                    <a:pt x="502666" y="133604"/>
                  </a:lnTo>
                  <a:lnTo>
                    <a:pt x="522619" y="175626"/>
                  </a:lnTo>
                  <a:lnTo>
                    <a:pt x="535149" y="221262"/>
                  </a:lnTo>
                  <a:lnTo>
                    <a:pt x="539496" y="269747"/>
                  </a:lnTo>
                  <a:lnTo>
                    <a:pt x="535149" y="318233"/>
                  </a:lnTo>
                  <a:lnTo>
                    <a:pt x="522619" y="363869"/>
                  </a:lnTo>
                  <a:lnTo>
                    <a:pt x="502665" y="405891"/>
                  </a:lnTo>
                  <a:lnTo>
                    <a:pt x="476052" y="443540"/>
                  </a:lnTo>
                  <a:lnTo>
                    <a:pt x="443540" y="476052"/>
                  </a:lnTo>
                  <a:lnTo>
                    <a:pt x="405891" y="502665"/>
                  </a:lnTo>
                  <a:lnTo>
                    <a:pt x="363869" y="522619"/>
                  </a:lnTo>
                  <a:lnTo>
                    <a:pt x="318233" y="535149"/>
                  </a:lnTo>
                  <a:lnTo>
                    <a:pt x="269748" y="539495"/>
                  </a:lnTo>
                  <a:lnTo>
                    <a:pt x="221262" y="535149"/>
                  </a:lnTo>
                  <a:lnTo>
                    <a:pt x="175626" y="522619"/>
                  </a:lnTo>
                  <a:lnTo>
                    <a:pt x="133603" y="502665"/>
                  </a:lnTo>
                  <a:lnTo>
                    <a:pt x="95955" y="476052"/>
                  </a:lnTo>
                  <a:lnTo>
                    <a:pt x="63443" y="443540"/>
                  </a:lnTo>
                  <a:lnTo>
                    <a:pt x="36829" y="405891"/>
                  </a:lnTo>
                  <a:lnTo>
                    <a:pt x="16876" y="363869"/>
                  </a:lnTo>
                  <a:lnTo>
                    <a:pt x="4346" y="318233"/>
                  </a:lnTo>
                  <a:lnTo>
                    <a:pt x="0" y="269747"/>
                  </a:lnTo>
                  <a:close/>
                </a:path>
              </a:pathLst>
            </a:custGeom>
            <a:ln w="9144">
              <a:solidFill>
                <a:srgbClr val="44536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2820162" y="3023234"/>
              <a:ext cx="1296035" cy="1951989"/>
            </a:xfrm>
            <a:custGeom>
              <a:avLst/>
              <a:gdLst/>
              <a:ahLst/>
              <a:cxnLst/>
              <a:rect l="l" t="t" r="r" b="b"/>
              <a:pathLst>
                <a:path w="1296035" h="1951989">
                  <a:moveTo>
                    <a:pt x="1295781" y="1135761"/>
                  </a:moveTo>
                  <a:lnTo>
                    <a:pt x="1295438" y="1135710"/>
                  </a:lnTo>
                  <a:lnTo>
                    <a:pt x="1283233" y="1124458"/>
                  </a:lnTo>
                  <a:lnTo>
                    <a:pt x="1233043" y="1078230"/>
                  </a:lnTo>
                  <a:lnTo>
                    <a:pt x="1224254" y="1108748"/>
                  </a:lnTo>
                  <a:lnTo>
                    <a:pt x="1221016" y="1107821"/>
                  </a:lnTo>
                  <a:lnTo>
                    <a:pt x="1221016" y="1151928"/>
                  </a:lnTo>
                  <a:lnTo>
                    <a:pt x="839698" y="1268336"/>
                  </a:lnTo>
                  <a:lnTo>
                    <a:pt x="827087" y="1249045"/>
                  </a:lnTo>
                  <a:lnTo>
                    <a:pt x="827087" y="1272184"/>
                  </a:lnTo>
                  <a:lnTo>
                    <a:pt x="627773" y="1333030"/>
                  </a:lnTo>
                  <a:lnTo>
                    <a:pt x="29260" y="777417"/>
                  </a:lnTo>
                  <a:lnTo>
                    <a:pt x="613841" y="945959"/>
                  </a:lnTo>
                  <a:lnTo>
                    <a:pt x="827087" y="1272184"/>
                  </a:lnTo>
                  <a:lnTo>
                    <a:pt x="827087" y="1249045"/>
                  </a:lnTo>
                  <a:lnTo>
                    <a:pt x="632485" y="951331"/>
                  </a:lnTo>
                  <a:lnTo>
                    <a:pt x="1220749" y="1120927"/>
                  </a:lnTo>
                  <a:lnTo>
                    <a:pt x="1220152" y="1122972"/>
                  </a:lnTo>
                  <a:lnTo>
                    <a:pt x="1211707" y="1121537"/>
                  </a:lnTo>
                  <a:lnTo>
                    <a:pt x="1216279" y="1136484"/>
                  </a:lnTo>
                  <a:lnTo>
                    <a:pt x="1211961" y="1151509"/>
                  </a:lnTo>
                  <a:lnTo>
                    <a:pt x="1220406" y="1149959"/>
                  </a:lnTo>
                  <a:lnTo>
                    <a:pt x="1221016" y="1151928"/>
                  </a:lnTo>
                  <a:lnTo>
                    <a:pt x="1221016" y="1107821"/>
                  </a:lnTo>
                  <a:lnTo>
                    <a:pt x="621855" y="935062"/>
                  </a:lnTo>
                  <a:lnTo>
                    <a:pt x="10668" y="0"/>
                  </a:lnTo>
                  <a:lnTo>
                    <a:pt x="0" y="6858"/>
                  </a:lnTo>
                  <a:lnTo>
                    <a:pt x="603199" y="929690"/>
                  </a:lnTo>
                  <a:lnTo>
                    <a:pt x="7112" y="757809"/>
                  </a:lnTo>
                  <a:lnTo>
                    <a:pt x="5334" y="763905"/>
                  </a:lnTo>
                  <a:lnTo>
                    <a:pt x="1016" y="768604"/>
                  </a:lnTo>
                  <a:lnTo>
                    <a:pt x="613702" y="1337322"/>
                  </a:lnTo>
                  <a:lnTo>
                    <a:pt x="3429" y="1523619"/>
                  </a:lnTo>
                  <a:lnTo>
                    <a:pt x="5461" y="1530070"/>
                  </a:lnTo>
                  <a:lnTo>
                    <a:pt x="3429" y="1536573"/>
                  </a:lnTo>
                  <a:lnTo>
                    <a:pt x="1196162" y="1921675"/>
                  </a:lnTo>
                  <a:lnTo>
                    <a:pt x="1186434" y="1951863"/>
                  </a:lnTo>
                  <a:lnTo>
                    <a:pt x="1270457" y="1939074"/>
                  </a:lnTo>
                  <a:lnTo>
                    <a:pt x="1270635" y="1939163"/>
                  </a:lnTo>
                  <a:lnTo>
                    <a:pt x="1270635" y="1939036"/>
                  </a:lnTo>
                  <a:lnTo>
                    <a:pt x="1270533" y="1938375"/>
                  </a:lnTo>
                  <a:lnTo>
                    <a:pt x="1270495" y="1938070"/>
                  </a:lnTo>
                  <a:lnTo>
                    <a:pt x="1264881" y="1889506"/>
                  </a:lnTo>
                  <a:lnTo>
                    <a:pt x="1260856" y="1854581"/>
                  </a:lnTo>
                  <a:lnTo>
                    <a:pt x="1243507" y="1865922"/>
                  </a:lnTo>
                  <a:lnTo>
                    <a:pt x="1240790" y="1858645"/>
                  </a:lnTo>
                  <a:lnTo>
                    <a:pt x="1231836" y="1868271"/>
                  </a:lnTo>
                  <a:lnTo>
                    <a:pt x="1222971" y="1854720"/>
                  </a:lnTo>
                  <a:lnTo>
                    <a:pt x="1222971" y="1877822"/>
                  </a:lnTo>
                  <a:lnTo>
                    <a:pt x="1219390" y="1881682"/>
                  </a:lnTo>
                  <a:lnTo>
                    <a:pt x="1219034" y="1881911"/>
                  </a:lnTo>
                  <a:lnTo>
                    <a:pt x="1206995" y="1870735"/>
                  </a:lnTo>
                  <a:lnTo>
                    <a:pt x="1206995" y="1888020"/>
                  </a:lnTo>
                  <a:lnTo>
                    <a:pt x="1206271" y="1890242"/>
                  </a:lnTo>
                  <a:lnTo>
                    <a:pt x="1197102" y="1896237"/>
                  </a:lnTo>
                  <a:lnTo>
                    <a:pt x="1202766" y="1899551"/>
                  </a:lnTo>
                  <a:lnTo>
                    <a:pt x="1194955" y="1907946"/>
                  </a:lnTo>
                  <a:lnTo>
                    <a:pt x="25222" y="1530197"/>
                  </a:lnTo>
                  <a:lnTo>
                    <a:pt x="624459" y="1347304"/>
                  </a:lnTo>
                  <a:lnTo>
                    <a:pt x="1206995" y="1888020"/>
                  </a:lnTo>
                  <a:lnTo>
                    <a:pt x="1206995" y="1870735"/>
                  </a:lnTo>
                  <a:lnTo>
                    <a:pt x="638530" y="1343012"/>
                  </a:lnTo>
                  <a:lnTo>
                    <a:pt x="834326" y="1283258"/>
                  </a:lnTo>
                  <a:lnTo>
                    <a:pt x="1222971" y="1877822"/>
                  </a:lnTo>
                  <a:lnTo>
                    <a:pt x="1222971" y="1854720"/>
                  </a:lnTo>
                  <a:lnTo>
                    <a:pt x="846937" y="1279410"/>
                  </a:lnTo>
                  <a:lnTo>
                    <a:pt x="1224749" y="1164094"/>
                  </a:lnTo>
                  <a:lnTo>
                    <a:pt x="1234059" y="1194435"/>
                  </a:lnTo>
                  <a:lnTo>
                    <a:pt x="1282687" y="1148207"/>
                  </a:lnTo>
                  <a:lnTo>
                    <a:pt x="1295438" y="1136078"/>
                  </a:lnTo>
                  <a:lnTo>
                    <a:pt x="1295781" y="1136015"/>
                  </a:lnTo>
                  <a:lnTo>
                    <a:pt x="1295641" y="1135900"/>
                  </a:lnTo>
                  <a:lnTo>
                    <a:pt x="1295781" y="1135761"/>
                  </a:lnTo>
                  <a:close/>
                </a:path>
              </a:pathLst>
            </a:custGeom>
            <a:solidFill>
              <a:srgbClr val="BEBEB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5463539" y="3087623"/>
              <a:ext cx="539750" cy="539750"/>
            </a:xfrm>
            <a:custGeom>
              <a:avLst/>
              <a:gdLst/>
              <a:ahLst/>
              <a:cxnLst/>
              <a:rect l="l" t="t" r="r" b="b"/>
              <a:pathLst>
                <a:path w="539750" h="539750">
                  <a:moveTo>
                    <a:pt x="269748" y="0"/>
                  </a:moveTo>
                  <a:lnTo>
                    <a:pt x="221262" y="4346"/>
                  </a:lnTo>
                  <a:lnTo>
                    <a:pt x="175626" y="16876"/>
                  </a:lnTo>
                  <a:lnTo>
                    <a:pt x="133604" y="36829"/>
                  </a:lnTo>
                  <a:lnTo>
                    <a:pt x="95955" y="63443"/>
                  </a:lnTo>
                  <a:lnTo>
                    <a:pt x="63443" y="95955"/>
                  </a:lnTo>
                  <a:lnTo>
                    <a:pt x="36830" y="133603"/>
                  </a:lnTo>
                  <a:lnTo>
                    <a:pt x="16876" y="175626"/>
                  </a:lnTo>
                  <a:lnTo>
                    <a:pt x="4346" y="221262"/>
                  </a:lnTo>
                  <a:lnTo>
                    <a:pt x="0" y="269748"/>
                  </a:lnTo>
                  <a:lnTo>
                    <a:pt x="4346" y="318233"/>
                  </a:lnTo>
                  <a:lnTo>
                    <a:pt x="16876" y="363869"/>
                  </a:lnTo>
                  <a:lnTo>
                    <a:pt x="36829" y="405891"/>
                  </a:lnTo>
                  <a:lnTo>
                    <a:pt x="63443" y="443540"/>
                  </a:lnTo>
                  <a:lnTo>
                    <a:pt x="95955" y="476052"/>
                  </a:lnTo>
                  <a:lnTo>
                    <a:pt x="133603" y="502665"/>
                  </a:lnTo>
                  <a:lnTo>
                    <a:pt x="175626" y="522619"/>
                  </a:lnTo>
                  <a:lnTo>
                    <a:pt x="221262" y="535149"/>
                  </a:lnTo>
                  <a:lnTo>
                    <a:pt x="269748" y="539495"/>
                  </a:lnTo>
                  <a:lnTo>
                    <a:pt x="318233" y="535149"/>
                  </a:lnTo>
                  <a:lnTo>
                    <a:pt x="363869" y="522619"/>
                  </a:lnTo>
                  <a:lnTo>
                    <a:pt x="405891" y="502665"/>
                  </a:lnTo>
                  <a:lnTo>
                    <a:pt x="443540" y="476052"/>
                  </a:lnTo>
                  <a:lnTo>
                    <a:pt x="476052" y="443540"/>
                  </a:lnTo>
                  <a:lnTo>
                    <a:pt x="502665" y="405891"/>
                  </a:lnTo>
                  <a:lnTo>
                    <a:pt x="522619" y="363869"/>
                  </a:lnTo>
                  <a:lnTo>
                    <a:pt x="535149" y="318233"/>
                  </a:lnTo>
                  <a:lnTo>
                    <a:pt x="539496" y="269748"/>
                  </a:lnTo>
                  <a:lnTo>
                    <a:pt x="535149" y="221262"/>
                  </a:lnTo>
                  <a:lnTo>
                    <a:pt x="522619" y="175626"/>
                  </a:lnTo>
                  <a:lnTo>
                    <a:pt x="502666" y="133604"/>
                  </a:lnTo>
                  <a:lnTo>
                    <a:pt x="476052" y="95955"/>
                  </a:lnTo>
                  <a:lnTo>
                    <a:pt x="443540" y="63443"/>
                  </a:lnTo>
                  <a:lnTo>
                    <a:pt x="405892" y="36830"/>
                  </a:lnTo>
                  <a:lnTo>
                    <a:pt x="363869" y="16876"/>
                  </a:lnTo>
                  <a:lnTo>
                    <a:pt x="318233" y="4346"/>
                  </a:lnTo>
                  <a:lnTo>
                    <a:pt x="269748" y="0"/>
                  </a:lnTo>
                  <a:close/>
                </a:path>
              </a:pathLst>
            </a:custGeom>
            <a:solidFill>
              <a:srgbClr val="FF0000">
                <a:alpha val="19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5463539" y="3087623"/>
              <a:ext cx="539750" cy="539750"/>
            </a:xfrm>
            <a:custGeom>
              <a:avLst/>
              <a:gdLst/>
              <a:ahLst/>
              <a:cxnLst/>
              <a:rect l="l" t="t" r="r" b="b"/>
              <a:pathLst>
                <a:path w="539750" h="539750">
                  <a:moveTo>
                    <a:pt x="0" y="269748"/>
                  </a:moveTo>
                  <a:lnTo>
                    <a:pt x="4346" y="221262"/>
                  </a:lnTo>
                  <a:lnTo>
                    <a:pt x="16876" y="175626"/>
                  </a:lnTo>
                  <a:lnTo>
                    <a:pt x="36830" y="133603"/>
                  </a:lnTo>
                  <a:lnTo>
                    <a:pt x="63443" y="95955"/>
                  </a:lnTo>
                  <a:lnTo>
                    <a:pt x="95955" y="63443"/>
                  </a:lnTo>
                  <a:lnTo>
                    <a:pt x="133604" y="36829"/>
                  </a:lnTo>
                  <a:lnTo>
                    <a:pt x="175626" y="16876"/>
                  </a:lnTo>
                  <a:lnTo>
                    <a:pt x="221262" y="4346"/>
                  </a:lnTo>
                  <a:lnTo>
                    <a:pt x="269748" y="0"/>
                  </a:lnTo>
                  <a:lnTo>
                    <a:pt x="318233" y="4346"/>
                  </a:lnTo>
                  <a:lnTo>
                    <a:pt x="363869" y="16876"/>
                  </a:lnTo>
                  <a:lnTo>
                    <a:pt x="405892" y="36830"/>
                  </a:lnTo>
                  <a:lnTo>
                    <a:pt x="443540" y="63443"/>
                  </a:lnTo>
                  <a:lnTo>
                    <a:pt x="476052" y="95955"/>
                  </a:lnTo>
                  <a:lnTo>
                    <a:pt x="502666" y="133604"/>
                  </a:lnTo>
                  <a:lnTo>
                    <a:pt x="522619" y="175626"/>
                  </a:lnTo>
                  <a:lnTo>
                    <a:pt x="535149" y="221262"/>
                  </a:lnTo>
                  <a:lnTo>
                    <a:pt x="539496" y="269748"/>
                  </a:lnTo>
                  <a:lnTo>
                    <a:pt x="535149" y="318233"/>
                  </a:lnTo>
                  <a:lnTo>
                    <a:pt x="522619" y="363869"/>
                  </a:lnTo>
                  <a:lnTo>
                    <a:pt x="502665" y="405891"/>
                  </a:lnTo>
                  <a:lnTo>
                    <a:pt x="476052" y="443540"/>
                  </a:lnTo>
                  <a:lnTo>
                    <a:pt x="443540" y="476052"/>
                  </a:lnTo>
                  <a:lnTo>
                    <a:pt x="405891" y="502665"/>
                  </a:lnTo>
                  <a:lnTo>
                    <a:pt x="363869" y="522619"/>
                  </a:lnTo>
                  <a:lnTo>
                    <a:pt x="318233" y="535149"/>
                  </a:lnTo>
                  <a:lnTo>
                    <a:pt x="269748" y="539495"/>
                  </a:lnTo>
                  <a:lnTo>
                    <a:pt x="221262" y="535149"/>
                  </a:lnTo>
                  <a:lnTo>
                    <a:pt x="175626" y="522619"/>
                  </a:lnTo>
                  <a:lnTo>
                    <a:pt x="133603" y="502665"/>
                  </a:lnTo>
                  <a:lnTo>
                    <a:pt x="95955" y="476052"/>
                  </a:lnTo>
                  <a:lnTo>
                    <a:pt x="63443" y="443540"/>
                  </a:lnTo>
                  <a:lnTo>
                    <a:pt x="36829" y="405891"/>
                  </a:lnTo>
                  <a:lnTo>
                    <a:pt x="16876" y="363869"/>
                  </a:lnTo>
                  <a:lnTo>
                    <a:pt x="4346" y="318233"/>
                  </a:lnTo>
                  <a:lnTo>
                    <a:pt x="0" y="269748"/>
                  </a:lnTo>
                  <a:close/>
                </a:path>
              </a:pathLst>
            </a:custGeom>
            <a:ln w="9144">
              <a:solidFill>
                <a:srgbClr val="44536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7" name="object 27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5463539" y="3889247"/>
              <a:ext cx="539496" cy="541019"/>
            </a:xfrm>
            <a:prstGeom prst="rect">
              <a:avLst/>
            </a:prstGeom>
          </p:spPr>
        </p:pic>
        <p:sp>
          <p:nvSpPr>
            <p:cNvPr id="28" name="object 28"/>
            <p:cNvSpPr/>
            <p:nvPr/>
          </p:nvSpPr>
          <p:spPr>
            <a:xfrm>
              <a:off x="5463539" y="3889247"/>
              <a:ext cx="539750" cy="541020"/>
            </a:xfrm>
            <a:custGeom>
              <a:avLst/>
              <a:gdLst/>
              <a:ahLst/>
              <a:cxnLst/>
              <a:rect l="l" t="t" r="r" b="b"/>
              <a:pathLst>
                <a:path w="539750" h="541020">
                  <a:moveTo>
                    <a:pt x="0" y="270509"/>
                  </a:moveTo>
                  <a:lnTo>
                    <a:pt x="4346" y="221897"/>
                  </a:lnTo>
                  <a:lnTo>
                    <a:pt x="16876" y="176139"/>
                  </a:lnTo>
                  <a:lnTo>
                    <a:pt x="36830" y="133999"/>
                  </a:lnTo>
                  <a:lnTo>
                    <a:pt x="63443" y="96243"/>
                  </a:lnTo>
                  <a:lnTo>
                    <a:pt x="95955" y="63635"/>
                  </a:lnTo>
                  <a:lnTo>
                    <a:pt x="133604" y="36942"/>
                  </a:lnTo>
                  <a:lnTo>
                    <a:pt x="175626" y="16929"/>
                  </a:lnTo>
                  <a:lnTo>
                    <a:pt x="221262" y="4359"/>
                  </a:lnTo>
                  <a:lnTo>
                    <a:pt x="269748" y="0"/>
                  </a:lnTo>
                  <a:lnTo>
                    <a:pt x="318233" y="4359"/>
                  </a:lnTo>
                  <a:lnTo>
                    <a:pt x="363869" y="16929"/>
                  </a:lnTo>
                  <a:lnTo>
                    <a:pt x="405892" y="36942"/>
                  </a:lnTo>
                  <a:lnTo>
                    <a:pt x="443540" y="63635"/>
                  </a:lnTo>
                  <a:lnTo>
                    <a:pt x="476052" y="96243"/>
                  </a:lnTo>
                  <a:lnTo>
                    <a:pt x="502666" y="133999"/>
                  </a:lnTo>
                  <a:lnTo>
                    <a:pt x="522619" y="176139"/>
                  </a:lnTo>
                  <a:lnTo>
                    <a:pt x="535149" y="221897"/>
                  </a:lnTo>
                  <a:lnTo>
                    <a:pt x="539496" y="270509"/>
                  </a:lnTo>
                  <a:lnTo>
                    <a:pt x="535149" y="319122"/>
                  </a:lnTo>
                  <a:lnTo>
                    <a:pt x="522619" y="364880"/>
                  </a:lnTo>
                  <a:lnTo>
                    <a:pt x="502665" y="407020"/>
                  </a:lnTo>
                  <a:lnTo>
                    <a:pt x="476052" y="444776"/>
                  </a:lnTo>
                  <a:lnTo>
                    <a:pt x="443540" y="477384"/>
                  </a:lnTo>
                  <a:lnTo>
                    <a:pt x="405891" y="504077"/>
                  </a:lnTo>
                  <a:lnTo>
                    <a:pt x="363869" y="524090"/>
                  </a:lnTo>
                  <a:lnTo>
                    <a:pt x="318233" y="536660"/>
                  </a:lnTo>
                  <a:lnTo>
                    <a:pt x="269748" y="541019"/>
                  </a:lnTo>
                  <a:lnTo>
                    <a:pt x="221262" y="536660"/>
                  </a:lnTo>
                  <a:lnTo>
                    <a:pt x="175626" y="524090"/>
                  </a:lnTo>
                  <a:lnTo>
                    <a:pt x="133603" y="504077"/>
                  </a:lnTo>
                  <a:lnTo>
                    <a:pt x="95955" y="477384"/>
                  </a:lnTo>
                  <a:lnTo>
                    <a:pt x="63443" y="444776"/>
                  </a:lnTo>
                  <a:lnTo>
                    <a:pt x="36829" y="407020"/>
                  </a:lnTo>
                  <a:lnTo>
                    <a:pt x="16876" y="364880"/>
                  </a:lnTo>
                  <a:lnTo>
                    <a:pt x="4346" y="319122"/>
                  </a:lnTo>
                  <a:lnTo>
                    <a:pt x="0" y="270509"/>
                  </a:lnTo>
                  <a:close/>
                </a:path>
              </a:pathLst>
            </a:custGeom>
            <a:ln w="9143">
              <a:solidFill>
                <a:srgbClr val="44536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4651375" y="3357372"/>
              <a:ext cx="812165" cy="807085"/>
            </a:xfrm>
            <a:custGeom>
              <a:avLst/>
              <a:gdLst/>
              <a:ahLst/>
              <a:cxnLst/>
              <a:rect l="l" t="t" r="r" b="b"/>
              <a:pathLst>
                <a:path w="812164" h="807085">
                  <a:moveTo>
                    <a:pt x="753383" y="49200"/>
                  </a:moveTo>
                  <a:lnTo>
                    <a:pt x="0" y="797940"/>
                  </a:lnTo>
                  <a:lnTo>
                    <a:pt x="8889" y="806957"/>
                  </a:lnTo>
                  <a:lnTo>
                    <a:pt x="762305" y="58185"/>
                  </a:lnTo>
                  <a:lnTo>
                    <a:pt x="753383" y="49200"/>
                  </a:lnTo>
                  <a:close/>
                </a:path>
                <a:path w="812164" h="807085">
                  <a:moveTo>
                    <a:pt x="798364" y="40258"/>
                  </a:moveTo>
                  <a:lnTo>
                    <a:pt x="762380" y="40258"/>
                  </a:lnTo>
                  <a:lnTo>
                    <a:pt x="771271" y="49275"/>
                  </a:lnTo>
                  <a:lnTo>
                    <a:pt x="762305" y="58185"/>
                  </a:lnTo>
                  <a:lnTo>
                    <a:pt x="784733" y="80772"/>
                  </a:lnTo>
                  <a:lnTo>
                    <a:pt x="798364" y="40258"/>
                  </a:lnTo>
                  <a:close/>
                </a:path>
                <a:path w="812164" h="807085">
                  <a:moveTo>
                    <a:pt x="762380" y="40258"/>
                  </a:moveTo>
                  <a:lnTo>
                    <a:pt x="753383" y="49200"/>
                  </a:lnTo>
                  <a:lnTo>
                    <a:pt x="762305" y="58185"/>
                  </a:lnTo>
                  <a:lnTo>
                    <a:pt x="771271" y="49275"/>
                  </a:lnTo>
                  <a:lnTo>
                    <a:pt x="762380" y="40258"/>
                  </a:lnTo>
                  <a:close/>
                </a:path>
                <a:path w="812164" h="807085">
                  <a:moveTo>
                    <a:pt x="811911" y="0"/>
                  </a:moveTo>
                  <a:lnTo>
                    <a:pt x="731012" y="26669"/>
                  </a:lnTo>
                  <a:lnTo>
                    <a:pt x="753383" y="49200"/>
                  </a:lnTo>
                  <a:lnTo>
                    <a:pt x="762380" y="40258"/>
                  </a:lnTo>
                  <a:lnTo>
                    <a:pt x="798364" y="40258"/>
                  </a:lnTo>
                  <a:lnTo>
                    <a:pt x="811911" y="0"/>
                  </a:lnTo>
                  <a:close/>
                </a:path>
              </a:pathLst>
            </a:custGeom>
            <a:solidFill>
              <a:srgbClr val="BEBEB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0" name="object 30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4114800" y="2362199"/>
              <a:ext cx="541020" cy="541020"/>
            </a:xfrm>
            <a:prstGeom prst="rect">
              <a:avLst/>
            </a:prstGeom>
          </p:spPr>
        </p:pic>
        <p:sp>
          <p:nvSpPr>
            <p:cNvPr id="31" name="object 31"/>
            <p:cNvSpPr/>
            <p:nvPr/>
          </p:nvSpPr>
          <p:spPr>
            <a:xfrm>
              <a:off x="4114800" y="2362199"/>
              <a:ext cx="541020" cy="541020"/>
            </a:xfrm>
            <a:custGeom>
              <a:avLst/>
              <a:gdLst/>
              <a:ahLst/>
              <a:cxnLst/>
              <a:rect l="l" t="t" r="r" b="b"/>
              <a:pathLst>
                <a:path w="541020" h="541019">
                  <a:moveTo>
                    <a:pt x="0" y="270510"/>
                  </a:moveTo>
                  <a:lnTo>
                    <a:pt x="4359" y="221897"/>
                  </a:lnTo>
                  <a:lnTo>
                    <a:pt x="16929" y="176139"/>
                  </a:lnTo>
                  <a:lnTo>
                    <a:pt x="36942" y="133999"/>
                  </a:lnTo>
                  <a:lnTo>
                    <a:pt x="63635" y="96243"/>
                  </a:lnTo>
                  <a:lnTo>
                    <a:pt x="96243" y="63635"/>
                  </a:lnTo>
                  <a:lnTo>
                    <a:pt x="133999" y="36942"/>
                  </a:lnTo>
                  <a:lnTo>
                    <a:pt x="176139" y="16929"/>
                  </a:lnTo>
                  <a:lnTo>
                    <a:pt x="221897" y="4359"/>
                  </a:lnTo>
                  <a:lnTo>
                    <a:pt x="270510" y="0"/>
                  </a:lnTo>
                  <a:lnTo>
                    <a:pt x="319122" y="4359"/>
                  </a:lnTo>
                  <a:lnTo>
                    <a:pt x="364880" y="16929"/>
                  </a:lnTo>
                  <a:lnTo>
                    <a:pt x="407020" y="36942"/>
                  </a:lnTo>
                  <a:lnTo>
                    <a:pt x="444776" y="63635"/>
                  </a:lnTo>
                  <a:lnTo>
                    <a:pt x="477384" y="96243"/>
                  </a:lnTo>
                  <a:lnTo>
                    <a:pt x="504077" y="133999"/>
                  </a:lnTo>
                  <a:lnTo>
                    <a:pt x="524090" y="176139"/>
                  </a:lnTo>
                  <a:lnTo>
                    <a:pt x="536660" y="221897"/>
                  </a:lnTo>
                  <a:lnTo>
                    <a:pt x="541020" y="270510"/>
                  </a:lnTo>
                  <a:lnTo>
                    <a:pt x="536660" y="319122"/>
                  </a:lnTo>
                  <a:lnTo>
                    <a:pt x="524090" y="364880"/>
                  </a:lnTo>
                  <a:lnTo>
                    <a:pt x="504077" y="407020"/>
                  </a:lnTo>
                  <a:lnTo>
                    <a:pt x="477384" y="444776"/>
                  </a:lnTo>
                  <a:lnTo>
                    <a:pt x="444776" y="477384"/>
                  </a:lnTo>
                  <a:lnTo>
                    <a:pt x="407020" y="504077"/>
                  </a:lnTo>
                  <a:lnTo>
                    <a:pt x="364880" y="524090"/>
                  </a:lnTo>
                  <a:lnTo>
                    <a:pt x="319122" y="536660"/>
                  </a:lnTo>
                  <a:lnTo>
                    <a:pt x="270510" y="541020"/>
                  </a:lnTo>
                  <a:lnTo>
                    <a:pt x="221897" y="536660"/>
                  </a:lnTo>
                  <a:lnTo>
                    <a:pt x="176139" y="524090"/>
                  </a:lnTo>
                  <a:lnTo>
                    <a:pt x="133999" y="504077"/>
                  </a:lnTo>
                  <a:lnTo>
                    <a:pt x="96243" y="477384"/>
                  </a:lnTo>
                  <a:lnTo>
                    <a:pt x="63635" y="444776"/>
                  </a:lnTo>
                  <a:lnTo>
                    <a:pt x="36942" y="407020"/>
                  </a:lnTo>
                  <a:lnTo>
                    <a:pt x="16929" y="364880"/>
                  </a:lnTo>
                  <a:lnTo>
                    <a:pt x="4359" y="319122"/>
                  </a:lnTo>
                  <a:lnTo>
                    <a:pt x="0" y="270510"/>
                  </a:lnTo>
                  <a:close/>
                </a:path>
              </a:pathLst>
            </a:custGeom>
            <a:ln w="9144">
              <a:solidFill>
                <a:srgbClr val="44536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5463539" y="2362199"/>
              <a:ext cx="539750" cy="541020"/>
            </a:xfrm>
            <a:custGeom>
              <a:avLst/>
              <a:gdLst/>
              <a:ahLst/>
              <a:cxnLst/>
              <a:rect l="l" t="t" r="r" b="b"/>
              <a:pathLst>
                <a:path w="539750" h="541019">
                  <a:moveTo>
                    <a:pt x="269748" y="0"/>
                  </a:moveTo>
                  <a:lnTo>
                    <a:pt x="221262" y="4359"/>
                  </a:lnTo>
                  <a:lnTo>
                    <a:pt x="175626" y="16929"/>
                  </a:lnTo>
                  <a:lnTo>
                    <a:pt x="133604" y="36942"/>
                  </a:lnTo>
                  <a:lnTo>
                    <a:pt x="95955" y="63635"/>
                  </a:lnTo>
                  <a:lnTo>
                    <a:pt x="63443" y="96243"/>
                  </a:lnTo>
                  <a:lnTo>
                    <a:pt x="36830" y="133999"/>
                  </a:lnTo>
                  <a:lnTo>
                    <a:pt x="16876" y="176139"/>
                  </a:lnTo>
                  <a:lnTo>
                    <a:pt x="4346" y="221897"/>
                  </a:lnTo>
                  <a:lnTo>
                    <a:pt x="0" y="270510"/>
                  </a:lnTo>
                  <a:lnTo>
                    <a:pt x="4346" y="319122"/>
                  </a:lnTo>
                  <a:lnTo>
                    <a:pt x="16876" y="364880"/>
                  </a:lnTo>
                  <a:lnTo>
                    <a:pt x="36829" y="407020"/>
                  </a:lnTo>
                  <a:lnTo>
                    <a:pt x="63443" y="444776"/>
                  </a:lnTo>
                  <a:lnTo>
                    <a:pt x="95955" y="477384"/>
                  </a:lnTo>
                  <a:lnTo>
                    <a:pt x="133603" y="504077"/>
                  </a:lnTo>
                  <a:lnTo>
                    <a:pt x="175626" y="524090"/>
                  </a:lnTo>
                  <a:lnTo>
                    <a:pt x="221262" y="536660"/>
                  </a:lnTo>
                  <a:lnTo>
                    <a:pt x="269748" y="541020"/>
                  </a:lnTo>
                  <a:lnTo>
                    <a:pt x="318233" y="536660"/>
                  </a:lnTo>
                  <a:lnTo>
                    <a:pt x="363869" y="524090"/>
                  </a:lnTo>
                  <a:lnTo>
                    <a:pt x="405891" y="504077"/>
                  </a:lnTo>
                  <a:lnTo>
                    <a:pt x="443540" y="477384"/>
                  </a:lnTo>
                  <a:lnTo>
                    <a:pt x="476052" y="444776"/>
                  </a:lnTo>
                  <a:lnTo>
                    <a:pt x="502665" y="407020"/>
                  </a:lnTo>
                  <a:lnTo>
                    <a:pt x="522619" y="364880"/>
                  </a:lnTo>
                  <a:lnTo>
                    <a:pt x="535149" y="319122"/>
                  </a:lnTo>
                  <a:lnTo>
                    <a:pt x="539496" y="270510"/>
                  </a:lnTo>
                  <a:lnTo>
                    <a:pt x="535149" y="221897"/>
                  </a:lnTo>
                  <a:lnTo>
                    <a:pt x="522619" y="176139"/>
                  </a:lnTo>
                  <a:lnTo>
                    <a:pt x="502666" y="133999"/>
                  </a:lnTo>
                  <a:lnTo>
                    <a:pt x="476052" y="96243"/>
                  </a:lnTo>
                  <a:lnTo>
                    <a:pt x="443540" y="63635"/>
                  </a:lnTo>
                  <a:lnTo>
                    <a:pt x="405892" y="36942"/>
                  </a:lnTo>
                  <a:lnTo>
                    <a:pt x="363869" y="16929"/>
                  </a:lnTo>
                  <a:lnTo>
                    <a:pt x="318233" y="4359"/>
                  </a:lnTo>
                  <a:lnTo>
                    <a:pt x="269748" y="0"/>
                  </a:lnTo>
                  <a:close/>
                </a:path>
              </a:pathLst>
            </a:custGeom>
            <a:solidFill>
              <a:srgbClr val="FF0000">
                <a:alpha val="19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5463539" y="2362199"/>
              <a:ext cx="539750" cy="541020"/>
            </a:xfrm>
            <a:custGeom>
              <a:avLst/>
              <a:gdLst/>
              <a:ahLst/>
              <a:cxnLst/>
              <a:rect l="l" t="t" r="r" b="b"/>
              <a:pathLst>
                <a:path w="539750" h="541019">
                  <a:moveTo>
                    <a:pt x="0" y="270510"/>
                  </a:moveTo>
                  <a:lnTo>
                    <a:pt x="4346" y="221897"/>
                  </a:lnTo>
                  <a:lnTo>
                    <a:pt x="16876" y="176139"/>
                  </a:lnTo>
                  <a:lnTo>
                    <a:pt x="36830" y="133999"/>
                  </a:lnTo>
                  <a:lnTo>
                    <a:pt x="63443" y="96243"/>
                  </a:lnTo>
                  <a:lnTo>
                    <a:pt x="95955" y="63635"/>
                  </a:lnTo>
                  <a:lnTo>
                    <a:pt x="133604" y="36942"/>
                  </a:lnTo>
                  <a:lnTo>
                    <a:pt x="175626" y="16929"/>
                  </a:lnTo>
                  <a:lnTo>
                    <a:pt x="221262" y="4359"/>
                  </a:lnTo>
                  <a:lnTo>
                    <a:pt x="269748" y="0"/>
                  </a:lnTo>
                  <a:lnTo>
                    <a:pt x="318233" y="4359"/>
                  </a:lnTo>
                  <a:lnTo>
                    <a:pt x="363869" y="16929"/>
                  </a:lnTo>
                  <a:lnTo>
                    <a:pt x="405892" y="36942"/>
                  </a:lnTo>
                  <a:lnTo>
                    <a:pt x="443540" y="63635"/>
                  </a:lnTo>
                  <a:lnTo>
                    <a:pt x="476052" y="96243"/>
                  </a:lnTo>
                  <a:lnTo>
                    <a:pt x="502666" y="133999"/>
                  </a:lnTo>
                  <a:lnTo>
                    <a:pt x="522619" y="176139"/>
                  </a:lnTo>
                  <a:lnTo>
                    <a:pt x="535149" y="221897"/>
                  </a:lnTo>
                  <a:lnTo>
                    <a:pt x="539496" y="270510"/>
                  </a:lnTo>
                  <a:lnTo>
                    <a:pt x="535149" y="319122"/>
                  </a:lnTo>
                  <a:lnTo>
                    <a:pt x="522619" y="364880"/>
                  </a:lnTo>
                  <a:lnTo>
                    <a:pt x="502665" y="407020"/>
                  </a:lnTo>
                  <a:lnTo>
                    <a:pt x="476052" y="444776"/>
                  </a:lnTo>
                  <a:lnTo>
                    <a:pt x="443540" y="477384"/>
                  </a:lnTo>
                  <a:lnTo>
                    <a:pt x="405891" y="504077"/>
                  </a:lnTo>
                  <a:lnTo>
                    <a:pt x="363869" y="524090"/>
                  </a:lnTo>
                  <a:lnTo>
                    <a:pt x="318233" y="536660"/>
                  </a:lnTo>
                  <a:lnTo>
                    <a:pt x="269748" y="541020"/>
                  </a:lnTo>
                  <a:lnTo>
                    <a:pt x="221262" y="536660"/>
                  </a:lnTo>
                  <a:lnTo>
                    <a:pt x="175626" y="524090"/>
                  </a:lnTo>
                  <a:lnTo>
                    <a:pt x="133603" y="504077"/>
                  </a:lnTo>
                  <a:lnTo>
                    <a:pt x="95955" y="477384"/>
                  </a:lnTo>
                  <a:lnTo>
                    <a:pt x="63443" y="444776"/>
                  </a:lnTo>
                  <a:lnTo>
                    <a:pt x="36829" y="407020"/>
                  </a:lnTo>
                  <a:lnTo>
                    <a:pt x="16876" y="364880"/>
                  </a:lnTo>
                  <a:lnTo>
                    <a:pt x="4346" y="319122"/>
                  </a:lnTo>
                  <a:lnTo>
                    <a:pt x="0" y="270510"/>
                  </a:lnTo>
                  <a:close/>
                </a:path>
              </a:pathLst>
            </a:custGeom>
            <a:ln w="9144">
              <a:solidFill>
                <a:srgbClr val="44536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4" name="object 34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5460492" y="4692395"/>
              <a:ext cx="539496" cy="539496"/>
            </a:xfrm>
            <a:prstGeom prst="rect">
              <a:avLst/>
            </a:prstGeom>
          </p:spPr>
        </p:pic>
        <p:sp>
          <p:nvSpPr>
            <p:cNvPr id="35" name="object 35"/>
            <p:cNvSpPr/>
            <p:nvPr/>
          </p:nvSpPr>
          <p:spPr>
            <a:xfrm>
              <a:off x="5460492" y="4692395"/>
              <a:ext cx="539750" cy="539750"/>
            </a:xfrm>
            <a:custGeom>
              <a:avLst/>
              <a:gdLst/>
              <a:ahLst/>
              <a:cxnLst/>
              <a:rect l="l" t="t" r="r" b="b"/>
              <a:pathLst>
                <a:path w="539750" h="539750">
                  <a:moveTo>
                    <a:pt x="0" y="269747"/>
                  </a:moveTo>
                  <a:lnTo>
                    <a:pt x="4346" y="221262"/>
                  </a:lnTo>
                  <a:lnTo>
                    <a:pt x="16876" y="175626"/>
                  </a:lnTo>
                  <a:lnTo>
                    <a:pt x="36830" y="133603"/>
                  </a:lnTo>
                  <a:lnTo>
                    <a:pt x="63443" y="95955"/>
                  </a:lnTo>
                  <a:lnTo>
                    <a:pt x="95955" y="63443"/>
                  </a:lnTo>
                  <a:lnTo>
                    <a:pt x="133604" y="36829"/>
                  </a:lnTo>
                  <a:lnTo>
                    <a:pt x="175626" y="16876"/>
                  </a:lnTo>
                  <a:lnTo>
                    <a:pt x="221262" y="4346"/>
                  </a:lnTo>
                  <a:lnTo>
                    <a:pt x="269748" y="0"/>
                  </a:lnTo>
                  <a:lnTo>
                    <a:pt x="318233" y="4346"/>
                  </a:lnTo>
                  <a:lnTo>
                    <a:pt x="363869" y="16876"/>
                  </a:lnTo>
                  <a:lnTo>
                    <a:pt x="405892" y="36830"/>
                  </a:lnTo>
                  <a:lnTo>
                    <a:pt x="443540" y="63443"/>
                  </a:lnTo>
                  <a:lnTo>
                    <a:pt x="476052" y="95955"/>
                  </a:lnTo>
                  <a:lnTo>
                    <a:pt x="502666" y="133604"/>
                  </a:lnTo>
                  <a:lnTo>
                    <a:pt x="522619" y="175626"/>
                  </a:lnTo>
                  <a:lnTo>
                    <a:pt x="535149" y="221262"/>
                  </a:lnTo>
                  <a:lnTo>
                    <a:pt x="539496" y="269747"/>
                  </a:lnTo>
                  <a:lnTo>
                    <a:pt x="535149" y="318233"/>
                  </a:lnTo>
                  <a:lnTo>
                    <a:pt x="522619" y="363869"/>
                  </a:lnTo>
                  <a:lnTo>
                    <a:pt x="502665" y="405891"/>
                  </a:lnTo>
                  <a:lnTo>
                    <a:pt x="476052" y="443540"/>
                  </a:lnTo>
                  <a:lnTo>
                    <a:pt x="443540" y="476052"/>
                  </a:lnTo>
                  <a:lnTo>
                    <a:pt x="405891" y="502665"/>
                  </a:lnTo>
                  <a:lnTo>
                    <a:pt x="363869" y="522619"/>
                  </a:lnTo>
                  <a:lnTo>
                    <a:pt x="318233" y="535149"/>
                  </a:lnTo>
                  <a:lnTo>
                    <a:pt x="269748" y="539495"/>
                  </a:lnTo>
                  <a:lnTo>
                    <a:pt x="221262" y="535149"/>
                  </a:lnTo>
                  <a:lnTo>
                    <a:pt x="175626" y="522619"/>
                  </a:lnTo>
                  <a:lnTo>
                    <a:pt x="133604" y="502665"/>
                  </a:lnTo>
                  <a:lnTo>
                    <a:pt x="95955" y="476052"/>
                  </a:lnTo>
                  <a:lnTo>
                    <a:pt x="63443" y="443540"/>
                  </a:lnTo>
                  <a:lnTo>
                    <a:pt x="36830" y="405891"/>
                  </a:lnTo>
                  <a:lnTo>
                    <a:pt x="16876" y="363869"/>
                  </a:lnTo>
                  <a:lnTo>
                    <a:pt x="4346" y="318233"/>
                  </a:lnTo>
                  <a:lnTo>
                    <a:pt x="0" y="269747"/>
                  </a:lnTo>
                  <a:close/>
                </a:path>
              </a:pathLst>
            </a:custGeom>
            <a:ln w="9144">
              <a:solidFill>
                <a:srgbClr val="44536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4623943" y="2631947"/>
              <a:ext cx="848994" cy="2332355"/>
            </a:xfrm>
            <a:custGeom>
              <a:avLst/>
              <a:gdLst/>
              <a:ahLst/>
              <a:cxnLst/>
              <a:rect l="l" t="t" r="r" b="b"/>
              <a:pathLst>
                <a:path w="848995" h="2332354">
                  <a:moveTo>
                    <a:pt x="806876" y="69614"/>
                  </a:moveTo>
                  <a:lnTo>
                    <a:pt x="0" y="2327529"/>
                  </a:lnTo>
                  <a:lnTo>
                    <a:pt x="11937" y="2331847"/>
                  </a:lnTo>
                  <a:lnTo>
                    <a:pt x="818830" y="73888"/>
                  </a:lnTo>
                  <a:lnTo>
                    <a:pt x="806876" y="69614"/>
                  </a:lnTo>
                  <a:close/>
                </a:path>
                <a:path w="848995" h="2332354">
                  <a:moveTo>
                    <a:pt x="845466" y="57657"/>
                  </a:moveTo>
                  <a:lnTo>
                    <a:pt x="811149" y="57657"/>
                  </a:lnTo>
                  <a:lnTo>
                    <a:pt x="823087" y="61975"/>
                  </a:lnTo>
                  <a:lnTo>
                    <a:pt x="818830" y="73888"/>
                  </a:lnTo>
                  <a:lnTo>
                    <a:pt x="848741" y="84581"/>
                  </a:lnTo>
                  <a:lnTo>
                    <a:pt x="845466" y="57657"/>
                  </a:lnTo>
                  <a:close/>
                </a:path>
                <a:path w="848995" h="2332354">
                  <a:moveTo>
                    <a:pt x="811149" y="57657"/>
                  </a:moveTo>
                  <a:lnTo>
                    <a:pt x="806876" y="69614"/>
                  </a:lnTo>
                  <a:lnTo>
                    <a:pt x="818830" y="73888"/>
                  </a:lnTo>
                  <a:lnTo>
                    <a:pt x="823087" y="61975"/>
                  </a:lnTo>
                  <a:lnTo>
                    <a:pt x="811149" y="57657"/>
                  </a:lnTo>
                  <a:close/>
                </a:path>
                <a:path w="848995" h="2332354">
                  <a:moveTo>
                    <a:pt x="838454" y="0"/>
                  </a:moveTo>
                  <a:lnTo>
                    <a:pt x="776986" y="58927"/>
                  </a:lnTo>
                  <a:lnTo>
                    <a:pt x="806876" y="69614"/>
                  </a:lnTo>
                  <a:lnTo>
                    <a:pt x="811149" y="57657"/>
                  </a:lnTo>
                  <a:lnTo>
                    <a:pt x="845466" y="57657"/>
                  </a:lnTo>
                  <a:lnTo>
                    <a:pt x="838454" y="0"/>
                  </a:lnTo>
                  <a:close/>
                </a:path>
              </a:pathLst>
            </a:custGeom>
            <a:solidFill>
              <a:srgbClr val="BEBEB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7077456" y="3515867"/>
              <a:ext cx="541020" cy="539750"/>
            </a:xfrm>
            <a:custGeom>
              <a:avLst/>
              <a:gdLst/>
              <a:ahLst/>
              <a:cxnLst/>
              <a:rect l="l" t="t" r="r" b="b"/>
              <a:pathLst>
                <a:path w="541020" h="539750">
                  <a:moveTo>
                    <a:pt x="270510" y="0"/>
                  </a:moveTo>
                  <a:lnTo>
                    <a:pt x="221897" y="4346"/>
                  </a:lnTo>
                  <a:lnTo>
                    <a:pt x="176139" y="16876"/>
                  </a:lnTo>
                  <a:lnTo>
                    <a:pt x="133999" y="36829"/>
                  </a:lnTo>
                  <a:lnTo>
                    <a:pt x="96243" y="63443"/>
                  </a:lnTo>
                  <a:lnTo>
                    <a:pt x="63635" y="95955"/>
                  </a:lnTo>
                  <a:lnTo>
                    <a:pt x="36942" y="133604"/>
                  </a:lnTo>
                  <a:lnTo>
                    <a:pt x="16929" y="175626"/>
                  </a:lnTo>
                  <a:lnTo>
                    <a:pt x="4359" y="221262"/>
                  </a:lnTo>
                  <a:lnTo>
                    <a:pt x="0" y="269748"/>
                  </a:lnTo>
                  <a:lnTo>
                    <a:pt x="4359" y="318233"/>
                  </a:lnTo>
                  <a:lnTo>
                    <a:pt x="16929" y="363869"/>
                  </a:lnTo>
                  <a:lnTo>
                    <a:pt x="36942" y="405891"/>
                  </a:lnTo>
                  <a:lnTo>
                    <a:pt x="63635" y="443540"/>
                  </a:lnTo>
                  <a:lnTo>
                    <a:pt x="96243" y="476052"/>
                  </a:lnTo>
                  <a:lnTo>
                    <a:pt x="133999" y="502665"/>
                  </a:lnTo>
                  <a:lnTo>
                    <a:pt x="176139" y="522619"/>
                  </a:lnTo>
                  <a:lnTo>
                    <a:pt x="221897" y="535149"/>
                  </a:lnTo>
                  <a:lnTo>
                    <a:pt x="270510" y="539496"/>
                  </a:lnTo>
                  <a:lnTo>
                    <a:pt x="319122" y="535149"/>
                  </a:lnTo>
                  <a:lnTo>
                    <a:pt x="364880" y="522619"/>
                  </a:lnTo>
                  <a:lnTo>
                    <a:pt x="407020" y="502666"/>
                  </a:lnTo>
                  <a:lnTo>
                    <a:pt x="444776" y="476052"/>
                  </a:lnTo>
                  <a:lnTo>
                    <a:pt x="477384" y="443540"/>
                  </a:lnTo>
                  <a:lnTo>
                    <a:pt x="504077" y="405892"/>
                  </a:lnTo>
                  <a:lnTo>
                    <a:pt x="524090" y="363869"/>
                  </a:lnTo>
                  <a:lnTo>
                    <a:pt x="536660" y="318233"/>
                  </a:lnTo>
                  <a:lnTo>
                    <a:pt x="541020" y="269748"/>
                  </a:lnTo>
                  <a:lnTo>
                    <a:pt x="536660" y="221262"/>
                  </a:lnTo>
                  <a:lnTo>
                    <a:pt x="524090" y="175626"/>
                  </a:lnTo>
                  <a:lnTo>
                    <a:pt x="504077" y="133604"/>
                  </a:lnTo>
                  <a:lnTo>
                    <a:pt x="477384" y="95955"/>
                  </a:lnTo>
                  <a:lnTo>
                    <a:pt x="444776" y="63443"/>
                  </a:lnTo>
                  <a:lnTo>
                    <a:pt x="407020" y="36830"/>
                  </a:lnTo>
                  <a:lnTo>
                    <a:pt x="364880" y="16876"/>
                  </a:lnTo>
                  <a:lnTo>
                    <a:pt x="319122" y="4346"/>
                  </a:lnTo>
                  <a:lnTo>
                    <a:pt x="270510" y="0"/>
                  </a:lnTo>
                  <a:close/>
                </a:path>
              </a:pathLst>
            </a:custGeom>
            <a:solidFill>
              <a:srgbClr val="FFFF00">
                <a:alpha val="19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7077456" y="3515867"/>
              <a:ext cx="541020" cy="539750"/>
            </a:xfrm>
            <a:custGeom>
              <a:avLst/>
              <a:gdLst/>
              <a:ahLst/>
              <a:cxnLst/>
              <a:rect l="l" t="t" r="r" b="b"/>
              <a:pathLst>
                <a:path w="541020" h="539750">
                  <a:moveTo>
                    <a:pt x="0" y="269748"/>
                  </a:moveTo>
                  <a:lnTo>
                    <a:pt x="4359" y="221262"/>
                  </a:lnTo>
                  <a:lnTo>
                    <a:pt x="16929" y="175626"/>
                  </a:lnTo>
                  <a:lnTo>
                    <a:pt x="36942" y="133604"/>
                  </a:lnTo>
                  <a:lnTo>
                    <a:pt x="63635" y="95955"/>
                  </a:lnTo>
                  <a:lnTo>
                    <a:pt x="96243" y="63443"/>
                  </a:lnTo>
                  <a:lnTo>
                    <a:pt x="133999" y="36829"/>
                  </a:lnTo>
                  <a:lnTo>
                    <a:pt x="176139" y="16876"/>
                  </a:lnTo>
                  <a:lnTo>
                    <a:pt x="221897" y="4346"/>
                  </a:lnTo>
                  <a:lnTo>
                    <a:pt x="270510" y="0"/>
                  </a:lnTo>
                  <a:lnTo>
                    <a:pt x="319122" y="4346"/>
                  </a:lnTo>
                  <a:lnTo>
                    <a:pt x="364880" y="16876"/>
                  </a:lnTo>
                  <a:lnTo>
                    <a:pt x="407020" y="36830"/>
                  </a:lnTo>
                  <a:lnTo>
                    <a:pt x="444776" y="63443"/>
                  </a:lnTo>
                  <a:lnTo>
                    <a:pt x="477384" y="95955"/>
                  </a:lnTo>
                  <a:lnTo>
                    <a:pt x="504077" y="133604"/>
                  </a:lnTo>
                  <a:lnTo>
                    <a:pt x="524090" y="175626"/>
                  </a:lnTo>
                  <a:lnTo>
                    <a:pt x="536660" y="221262"/>
                  </a:lnTo>
                  <a:lnTo>
                    <a:pt x="541020" y="269748"/>
                  </a:lnTo>
                  <a:lnTo>
                    <a:pt x="536660" y="318233"/>
                  </a:lnTo>
                  <a:lnTo>
                    <a:pt x="524090" y="363869"/>
                  </a:lnTo>
                  <a:lnTo>
                    <a:pt x="504077" y="405892"/>
                  </a:lnTo>
                  <a:lnTo>
                    <a:pt x="477384" y="443540"/>
                  </a:lnTo>
                  <a:lnTo>
                    <a:pt x="444776" y="476052"/>
                  </a:lnTo>
                  <a:lnTo>
                    <a:pt x="407020" y="502666"/>
                  </a:lnTo>
                  <a:lnTo>
                    <a:pt x="364880" y="522619"/>
                  </a:lnTo>
                  <a:lnTo>
                    <a:pt x="319122" y="535149"/>
                  </a:lnTo>
                  <a:lnTo>
                    <a:pt x="270510" y="539496"/>
                  </a:lnTo>
                  <a:lnTo>
                    <a:pt x="221897" y="535149"/>
                  </a:lnTo>
                  <a:lnTo>
                    <a:pt x="176139" y="522619"/>
                  </a:lnTo>
                  <a:lnTo>
                    <a:pt x="133999" y="502665"/>
                  </a:lnTo>
                  <a:lnTo>
                    <a:pt x="96243" y="476052"/>
                  </a:lnTo>
                  <a:lnTo>
                    <a:pt x="63635" y="443540"/>
                  </a:lnTo>
                  <a:lnTo>
                    <a:pt x="36942" y="405891"/>
                  </a:lnTo>
                  <a:lnTo>
                    <a:pt x="16929" y="363869"/>
                  </a:lnTo>
                  <a:lnTo>
                    <a:pt x="4359" y="318233"/>
                  </a:lnTo>
                  <a:lnTo>
                    <a:pt x="0" y="269748"/>
                  </a:lnTo>
                  <a:close/>
                </a:path>
              </a:pathLst>
            </a:custGeom>
            <a:ln w="9144">
              <a:solidFill>
                <a:srgbClr val="44536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5998337" y="2627629"/>
              <a:ext cx="1079500" cy="1157605"/>
            </a:xfrm>
            <a:custGeom>
              <a:avLst/>
              <a:gdLst/>
              <a:ahLst/>
              <a:cxnLst/>
              <a:rect l="l" t="t" r="r" b="b"/>
              <a:pathLst>
                <a:path w="1079500" h="1157604">
                  <a:moveTo>
                    <a:pt x="1022924" y="1105606"/>
                  </a:moveTo>
                  <a:lnTo>
                    <a:pt x="999743" y="1127252"/>
                  </a:lnTo>
                  <a:lnTo>
                    <a:pt x="1079499" y="1157097"/>
                  </a:lnTo>
                  <a:lnTo>
                    <a:pt x="1067060" y="1114933"/>
                  </a:lnTo>
                  <a:lnTo>
                    <a:pt x="1031620" y="1114933"/>
                  </a:lnTo>
                  <a:lnTo>
                    <a:pt x="1022924" y="1105606"/>
                  </a:lnTo>
                  <a:close/>
                </a:path>
                <a:path w="1079500" h="1157604">
                  <a:moveTo>
                    <a:pt x="1032185" y="1096958"/>
                  </a:moveTo>
                  <a:lnTo>
                    <a:pt x="1022924" y="1105606"/>
                  </a:lnTo>
                  <a:lnTo>
                    <a:pt x="1031620" y="1114933"/>
                  </a:lnTo>
                  <a:lnTo>
                    <a:pt x="1040891" y="1106297"/>
                  </a:lnTo>
                  <a:lnTo>
                    <a:pt x="1032185" y="1096958"/>
                  </a:lnTo>
                  <a:close/>
                </a:path>
                <a:path w="1079500" h="1157604">
                  <a:moveTo>
                    <a:pt x="1055369" y="1075309"/>
                  </a:moveTo>
                  <a:lnTo>
                    <a:pt x="1032185" y="1096958"/>
                  </a:lnTo>
                  <a:lnTo>
                    <a:pt x="1040891" y="1106297"/>
                  </a:lnTo>
                  <a:lnTo>
                    <a:pt x="1031620" y="1114933"/>
                  </a:lnTo>
                  <a:lnTo>
                    <a:pt x="1067060" y="1114933"/>
                  </a:lnTo>
                  <a:lnTo>
                    <a:pt x="1055369" y="1075309"/>
                  </a:lnTo>
                  <a:close/>
                </a:path>
                <a:path w="1079500" h="1157604">
                  <a:moveTo>
                    <a:pt x="9398" y="0"/>
                  </a:moveTo>
                  <a:lnTo>
                    <a:pt x="0" y="8636"/>
                  </a:lnTo>
                  <a:lnTo>
                    <a:pt x="1022924" y="1105606"/>
                  </a:lnTo>
                  <a:lnTo>
                    <a:pt x="1032185" y="1096958"/>
                  </a:lnTo>
                  <a:lnTo>
                    <a:pt x="9398" y="0"/>
                  </a:lnTo>
                  <a:close/>
                </a:path>
              </a:pathLst>
            </a:custGeom>
            <a:solidFill>
              <a:srgbClr val="58585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4624324" y="2631947"/>
              <a:ext cx="839469" cy="2333625"/>
            </a:xfrm>
            <a:custGeom>
              <a:avLst/>
              <a:gdLst/>
              <a:ahLst/>
              <a:cxnLst/>
              <a:rect l="l" t="t" r="r" b="b"/>
              <a:pathLst>
                <a:path w="839470" h="2333625">
                  <a:moveTo>
                    <a:pt x="838073" y="725424"/>
                  </a:moveTo>
                  <a:lnTo>
                    <a:pt x="769239" y="775462"/>
                  </a:lnTo>
                  <a:lnTo>
                    <a:pt x="797433" y="790155"/>
                  </a:lnTo>
                  <a:lnTo>
                    <a:pt x="0" y="2327402"/>
                  </a:lnTo>
                  <a:lnTo>
                    <a:pt x="11176" y="2333244"/>
                  </a:lnTo>
                  <a:lnTo>
                    <a:pt x="808621" y="795972"/>
                  </a:lnTo>
                  <a:lnTo>
                    <a:pt x="836803" y="810641"/>
                  </a:lnTo>
                  <a:lnTo>
                    <a:pt x="837272" y="778891"/>
                  </a:lnTo>
                  <a:lnTo>
                    <a:pt x="838073" y="725424"/>
                  </a:lnTo>
                  <a:close/>
                </a:path>
                <a:path w="839470" h="2333625">
                  <a:moveTo>
                    <a:pt x="838962" y="0"/>
                  </a:moveTo>
                  <a:lnTo>
                    <a:pt x="769620" y="49530"/>
                  </a:lnTo>
                  <a:lnTo>
                    <a:pt x="797712" y="64439"/>
                  </a:lnTo>
                  <a:lnTo>
                    <a:pt x="25908" y="1524254"/>
                  </a:lnTo>
                  <a:lnTo>
                    <a:pt x="37084" y="1530096"/>
                  </a:lnTo>
                  <a:lnTo>
                    <a:pt x="808863" y="70345"/>
                  </a:lnTo>
                  <a:lnTo>
                    <a:pt x="836930" y="85217"/>
                  </a:lnTo>
                  <a:lnTo>
                    <a:pt x="837692" y="53213"/>
                  </a:lnTo>
                  <a:lnTo>
                    <a:pt x="838962" y="0"/>
                  </a:lnTo>
                  <a:close/>
                </a:path>
              </a:pathLst>
            </a:custGeom>
            <a:solidFill>
              <a:srgbClr val="BEBEB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6000623" y="3351530"/>
              <a:ext cx="1077595" cy="441325"/>
            </a:xfrm>
            <a:custGeom>
              <a:avLst/>
              <a:gdLst/>
              <a:ahLst/>
              <a:cxnLst/>
              <a:rect l="l" t="t" r="r" b="b"/>
              <a:pathLst>
                <a:path w="1077595" h="441325">
                  <a:moveTo>
                    <a:pt x="1004096" y="411615"/>
                  </a:moveTo>
                  <a:lnTo>
                    <a:pt x="992377" y="441071"/>
                  </a:lnTo>
                  <a:lnTo>
                    <a:pt x="1077213" y="433832"/>
                  </a:lnTo>
                  <a:lnTo>
                    <a:pt x="1061612" y="416306"/>
                  </a:lnTo>
                  <a:lnTo>
                    <a:pt x="1015873" y="416306"/>
                  </a:lnTo>
                  <a:lnTo>
                    <a:pt x="1004096" y="411615"/>
                  </a:lnTo>
                  <a:close/>
                </a:path>
                <a:path w="1077595" h="441325">
                  <a:moveTo>
                    <a:pt x="1008795" y="399805"/>
                  </a:moveTo>
                  <a:lnTo>
                    <a:pt x="1004096" y="411615"/>
                  </a:lnTo>
                  <a:lnTo>
                    <a:pt x="1015873" y="416306"/>
                  </a:lnTo>
                  <a:lnTo>
                    <a:pt x="1020572" y="404495"/>
                  </a:lnTo>
                  <a:lnTo>
                    <a:pt x="1008795" y="399805"/>
                  </a:lnTo>
                  <a:close/>
                </a:path>
                <a:path w="1077595" h="441325">
                  <a:moveTo>
                    <a:pt x="1020572" y="370205"/>
                  </a:moveTo>
                  <a:lnTo>
                    <a:pt x="1008795" y="399805"/>
                  </a:lnTo>
                  <a:lnTo>
                    <a:pt x="1020572" y="404495"/>
                  </a:lnTo>
                  <a:lnTo>
                    <a:pt x="1015873" y="416306"/>
                  </a:lnTo>
                  <a:lnTo>
                    <a:pt x="1061612" y="416306"/>
                  </a:lnTo>
                  <a:lnTo>
                    <a:pt x="1020572" y="370205"/>
                  </a:lnTo>
                  <a:close/>
                </a:path>
                <a:path w="1077595" h="441325">
                  <a:moveTo>
                    <a:pt x="4699" y="0"/>
                  </a:moveTo>
                  <a:lnTo>
                    <a:pt x="0" y="11684"/>
                  </a:lnTo>
                  <a:lnTo>
                    <a:pt x="1004096" y="411615"/>
                  </a:lnTo>
                  <a:lnTo>
                    <a:pt x="1008795" y="399805"/>
                  </a:lnTo>
                  <a:lnTo>
                    <a:pt x="4699" y="0"/>
                  </a:lnTo>
                  <a:close/>
                </a:path>
              </a:pathLst>
            </a:custGeom>
            <a:solidFill>
              <a:srgbClr val="58585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355873" y="6524434"/>
            <a:ext cx="87590" cy="90487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54151" y="6527292"/>
            <a:ext cx="1794510" cy="142494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862571" y="6521195"/>
            <a:ext cx="2327910" cy="118110"/>
          </a:xfrm>
          <a:prstGeom prst="rect">
            <a:avLst/>
          </a:prstGeom>
        </p:spPr>
      </p:pic>
      <p:sp>
        <p:nvSpPr>
          <p:cNvPr id="5" name="object 5"/>
          <p:cNvSpPr/>
          <p:nvPr/>
        </p:nvSpPr>
        <p:spPr>
          <a:xfrm>
            <a:off x="559308" y="1440180"/>
            <a:ext cx="36830" cy="180340"/>
          </a:xfrm>
          <a:custGeom>
            <a:avLst/>
            <a:gdLst/>
            <a:ahLst/>
            <a:cxnLst/>
            <a:rect l="l" t="t" r="r" b="b"/>
            <a:pathLst>
              <a:path w="36829" h="180340">
                <a:moveTo>
                  <a:pt x="36576" y="0"/>
                </a:moveTo>
                <a:lnTo>
                  <a:pt x="0" y="0"/>
                </a:lnTo>
                <a:lnTo>
                  <a:pt x="0" y="179832"/>
                </a:lnTo>
                <a:lnTo>
                  <a:pt x="36576" y="179832"/>
                </a:lnTo>
                <a:lnTo>
                  <a:pt x="36576" y="0"/>
                </a:lnTo>
                <a:close/>
              </a:path>
            </a:pathLst>
          </a:custGeom>
          <a:solidFill>
            <a:srgbClr val="183DAF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6" name="object 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723907" y="1469156"/>
            <a:ext cx="439666" cy="169905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437489" y="431419"/>
            <a:ext cx="489902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FFFFFF"/>
                </a:solidFill>
                <a:latin typeface="Ebrima"/>
                <a:cs typeface="Ebrima"/>
              </a:rPr>
              <a:t>1.7.</a:t>
            </a:r>
            <a:r>
              <a:rPr sz="1800" spc="-20" dirty="0">
                <a:solidFill>
                  <a:srgbClr val="FFFFFF"/>
                </a:solidFill>
                <a:latin typeface="Ebrima"/>
                <a:cs typeface="Ebrima"/>
              </a:rPr>
              <a:t> </a:t>
            </a:r>
            <a:r>
              <a:rPr sz="1800" dirty="0">
                <a:solidFill>
                  <a:srgbClr val="FFFFFF"/>
                </a:solidFill>
                <a:latin typeface="Ebrima"/>
                <a:cs typeface="Ebrima"/>
              </a:rPr>
              <a:t>Problems</a:t>
            </a:r>
            <a:r>
              <a:rPr sz="1800" spc="-15" dirty="0">
                <a:solidFill>
                  <a:srgbClr val="FFFFFF"/>
                </a:solidFill>
                <a:latin typeface="Ebrima"/>
                <a:cs typeface="Ebrima"/>
              </a:rPr>
              <a:t> </a:t>
            </a:r>
            <a:r>
              <a:rPr sz="1800" dirty="0">
                <a:solidFill>
                  <a:srgbClr val="FFFFFF"/>
                </a:solidFill>
                <a:latin typeface="Ebrima"/>
                <a:cs typeface="Ebrima"/>
              </a:rPr>
              <a:t>of</a:t>
            </a:r>
            <a:r>
              <a:rPr sz="1800" spc="-20" dirty="0">
                <a:solidFill>
                  <a:srgbClr val="FFFFFF"/>
                </a:solidFill>
                <a:latin typeface="Ebrima"/>
                <a:cs typeface="Ebrima"/>
              </a:rPr>
              <a:t> </a:t>
            </a:r>
            <a:r>
              <a:rPr sz="1800" dirty="0">
                <a:solidFill>
                  <a:srgbClr val="FFFFFF"/>
                </a:solidFill>
                <a:latin typeface="Ebrima"/>
                <a:cs typeface="Ebrima"/>
              </a:rPr>
              <a:t>Deep</a:t>
            </a:r>
            <a:r>
              <a:rPr sz="1800" spc="-5" dirty="0">
                <a:solidFill>
                  <a:srgbClr val="FFFFFF"/>
                </a:solidFill>
                <a:latin typeface="Ebrima"/>
                <a:cs typeface="Ebrima"/>
              </a:rPr>
              <a:t> </a:t>
            </a:r>
            <a:r>
              <a:rPr sz="1800" dirty="0">
                <a:solidFill>
                  <a:srgbClr val="FFFFFF"/>
                </a:solidFill>
                <a:latin typeface="Ebrima"/>
                <a:cs typeface="Ebrima"/>
              </a:rPr>
              <a:t>Learning</a:t>
            </a:r>
            <a:r>
              <a:rPr sz="1800" spc="-30" dirty="0">
                <a:solidFill>
                  <a:srgbClr val="FFFFFF"/>
                </a:solidFill>
                <a:latin typeface="Ebrima"/>
                <a:cs typeface="Ebrima"/>
              </a:rPr>
              <a:t> </a:t>
            </a:r>
            <a:r>
              <a:rPr sz="1800" dirty="0">
                <a:solidFill>
                  <a:srgbClr val="FFFFFF"/>
                </a:solidFill>
                <a:latin typeface="Ebrima"/>
                <a:cs typeface="Ebrima"/>
              </a:rPr>
              <a:t>and</a:t>
            </a:r>
            <a:r>
              <a:rPr sz="1800" spc="-20" dirty="0">
                <a:solidFill>
                  <a:srgbClr val="FFFFFF"/>
                </a:solidFill>
                <a:latin typeface="Ebrima"/>
                <a:cs typeface="Ebrima"/>
              </a:rPr>
              <a:t> </a:t>
            </a:r>
            <a:r>
              <a:rPr sz="1800" dirty="0">
                <a:solidFill>
                  <a:srgbClr val="FFFFFF"/>
                </a:solidFill>
                <a:latin typeface="Ebrima"/>
                <a:cs typeface="Ebrima"/>
              </a:rPr>
              <a:t>the</a:t>
            </a:r>
            <a:r>
              <a:rPr sz="1800" spc="-25" dirty="0">
                <a:solidFill>
                  <a:srgbClr val="FFFFFF"/>
                </a:solidFill>
                <a:latin typeface="Ebrima"/>
                <a:cs typeface="Ebrima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Ebrima"/>
                <a:cs typeface="Ebrima"/>
              </a:rPr>
              <a:t>Solution</a:t>
            </a:r>
            <a:endParaRPr sz="1800">
              <a:latin typeface="Ebrima"/>
              <a:cs typeface="Ebrim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8671941" y="463677"/>
            <a:ext cx="80962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dirty="0">
                <a:solidFill>
                  <a:srgbClr val="D9D9D9"/>
                </a:solidFill>
                <a:latin typeface="Ebrima"/>
                <a:cs typeface="Ebrima"/>
              </a:rPr>
              <a:t>UNIT</a:t>
            </a:r>
            <a:r>
              <a:rPr sz="1600" spc="400" dirty="0">
                <a:solidFill>
                  <a:srgbClr val="D9D9D9"/>
                </a:solidFill>
                <a:latin typeface="Ebrima"/>
                <a:cs typeface="Ebrima"/>
              </a:rPr>
              <a:t> </a:t>
            </a:r>
            <a:r>
              <a:rPr sz="1600" spc="-35" dirty="0">
                <a:solidFill>
                  <a:srgbClr val="D9D9D9"/>
                </a:solidFill>
                <a:latin typeface="Ebrima"/>
                <a:cs typeface="Ebrima"/>
              </a:rPr>
              <a:t>01</a:t>
            </a:r>
            <a:endParaRPr sz="1600">
              <a:latin typeface="Ebrima"/>
              <a:cs typeface="Ebrima"/>
            </a:endParaRPr>
          </a:p>
        </p:txBody>
      </p:sp>
      <p:pic>
        <p:nvPicPr>
          <p:cNvPr id="9" name="object 9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710183" y="1813560"/>
            <a:ext cx="3451098" cy="162305"/>
          </a:xfrm>
          <a:prstGeom prst="rect">
            <a:avLst/>
          </a:prstGeom>
        </p:spPr>
      </p:pic>
      <p:grpSp>
        <p:nvGrpSpPr>
          <p:cNvPr id="10" name="object 10"/>
          <p:cNvGrpSpPr/>
          <p:nvPr/>
        </p:nvGrpSpPr>
        <p:grpSpPr>
          <a:xfrm>
            <a:off x="2279904" y="2354579"/>
            <a:ext cx="5343525" cy="2879090"/>
            <a:chOff x="2279904" y="2354579"/>
            <a:chExt cx="5343525" cy="2879090"/>
          </a:xfrm>
        </p:grpSpPr>
        <p:sp>
          <p:nvSpPr>
            <p:cNvPr id="11" name="object 11"/>
            <p:cNvSpPr/>
            <p:nvPr/>
          </p:nvSpPr>
          <p:spPr>
            <a:xfrm>
              <a:off x="2284476" y="2753867"/>
              <a:ext cx="541020" cy="539750"/>
            </a:xfrm>
            <a:custGeom>
              <a:avLst/>
              <a:gdLst/>
              <a:ahLst/>
              <a:cxnLst/>
              <a:rect l="l" t="t" r="r" b="b"/>
              <a:pathLst>
                <a:path w="541019" h="539750">
                  <a:moveTo>
                    <a:pt x="270510" y="0"/>
                  </a:moveTo>
                  <a:lnTo>
                    <a:pt x="221897" y="4346"/>
                  </a:lnTo>
                  <a:lnTo>
                    <a:pt x="176139" y="16876"/>
                  </a:lnTo>
                  <a:lnTo>
                    <a:pt x="133999" y="36830"/>
                  </a:lnTo>
                  <a:lnTo>
                    <a:pt x="96243" y="63443"/>
                  </a:lnTo>
                  <a:lnTo>
                    <a:pt x="63635" y="95955"/>
                  </a:lnTo>
                  <a:lnTo>
                    <a:pt x="36942" y="133604"/>
                  </a:lnTo>
                  <a:lnTo>
                    <a:pt x="16929" y="175626"/>
                  </a:lnTo>
                  <a:lnTo>
                    <a:pt x="4359" y="221262"/>
                  </a:lnTo>
                  <a:lnTo>
                    <a:pt x="0" y="269748"/>
                  </a:lnTo>
                  <a:lnTo>
                    <a:pt x="4359" y="318233"/>
                  </a:lnTo>
                  <a:lnTo>
                    <a:pt x="16929" y="363869"/>
                  </a:lnTo>
                  <a:lnTo>
                    <a:pt x="36942" y="405891"/>
                  </a:lnTo>
                  <a:lnTo>
                    <a:pt x="63635" y="443540"/>
                  </a:lnTo>
                  <a:lnTo>
                    <a:pt x="96243" y="476052"/>
                  </a:lnTo>
                  <a:lnTo>
                    <a:pt x="133999" y="502665"/>
                  </a:lnTo>
                  <a:lnTo>
                    <a:pt x="176139" y="522619"/>
                  </a:lnTo>
                  <a:lnTo>
                    <a:pt x="221897" y="535149"/>
                  </a:lnTo>
                  <a:lnTo>
                    <a:pt x="270510" y="539496"/>
                  </a:lnTo>
                  <a:lnTo>
                    <a:pt x="319122" y="535149"/>
                  </a:lnTo>
                  <a:lnTo>
                    <a:pt x="364880" y="522619"/>
                  </a:lnTo>
                  <a:lnTo>
                    <a:pt x="407020" y="502666"/>
                  </a:lnTo>
                  <a:lnTo>
                    <a:pt x="444776" y="476052"/>
                  </a:lnTo>
                  <a:lnTo>
                    <a:pt x="477384" y="443540"/>
                  </a:lnTo>
                  <a:lnTo>
                    <a:pt x="504077" y="405892"/>
                  </a:lnTo>
                  <a:lnTo>
                    <a:pt x="524090" y="363869"/>
                  </a:lnTo>
                  <a:lnTo>
                    <a:pt x="536660" y="318233"/>
                  </a:lnTo>
                  <a:lnTo>
                    <a:pt x="541019" y="269748"/>
                  </a:lnTo>
                  <a:lnTo>
                    <a:pt x="536660" y="221262"/>
                  </a:lnTo>
                  <a:lnTo>
                    <a:pt x="524090" y="175626"/>
                  </a:lnTo>
                  <a:lnTo>
                    <a:pt x="504077" y="133604"/>
                  </a:lnTo>
                  <a:lnTo>
                    <a:pt x="477384" y="95955"/>
                  </a:lnTo>
                  <a:lnTo>
                    <a:pt x="444776" y="63443"/>
                  </a:lnTo>
                  <a:lnTo>
                    <a:pt x="407020" y="36830"/>
                  </a:lnTo>
                  <a:lnTo>
                    <a:pt x="364880" y="16876"/>
                  </a:lnTo>
                  <a:lnTo>
                    <a:pt x="319122" y="4346"/>
                  </a:lnTo>
                  <a:lnTo>
                    <a:pt x="270510" y="0"/>
                  </a:lnTo>
                  <a:close/>
                </a:path>
              </a:pathLst>
            </a:custGeom>
            <a:solidFill>
              <a:srgbClr val="CFE1F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2284476" y="2753867"/>
              <a:ext cx="541020" cy="539750"/>
            </a:xfrm>
            <a:custGeom>
              <a:avLst/>
              <a:gdLst/>
              <a:ahLst/>
              <a:cxnLst/>
              <a:rect l="l" t="t" r="r" b="b"/>
              <a:pathLst>
                <a:path w="541019" h="539750">
                  <a:moveTo>
                    <a:pt x="0" y="269748"/>
                  </a:moveTo>
                  <a:lnTo>
                    <a:pt x="4359" y="221262"/>
                  </a:lnTo>
                  <a:lnTo>
                    <a:pt x="16929" y="175626"/>
                  </a:lnTo>
                  <a:lnTo>
                    <a:pt x="36942" y="133604"/>
                  </a:lnTo>
                  <a:lnTo>
                    <a:pt x="63635" y="95955"/>
                  </a:lnTo>
                  <a:lnTo>
                    <a:pt x="96243" y="63443"/>
                  </a:lnTo>
                  <a:lnTo>
                    <a:pt x="133999" y="36830"/>
                  </a:lnTo>
                  <a:lnTo>
                    <a:pt x="176139" y="16876"/>
                  </a:lnTo>
                  <a:lnTo>
                    <a:pt x="221897" y="4346"/>
                  </a:lnTo>
                  <a:lnTo>
                    <a:pt x="270510" y="0"/>
                  </a:lnTo>
                  <a:lnTo>
                    <a:pt x="319122" y="4346"/>
                  </a:lnTo>
                  <a:lnTo>
                    <a:pt x="364880" y="16876"/>
                  </a:lnTo>
                  <a:lnTo>
                    <a:pt x="407020" y="36830"/>
                  </a:lnTo>
                  <a:lnTo>
                    <a:pt x="444776" y="63443"/>
                  </a:lnTo>
                  <a:lnTo>
                    <a:pt x="477384" y="95955"/>
                  </a:lnTo>
                  <a:lnTo>
                    <a:pt x="504077" y="133604"/>
                  </a:lnTo>
                  <a:lnTo>
                    <a:pt x="524090" y="175626"/>
                  </a:lnTo>
                  <a:lnTo>
                    <a:pt x="536660" y="221262"/>
                  </a:lnTo>
                  <a:lnTo>
                    <a:pt x="541019" y="269748"/>
                  </a:lnTo>
                  <a:lnTo>
                    <a:pt x="536660" y="318233"/>
                  </a:lnTo>
                  <a:lnTo>
                    <a:pt x="524090" y="363869"/>
                  </a:lnTo>
                  <a:lnTo>
                    <a:pt x="504077" y="405892"/>
                  </a:lnTo>
                  <a:lnTo>
                    <a:pt x="477384" y="443540"/>
                  </a:lnTo>
                  <a:lnTo>
                    <a:pt x="444776" y="476052"/>
                  </a:lnTo>
                  <a:lnTo>
                    <a:pt x="407020" y="502666"/>
                  </a:lnTo>
                  <a:lnTo>
                    <a:pt x="364880" y="522619"/>
                  </a:lnTo>
                  <a:lnTo>
                    <a:pt x="319122" y="535149"/>
                  </a:lnTo>
                  <a:lnTo>
                    <a:pt x="270510" y="539496"/>
                  </a:lnTo>
                  <a:lnTo>
                    <a:pt x="221897" y="535149"/>
                  </a:lnTo>
                  <a:lnTo>
                    <a:pt x="176139" y="522619"/>
                  </a:lnTo>
                  <a:lnTo>
                    <a:pt x="133999" y="502665"/>
                  </a:lnTo>
                  <a:lnTo>
                    <a:pt x="96243" y="476052"/>
                  </a:lnTo>
                  <a:lnTo>
                    <a:pt x="63635" y="443540"/>
                  </a:lnTo>
                  <a:lnTo>
                    <a:pt x="36942" y="405891"/>
                  </a:lnTo>
                  <a:lnTo>
                    <a:pt x="16929" y="363869"/>
                  </a:lnTo>
                  <a:lnTo>
                    <a:pt x="4359" y="318233"/>
                  </a:lnTo>
                  <a:lnTo>
                    <a:pt x="0" y="269748"/>
                  </a:lnTo>
                  <a:close/>
                </a:path>
              </a:pathLst>
            </a:custGeom>
            <a:ln w="9143">
              <a:solidFill>
                <a:srgbClr val="44536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2284476" y="3512819"/>
              <a:ext cx="541020" cy="544195"/>
            </a:xfrm>
            <a:custGeom>
              <a:avLst/>
              <a:gdLst/>
              <a:ahLst/>
              <a:cxnLst/>
              <a:rect l="l" t="t" r="r" b="b"/>
              <a:pathLst>
                <a:path w="541019" h="544195">
                  <a:moveTo>
                    <a:pt x="270510" y="0"/>
                  </a:moveTo>
                  <a:lnTo>
                    <a:pt x="221897" y="4382"/>
                  </a:lnTo>
                  <a:lnTo>
                    <a:pt x="176139" y="17019"/>
                  </a:lnTo>
                  <a:lnTo>
                    <a:pt x="133999" y="37140"/>
                  </a:lnTo>
                  <a:lnTo>
                    <a:pt x="96243" y="63978"/>
                  </a:lnTo>
                  <a:lnTo>
                    <a:pt x="63635" y="96765"/>
                  </a:lnTo>
                  <a:lnTo>
                    <a:pt x="36942" y="134732"/>
                  </a:lnTo>
                  <a:lnTo>
                    <a:pt x="16929" y="177112"/>
                  </a:lnTo>
                  <a:lnTo>
                    <a:pt x="4359" y="223135"/>
                  </a:lnTo>
                  <a:lnTo>
                    <a:pt x="0" y="272033"/>
                  </a:lnTo>
                  <a:lnTo>
                    <a:pt x="4359" y="320932"/>
                  </a:lnTo>
                  <a:lnTo>
                    <a:pt x="16929" y="366955"/>
                  </a:lnTo>
                  <a:lnTo>
                    <a:pt x="36942" y="409335"/>
                  </a:lnTo>
                  <a:lnTo>
                    <a:pt x="63635" y="447302"/>
                  </a:lnTo>
                  <a:lnTo>
                    <a:pt x="96243" y="480089"/>
                  </a:lnTo>
                  <a:lnTo>
                    <a:pt x="133999" y="506927"/>
                  </a:lnTo>
                  <a:lnTo>
                    <a:pt x="176139" y="527048"/>
                  </a:lnTo>
                  <a:lnTo>
                    <a:pt x="221897" y="539685"/>
                  </a:lnTo>
                  <a:lnTo>
                    <a:pt x="270510" y="544067"/>
                  </a:lnTo>
                  <a:lnTo>
                    <a:pt x="319122" y="539685"/>
                  </a:lnTo>
                  <a:lnTo>
                    <a:pt x="364880" y="527048"/>
                  </a:lnTo>
                  <a:lnTo>
                    <a:pt x="407020" y="506927"/>
                  </a:lnTo>
                  <a:lnTo>
                    <a:pt x="444776" y="480089"/>
                  </a:lnTo>
                  <a:lnTo>
                    <a:pt x="477384" y="447302"/>
                  </a:lnTo>
                  <a:lnTo>
                    <a:pt x="504077" y="409335"/>
                  </a:lnTo>
                  <a:lnTo>
                    <a:pt x="524090" y="366955"/>
                  </a:lnTo>
                  <a:lnTo>
                    <a:pt x="536660" y="320932"/>
                  </a:lnTo>
                  <a:lnTo>
                    <a:pt x="541019" y="272033"/>
                  </a:lnTo>
                  <a:lnTo>
                    <a:pt x="536660" y="223135"/>
                  </a:lnTo>
                  <a:lnTo>
                    <a:pt x="524090" y="177112"/>
                  </a:lnTo>
                  <a:lnTo>
                    <a:pt x="504077" y="134732"/>
                  </a:lnTo>
                  <a:lnTo>
                    <a:pt x="477384" y="96765"/>
                  </a:lnTo>
                  <a:lnTo>
                    <a:pt x="444776" y="63978"/>
                  </a:lnTo>
                  <a:lnTo>
                    <a:pt x="407020" y="37140"/>
                  </a:lnTo>
                  <a:lnTo>
                    <a:pt x="364880" y="17019"/>
                  </a:lnTo>
                  <a:lnTo>
                    <a:pt x="319122" y="4382"/>
                  </a:lnTo>
                  <a:lnTo>
                    <a:pt x="270510" y="0"/>
                  </a:lnTo>
                  <a:close/>
                </a:path>
              </a:pathLst>
            </a:custGeom>
            <a:solidFill>
              <a:srgbClr val="CFE1F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2284476" y="3512819"/>
              <a:ext cx="541020" cy="544195"/>
            </a:xfrm>
            <a:custGeom>
              <a:avLst/>
              <a:gdLst/>
              <a:ahLst/>
              <a:cxnLst/>
              <a:rect l="l" t="t" r="r" b="b"/>
              <a:pathLst>
                <a:path w="541019" h="544195">
                  <a:moveTo>
                    <a:pt x="0" y="272033"/>
                  </a:moveTo>
                  <a:lnTo>
                    <a:pt x="4359" y="223135"/>
                  </a:lnTo>
                  <a:lnTo>
                    <a:pt x="16929" y="177112"/>
                  </a:lnTo>
                  <a:lnTo>
                    <a:pt x="36942" y="134732"/>
                  </a:lnTo>
                  <a:lnTo>
                    <a:pt x="63635" y="96765"/>
                  </a:lnTo>
                  <a:lnTo>
                    <a:pt x="96243" y="63978"/>
                  </a:lnTo>
                  <a:lnTo>
                    <a:pt x="133999" y="37140"/>
                  </a:lnTo>
                  <a:lnTo>
                    <a:pt x="176139" y="17019"/>
                  </a:lnTo>
                  <a:lnTo>
                    <a:pt x="221897" y="4382"/>
                  </a:lnTo>
                  <a:lnTo>
                    <a:pt x="270510" y="0"/>
                  </a:lnTo>
                  <a:lnTo>
                    <a:pt x="319122" y="4382"/>
                  </a:lnTo>
                  <a:lnTo>
                    <a:pt x="364880" y="17019"/>
                  </a:lnTo>
                  <a:lnTo>
                    <a:pt x="407020" y="37140"/>
                  </a:lnTo>
                  <a:lnTo>
                    <a:pt x="444776" y="63978"/>
                  </a:lnTo>
                  <a:lnTo>
                    <a:pt x="477384" y="96765"/>
                  </a:lnTo>
                  <a:lnTo>
                    <a:pt x="504077" y="134732"/>
                  </a:lnTo>
                  <a:lnTo>
                    <a:pt x="524090" y="177112"/>
                  </a:lnTo>
                  <a:lnTo>
                    <a:pt x="536660" y="223135"/>
                  </a:lnTo>
                  <a:lnTo>
                    <a:pt x="541019" y="272033"/>
                  </a:lnTo>
                  <a:lnTo>
                    <a:pt x="536660" y="320932"/>
                  </a:lnTo>
                  <a:lnTo>
                    <a:pt x="524090" y="366955"/>
                  </a:lnTo>
                  <a:lnTo>
                    <a:pt x="504077" y="409335"/>
                  </a:lnTo>
                  <a:lnTo>
                    <a:pt x="477384" y="447302"/>
                  </a:lnTo>
                  <a:lnTo>
                    <a:pt x="444776" y="480089"/>
                  </a:lnTo>
                  <a:lnTo>
                    <a:pt x="407020" y="506927"/>
                  </a:lnTo>
                  <a:lnTo>
                    <a:pt x="364880" y="527048"/>
                  </a:lnTo>
                  <a:lnTo>
                    <a:pt x="319122" y="539685"/>
                  </a:lnTo>
                  <a:lnTo>
                    <a:pt x="270510" y="544067"/>
                  </a:lnTo>
                  <a:lnTo>
                    <a:pt x="221897" y="539685"/>
                  </a:lnTo>
                  <a:lnTo>
                    <a:pt x="176139" y="527048"/>
                  </a:lnTo>
                  <a:lnTo>
                    <a:pt x="133999" y="506927"/>
                  </a:lnTo>
                  <a:lnTo>
                    <a:pt x="96243" y="480089"/>
                  </a:lnTo>
                  <a:lnTo>
                    <a:pt x="63635" y="447302"/>
                  </a:lnTo>
                  <a:lnTo>
                    <a:pt x="36942" y="409335"/>
                  </a:lnTo>
                  <a:lnTo>
                    <a:pt x="16929" y="366955"/>
                  </a:lnTo>
                  <a:lnTo>
                    <a:pt x="4359" y="320932"/>
                  </a:lnTo>
                  <a:lnTo>
                    <a:pt x="0" y="272033"/>
                  </a:lnTo>
                  <a:close/>
                </a:path>
              </a:pathLst>
            </a:custGeom>
            <a:ln w="9144">
              <a:solidFill>
                <a:srgbClr val="44536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4114800" y="3084575"/>
              <a:ext cx="541020" cy="539750"/>
            </a:xfrm>
            <a:custGeom>
              <a:avLst/>
              <a:gdLst/>
              <a:ahLst/>
              <a:cxnLst/>
              <a:rect l="l" t="t" r="r" b="b"/>
              <a:pathLst>
                <a:path w="541020" h="539750">
                  <a:moveTo>
                    <a:pt x="270510" y="0"/>
                  </a:moveTo>
                  <a:lnTo>
                    <a:pt x="221897" y="4346"/>
                  </a:lnTo>
                  <a:lnTo>
                    <a:pt x="176139" y="16876"/>
                  </a:lnTo>
                  <a:lnTo>
                    <a:pt x="133999" y="36829"/>
                  </a:lnTo>
                  <a:lnTo>
                    <a:pt x="96243" y="63443"/>
                  </a:lnTo>
                  <a:lnTo>
                    <a:pt x="63635" y="95955"/>
                  </a:lnTo>
                  <a:lnTo>
                    <a:pt x="36942" y="133603"/>
                  </a:lnTo>
                  <a:lnTo>
                    <a:pt x="16929" y="175626"/>
                  </a:lnTo>
                  <a:lnTo>
                    <a:pt x="4359" y="221262"/>
                  </a:lnTo>
                  <a:lnTo>
                    <a:pt x="0" y="269748"/>
                  </a:lnTo>
                  <a:lnTo>
                    <a:pt x="4359" y="318233"/>
                  </a:lnTo>
                  <a:lnTo>
                    <a:pt x="16929" y="363869"/>
                  </a:lnTo>
                  <a:lnTo>
                    <a:pt x="36942" y="405891"/>
                  </a:lnTo>
                  <a:lnTo>
                    <a:pt x="63635" y="443540"/>
                  </a:lnTo>
                  <a:lnTo>
                    <a:pt x="96243" y="476052"/>
                  </a:lnTo>
                  <a:lnTo>
                    <a:pt x="133999" y="502665"/>
                  </a:lnTo>
                  <a:lnTo>
                    <a:pt x="176139" y="522619"/>
                  </a:lnTo>
                  <a:lnTo>
                    <a:pt x="221897" y="535149"/>
                  </a:lnTo>
                  <a:lnTo>
                    <a:pt x="270510" y="539496"/>
                  </a:lnTo>
                  <a:lnTo>
                    <a:pt x="319122" y="535149"/>
                  </a:lnTo>
                  <a:lnTo>
                    <a:pt x="364880" y="522619"/>
                  </a:lnTo>
                  <a:lnTo>
                    <a:pt x="407020" y="502666"/>
                  </a:lnTo>
                  <a:lnTo>
                    <a:pt x="444776" y="476052"/>
                  </a:lnTo>
                  <a:lnTo>
                    <a:pt x="477384" y="443540"/>
                  </a:lnTo>
                  <a:lnTo>
                    <a:pt x="504077" y="405892"/>
                  </a:lnTo>
                  <a:lnTo>
                    <a:pt x="524090" y="363869"/>
                  </a:lnTo>
                  <a:lnTo>
                    <a:pt x="536660" y="318233"/>
                  </a:lnTo>
                  <a:lnTo>
                    <a:pt x="541020" y="269748"/>
                  </a:lnTo>
                  <a:lnTo>
                    <a:pt x="536660" y="221262"/>
                  </a:lnTo>
                  <a:lnTo>
                    <a:pt x="524090" y="175626"/>
                  </a:lnTo>
                  <a:lnTo>
                    <a:pt x="504077" y="133604"/>
                  </a:lnTo>
                  <a:lnTo>
                    <a:pt x="477384" y="95955"/>
                  </a:lnTo>
                  <a:lnTo>
                    <a:pt x="444776" y="63443"/>
                  </a:lnTo>
                  <a:lnTo>
                    <a:pt x="407020" y="36830"/>
                  </a:lnTo>
                  <a:lnTo>
                    <a:pt x="364880" y="16876"/>
                  </a:lnTo>
                  <a:lnTo>
                    <a:pt x="319122" y="4346"/>
                  </a:lnTo>
                  <a:lnTo>
                    <a:pt x="270510" y="0"/>
                  </a:lnTo>
                  <a:close/>
                </a:path>
              </a:pathLst>
            </a:custGeom>
            <a:solidFill>
              <a:srgbClr val="FF0000">
                <a:alpha val="19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4114800" y="3084575"/>
              <a:ext cx="541020" cy="539750"/>
            </a:xfrm>
            <a:custGeom>
              <a:avLst/>
              <a:gdLst/>
              <a:ahLst/>
              <a:cxnLst/>
              <a:rect l="l" t="t" r="r" b="b"/>
              <a:pathLst>
                <a:path w="541020" h="539750">
                  <a:moveTo>
                    <a:pt x="0" y="269748"/>
                  </a:moveTo>
                  <a:lnTo>
                    <a:pt x="4359" y="221262"/>
                  </a:lnTo>
                  <a:lnTo>
                    <a:pt x="16929" y="175626"/>
                  </a:lnTo>
                  <a:lnTo>
                    <a:pt x="36942" y="133603"/>
                  </a:lnTo>
                  <a:lnTo>
                    <a:pt x="63635" y="95955"/>
                  </a:lnTo>
                  <a:lnTo>
                    <a:pt x="96243" y="63443"/>
                  </a:lnTo>
                  <a:lnTo>
                    <a:pt x="133999" y="36829"/>
                  </a:lnTo>
                  <a:lnTo>
                    <a:pt x="176139" y="16876"/>
                  </a:lnTo>
                  <a:lnTo>
                    <a:pt x="221897" y="4346"/>
                  </a:lnTo>
                  <a:lnTo>
                    <a:pt x="270510" y="0"/>
                  </a:lnTo>
                  <a:lnTo>
                    <a:pt x="319122" y="4346"/>
                  </a:lnTo>
                  <a:lnTo>
                    <a:pt x="364880" y="16876"/>
                  </a:lnTo>
                  <a:lnTo>
                    <a:pt x="407020" y="36830"/>
                  </a:lnTo>
                  <a:lnTo>
                    <a:pt x="444776" y="63443"/>
                  </a:lnTo>
                  <a:lnTo>
                    <a:pt x="477384" y="95955"/>
                  </a:lnTo>
                  <a:lnTo>
                    <a:pt x="504077" y="133604"/>
                  </a:lnTo>
                  <a:lnTo>
                    <a:pt x="524090" y="175626"/>
                  </a:lnTo>
                  <a:lnTo>
                    <a:pt x="536660" y="221262"/>
                  </a:lnTo>
                  <a:lnTo>
                    <a:pt x="541020" y="269748"/>
                  </a:lnTo>
                  <a:lnTo>
                    <a:pt x="536660" y="318233"/>
                  </a:lnTo>
                  <a:lnTo>
                    <a:pt x="524090" y="363869"/>
                  </a:lnTo>
                  <a:lnTo>
                    <a:pt x="504077" y="405892"/>
                  </a:lnTo>
                  <a:lnTo>
                    <a:pt x="477384" y="443540"/>
                  </a:lnTo>
                  <a:lnTo>
                    <a:pt x="444776" y="476052"/>
                  </a:lnTo>
                  <a:lnTo>
                    <a:pt x="407020" y="502666"/>
                  </a:lnTo>
                  <a:lnTo>
                    <a:pt x="364880" y="522619"/>
                  </a:lnTo>
                  <a:lnTo>
                    <a:pt x="319122" y="535149"/>
                  </a:lnTo>
                  <a:lnTo>
                    <a:pt x="270510" y="539496"/>
                  </a:lnTo>
                  <a:lnTo>
                    <a:pt x="221897" y="535149"/>
                  </a:lnTo>
                  <a:lnTo>
                    <a:pt x="176139" y="522619"/>
                  </a:lnTo>
                  <a:lnTo>
                    <a:pt x="133999" y="502665"/>
                  </a:lnTo>
                  <a:lnTo>
                    <a:pt x="96243" y="476052"/>
                  </a:lnTo>
                  <a:lnTo>
                    <a:pt x="63635" y="443540"/>
                  </a:lnTo>
                  <a:lnTo>
                    <a:pt x="36942" y="405891"/>
                  </a:lnTo>
                  <a:lnTo>
                    <a:pt x="16929" y="363869"/>
                  </a:lnTo>
                  <a:lnTo>
                    <a:pt x="4359" y="318233"/>
                  </a:lnTo>
                  <a:lnTo>
                    <a:pt x="0" y="269748"/>
                  </a:lnTo>
                  <a:close/>
                </a:path>
              </a:pathLst>
            </a:custGeom>
            <a:ln w="9144">
              <a:solidFill>
                <a:srgbClr val="44536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4114800" y="3886199"/>
              <a:ext cx="541020" cy="541020"/>
            </a:xfrm>
            <a:custGeom>
              <a:avLst/>
              <a:gdLst/>
              <a:ahLst/>
              <a:cxnLst/>
              <a:rect l="l" t="t" r="r" b="b"/>
              <a:pathLst>
                <a:path w="541020" h="541020">
                  <a:moveTo>
                    <a:pt x="270510" y="0"/>
                  </a:moveTo>
                  <a:lnTo>
                    <a:pt x="221897" y="4359"/>
                  </a:lnTo>
                  <a:lnTo>
                    <a:pt x="176139" y="16929"/>
                  </a:lnTo>
                  <a:lnTo>
                    <a:pt x="133999" y="36942"/>
                  </a:lnTo>
                  <a:lnTo>
                    <a:pt x="96243" y="63635"/>
                  </a:lnTo>
                  <a:lnTo>
                    <a:pt x="63635" y="96243"/>
                  </a:lnTo>
                  <a:lnTo>
                    <a:pt x="36942" y="133999"/>
                  </a:lnTo>
                  <a:lnTo>
                    <a:pt x="16929" y="176139"/>
                  </a:lnTo>
                  <a:lnTo>
                    <a:pt x="4359" y="221897"/>
                  </a:lnTo>
                  <a:lnTo>
                    <a:pt x="0" y="270510"/>
                  </a:lnTo>
                  <a:lnTo>
                    <a:pt x="4359" y="319122"/>
                  </a:lnTo>
                  <a:lnTo>
                    <a:pt x="16929" y="364880"/>
                  </a:lnTo>
                  <a:lnTo>
                    <a:pt x="36942" y="407020"/>
                  </a:lnTo>
                  <a:lnTo>
                    <a:pt x="63635" y="444776"/>
                  </a:lnTo>
                  <a:lnTo>
                    <a:pt x="96243" y="477384"/>
                  </a:lnTo>
                  <a:lnTo>
                    <a:pt x="133999" y="504077"/>
                  </a:lnTo>
                  <a:lnTo>
                    <a:pt x="176139" y="524090"/>
                  </a:lnTo>
                  <a:lnTo>
                    <a:pt x="221897" y="536660"/>
                  </a:lnTo>
                  <a:lnTo>
                    <a:pt x="270510" y="541019"/>
                  </a:lnTo>
                  <a:lnTo>
                    <a:pt x="319122" y="536660"/>
                  </a:lnTo>
                  <a:lnTo>
                    <a:pt x="364880" y="524090"/>
                  </a:lnTo>
                  <a:lnTo>
                    <a:pt x="407020" y="504077"/>
                  </a:lnTo>
                  <a:lnTo>
                    <a:pt x="444776" y="477384"/>
                  </a:lnTo>
                  <a:lnTo>
                    <a:pt x="477384" y="444776"/>
                  </a:lnTo>
                  <a:lnTo>
                    <a:pt x="504077" y="407020"/>
                  </a:lnTo>
                  <a:lnTo>
                    <a:pt x="524090" y="364880"/>
                  </a:lnTo>
                  <a:lnTo>
                    <a:pt x="536660" y="319122"/>
                  </a:lnTo>
                  <a:lnTo>
                    <a:pt x="541020" y="270510"/>
                  </a:lnTo>
                  <a:lnTo>
                    <a:pt x="536660" y="221897"/>
                  </a:lnTo>
                  <a:lnTo>
                    <a:pt x="524090" y="176139"/>
                  </a:lnTo>
                  <a:lnTo>
                    <a:pt x="504077" y="133999"/>
                  </a:lnTo>
                  <a:lnTo>
                    <a:pt x="477384" y="96243"/>
                  </a:lnTo>
                  <a:lnTo>
                    <a:pt x="444776" y="63635"/>
                  </a:lnTo>
                  <a:lnTo>
                    <a:pt x="407020" y="36942"/>
                  </a:lnTo>
                  <a:lnTo>
                    <a:pt x="364880" y="16929"/>
                  </a:lnTo>
                  <a:lnTo>
                    <a:pt x="319122" y="4359"/>
                  </a:lnTo>
                  <a:lnTo>
                    <a:pt x="270510" y="0"/>
                  </a:lnTo>
                  <a:close/>
                </a:path>
              </a:pathLst>
            </a:custGeom>
            <a:solidFill>
              <a:srgbClr val="FF0000">
                <a:alpha val="19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4114800" y="3886199"/>
              <a:ext cx="541020" cy="541020"/>
            </a:xfrm>
            <a:custGeom>
              <a:avLst/>
              <a:gdLst/>
              <a:ahLst/>
              <a:cxnLst/>
              <a:rect l="l" t="t" r="r" b="b"/>
              <a:pathLst>
                <a:path w="541020" h="541020">
                  <a:moveTo>
                    <a:pt x="0" y="270510"/>
                  </a:moveTo>
                  <a:lnTo>
                    <a:pt x="4359" y="221897"/>
                  </a:lnTo>
                  <a:lnTo>
                    <a:pt x="16929" y="176139"/>
                  </a:lnTo>
                  <a:lnTo>
                    <a:pt x="36942" y="133999"/>
                  </a:lnTo>
                  <a:lnTo>
                    <a:pt x="63635" y="96243"/>
                  </a:lnTo>
                  <a:lnTo>
                    <a:pt x="96243" y="63635"/>
                  </a:lnTo>
                  <a:lnTo>
                    <a:pt x="133999" y="36942"/>
                  </a:lnTo>
                  <a:lnTo>
                    <a:pt x="176139" y="16929"/>
                  </a:lnTo>
                  <a:lnTo>
                    <a:pt x="221897" y="4359"/>
                  </a:lnTo>
                  <a:lnTo>
                    <a:pt x="270510" y="0"/>
                  </a:lnTo>
                  <a:lnTo>
                    <a:pt x="319122" y="4359"/>
                  </a:lnTo>
                  <a:lnTo>
                    <a:pt x="364880" y="16929"/>
                  </a:lnTo>
                  <a:lnTo>
                    <a:pt x="407020" y="36942"/>
                  </a:lnTo>
                  <a:lnTo>
                    <a:pt x="444776" y="63635"/>
                  </a:lnTo>
                  <a:lnTo>
                    <a:pt x="477384" y="96243"/>
                  </a:lnTo>
                  <a:lnTo>
                    <a:pt x="504077" y="133999"/>
                  </a:lnTo>
                  <a:lnTo>
                    <a:pt x="524090" y="176139"/>
                  </a:lnTo>
                  <a:lnTo>
                    <a:pt x="536660" y="221897"/>
                  </a:lnTo>
                  <a:lnTo>
                    <a:pt x="541020" y="270510"/>
                  </a:lnTo>
                  <a:lnTo>
                    <a:pt x="536660" y="319122"/>
                  </a:lnTo>
                  <a:lnTo>
                    <a:pt x="524090" y="364880"/>
                  </a:lnTo>
                  <a:lnTo>
                    <a:pt x="504077" y="407020"/>
                  </a:lnTo>
                  <a:lnTo>
                    <a:pt x="477384" y="444776"/>
                  </a:lnTo>
                  <a:lnTo>
                    <a:pt x="444776" y="477384"/>
                  </a:lnTo>
                  <a:lnTo>
                    <a:pt x="407020" y="504077"/>
                  </a:lnTo>
                  <a:lnTo>
                    <a:pt x="364880" y="524090"/>
                  </a:lnTo>
                  <a:lnTo>
                    <a:pt x="319122" y="536660"/>
                  </a:lnTo>
                  <a:lnTo>
                    <a:pt x="270510" y="541019"/>
                  </a:lnTo>
                  <a:lnTo>
                    <a:pt x="221897" y="536660"/>
                  </a:lnTo>
                  <a:lnTo>
                    <a:pt x="176139" y="524090"/>
                  </a:lnTo>
                  <a:lnTo>
                    <a:pt x="133999" y="504077"/>
                  </a:lnTo>
                  <a:lnTo>
                    <a:pt x="96243" y="477384"/>
                  </a:lnTo>
                  <a:lnTo>
                    <a:pt x="63635" y="444776"/>
                  </a:lnTo>
                  <a:lnTo>
                    <a:pt x="36942" y="407020"/>
                  </a:lnTo>
                  <a:lnTo>
                    <a:pt x="16929" y="364880"/>
                  </a:lnTo>
                  <a:lnTo>
                    <a:pt x="4359" y="319122"/>
                  </a:lnTo>
                  <a:lnTo>
                    <a:pt x="0" y="270510"/>
                  </a:lnTo>
                  <a:close/>
                </a:path>
              </a:pathLst>
            </a:custGeom>
            <a:ln w="9144">
              <a:solidFill>
                <a:srgbClr val="44536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2821305" y="3018789"/>
              <a:ext cx="1294765" cy="1138555"/>
            </a:xfrm>
            <a:custGeom>
              <a:avLst/>
              <a:gdLst/>
              <a:ahLst/>
              <a:cxnLst/>
              <a:rect l="l" t="t" r="r" b="b"/>
              <a:pathLst>
                <a:path w="1294764" h="1138554">
                  <a:moveTo>
                    <a:pt x="1233166" y="1092595"/>
                  </a:moveTo>
                  <a:lnTo>
                    <a:pt x="1212215" y="1116457"/>
                  </a:lnTo>
                  <a:lnTo>
                    <a:pt x="1294637" y="1138174"/>
                  </a:lnTo>
                  <a:lnTo>
                    <a:pt x="1279502" y="1100963"/>
                  </a:lnTo>
                  <a:lnTo>
                    <a:pt x="1242695" y="1100963"/>
                  </a:lnTo>
                  <a:lnTo>
                    <a:pt x="1233166" y="1092595"/>
                  </a:lnTo>
                  <a:close/>
                </a:path>
                <a:path w="1294764" h="1138554">
                  <a:moveTo>
                    <a:pt x="1241538" y="1083060"/>
                  </a:moveTo>
                  <a:lnTo>
                    <a:pt x="1233166" y="1092595"/>
                  </a:lnTo>
                  <a:lnTo>
                    <a:pt x="1242695" y="1100963"/>
                  </a:lnTo>
                  <a:lnTo>
                    <a:pt x="1251077" y="1091438"/>
                  </a:lnTo>
                  <a:lnTo>
                    <a:pt x="1241538" y="1083060"/>
                  </a:lnTo>
                  <a:close/>
                </a:path>
                <a:path w="1294764" h="1138554">
                  <a:moveTo>
                    <a:pt x="1262507" y="1059180"/>
                  </a:moveTo>
                  <a:lnTo>
                    <a:pt x="1241538" y="1083060"/>
                  </a:lnTo>
                  <a:lnTo>
                    <a:pt x="1251077" y="1091438"/>
                  </a:lnTo>
                  <a:lnTo>
                    <a:pt x="1242695" y="1100963"/>
                  </a:lnTo>
                  <a:lnTo>
                    <a:pt x="1279502" y="1100963"/>
                  </a:lnTo>
                  <a:lnTo>
                    <a:pt x="1262507" y="1059180"/>
                  </a:lnTo>
                  <a:close/>
                </a:path>
                <a:path w="1294764" h="1138554">
                  <a:moveTo>
                    <a:pt x="8381" y="0"/>
                  </a:moveTo>
                  <a:lnTo>
                    <a:pt x="0" y="9651"/>
                  </a:lnTo>
                  <a:lnTo>
                    <a:pt x="1233166" y="1092595"/>
                  </a:lnTo>
                  <a:lnTo>
                    <a:pt x="1241538" y="1083060"/>
                  </a:lnTo>
                  <a:lnTo>
                    <a:pt x="8381" y="0"/>
                  </a:lnTo>
                  <a:close/>
                </a:path>
              </a:pathLst>
            </a:custGeom>
            <a:solidFill>
              <a:srgbClr val="58585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2284476" y="4280915"/>
              <a:ext cx="541020" cy="539750"/>
            </a:xfrm>
            <a:custGeom>
              <a:avLst/>
              <a:gdLst/>
              <a:ahLst/>
              <a:cxnLst/>
              <a:rect l="l" t="t" r="r" b="b"/>
              <a:pathLst>
                <a:path w="541019" h="539750">
                  <a:moveTo>
                    <a:pt x="270510" y="0"/>
                  </a:moveTo>
                  <a:lnTo>
                    <a:pt x="221897" y="4346"/>
                  </a:lnTo>
                  <a:lnTo>
                    <a:pt x="176139" y="16876"/>
                  </a:lnTo>
                  <a:lnTo>
                    <a:pt x="133999" y="36829"/>
                  </a:lnTo>
                  <a:lnTo>
                    <a:pt x="96243" y="63443"/>
                  </a:lnTo>
                  <a:lnTo>
                    <a:pt x="63635" y="95955"/>
                  </a:lnTo>
                  <a:lnTo>
                    <a:pt x="36942" y="133603"/>
                  </a:lnTo>
                  <a:lnTo>
                    <a:pt x="16929" y="175626"/>
                  </a:lnTo>
                  <a:lnTo>
                    <a:pt x="4359" y="221262"/>
                  </a:lnTo>
                  <a:lnTo>
                    <a:pt x="0" y="269747"/>
                  </a:lnTo>
                  <a:lnTo>
                    <a:pt x="4359" y="318233"/>
                  </a:lnTo>
                  <a:lnTo>
                    <a:pt x="16929" y="363869"/>
                  </a:lnTo>
                  <a:lnTo>
                    <a:pt x="36942" y="405891"/>
                  </a:lnTo>
                  <a:lnTo>
                    <a:pt x="63635" y="443540"/>
                  </a:lnTo>
                  <a:lnTo>
                    <a:pt x="96243" y="476052"/>
                  </a:lnTo>
                  <a:lnTo>
                    <a:pt x="133999" y="502665"/>
                  </a:lnTo>
                  <a:lnTo>
                    <a:pt x="176139" y="522619"/>
                  </a:lnTo>
                  <a:lnTo>
                    <a:pt x="221897" y="535149"/>
                  </a:lnTo>
                  <a:lnTo>
                    <a:pt x="270510" y="539495"/>
                  </a:lnTo>
                  <a:lnTo>
                    <a:pt x="319122" y="535149"/>
                  </a:lnTo>
                  <a:lnTo>
                    <a:pt x="364880" y="522619"/>
                  </a:lnTo>
                  <a:lnTo>
                    <a:pt x="407020" y="502665"/>
                  </a:lnTo>
                  <a:lnTo>
                    <a:pt x="444776" y="476052"/>
                  </a:lnTo>
                  <a:lnTo>
                    <a:pt x="477384" y="443540"/>
                  </a:lnTo>
                  <a:lnTo>
                    <a:pt x="504077" y="405891"/>
                  </a:lnTo>
                  <a:lnTo>
                    <a:pt x="524090" y="363869"/>
                  </a:lnTo>
                  <a:lnTo>
                    <a:pt x="536660" y="318233"/>
                  </a:lnTo>
                  <a:lnTo>
                    <a:pt x="541019" y="269747"/>
                  </a:lnTo>
                  <a:lnTo>
                    <a:pt x="536660" y="221262"/>
                  </a:lnTo>
                  <a:lnTo>
                    <a:pt x="524090" y="175626"/>
                  </a:lnTo>
                  <a:lnTo>
                    <a:pt x="504077" y="133604"/>
                  </a:lnTo>
                  <a:lnTo>
                    <a:pt x="477384" y="95955"/>
                  </a:lnTo>
                  <a:lnTo>
                    <a:pt x="444776" y="63443"/>
                  </a:lnTo>
                  <a:lnTo>
                    <a:pt x="407020" y="36830"/>
                  </a:lnTo>
                  <a:lnTo>
                    <a:pt x="364880" y="16876"/>
                  </a:lnTo>
                  <a:lnTo>
                    <a:pt x="319122" y="4346"/>
                  </a:lnTo>
                  <a:lnTo>
                    <a:pt x="270510" y="0"/>
                  </a:lnTo>
                  <a:close/>
                </a:path>
              </a:pathLst>
            </a:custGeom>
            <a:solidFill>
              <a:srgbClr val="CFE1F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2284476" y="4280915"/>
              <a:ext cx="541020" cy="539750"/>
            </a:xfrm>
            <a:custGeom>
              <a:avLst/>
              <a:gdLst/>
              <a:ahLst/>
              <a:cxnLst/>
              <a:rect l="l" t="t" r="r" b="b"/>
              <a:pathLst>
                <a:path w="541019" h="539750">
                  <a:moveTo>
                    <a:pt x="0" y="269747"/>
                  </a:moveTo>
                  <a:lnTo>
                    <a:pt x="4359" y="221262"/>
                  </a:lnTo>
                  <a:lnTo>
                    <a:pt x="16929" y="175626"/>
                  </a:lnTo>
                  <a:lnTo>
                    <a:pt x="36942" y="133603"/>
                  </a:lnTo>
                  <a:lnTo>
                    <a:pt x="63635" y="95955"/>
                  </a:lnTo>
                  <a:lnTo>
                    <a:pt x="96243" y="63443"/>
                  </a:lnTo>
                  <a:lnTo>
                    <a:pt x="133999" y="36829"/>
                  </a:lnTo>
                  <a:lnTo>
                    <a:pt x="176139" y="16876"/>
                  </a:lnTo>
                  <a:lnTo>
                    <a:pt x="221897" y="4346"/>
                  </a:lnTo>
                  <a:lnTo>
                    <a:pt x="270510" y="0"/>
                  </a:lnTo>
                  <a:lnTo>
                    <a:pt x="319122" y="4346"/>
                  </a:lnTo>
                  <a:lnTo>
                    <a:pt x="364880" y="16876"/>
                  </a:lnTo>
                  <a:lnTo>
                    <a:pt x="407020" y="36830"/>
                  </a:lnTo>
                  <a:lnTo>
                    <a:pt x="444776" y="63443"/>
                  </a:lnTo>
                  <a:lnTo>
                    <a:pt x="477384" y="95955"/>
                  </a:lnTo>
                  <a:lnTo>
                    <a:pt x="504077" y="133604"/>
                  </a:lnTo>
                  <a:lnTo>
                    <a:pt x="524090" y="175626"/>
                  </a:lnTo>
                  <a:lnTo>
                    <a:pt x="536660" y="221262"/>
                  </a:lnTo>
                  <a:lnTo>
                    <a:pt x="541019" y="269747"/>
                  </a:lnTo>
                  <a:lnTo>
                    <a:pt x="536660" y="318233"/>
                  </a:lnTo>
                  <a:lnTo>
                    <a:pt x="524090" y="363869"/>
                  </a:lnTo>
                  <a:lnTo>
                    <a:pt x="504077" y="405891"/>
                  </a:lnTo>
                  <a:lnTo>
                    <a:pt x="477384" y="443540"/>
                  </a:lnTo>
                  <a:lnTo>
                    <a:pt x="444776" y="476052"/>
                  </a:lnTo>
                  <a:lnTo>
                    <a:pt x="407020" y="502665"/>
                  </a:lnTo>
                  <a:lnTo>
                    <a:pt x="364880" y="522619"/>
                  </a:lnTo>
                  <a:lnTo>
                    <a:pt x="319122" y="535149"/>
                  </a:lnTo>
                  <a:lnTo>
                    <a:pt x="270510" y="539495"/>
                  </a:lnTo>
                  <a:lnTo>
                    <a:pt x="221897" y="535149"/>
                  </a:lnTo>
                  <a:lnTo>
                    <a:pt x="176139" y="522619"/>
                  </a:lnTo>
                  <a:lnTo>
                    <a:pt x="133999" y="502665"/>
                  </a:lnTo>
                  <a:lnTo>
                    <a:pt x="96243" y="476052"/>
                  </a:lnTo>
                  <a:lnTo>
                    <a:pt x="63635" y="443540"/>
                  </a:lnTo>
                  <a:lnTo>
                    <a:pt x="36942" y="405891"/>
                  </a:lnTo>
                  <a:lnTo>
                    <a:pt x="16929" y="363869"/>
                  </a:lnTo>
                  <a:lnTo>
                    <a:pt x="4359" y="318233"/>
                  </a:lnTo>
                  <a:lnTo>
                    <a:pt x="0" y="269747"/>
                  </a:lnTo>
                  <a:close/>
                </a:path>
              </a:pathLst>
            </a:custGeom>
            <a:ln w="9144">
              <a:solidFill>
                <a:srgbClr val="44536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4090416" y="4689347"/>
              <a:ext cx="539750" cy="539750"/>
            </a:xfrm>
            <a:custGeom>
              <a:avLst/>
              <a:gdLst/>
              <a:ahLst/>
              <a:cxnLst/>
              <a:rect l="l" t="t" r="r" b="b"/>
              <a:pathLst>
                <a:path w="539750" h="539750">
                  <a:moveTo>
                    <a:pt x="269748" y="0"/>
                  </a:moveTo>
                  <a:lnTo>
                    <a:pt x="221262" y="4346"/>
                  </a:lnTo>
                  <a:lnTo>
                    <a:pt x="175626" y="16876"/>
                  </a:lnTo>
                  <a:lnTo>
                    <a:pt x="133604" y="36830"/>
                  </a:lnTo>
                  <a:lnTo>
                    <a:pt x="95955" y="63443"/>
                  </a:lnTo>
                  <a:lnTo>
                    <a:pt x="63443" y="95955"/>
                  </a:lnTo>
                  <a:lnTo>
                    <a:pt x="36830" y="133604"/>
                  </a:lnTo>
                  <a:lnTo>
                    <a:pt x="16876" y="175626"/>
                  </a:lnTo>
                  <a:lnTo>
                    <a:pt x="4346" y="221262"/>
                  </a:lnTo>
                  <a:lnTo>
                    <a:pt x="0" y="269747"/>
                  </a:lnTo>
                  <a:lnTo>
                    <a:pt x="4346" y="318233"/>
                  </a:lnTo>
                  <a:lnTo>
                    <a:pt x="16876" y="363869"/>
                  </a:lnTo>
                  <a:lnTo>
                    <a:pt x="36829" y="405891"/>
                  </a:lnTo>
                  <a:lnTo>
                    <a:pt x="63443" y="443540"/>
                  </a:lnTo>
                  <a:lnTo>
                    <a:pt x="95955" y="476052"/>
                  </a:lnTo>
                  <a:lnTo>
                    <a:pt x="133603" y="502665"/>
                  </a:lnTo>
                  <a:lnTo>
                    <a:pt x="175626" y="522619"/>
                  </a:lnTo>
                  <a:lnTo>
                    <a:pt x="221262" y="535149"/>
                  </a:lnTo>
                  <a:lnTo>
                    <a:pt x="269748" y="539495"/>
                  </a:lnTo>
                  <a:lnTo>
                    <a:pt x="318233" y="535149"/>
                  </a:lnTo>
                  <a:lnTo>
                    <a:pt x="363869" y="522619"/>
                  </a:lnTo>
                  <a:lnTo>
                    <a:pt x="405891" y="502666"/>
                  </a:lnTo>
                  <a:lnTo>
                    <a:pt x="443540" y="476052"/>
                  </a:lnTo>
                  <a:lnTo>
                    <a:pt x="476052" y="443540"/>
                  </a:lnTo>
                  <a:lnTo>
                    <a:pt x="502665" y="405892"/>
                  </a:lnTo>
                  <a:lnTo>
                    <a:pt x="522619" y="363869"/>
                  </a:lnTo>
                  <a:lnTo>
                    <a:pt x="535149" y="318233"/>
                  </a:lnTo>
                  <a:lnTo>
                    <a:pt x="539496" y="269747"/>
                  </a:lnTo>
                  <a:lnTo>
                    <a:pt x="535149" y="221262"/>
                  </a:lnTo>
                  <a:lnTo>
                    <a:pt x="522619" y="175626"/>
                  </a:lnTo>
                  <a:lnTo>
                    <a:pt x="502666" y="133604"/>
                  </a:lnTo>
                  <a:lnTo>
                    <a:pt x="476052" y="95955"/>
                  </a:lnTo>
                  <a:lnTo>
                    <a:pt x="443540" y="63443"/>
                  </a:lnTo>
                  <a:lnTo>
                    <a:pt x="405892" y="36830"/>
                  </a:lnTo>
                  <a:lnTo>
                    <a:pt x="363869" y="16876"/>
                  </a:lnTo>
                  <a:lnTo>
                    <a:pt x="318233" y="4346"/>
                  </a:lnTo>
                  <a:lnTo>
                    <a:pt x="269748" y="0"/>
                  </a:lnTo>
                  <a:close/>
                </a:path>
              </a:pathLst>
            </a:custGeom>
            <a:solidFill>
              <a:srgbClr val="FF0000">
                <a:alpha val="19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4090416" y="4689347"/>
              <a:ext cx="539750" cy="539750"/>
            </a:xfrm>
            <a:custGeom>
              <a:avLst/>
              <a:gdLst/>
              <a:ahLst/>
              <a:cxnLst/>
              <a:rect l="l" t="t" r="r" b="b"/>
              <a:pathLst>
                <a:path w="539750" h="539750">
                  <a:moveTo>
                    <a:pt x="0" y="269747"/>
                  </a:moveTo>
                  <a:lnTo>
                    <a:pt x="4346" y="221262"/>
                  </a:lnTo>
                  <a:lnTo>
                    <a:pt x="16876" y="175626"/>
                  </a:lnTo>
                  <a:lnTo>
                    <a:pt x="36830" y="133604"/>
                  </a:lnTo>
                  <a:lnTo>
                    <a:pt x="63443" y="95955"/>
                  </a:lnTo>
                  <a:lnTo>
                    <a:pt x="95955" y="63443"/>
                  </a:lnTo>
                  <a:lnTo>
                    <a:pt x="133604" y="36830"/>
                  </a:lnTo>
                  <a:lnTo>
                    <a:pt x="175626" y="16876"/>
                  </a:lnTo>
                  <a:lnTo>
                    <a:pt x="221262" y="4346"/>
                  </a:lnTo>
                  <a:lnTo>
                    <a:pt x="269748" y="0"/>
                  </a:lnTo>
                  <a:lnTo>
                    <a:pt x="318233" y="4346"/>
                  </a:lnTo>
                  <a:lnTo>
                    <a:pt x="363869" y="16876"/>
                  </a:lnTo>
                  <a:lnTo>
                    <a:pt x="405892" y="36830"/>
                  </a:lnTo>
                  <a:lnTo>
                    <a:pt x="443540" y="63443"/>
                  </a:lnTo>
                  <a:lnTo>
                    <a:pt x="476052" y="95955"/>
                  </a:lnTo>
                  <a:lnTo>
                    <a:pt x="502666" y="133604"/>
                  </a:lnTo>
                  <a:lnTo>
                    <a:pt x="522619" y="175626"/>
                  </a:lnTo>
                  <a:lnTo>
                    <a:pt x="535149" y="221262"/>
                  </a:lnTo>
                  <a:lnTo>
                    <a:pt x="539496" y="269747"/>
                  </a:lnTo>
                  <a:lnTo>
                    <a:pt x="535149" y="318233"/>
                  </a:lnTo>
                  <a:lnTo>
                    <a:pt x="522619" y="363869"/>
                  </a:lnTo>
                  <a:lnTo>
                    <a:pt x="502665" y="405892"/>
                  </a:lnTo>
                  <a:lnTo>
                    <a:pt x="476052" y="443540"/>
                  </a:lnTo>
                  <a:lnTo>
                    <a:pt x="443540" y="476052"/>
                  </a:lnTo>
                  <a:lnTo>
                    <a:pt x="405891" y="502666"/>
                  </a:lnTo>
                  <a:lnTo>
                    <a:pt x="363869" y="522619"/>
                  </a:lnTo>
                  <a:lnTo>
                    <a:pt x="318233" y="535149"/>
                  </a:lnTo>
                  <a:lnTo>
                    <a:pt x="269748" y="539495"/>
                  </a:lnTo>
                  <a:lnTo>
                    <a:pt x="221262" y="535149"/>
                  </a:lnTo>
                  <a:lnTo>
                    <a:pt x="175626" y="522619"/>
                  </a:lnTo>
                  <a:lnTo>
                    <a:pt x="133603" y="502665"/>
                  </a:lnTo>
                  <a:lnTo>
                    <a:pt x="95955" y="476052"/>
                  </a:lnTo>
                  <a:lnTo>
                    <a:pt x="63443" y="443540"/>
                  </a:lnTo>
                  <a:lnTo>
                    <a:pt x="36829" y="405891"/>
                  </a:lnTo>
                  <a:lnTo>
                    <a:pt x="16876" y="363869"/>
                  </a:lnTo>
                  <a:lnTo>
                    <a:pt x="4346" y="318233"/>
                  </a:lnTo>
                  <a:lnTo>
                    <a:pt x="0" y="269747"/>
                  </a:lnTo>
                  <a:close/>
                </a:path>
              </a:pathLst>
            </a:custGeom>
            <a:ln w="9144">
              <a:solidFill>
                <a:srgbClr val="44536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2820162" y="3020186"/>
              <a:ext cx="1296035" cy="1951989"/>
            </a:xfrm>
            <a:custGeom>
              <a:avLst/>
              <a:gdLst/>
              <a:ahLst/>
              <a:cxnLst/>
              <a:rect l="l" t="t" r="r" b="b"/>
              <a:pathLst>
                <a:path w="1296035" h="1951989">
                  <a:moveTo>
                    <a:pt x="1295781" y="1136015"/>
                  </a:moveTo>
                  <a:lnTo>
                    <a:pt x="1283233" y="1124458"/>
                  </a:lnTo>
                  <a:lnTo>
                    <a:pt x="1233043" y="1078230"/>
                  </a:lnTo>
                  <a:lnTo>
                    <a:pt x="1224254" y="1108748"/>
                  </a:lnTo>
                  <a:lnTo>
                    <a:pt x="1221016" y="1107821"/>
                  </a:lnTo>
                  <a:lnTo>
                    <a:pt x="1221016" y="1153452"/>
                  </a:lnTo>
                  <a:lnTo>
                    <a:pt x="840524" y="1269606"/>
                  </a:lnTo>
                  <a:lnTo>
                    <a:pt x="827913" y="1250315"/>
                  </a:lnTo>
                  <a:lnTo>
                    <a:pt x="827913" y="1273454"/>
                  </a:lnTo>
                  <a:lnTo>
                    <a:pt x="629005" y="1334173"/>
                  </a:lnTo>
                  <a:lnTo>
                    <a:pt x="29260" y="777417"/>
                  </a:lnTo>
                  <a:lnTo>
                    <a:pt x="613829" y="945959"/>
                  </a:lnTo>
                  <a:lnTo>
                    <a:pt x="827913" y="1273454"/>
                  </a:lnTo>
                  <a:lnTo>
                    <a:pt x="827913" y="1250315"/>
                  </a:lnTo>
                  <a:lnTo>
                    <a:pt x="632485" y="951331"/>
                  </a:lnTo>
                  <a:lnTo>
                    <a:pt x="1220749" y="1120927"/>
                  </a:lnTo>
                  <a:lnTo>
                    <a:pt x="1219733" y="1124432"/>
                  </a:lnTo>
                  <a:lnTo>
                    <a:pt x="1211707" y="1123061"/>
                  </a:lnTo>
                  <a:lnTo>
                    <a:pt x="1216050" y="1137259"/>
                  </a:lnTo>
                  <a:lnTo>
                    <a:pt x="1211961" y="1151509"/>
                  </a:lnTo>
                  <a:lnTo>
                    <a:pt x="1219962" y="1150035"/>
                  </a:lnTo>
                  <a:lnTo>
                    <a:pt x="1221016" y="1153452"/>
                  </a:lnTo>
                  <a:lnTo>
                    <a:pt x="1221016" y="1107821"/>
                  </a:lnTo>
                  <a:lnTo>
                    <a:pt x="621842" y="935062"/>
                  </a:lnTo>
                  <a:lnTo>
                    <a:pt x="10668" y="0"/>
                  </a:lnTo>
                  <a:lnTo>
                    <a:pt x="0" y="6858"/>
                  </a:lnTo>
                  <a:lnTo>
                    <a:pt x="603199" y="929690"/>
                  </a:lnTo>
                  <a:lnTo>
                    <a:pt x="7112" y="757809"/>
                  </a:lnTo>
                  <a:lnTo>
                    <a:pt x="5334" y="763905"/>
                  </a:lnTo>
                  <a:lnTo>
                    <a:pt x="1016" y="768604"/>
                  </a:lnTo>
                  <a:lnTo>
                    <a:pt x="614934" y="1338478"/>
                  </a:lnTo>
                  <a:lnTo>
                    <a:pt x="3429" y="1525143"/>
                  </a:lnTo>
                  <a:lnTo>
                    <a:pt x="5219" y="1530832"/>
                  </a:lnTo>
                  <a:lnTo>
                    <a:pt x="3429" y="1536573"/>
                  </a:lnTo>
                  <a:lnTo>
                    <a:pt x="1196162" y="1921675"/>
                  </a:lnTo>
                  <a:lnTo>
                    <a:pt x="1186434" y="1951863"/>
                  </a:lnTo>
                  <a:lnTo>
                    <a:pt x="1270457" y="1939074"/>
                  </a:lnTo>
                  <a:lnTo>
                    <a:pt x="1270635" y="1939163"/>
                  </a:lnTo>
                  <a:lnTo>
                    <a:pt x="1270635" y="1939036"/>
                  </a:lnTo>
                  <a:lnTo>
                    <a:pt x="1270533" y="1938375"/>
                  </a:lnTo>
                  <a:lnTo>
                    <a:pt x="1270495" y="1938070"/>
                  </a:lnTo>
                  <a:lnTo>
                    <a:pt x="1264881" y="1889506"/>
                  </a:lnTo>
                  <a:lnTo>
                    <a:pt x="1260856" y="1854581"/>
                  </a:lnTo>
                  <a:lnTo>
                    <a:pt x="1243507" y="1865922"/>
                  </a:lnTo>
                  <a:lnTo>
                    <a:pt x="1240790" y="1858645"/>
                  </a:lnTo>
                  <a:lnTo>
                    <a:pt x="1231836" y="1868271"/>
                  </a:lnTo>
                  <a:lnTo>
                    <a:pt x="1222971" y="1854720"/>
                  </a:lnTo>
                  <a:lnTo>
                    <a:pt x="1222971" y="1877822"/>
                  </a:lnTo>
                  <a:lnTo>
                    <a:pt x="1219390" y="1881682"/>
                  </a:lnTo>
                  <a:lnTo>
                    <a:pt x="1219034" y="1881911"/>
                  </a:lnTo>
                  <a:lnTo>
                    <a:pt x="1206995" y="1870735"/>
                  </a:lnTo>
                  <a:lnTo>
                    <a:pt x="1206995" y="1888020"/>
                  </a:lnTo>
                  <a:lnTo>
                    <a:pt x="1206271" y="1890242"/>
                  </a:lnTo>
                  <a:lnTo>
                    <a:pt x="1197102" y="1896237"/>
                  </a:lnTo>
                  <a:lnTo>
                    <a:pt x="1202766" y="1899551"/>
                  </a:lnTo>
                  <a:lnTo>
                    <a:pt x="1194955" y="1907946"/>
                  </a:lnTo>
                  <a:lnTo>
                    <a:pt x="27647" y="1530985"/>
                  </a:lnTo>
                  <a:lnTo>
                    <a:pt x="625690" y="1348460"/>
                  </a:lnTo>
                  <a:lnTo>
                    <a:pt x="1206995" y="1888020"/>
                  </a:lnTo>
                  <a:lnTo>
                    <a:pt x="1206995" y="1870735"/>
                  </a:lnTo>
                  <a:lnTo>
                    <a:pt x="639762" y="1344168"/>
                  </a:lnTo>
                  <a:lnTo>
                    <a:pt x="835164" y="1284528"/>
                  </a:lnTo>
                  <a:lnTo>
                    <a:pt x="1222971" y="1877822"/>
                  </a:lnTo>
                  <a:lnTo>
                    <a:pt x="1222971" y="1854720"/>
                  </a:lnTo>
                  <a:lnTo>
                    <a:pt x="847763" y="1280680"/>
                  </a:lnTo>
                  <a:lnTo>
                    <a:pt x="1224749" y="1165618"/>
                  </a:lnTo>
                  <a:lnTo>
                    <a:pt x="1234059" y="1195959"/>
                  </a:lnTo>
                  <a:lnTo>
                    <a:pt x="1282687" y="1149731"/>
                  </a:lnTo>
                  <a:lnTo>
                    <a:pt x="1295781" y="1137285"/>
                  </a:lnTo>
                  <a:lnTo>
                    <a:pt x="1292186" y="1136688"/>
                  </a:lnTo>
                  <a:lnTo>
                    <a:pt x="1295781" y="1136015"/>
                  </a:lnTo>
                  <a:close/>
                </a:path>
              </a:pathLst>
            </a:custGeom>
            <a:solidFill>
              <a:srgbClr val="58585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5463539" y="3084575"/>
              <a:ext cx="539750" cy="539750"/>
            </a:xfrm>
            <a:custGeom>
              <a:avLst/>
              <a:gdLst/>
              <a:ahLst/>
              <a:cxnLst/>
              <a:rect l="l" t="t" r="r" b="b"/>
              <a:pathLst>
                <a:path w="539750" h="539750">
                  <a:moveTo>
                    <a:pt x="269748" y="0"/>
                  </a:moveTo>
                  <a:lnTo>
                    <a:pt x="221262" y="4346"/>
                  </a:lnTo>
                  <a:lnTo>
                    <a:pt x="175626" y="16876"/>
                  </a:lnTo>
                  <a:lnTo>
                    <a:pt x="133604" y="36829"/>
                  </a:lnTo>
                  <a:lnTo>
                    <a:pt x="95955" y="63443"/>
                  </a:lnTo>
                  <a:lnTo>
                    <a:pt x="63443" y="95955"/>
                  </a:lnTo>
                  <a:lnTo>
                    <a:pt x="36830" y="133603"/>
                  </a:lnTo>
                  <a:lnTo>
                    <a:pt x="16876" y="175626"/>
                  </a:lnTo>
                  <a:lnTo>
                    <a:pt x="4346" y="221262"/>
                  </a:lnTo>
                  <a:lnTo>
                    <a:pt x="0" y="269748"/>
                  </a:lnTo>
                  <a:lnTo>
                    <a:pt x="4346" y="318233"/>
                  </a:lnTo>
                  <a:lnTo>
                    <a:pt x="16876" y="363869"/>
                  </a:lnTo>
                  <a:lnTo>
                    <a:pt x="36829" y="405891"/>
                  </a:lnTo>
                  <a:lnTo>
                    <a:pt x="63443" y="443540"/>
                  </a:lnTo>
                  <a:lnTo>
                    <a:pt x="95955" y="476052"/>
                  </a:lnTo>
                  <a:lnTo>
                    <a:pt x="133603" y="502665"/>
                  </a:lnTo>
                  <a:lnTo>
                    <a:pt x="175626" y="522619"/>
                  </a:lnTo>
                  <a:lnTo>
                    <a:pt x="221262" y="535149"/>
                  </a:lnTo>
                  <a:lnTo>
                    <a:pt x="269748" y="539496"/>
                  </a:lnTo>
                  <a:lnTo>
                    <a:pt x="318233" y="535149"/>
                  </a:lnTo>
                  <a:lnTo>
                    <a:pt x="363869" y="522619"/>
                  </a:lnTo>
                  <a:lnTo>
                    <a:pt x="405891" y="502666"/>
                  </a:lnTo>
                  <a:lnTo>
                    <a:pt x="443540" y="476052"/>
                  </a:lnTo>
                  <a:lnTo>
                    <a:pt x="476052" y="443540"/>
                  </a:lnTo>
                  <a:lnTo>
                    <a:pt x="502665" y="405892"/>
                  </a:lnTo>
                  <a:lnTo>
                    <a:pt x="522619" y="363869"/>
                  </a:lnTo>
                  <a:lnTo>
                    <a:pt x="535149" y="318233"/>
                  </a:lnTo>
                  <a:lnTo>
                    <a:pt x="539496" y="269748"/>
                  </a:lnTo>
                  <a:lnTo>
                    <a:pt x="535149" y="221262"/>
                  </a:lnTo>
                  <a:lnTo>
                    <a:pt x="522619" y="175626"/>
                  </a:lnTo>
                  <a:lnTo>
                    <a:pt x="502666" y="133604"/>
                  </a:lnTo>
                  <a:lnTo>
                    <a:pt x="476052" y="95955"/>
                  </a:lnTo>
                  <a:lnTo>
                    <a:pt x="443540" y="63443"/>
                  </a:lnTo>
                  <a:lnTo>
                    <a:pt x="405892" y="36830"/>
                  </a:lnTo>
                  <a:lnTo>
                    <a:pt x="363869" y="16876"/>
                  </a:lnTo>
                  <a:lnTo>
                    <a:pt x="318233" y="4346"/>
                  </a:lnTo>
                  <a:lnTo>
                    <a:pt x="269748" y="0"/>
                  </a:lnTo>
                  <a:close/>
                </a:path>
              </a:pathLst>
            </a:custGeom>
            <a:solidFill>
              <a:srgbClr val="FF0000">
                <a:alpha val="19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5463539" y="3084575"/>
              <a:ext cx="539750" cy="539750"/>
            </a:xfrm>
            <a:custGeom>
              <a:avLst/>
              <a:gdLst/>
              <a:ahLst/>
              <a:cxnLst/>
              <a:rect l="l" t="t" r="r" b="b"/>
              <a:pathLst>
                <a:path w="539750" h="539750">
                  <a:moveTo>
                    <a:pt x="0" y="269748"/>
                  </a:moveTo>
                  <a:lnTo>
                    <a:pt x="4346" y="221262"/>
                  </a:lnTo>
                  <a:lnTo>
                    <a:pt x="16876" y="175626"/>
                  </a:lnTo>
                  <a:lnTo>
                    <a:pt x="36830" y="133603"/>
                  </a:lnTo>
                  <a:lnTo>
                    <a:pt x="63443" y="95955"/>
                  </a:lnTo>
                  <a:lnTo>
                    <a:pt x="95955" y="63443"/>
                  </a:lnTo>
                  <a:lnTo>
                    <a:pt x="133604" y="36829"/>
                  </a:lnTo>
                  <a:lnTo>
                    <a:pt x="175626" y="16876"/>
                  </a:lnTo>
                  <a:lnTo>
                    <a:pt x="221262" y="4346"/>
                  </a:lnTo>
                  <a:lnTo>
                    <a:pt x="269748" y="0"/>
                  </a:lnTo>
                  <a:lnTo>
                    <a:pt x="318233" y="4346"/>
                  </a:lnTo>
                  <a:lnTo>
                    <a:pt x="363869" y="16876"/>
                  </a:lnTo>
                  <a:lnTo>
                    <a:pt x="405892" y="36830"/>
                  </a:lnTo>
                  <a:lnTo>
                    <a:pt x="443540" y="63443"/>
                  </a:lnTo>
                  <a:lnTo>
                    <a:pt x="476052" y="95955"/>
                  </a:lnTo>
                  <a:lnTo>
                    <a:pt x="502666" y="133604"/>
                  </a:lnTo>
                  <a:lnTo>
                    <a:pt x="522619" y="175626"/>
                  </a:lnTo>
                  <a:lnTo>
                    <a:pt x="535149" y="221262"/>
                  </a:lnTo>
                  <a:lnTo>
                    <a:pt x="539496" y="269748"/>
                  </a:lnTo>
                  <a:lnTo>
                    <a:pt x="535149" y="318233"/>
                  </a:lnTo>
                  <a:lnTo>
                    <a:pt x="522619" y="363869"/>
                  </a:lnTo>
                  <a:lnTo>
                    <a:pt x="502665" y="405892"/>
                  </a:lnTo>
                  <a:lnTo>
                    <a:pt x="476052" y="443540"/>
                  </a:lnTo>
                  <a:lnTo>
                    <a:pt x="443540" y="476052"/>
                  </a:lnTo>
                  <a:lnTo>
                    <a:pt x="405891" y="502666"/>
                  </a:lnTo>
                  <a:lnTo>
                    <a:pt x="363869" y="522619"/>
                  </a:lnTo>
                  <a:lnTo>
                    <a:pt x="318233" y="535149"/>
                  </a:lnTo>
                  <a:lnTo>
                    <a:pt x="269748" y="539496"/>
                  </a:lnTo>
                  <a:lnTo>
                    <a:pt x="221262" y="535149"/>
                  </a:lnTo>
                  <a:lnTo>
                    <a:pt x="175626" y="522619"/>
                  </a:lnTo>
                  <a:lnTo>
                    <a:pt x="133603" y="502665"/>
                  </a:lnTo>
                  <a:lnTo>
                    <a:pt x="95955" y="476052"/>
                  </a:lnTo>
                  <a:lnTo>
                    <a:pt x="63443" y="443540"/>
                  </a:lnTo>
                  <a:lnTo>
                    <a:pt x="36829" y="405891"/>
                  </a:lnTo>
                  <a:lnTo>
                    <a:pt x="16876" y="363869"/>
                  </a:lnTo>
                  <a:lnTo>
                    <a:pt x="4346" y="318233"/>
                  </a:lnTo>
                  <a:lnTo>
                    <a:pt x="0" y="269748"/>
                  </a:lnTo>
                  <a:close/>
                </a:path>
              </a:pathLst>
            </a:custGeom>
            <a:ln w="9144">
              <a:solidFill>
                <a:srgbClr val="44536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5463539" y="3886199"/>
              <a:ext cx="539750" cy="541020"/>
            </a:xfrm>
            <a:custGeom>
              <a:avLst/>
              <a:gdLst/>
              <a:ahLst/>
              <a:cxnLst/>
              <a:rect l="l" t="t" r="r" b="b"/>
              <a:pathLst>
                <a:path w="539750" h="541020">
                  <a:moveTo>
                    <a:pt x="269748" y="0"/>
                  </a:moveTo>
                  <a:lnTo>
                    <a:pt x="221262" y="4359"/>
                  </a:lnTo>
                  <a:lnTo>
                    <a:pt x="175626" y="16929"/>
                  </a:lnTo>
                  <a:lnTo>
                    <a:pt x="133604" y="36942"/>
                  </a:lnTo>
                  <a:lnTo>
                    <a:pt x="95955" y="63635"/>
                  </a:lnTo>
                  <a:lnTo>
                    <a:pt x="63443" y="96243"/>
                  </a:lnTo>
                  <a:lnTo>
                    <a:pt x="36830" y="133999"/>
                  </a:lnTo>
                  <a:lnTo>
                    <a:pt x="16876" y="176139"/>
                  </a:lnTo>
                  <a:lnTo>
                    <a:pt x="4346" y="221897"/>
                  </a:lnTo>
                  <a:lnTo>
                    <a:pt x="0" y="270510"/>
                  </a:lnTo>
                  <a:lnTo>
                    <a:pt x="4346" y="319122"/>
                  </a:lnTo>
                  <a:lnTo>
                    <a:pt x="16876" y="364880"/>
                  </a:lnTo>
                  <a:lnTo>
                    <a:pt x="36829" y="407020"/>
                  </a:lnTo>
                  <a:lnTo>
                    <a:pt x="63443" y="444776"/>
                  </a:lnTo>
                  <a:lnTo>
                    <a:pt x="95955" y="477384"/>
                  </a:lnTo>
                  <a:lnTo>
                    <a:pt x="133603" y="504077"/>
                  </a:lnTo>
                  <a:lnTo>
                    <a:pt x="175626" y="524090"/>
                  </a:lnTo>
                  <a:lnTo>
                    <a:pt x="221262" y="536660"/>
                  </a:lnTo>
                  <a:lnTo>
                    <a:pt x="269748" y="541019"/>
                  </a:lnTo>
                  <a:lnTo>
                    <a:pt x="318233" y="536660"/>
                  </a:lnTo>
                  <a:lnTo>
                    <a:pt x="363869" y="524090"/>
                  </a:lnTo>
                  <a:lnTo>
                    <a:pt x="405891" y="504077"/>
                  </a:lnTo>
                  <a:lnTo>
                    <a:pt x="443540" y="477384"/>
                  </a:lnTo>
                  <a:lnTo>
                    <a:pt x="476052" y="444776"/>
                  </a:lnTo>
                  <a:lnTo>
                    <a:pt x="502665" y="407020"/>
                  </a:lnTo>
                  <a:lnTo>
                    <a:pt x="522619" y="364880"/>
                  </a:lnTo>
                  <a:lnTo>
                    <a:pt x="535149" y="319122"/>
                  </a:lnTo>
                  <a:lnTo>
                    <a:pt x="539496" y="270510"/>
                  </a:lnTo>
                  <a:lnTo>
                    <a:pt x="535149" y="221897"/>
                  </a:lnTo>
                  <a:lnTo>
                    <a:pt x="522619" y="176139"/>
                  </a:lnTo>
                  <a:lnTo>
                    <a:pt x="502666" y="133999"/>
                  </a:lnTo>
                  <a:lnTo>
                    <a:pt x="476052" y="96243"/>
                  </a:lnTo>
                  <a:lnTo>
                    <a:pt x="443540" y="63635"/>
                  </a:lnTo>
                  <a:lnTo>
                    <a:pt x="405892" y="36942"/>
                  </a:lnTo>
                  <a:lnTo>
                    <a:pt x="363869" y="16929"/>
                  </a:lnTo>
                  <a:lnTo>
                    <a:pt x="318233" y="4359"/>
                  </a:lnTo>
                  <a:lnTo>
                    <a:pt x="269748" y="0"/>
                  </a:lnTo>
                  <a:close/>
                </a:path>
              </a:pathLst>
            </a:custGeom>
            <a:solidFill>
              <a:srgbClr val="FF0000">
                <a:alpha val="19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5463539" y="3886199"/>
              <a:ext cx="539750" cy="541020"/>
            </a:xfrm>
            <a:custGeom>
              <a:avLst/>
              <a:gdLst/>
              <a:ahLst/>
              <a:cxnLst/>
              <a:rect l="l" t="t" r="r" b="b"/>
              <a:pathLst>
                <a:path w="539750" h="541020">
                  <a:moveTo>
                    <a:pt x="0" y="270510"/>
                  </a:moveTo>
                  <a:lnTo>
                    <a:pt x="4346" y="221897"/>
                  </a:lnTo>
                  <a:lnTo>
                    <a:pt x="16876" y="176139"/>
                  </a:lnTo>
                  <a:lnTo>
                    <a:pt x="36830" y="133999"/>
                  </a:lnTo>
                  <a:lnTo>
                    <a:pt x="63443" y="96243"/>
                  </a:lnTo>
                  <a:lnTo>
                    <a:pt x="95955" y="63635"/>
                  </a:lnTo>
                  <a:lnTo>
                    <a:pt x="133604" y="36942"/>
                  </a:lnTo>
                  <a:lnTo>
                    <a:pt x="175626" y="16929"/>
                  </a:lnTo>
                  <a:lnTo>
                    <a:pt x="221262" y="4359"/>
                  </a:lnTo>
                  <a:lnTo>
                    <a:pt x="269748" y="0"/>
                  </a:lnTo>
                  <a:lnTo>
                    <a:pt x="318233" y="4359"/>
                  </a:lnTo>
                  <a:lnTo>
                    <a:pt x="363869" y="16929"/>
                  </a:lnTo>
                  <a:lnTo>
                    <a:pt x="405892" y="36942"/>
                  </a:lnTo>
                  <a:lnTo>
                    <a:pt x="443540" y="63635"/>
                  </a:lnTo>
                  <a:lnTo>
                    <a:pt x="476052" y="96243"/>
                  </a:lnTo>
                  <a:lnTo>
                    <a:pt x="502666" y="133999"/>
                  </a:lnTo>
                  <a:lnTo>
                    <a:pt x="522619" y="176139"/>
                  </a:lnTo>
                  <a:lnTo>
                    <a:pt x="535149" y="221897"/>
                  </a:lnTo>
                  <a:lnTo>
                    <a:pt x="539496" y="270510"/>
                  </a:lnTo>
                  <a:lnTo>
                    <a:pt x="535149" y="319122"/>
                  </a:lnTo>
                  <a:lnTo>
                    <a:pt x="522619" y="364880"/>
                  </a:lnTo>
                  <a:lnTo>
                    <a:pt x="502665" y="407020"/>
                  </a:lnTo>
                  <a:lnTo>
                    <a:pt x="476052" y="444776"/>
                  </a:lnTo>
                  <a:lnTo>
                    <a:pt x="443540" y="477384"/>
                  </a:lnTo>
                  <a:lnTo>
                    <a:pt x="405891" y="504077"/>
                  </a:lnTo>
                  <a:lnTo>
                    <a:pt x="363869" y="524090"/>
                  </a:lnTo>
                  <a:lnTo>
                    <a:pt x="318233" y="536660"/>
                  </a:lnTo>
                  <a:lnTo>
                    <a:pt x="269748" y="541019"/>
                  </a:lnTo>
                  <a:lnTo>
                    <a:pt x="221262" y="536660"/>
                  </a:lnTo>
                  <a:lnTo>
                    <a:pt x="175626" y="524090"/>
                  </a:lnTo>
                  <a:lnTo>
                    <a:pt x="133603" y="504077"/>
                  </a:lnTo>
                  <a:lnTo>
                    <a:pt x="95955" y="477384"/>
                  </a:lnTo>
                  <a:lnTo>
                    <a:pt x="63443" y="444776"/>
                  </a:lnTo>
                  <a:lnTo>
                    <a:pt x="36829" y="407020"/>
                  </a:lnTo>
                  <a:lnTo>
                    <a:pt x="16876" y="364880"/>
                  </a:lnTo>
                  <a:lnTo>
                    <a:pt x="4346" y="319122"/>
                  </a:lnTo>
                  <a:lnTo>
                    <a:pt x="0" y="270510"/>
                  </a:lnTo>
                  <a:close/>
                </a:path>
              </a:pathLst>
            </a:custGeom>
            <a:ln w="9143">
              <a:solidFill>
                <a:srgbClr val="44536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4651375" y="3354323"/>
              <a:ext cx="812165" cy="807085"/>
            </a:xfrm>
            <a:custGeom>
              <a:avLst/>
              <a:gdLst/>
              <a:ahLst/>
              <a:cxnLst/>
              <a:rect l="l" t="t" r="r" b="b"/>
              <a:pathLst>
                <a:path w="812164" h="807085">
                  <a:moveTo>
                    <a:pt x="753383" y="49200"/>
                  </a:moveTo>
                  <a:lnTo>
                    <a:pt x="0" y="797940"/>
                  </a:lnTo>
                  <a:lnTo>
                    <a:pt x="8889" y="806957"/>
                  </a:lnTo>
                  <a:lnTo>
                    <a:pt x="762305" y="58185"/>
                  </a:lnTo>
                  <a:lnTo>
                    <a:pt x="753383" y="49200"/>
                  </a:lnTo>
                  <a:close/>
                </a:path>
                <a:path w="812164" h="807085">
                  <a:moveTo>
                    <a:pt x="798364" y="40259"/>
                  </a:moveTo>
                  <a:lnTo>
                    <a:pt x="762380" y="40259"/>
                  </a:lnTo>
                  <a:lnTo>
                    <a:pt x="771271" y="49275"/>
                  </a:lnTo>
                  <a:lnTo>
                    <a:pt x="762305" y="58185"/>
                  </a:lnTo>
                  <a:lnTo>
                    <a:pt x="784733" y="80772"/>
                  </a:lnTo>
                  <a:lnTo>
                    <a:pt x="798364" y="40259"/>
                  </a:lnTo>
                  <a:close/>
                </a:path>
                <a:path w="812164" h="807085">
                  <a:moveTo>
                    <a:pt x="762380" y="40259"/>
                  </a:moveTo>
                  <a:lnTo>
                    <a:pt x="753383" y="49200"/>
                  </a:lnTo>
                  <a:lnTo>
                    <a:pt x="762305" y="58185"/>
                  </a:lnTo>
                  <a:lnTo>
                    <a:pt x="771271" y="49275"/>
                  </a:lnTo>
                  <a:lnTo>
                    <a:pt x="762380" y="40259"/>
                  </a:lnTo>
                  <a:close/>
                </a:path>
                <a:path w="812164" h="807085">
                  <a:moveTo>
                    <a:pt x="811911" y="0"/>
                  </a:moveTo>
                  <a:lnTo>
                    <a:pt x="731012" y="26670"/>
                  </a:lnTo>
                  <a:lnTo>
                    <a:pt x="753383" y="49200"/>
                  </a:lnTo>
                  <a:lnTo>
                    <a:pt x="762380" y="40259"/>
                  </a:lnTo>
                  <a:lnTo>
                    <a:pt x="798364" y="40259"/>
                  </a:lnTo>
                  <a:lnTo>
                    <a:pt x="811911" y="0"/>
                  </a:lnTo>
                  <a:close/>
                </a:path>
              </a:pathLst>
            </a:custGeom>
            <a:solidFill>
              <a:srgbClr val="58585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4114800" y="2359151"/>
              <a:ext cx="541020" cy="541020"/>
            </a:xfrm>
            <a:custGeom>
              <a:avLst/>
              <a:gdLst/>
              <a:ahLst/>
              <a:cxnLst/>
              <a:rect l="l" t="t" r="r" b="b"/>
              <a:pathLst>
                <a:path w="541020" h="541019">
                  <a:moveTo>
                    <a:pt x="270510" y="0"/>
                  </a:moveTo>
                  <a:lnTo>
                    <a:pt x="221897" y="4359"/>
                  </a:lnTo>
                  <a:lnTo>
                    <a:pt x="176139" y="16929"/>
                  </a:lnTo>
                  <a:lnTo>
                    <a:pt x="133999" y="36942"/>
                  </a:lnTo>
                  <a:lnTo>
                    <a:pt x="96243" y="63635"/>
                  </a:lnTo>
                  <a:lnTo>
                    <a:pt x="63635" y="96243"/>
                  </a:lnTo>
                  <a:lnTo>
                    <a:pt x="36942" y="133999"/>
                  </a:lnTo>
                  <a:lnTo>
                    <a:pt x="16929" y="176139"/>
                  </a:lnTo>
                  <a:lnTo>
                    <a:pt x="4359" y="221897"/>
                  </a:lnTo>
                  <a:lnTo>
                    <a:pt x="0" y="270510"/>
                  </a:lnTo>
                  <a:lnTo>
                    <a:pt x="4359" y="319122"/>
                  </a:lnTo>
                  <a:lnTo>
                    <a:pt x="16929" y="364880"/>
                  </a:lnTo>
                  <a:lnTo>
                    <a:pt x="36942" y="407020"/>
                  </a:lnTo>
                  <a:lnTo>
                    <a:pt x="63635" y="444776"/>
                  </a:lnTo>
                  <a:lnTo>
                    <a:pt x="96243" y="477384"/>
                  </a:lnTo>
                  <a:lnTo>
                    <a:pt x="133999" y="504077"/>
                  </a:lnTo>
                  <a:lnTo>
                    <a:pt x="176139" y="524090"/>
                  </a:lnTo>
                  <a:lnTo>
                    <a:pt x="221897" y="536660"/>
                  </a:lnTo>
                  <a:lnTo>
                    <a:pt x="270510" y="541020"/>
                  </a:lnTo>
                  <a:lnTo>
                    <a:pt x="319122" y="536660"/>
                  </a:lnTo>
                  <a:lnTo>
                    <a:pt x="364880" y="524090"/>
                  </a:lnTo>
                  <a:lnTo>
                    <a:pt x="407020" y="504077"/>
                  </a:lnTo>
                  <a:lnTo>
                    <a:pt x="444776" y="477384"/>
                  </a:lnTo>
                  <a:lnTo>
                    <a:pt x="477384" y="444776"/>
                  </a:lnTo>
                  <a:lnTo>
                    <a:pt x="504077" y="407020"/>
                  </a:lnTo>
                  <a:lnTo>
                    <a:pt x="524090" y="364880"/>
                  </a:lnTo>
                  <a:lnTo>
                    <a:pt x="536660" y="319122"/>
                  </a:lnTo>
                  <a:lnTo>
                    <a:pt x="541020" y="270510"/>
                  </a:lnTo>
                  <a:lnTo>
                    <a:pt x="536660" y="221897"/>
                  </a:lnTo>
                  <a:lnTo>
                    <a:pt x="524090" y="176139"/>
                  </a:lnTo>
                  <a:lnTo>
                    <a:pt x="504077" y="133999"/>
                  </a:lnTo>
                  <a:lnTo>
                    <a:pt x="477384" y="96243"/>
                  </a:lnTo>
                  <a:lnTo>
                    <a:pt x="444776" y="63635"/>
                  </a:lnTo>
                  <a:lnTo>
                    <a:pt x="407020" y="36942"/>
                  </a:lnTo>
                  <a:lnTo>
                    <a:pt x="364880" y="16929"/>
                  </a:lnTo>
                  <a:lnTo>
                    <a:pt x="319122" y="4359"/>
                  </a:lnTo>
                  <a:lnTo>
                    <a:pt x="270510" y="0"/>
                  </a:lnTo>
                  <a:close/>
                </a:path>
              </a:pathLst>
            </a:custGeom>
            <a:solidFill>
              <a:srgbClr val="FF0000">
                <a:alpha val="19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4114800" y="2359151"/>
              <a:ext cx="541020" cy="541020"/>
            </a:xfrm>
            <a:custGeom>
              <a:avLst/>
              <a:gdLst/>
              <a:ahLst/>
              <a:cxnLst/>
              <a:rect l="l" t="t" r="r" b="b"/>
              <a:pathLst>
                <a:path w="541020" h="541019">
                  <a:moveTo>
                    <a:pt x="0" y="270510"/>
                  </a:moveTo>
                  <a:lnTo>
                    <a:pt x="4359" y="221897"/>
                  </a:lnTo>
                  <a:lnTo>
                    <a:pt x="16929" y="176139"/>
                  </a:lnTo>
                  <a:lnTo>
                    <a:pt x="36942" y="133999"/>
                  </a:lnTo>
                  <a:lnTo>
                    <a:pt x="63635" y="96243"/>
                  </a:lnTo>
                  <a:lnTo>
                    <a:pt x="96243" y="63635"/>
                  </a:lnTo>
                  <a:lnTo>
                    <a:pt x="133999" y="36942"/>
                  </a:lnTo>
                  <a:lnTo>
                    <a:pt x="176139" y="16929"/>
                  </a:lnTo>
                  <a:lnTo>
                    <a:pt x="221897" y="4359"/>
                  </a:lnTo>
                  <a:lnTo>
                    <a:pt x="270510" y="0"/>
                  </a:lnTo>
                  <a:lnTo>
                    <a:pt x="319122" y="4359"/>
                  </a:lnTo>
                  <a:lnTo>
                    <a:pt x="364880" y="16929"/>
                  </a:lnTo>
                  <a:lnTo>
                    <a:pt x="407020" y="36942"/>
                  </a:lnTo>
                  <a:lnTo>
                    <a:pt x="444776" y="63635"/>
                  </a:lnTo>
                  <a:lnTo>
                    <a:pt x="477384" y="96243"/>
                  </a:lnTo>
                  <a:lnTo>
                    <a:pt x="504077" y="133999"/>
                  </a:lnTo>
                  <a:lnTo>
                    <a:pt x="524090" y="176139"/>
                  </a:lnTo>
                  <a:lnTo>
                    <a:pt x="536660" y="221897"/>
                  </a:lnTo>
                  <a:lnTo>
                    <a:pt x="541020" y="270510"/>
                  </a:lnTo>
                  <a:lnTo>
                    <a:pt x="536660" y="319122"/>
                  </a:lnTo>
                  <a:lnTo>
                    <a:pt x="524090" y="364880"/>
                  </a:lnTo>
                  <a:lnTo>
                    <a:pt x="504077" y="407020"/>
                  </a:lnTo>
                  <a:lnTo>
                    <a:pt x="477384" y="444776"/>
                  </a:lnTo>
                  <a:lnTo>
                    <a:pt x="444776" y="477384"/>
                  </a:lnTo>
                  <a:lnTo>
                    <a:pt x="407020" y="504077"/>
                  </a:lnTo>
                  <a:lnTo>
                    <a:pt x="364880" y="524090"/>
                  </a:lnTo>
                  <a:lnTo>
                    <a:pt x="319122" y="536660"/>
                  </a:lnTo>
                  <a:lnTo>
                    <a:pt x="270510" y="541020"/>
                  </a:lnTo>
                  <a:lnTo>
                    <a:pt x="221897" y="536660"/>
                  </a:lnTo>
                  <a:lnTo>
                    <a:pt x="176139" y="524090"/>
                  </a:lnTo>
                  <a:lnTo>
                    <a:pt x="133999" y="504077"/>
                  </a:lnTo>
                  <a:lnTo>
                    <a:pt x="96243" y="477384"/>
                  </a:lnTo>
                  <a:lnTo>
                    <a:pt x="63635" y="444776"/>
                  </a:lnTo>
                  <a:lnTo>
                    <a:pt x="36942" y="407020"/>
                  </a:lnTo>
                  <a:lnTo>
                    <a:pt x="16929" y="364880"/>
                  </a:lnTo>
                  <a:lnTo>
                    <a:pt x="4359" y="319122"/>
                  </a:lnTo>
                  <a:lnTo>
                    <a:pt x="0" y="270510"/>
                  </a:lnTo>
                  <a:close/>
                </a:path>
              </a:pathLst>
            </a:custGeom>
            <a:ln w="9144">
              <a:solidFill>
                <a:srgbClr val="44536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5463539" y="2359151"/>
              <a:ext cx="539750" cy="541020"/>
            </a:xfrm>
            <a:custGeom>
              <a:avLst/>
              <a:gdLst/>
              <a:ahLst/>
              <a:cxnLst/>
              <a:rect l="l" t="t" r="r" b="b"/>
              <a:pathLst>
                <a:path w="539750" h="541019">
                  <a:moveTo>
                    <a:pt x="269748" y="0"/>
                  </a:moveTo>
                  <a:lnTo>
                    <a:pt x="221262" y="4359"/>
                  </a:lnTo>
                  <a:lnTo>
                    <a:pt x="175626" y="16929"/>
                  </a:lnTo>
                  <a:lnTo>
                    <a:pt x="133604" y="36942"/>
                  </a:lnTo>
                  <a:lnTo>
                    <a:pt x="95955" y="63635"/>
                  </a:lnTo>
                  <a:lnTo>
                    <a:pt x="63443" y="96243"/>
                  </a:lnTo>
                  <a:lnTo>
                    <a:pt x="36830" y="133999"/>
                  </a:lnTo>
                  <a:lnTo>
                    <a:pt x="16876" y="176139"/>
                  </a:lnTo>
                  <a:lnTo>
                    <a:pt x="4346" y="221897"/>
                  </a:lnTo>
                  <a:lnTo>
                    <a:pt x="0" y="270510"/>
                  </a:lnTo>
                  <a:lnTo>
                    <a:pt x="4346" y="319122"/>
                  </a:lnTo>
                  <a:lnTo>
                    <a:pt x="16876" y="364880"/>
                  </a:lnTo>
                  <a:lnTo>
                    <a:pt x="36829" y="407020"/>
                  </a:lnTo>
                  <a:lnTo>
                    <a:pt x="63443" y="444776"/>
                  </a:lnTo>
                  <a:lnTo>
                    <a:pt x="95955" y="477384"/>
                  </a:lnTo>
                  <a:lnTo>
                    <a:pt x="133603" y="504077"/>
                  </a:lnTo>
                  <a:lnTo>
                    <a:pt x="175626" y="524090"/>
                  </a:lnTo>
                  <a:lnTo>
                    <a:pt x="221262" y="536660"/>
                  </a:lnTo>
                  <a:lnTo>
                    <a:pt x="269748" y="541020"/>
                  </a:lnTo>
                  <a:lnTo>
                    <a:pt x="318233" y="536660"/>
                  </a:lnTo>
                  <a:lnTo>
                    <a:pt x="363869" y="524090"/>
                  </a:lnTo>
                  <a:lnTo>
                    <a:pt x="405891" y="504077"/>
                  </a:lnTo>
                  <a:lnTo>
                    <a:pt x="443540" y="477384"/>
                  </a:lnTo>
                  <a:lnTo>
                    <a:pt x="476052" y="444776"/>
                  </a:lnTo>
                  <a:lnTo>
                    <a:pt x="502665" y="407020"/>
                  </a:lnTo>
                  <a:lnTo>
                    <a:pt x="522619" y="364880"/>
                  </a:lnTo>
                  <a:lnTo>
                    <a:pt x="535149" y="319122"/>
                  </a:lnTo>
                  <a:lnTo>
                    <a:pt x="539496" y="270510"/>
                  </a:lnTo>
                  <a:lnTo>
                    <a:pt x="535149" y="221897"/>
                  </a:lnTo>
                  <a:lnTo>
                    <a:pt x="522619" y="176139"/>
                  </a:lnTo>
                  <a:lnTo>
                    <a:pt x="502666" y="133999"/>
                  </a:lnTo>
                  <a:lnTo>
                    <a:pt x="476052" y="96243"/>
                  </a:lnTo>
                  <a:lnTo>
                    <a:pt x="443540" y="63635"/>
                  </a:lnTo>
                  <a:lnTo>
                    <a:pt x="405892" y="36942"/>
                  </a:lnTo>
                  <a:lnTo>
                    <a:pt x="363869" y="16929"/>
                  </a:lnTo>
                  <a:lnTo>
                    <a:pt x="318233" y="4359"/>
                  </a:lnTo>
                  <a:lnTo>
                    <a:pt x="269748" y="0"/>
                  </a:lnTo>
                  <a:close/>
                </a:path>
              </a:pathLst>
            </a:custGeom>
            <a:solidFill>
              <a:srgbClr val="FF0000">
                <a:alpha val="19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5463539" y="2359151"/>
              <a:ext cx="539750" cy="541020"/>
            </a:xfrm>
            <a:custGeom>
              <a:avLst/>
              <a:gdLst/>
              <a:ahLst/>
              <a:cxnLst/>
              <a:rect l="l" t="t" r="r" b="b"/>
              <a:pathLst>
                <a:path w="539750" h="541019">
                  <a:moveTo>
                    <a:pt x="0" y="270510"/>
                  </a:moveTo>
                  <a:lnTo>
                    <a:pt x="4346" y="221897"/>
                  </a:lnTo>
                  <a:lnTo>
                    <a:pt x="16876" y="176139"/>
                  </a:lnTo>
                  <a:lnTo>
                    <a:pt x="36830" y="133999"/>
                  </a:lnTo>
                  <a:lnTo>
                    <a:pt x="63443" y="96243"/>
                  </a:lnTo>
                  <a:lnTo>
                    <a:pt x="95955" y="63635"/>
                  </a:lnTo>
                  <a:lnTo>
                    <a:pt x="133604" y="36942"/>
                  </a:lnTo>
                  <a:lnTo>
                    <a:pt x="175626" y="16929"/>
                  </a:lnTo>
                  <a:lnTo>
                    <a:pt x="221262" y="4359"/>
                  </a:lnTo>
                  <a:lnTo>
                    <a:pt x="269748" y="0"/>
                  </a:lnTo>
                  <a:lnTo>
                    <a:pt x="318233" y="4359"/>
                  </a:lnTo>
                  <a:lnTo>
                    <a:pt x="363869" y="16929"/>
                  </a:lnTo>
                  <a:lnTo>
                    <a:pt x="405892" y="36942"/>
                  </a:lnTo>
                  <a:lnTo>
                    <a:pt x="443540" y="63635"/>
                  </a:lnTo>
                  <a:lnTo>
                    <a:pt x="476052" y="96243"/>
                  </a:lnTo>
                  <a:lnTo>
                    <a:pt x="502666" y="133999"/>
                  </a:lnTo>
                  <a:lnTo>
                    <a:pt x="522619" y="176139"/>
                  </a:lnTo>
                  <a:lnTo>
                    <a:pt x="535149" y="221897"/>
                  </a:lnTo>
                  <a:lnTo>
                    <a:pt x="539496" y="270510"/>
                  </a:lnTo>
                  <a:lnTo>
                    <a:pt x="535149" y="319122"/>
                  </a:lnTo>
                  <a:lnTo>
                    <a:pt x="522619" y="364880"/>
                  </a:lnTo>
                  <a:lnTo>
                    <a:pt x="502665" y="407020"/>
                  </a:lnTo>
                  <a:lnTo>
                    <a:pt x="476052" y="444776"/>
                  </a:lnTo>
                  <a:lnTo>
                    <a:pt x="443540" y="477384"/>
                  </a:lnTo>
                  <a:lnTo>
                    <a:pt x="405891" y="504077"/>
                  </a:lnTo>
                  <a:lnTo>
                    <a:pt x="363869" y="524090"/>
                  </a:lnTo>
                  <a:lnTo>
                    <a:pt x="318233" y="536660"/>
                  </a:lnTo>
                  <a:lnTo>
                    <a:pt x="269748" y="541020"/>
                  </a:lnTo>
                  <a:lnTo>
                    <a:pt x="221262" y="536660"/>
                  </a:lnTo>
                  <a:lnTo>
                    <a:pt x="175626" y="524090"/>
                  </a:lnTo>
                  <a:lnTo>
                    <a:pt x="133603" y="504077"/>
                  </a:lnTo>
                  <a:lnTo>
                    <a:pt x="95955" y="477384"/>
                  </a:lnTo>
                  <a:lnTo>
                    <a:pt x="63443" y="444776"/>
                  </a:lnTo>
                  <a:lnTo>
                    <a:pt x="36829" y="407020"/>
                  </a:lnTo>
                  <a:lnTo>
                    <a:pt x="16876" y="364880"/>
                  </a:lnTo>
                  <a:lnTo>
                    <a:pt x="4346" y="319122"/>
                  </a:lnTo>
                  <a:lnTo>
                    <a:pt x="0" y="270510"/>
                  </a:lnTo>
                  <a:close/>
                </a:path>
              </a:pathLst>
            </a:custGeom>
            <a:ln w="9144">
              <a:solidFill>
                <a:srgbClr val="44536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5460492" y="4689347"/>
              <a:ext cx="539750" cy="539750"/>
            </a:xfrm>
            <a:custGeom>
              <a:avLst/>
              <a:gdLst/>
              <a:ahLst/>
              <a:cxnLst/>
              <a:rect l="l" t="t" r="r" b="b"/>
              <a:pathLst>
                <a:path w="539750" h="539750">
                  <a:moveTo>
                    <a:pt x="269748" y="0"/>
                  </a:moveTo>
                  <a:lnTo>
                    <a:pt x="221262" y="4346"/>
                  </a:lnTo>
                  <a:lnTo>
                    <a:pt x="175626" y="16876"/>
                  </a:lnTo>
                  <a:lnTo>
                    <a:pt x="133604" y="36830"/>
                  </a:lnTo>
                  <a:lnTo>
                    <a:pt x="95955" y="63443"/>
                  </a:lnTo>
                  <a:lnTo>
                    <a:pt x="63443" y="95955"/>
                  </a:lnTo>
                  <a:lnTo>
                    <a:pt x="36830" y="133604"/>
                  </a:lnTo>
                  <a:lnTo>
                    <a:pt x="16876" y="175626"/>
                  </a:lnTo>
                  <a:lnTo>
                    <a:pt x="4346" y="221262"/>
                  </a:lnTo>
                  <a:lnTo>
                    <a:pt x="0" y="269747"/>
                  </a:lnTo>
                  <a:lnTo>
                    <a:pt x="4346" y="318233"/>
                  </a:lnTo>
                  <a:lnTo>
                    <a:pt x="16876" y="363869"/>
                  </a:lnTo>
                  <a:lnTo>
                    <a:pt x="36830" y="405891"/>
                  </a:lnTo>
                  <a:lnTo>
                    <a:pt x="63443" y="443540"/>
                  </a:lnTo>
                  <a:lnTo>
                    <a:pt x="95955" y="476052"/>
                  </a:lnTo>
                  <a:lnTo>
                    <a:pt x="133604" y="502665"/>
                  </a:lnTo>
                  <a:lnTo>
                    <a:pt x="175626" y="522619"/>
                  </a:lnTo>
                  <a:lnTo>
                    <a:pt x="221262" y="535149"/>
                  </a:lnTo>
                  <a:lnTo>
                    <a:pt x="269748" y="539495"/>
                  </a:lnTo>
                  <a:lnTo>
                    <a:pt x="318233" y="535149"/>
                  </a:lnTo>
                  <a:lnTo>
                    <a:pt x="363869" y="522619"/>
                  </a:lnTo>
                  <a:lnTo>
                    <a:pt x="405891" y="502666"/>
                  </a:lnTo>
                  <a:lnTo>
                    <a:pt x="443540" y="476052"/>
                  </a:lnTo>
                  <a:lnTo>
                    <a:pt x="476052" y="443540"/>
                  </a:lnTo>
                  <a:lnTo>
                    <a:pt x="502665" y="405892"/>
                  </a:lnTo>
                  <a:lnTo>
                    <a:pt x="522619" y="363869"/>
                  </a:lnTo>
                  <a:lnTo>
                    <a:pt x="535149" y="318233"/>
                  </a:lnTo>
                  <a:lnTo>
                    <a:pt x="539496" y="269747"/>
                  </a:lnTo>
                  <a:lnTo>
                    <a:pt x="535149" y="221262"/>
                  </a:lnTo>
                  <a:lnTo>
                    <a:pt x="522619" y="175626"/>
                  </a:lnTo>
                  <a:lnTo>
                    <a:pt x="502666" y="133604"/>
                  </a:lnTo>
                  <a:lnTo>
                    <a:pt x="476052" y="95955"/>
                  </a:lnTo>
                  <a:lnTo>
                    <a:pt x="443540" y="63443"/>
                  </a:lnTo>
                  <a:lnTo>
                    <a:pt x="405892" y="36830"/>
                  </a:lnTo>
                  <a:lnTo>
                    <a:pt x="363869" y="16876"/>
                  </a:lnTo>
                  <a:lnTo>
                    <a:pt x="318233" y="4346"/>
                  </a:lnTo>
                  <a:lnTo>
                    <a:pt x="269748" y="0"/>
                  </a:lnTo>
                  <a:close/>
                </a:path>
              </a:pathLst>
            </a:custGeom>
            <a:solidFill>
              <a:srgbClr val="FF0000">
                <a:alpha val="19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5460492" y="4689347"/>
              <a:ext cx="539750" cy="539750"/>
            </a:xfrm>
            <a:custGeom>
              <a:avLst/>
              <a:gdLst/>
              <a:ahLst/>
              <a:cxnLst/>
              <a:rect l="l" t="t" r="r" b="b"/>
              <a:pathLst>
                <a:path w="539750" h="539750">
                  <a:moveTo>
                    <a:pt x="0" y="269747"/>
                  </a:moveTo>
                  <a:lnTo>
                    <a:pt x="4346" y="221262"/>
                  </a:lnTo>
                  <a:lnTo>
                    <a:pt x="16876" y="175626"/>
                  </a:lnTo>
                  <a:lnTo>
                    <a:pt x="36830" y="133604"/>
                  </a:lnTo>
                  <a:lnTo>
                    <a:pt x="63443" y="95955"/>
                  </a:lnTo>
                  <a:lnTo>
                    <a:pt x="95955" y="63443"/>
                  </a:lnTo>
                  <a:lnTo>
                    <a:pt x="133604" y="36830"/>
                  </a:lnTo>
                  <a:lnTo>
                    <a:pt x="175626" y="16876"/>
                  </a:lnTo>
                  <a:lnTo>
                    <a:pt x="221262" y="4346"/>
                  </a:lnTo>
                  <a:lnTo>
                    <a:pt x="269748" y="0"/>
                  </a:lnTo>
                  <a:lnTo>
                    <a:pt x="318233" y="4346"/>
                  </a:lnTo>
                  <a:lnTo>
                    <a:pt x="363869" y="16876"/>
                  </a:lnTo>
                  <a:lnTo>
                    <a:pt x="405892" y="36830"/>
                  </a:lnTo>
                  <a:lnTo>
                    <a:pt x="443540" y="63443"/>
                  </a:lnTo>
                  <a:lnTo>
                    <a:pt x="476052" y="95955"/>
                  </a:lnTo>
                  <a:lnTo>
                    <a:pt x="502666" y="133604"/>
                  </a:lnTo>
                  <a:lnTo>
                    <a:pt x="522619" y="175626"/>
                  </a:lnTo>
                  <a:lnTo>
                    <a:pt x="535149" y="221262"/>
                  </a:lnTo>
                  <a:lnTo>
                    <a:pt x="539496" y="269747"/>
                  </a:lnTo>
                  <a:lnTo>
                    <a:pt x="535149" y="318233"/>
                  </a:lnTo>
                  <a:lnTo>
                    <a:pt x="522619" y="363869"/>
                  </a:lnTo>
                  <a:lnTo>
                    <a:pt x="502665" y="405892"/>
                  </a:lnTo>
                  <a:lnTo>
                    <a:pt x="476052" y="443540"/>
                  </a:lnTo>
                  <a:lnTo>
                    <a:pt x="443540" y="476052"/>
                  </a:lnTo>
                  <a:lnTo>
                    <a:pt x="405891" y="502666"/>
                  </a:lnTo>
                  <a:lnTo>
                    <a:pt x="363869" y="522619"/>
                  </a:lnTo>
                  <a:lnTo>
                    <a:pt x="318233" y="535149"/>
                  </a:lnTo>
                  <a:lnTo>
                    <a:pt x="269748" y="539495"/>
                  </a:lnTo>
                  <a:lnTo>
                    <a:pt x="221262" y="535149"/>
                  </a:lnTo>
                  <a:lnTo>
                    <a:pt x="175626" y="522619"/>
                  </a:lnTo>
                  <a:lnTo>
                    <a:pt x="133604" y="502665"/>
                  </a:lnTo>
                  <a:lnTo>
                    <a:pt x="95955" y="476052"/>
                  </a:lnTo>
                  <a:lnTo>
                    <a:pt x="63443" y="443540"/>
                  </a:lnTo>
                  <a:lnTo>
                    <a:pt x="36830" y="405891"/>
                  </a:lnTo>
                  <a:lnTo>
                    <a:pt x="16876" y="363869"/>
                  </a:lnTo>
                  <a:lnTo>
                    <a:pt x="4346" y="318233"/>
                  </a:lnTo>
                  <a:lnTo>
                    <a:pt x="0" y="269747"/>
                  </a:lnTo>
                  <a:close/>
                </a:path>
              </a:pathLst>
            </a:custGeom>
            <a:ln w="9144">
              <a:solidFill>
                <a:srgbClr val="44536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4623943" y="2628899"/>
              <a:ext cx="848994" cy="2332355"/>
            </a:xfrm>
            <a:custGeom>
              <a:avLst/>
              <a:gdLst/>
              <a:ahLst/>
              <a:cxnLst/>
              <a:rect l="l" t="t" r="r" b="b"/>
              <a:pathLst>
                <a:path w="848995" h="2332354">
                  <a:moveTo>
                    <a:pt x="806876" y="69614"/>
                  </a:moveTo>
                  <a:lnTo>
                    <a:pt x="0" y="2327529"/>
                  </a:lnTo>
                  <a:lnTo>
                    <a:pt x="11937" y="2331847"/>
                  </a:lnTo>
                  <a:lnTo>
                    <a:pt x="818830" y="73888"/>
                  </a:lnTo>
                  <a:lnTo>
                    <a:pt x="806876" y="69614"/>
                  </a:lnTo>
                  <a:close/>
                </a:path>
                <a:path w="848995" h="2332354">
                  <a:moveTo>
                    <a:pt x="845466" y="57658"/>
                  </a:moveTo>
                  <a:lnTo>
                    <a:pt x="811149" y="57658"/>
                  </a:lnTo>
                  <a:lnTo>
                    <a:pt x="823087" y="61975"/>
                  </a:lnTo>
                  <a:lnTo>
                    <a:pt x="818830" y="73888"/>
                  </a:lnTo>
                  <a:lnTo>
                    <a:pt x="848741" y="84582"/>
                  </a:lnTo>
                  <a:lnTo>
                    <a:pt x="845466" y="57658"/>
                  </a:lnTo>
                  <a:close/>
                </a:path>
                <a:path w="848995" h="2332354">
                  <a:moveTo>
                    <a:pt x="811149" y="57658"/>
                  </a:moveTo>
                  <a:lnTo>
                    <a:pt x="806876" y="69614"/>
                  </a:lnTo>
                  <a:lnTo>
                    <a:pt x="818830" y="73888"/>
                  </a:lnTo>
                  <a:lnTo>
                    <a:pt x="823087" y="61975"/>
                  </a:lnTo>
                  <a:lnTo>
                    <a:pt x="811149" y="57658"/>
                  </a:lnTo>
                  <a:close/>
                </a:path>
                <a:path w="848995" h="2332354">
                  <a:moveTo>
                    <a:pt x="838454" y="0"/>
                  </a:moveTo>
                  <a:lnTo>
                    <a:pt x="776986" y="58927"/>
                  </a:lnTo>
                  <a:lnTo>
                    <a:pt x="806876" y="69614"/>
                  </a:lnTo>
                  <a:lnTo>
                    <a:pt x="811149" y="57658"/>
                  </a:lnTo>
                  <a:lnTo>
                    <a:pt x="845466" y="57658"/>
                  </a:lnTo>
                  <a:lnTo>
                    <a:pt x="838454" y="0"/>
                  </a:lnTo>
                  <a:close/>
                </a:path>
              </a:pathLst>
            </a:custGeom>
            <a:solidFill>
              <a:srgbClr val="58585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7077456" y="3512819"/>
              <a:ext cx="541020" cy="539750"/>
            </a:xfrm>
            <a:custGeom>
              <a:avLst/>
              <a:gdLst/>
              <a:ahLst/>
              <a:cxnLst/>
              <a:rect l="l" t="t" r="r" b="b"/>
              <a:pathLst>
                <a:path w="541020" h="539750">
                  <a:moveTo>
                    <a:pt x="270510" y="0"/>
                  </a:moveTo>
                  <a:lnTo>
                    <a:pt x="221897" y="4346"/>
                  </a:lnTo>
                  <a:lnTo>
                    <a:pt x="176139" y="16876"/>
                  </a:lnTo>
                  <a:lnTo>
                    <a:pt x="133999" y="36830"/>
                  </a:lnTo>
                  <a:lnTo>
                    <a:pt x="96243" y="63443"/>
                  </a:lnTo>
                  <a:lnTo>
                    <a:pt x="63635" y="95955"/>
                  </a:lnTo>
                  <a:lnTo>
                    <a:pt x="36942" y="133604"/>
                  </a:lnTo>
                  <a:lnTo>
                    <a:pt x="16929" y="175626"/>
                  </a:lnTo>
                  <a:lnTo>
                    <a:pt x="4359" y="221262"/>
                  </a:lnTo>
                  <a:lnTo>
                    <a:pt x="0" y="269747"/>
                  </a:lnTo>
                  <a:lnTo>
                    <a:pt x="4359" y="318233"/>
                  </a:lnTo>
                  <a:lnTo>
                    <a:pt x="16929" y="363869"/>
                  </a:lnTo>
                  <a:lnTo>
                    <a:pt x="36942" y="405891"/>
                  </a:lnTo>
                  <a:lnTo>
                    <a:pt x="63635" y="443540"/>
                  </a:lnTo>
                  <a:lnTo>
                    <a:pt x="96243" y="476052"/>
                  </a:lnTo>
                  <a:lnTo>
                    <a:pt x="133999" y="502665"/>
                  </a:lnTo>
                  <a:lnTo>
                    <a:pt x="176139" y="522619"/>
                  </a:lnTo>
                  <a:lnTo>
                    <a:pt x="221897" y="535149"/>
                  </a:lnTo>
                  <a:lnTo>
                    <a:pt x="270510" y="539495"/>
                  </a:lnTo>
                  <a:lnTo>
                    <a:pt x="319122" y="535149"/>
                  </a:lnTo>
                  <a:lnTo>
                    <a:pt x="364880" y="522619"/>
                  </a:lnTo>
                  <a:lnTo>
                    <a:pt x="407020" y="502665"/>
                  </a:lnTo>
                  <a:lnTo>
                    <a:pt x="444776" y="476052"/>
                  </a:lnTo>
                  <a:lnTo>
                    <a:pt x="477384" y="443540"/>
                  </a:lnTo>
                  <a:lnTo>
                    <a:pt x="504077" y="405891"/>
                  </a:lnTo>
                  <a:lnTo>
                    <a:pt x="524090" y="363869"/>
                  </a:lnTo>
                  <a:lnTo>
                    <a:pt x="536660" y="318233"/>
                  </a:lnTo>
                  <a:lnTo>
                    <a:pt x="541020" y="269747"/>
                  </a:lnTo>
                  <a:lnTo>
                    <a:pt x="536660" y="221262"/>
                  </a:lnTo>
                  <a:lnTo>
                    <a:pt x="524090" y="175626"/>
                  </a:lnTo>
                  <a:lnTo>
                    <a:pt x="504077" y="133604"/>
                  </a:lnTo>
                  <a:lnTo>
                    <a:pt x="477384" y="95955"/>
                  </a:lnTo>
                  <a:lnTo>
                    <a:pt x="444776" y="63443"/>
                  </a:lnTo>
                  <a:lnTo>
                    <a:pt x="407020" y="36830"/>
                  </a:lnTo>
                  <a:lnTo>
                    <a:pt x="364880" y="16876"/>
                  </a:lnTo>
                  <a:lnTo>
                    <a:pt x="319122" y="4346"/>
                  </a:lnTo>
                  <a:lnTo>
                    <a:pt x="270510" y="0"/>
                  </a:lnTo>
                  <a:close/>
                </a:path>
              </a:pathLst>
            </a:custGeom>
            <a:solidFill>
              <a:srgbClr val="FFFF00">
                <a:alpha val="19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7077456" y="3512819"/>
              <a:ext cx="541020" cy="539750"/>
            </a:xfrm>
            <a:custGeom>
              <a:avLst/>
              <a:gdLst/>
              <a:ahLst/>
              <a:cxnLst/>
              <a:rect l="l" t="t" r="r" b="b"/>
              <a:pathLst>
                <a:path w="541020" h="539750">
                  <a:moveTo>
                    <a:pt x="0" y="269747"/>
                  </a:moveTo>
                  <a:lnTo>
                    <a:pt x="4359" y="221262"/>
                  </a:lnTo>
                  <a:lnTo>
                    <a:pt x="16929" y="175626"/>
                  </a:lnTo>
                  <a:lnTo>
                    <a:pt x="36942" y="133604"/>
                  </a:lnTo>
                  <a:lnTo>
                    <a:pt x="63635" y="95955"/>
                  </a:lnTo>
                  <a:lnTo>
                    <a:pt x="96243" y="63443"/>
                  </a:lnTo>
                  <a:lnTo>
                    <a:pt x="133999" y="36830"/>
                  </a:lnTo>
                  <a:lnTo>
                    <a:pt x="176139" y="16876"/>
                  </a:lnTo>
                  <a:lnTo>
                    <a:pt x="221897" y="4346"/>
                  </a:lnTo>
                  <a:lnTo>
                    <a:pt x="270510" y="0"/>
                  </a:lnTo>
                  <a:lnTo>
                    <a:pt x="319122" y="4346"/>
                  </a:lnTo>
                  <a:lnTo>
                    <a:pt x="364880" y="16876"/>
                  </a:lnTo>
                  <a:lnTo>
                    <a:pt x="407020" y="36830"/>
                  </a:lnTo>
                  <a:lnTo>
                    <a:pt x="444776" y="63443"/>
                  </a:lnTo>
                  <a:lnTo>
                    <a:pt x="477384" y="95955"/>
                  </a:lnTo>
                  <a:lnTo>
                    <a:pt x="504077" y="133604"/>
                  </a:lnTo>
                  <a:lnTo>
                    <a:pt x="524090" y="175626"/>
                  </a:lnTo>
                  <a:lnTo>
                    <a:pt x="536660" y="221262"/>
                  </a:lnTo>
                  <a:lnTo>
                    <a:pt x="541020" y="269747"/>
                  </a:lnTo>
                  <a:lnTo>
                    <a:pt x="536660" y="318233"/>
                  </a:lnTo>
                  <a:lnTo>
                    <a:pt x="524090" y="363869"/>
                  </a:lnTo>
                  <a:lnTo>
                    <a:pt x="504077" y="405891"/>
                  </a:lnTo>
                  <a:lnTo>
                    <a:pt x="477384" y="443540"/>
                  </a:lnTo>
                  <a:lnTo>
                    <a:pt x="444776" y="476052"/>
                  </a:lnTo>
                  <a:lnTo>
                    <a:pt x="407020" y="502665"/>
                  </a:lnTo>
                  <a:lnTo>
                    <a:pt x="364880" y="522619"/>
                  </a:lnTo>
                  <a:lnTo>
                    <a:pt x="319122" y="535149"/>
                  </a:lnTo>
                  <a:lnTo>
                    <a:pt x="270510" y="539495"/>
                  </a:lnTo>
                  <a:lnTo>
                    <a:pt x="221897" y="535149"/>
                  </a:lnTo>
                  <a:lnTo>
                    <a:pt x="176139" y="522619"/>
                  </a:lnTo>
                  <a:lnTo>
                    <a:pt x="133999" y="502665"/>
                  </a:lnTo>
                  <a:lnTo>
                    <a:pt x="96243" y="476052"/>
                  </a:lnTo>
                  <a:lnTo>
                    <a:pt x="63635" y="443540"/>
                  </a:lnTo>
                  <a:lnTo>
                    <a:pt x="36942" y="405891"/>
                  </a:lnTo>
                  <a:lnTo>
                    <a:pt x="16929" y="363869"/>
                  </a:lnTo>
                  <a:lnTo>
                    <a:pt x="4359" y="318233"/>
                  </a:lnTo>
                  <a:lnTo>
                    <a:pt x="0" y="269747"/>
                  </a:lnTo>
                  <a:close/>
                </a:path>
              </a:pathLst>
            </a:custGeom>
            <a:ln w="9144">
              <a:solidFill>
                <a:srgbClr val="44536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5998337" y="2624581"/>
              <a:ext cx="1079500" cy="1157605"/>
            </a:xfrm>
            <a:custGeom>
              <a:avLst/>
              <a:gdLst/>
              <a:ahLst/>
              <a:cxnLst/>
              <a:rect l="l" t="t" r="r" b="b"/>
              <a:pathLst>
                <a:path w="1079500" h="1157604">
                  <a:moveTo>
                    <a:pt x="1022924" y="1105606"/>
                  </a:moveTo>
                  <a:lnTo>
                    <a:pt x="999743" y="1127251"/>
                  </a:lnTo>
                  <a:lnTo>
                    <a:pt x="1079499" y="1157096"/>
                  </a:lnTo>
                  <a:lnTo>
                    <a:pt x="1067060" y="1114932"/>
                  </a:lnTo>
                  <a:lnTo>
                    <a:pt x="1031620" y="1114932"/>
                  </a:lnTo>
                  <a:lnTo>
                    <a:pt x="1022924" y="1105606"/>
                  </a:lnTo>
                  <a:close/>
                </a:path>
                <a:path w="1079500" h="1157604">
                  <a:moveTo>
                    <a:pt x="1032185" y="1096958"/>
                  </a:moveTo>
                  <a:lnTo>
                    <a:pt x="1022924" y="1105606"/>
                  </a:lnTo>
                  <a:lnTo>
                    <a:pt x="1031620" y="1114932"/>
                  </a:lnTo>
                  <a:lnTo>
                    <a:pt x="1040891" y="1106296"/>
                  </a:lnTo>
                  <a:lnTo>
                    <a:pt x="1032185" y="1096958"/>
                  </a:lnTo>
                  <a:close/>
                </a:path>
                <a:path w="1079500" h="1157604">
                  <a:moveTo>
                    <a:pt x="1055369" y="1075308"/>
                  </a:moveTo>
                  <a:lnTo>
                    <a:pt x="1032185" y="1096958"/>
                  </a:lnTo>
                  <a:lnTo>
                    <a:pt x="1040891" y="1106296"/>
                  </a:lnTo>
                  <a:lnTo>
                    <a:pt x="1031620" y="1114932"/>
                  </a:lnTo>
                  <a:lnTo>
                    <a:pt x="1067060" y="1114932"/>
                  </a:lnTo>
                  <a:lnTo>
                    <a:pt x="1055369" y="1075308"/>
                  </a:lnTo>
                  <a:close/>
                </a:path>
                <a:path w="1079500" h="1157604">
                  <a:moveTo>
                    <a:pt x="9398" y="0"/>
                  </a:moveTo>
                  <a:lnTo>
                    <a:pt x="0" y="8635"/>
                  </a:lnTo>
                  <a:lnTo>
                    <a:pt x="1022924" y="1105606"/>
                  </a:lnTo>
                  <a:lnTo>
                    <a:pt x="1032185" y="1096958"/>
                  </a:lnTo>
                  <a:lnTo>
                    <a:pt x="9398" y="0"/>
                  </a:lnTo>
                  <a:close/>
                </a:path>
              </a:pathLst>
            </a:custGeom>
            <a:solidFill>
              <a:srgbClr val="BEBEB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4624324" y="2628899"/>
              <a:ext cx="839469" cy="2333625"/>
            </a:xfrm>
            <a:custGeom>
              <a:avLst/>
              <a:gdLst/>
              <a:ahLst/>
              <a:cxnLst/>
              <a:rect l="l" t="t" r="r" b="b"/>
              <a:pathLst>
                <a:path w="839470" h="2333625">
                  <a:moveTo>
                    <a:pt x="838073" y="725424"/>
                  </a:moveTo>
                  <a:lnTo>
                    <a:pt x="769239" y="775462"/>
                  </a:lnTo>
                  <a:lnTo>
                    <a:pt x="797433" y="790155"/>
                  </a:lnTo>
                  <a:lnTo>
                    <a:pt x="0" y="2327402"/>
                  </a:lnTo>
                  <a:lnTo>
                    <a:pt x="11176" y="2333244"/>
                  </a:lnTo>
                  <a:lnTo>
                    <a:pt x="808621" y="795972"/>
                  </a:lnTo>
                  <a:lnTo>
                    <a:pt x="836803" y="810641"/>
                  </a:lnTo>
                  <a:lnTo>
                    <a:pt x="837272" y="778891"/>
                  </a:lnTo>
                  <a:lnTo>
                    <a:pt x="838073" y="725424"/>
                  </a:lnTo>
                  <a:close/>
                </a:path>
                <a:path w="839470" h="2333625">
                  <a:moveTo>
                    <a:pt x="838962" y="0"/>
                  </a:moveTo>
                  <a:lnTo>
                    <a:pt x="769620" y="49530"/>
                  </a:lnTo>
                  <a:lnTo>
                    <a:pt x="797712" y="64439"/>
                  </a:lnTo>
                  <a:lnTo>
                    <a:pt x="25908" y="1524254"/>
                  </a:lnTo>
                  <a:lnTo>
                    <a:pt x="37084" y="1530096"/>
                  </a:lnTo>
                  <a:lnTo>
                    <a:pt x="808863" y="70345"/>
                  </a:lnTo>
                  <a:lnTo>
                    <a:pt x="836930" y="85217"/>
                  </a:lnTo>
                  <a:lnTo>
                    <a:pt x="837692" y="53213"/>
                  </a:lnTo>
                  <a:lnTo>
                    <a:pt x="838962" y="0"/>
                  </a:lnTo>
                  <a:close/>
                </a:path>
              </a:pathLst>
            </a:custGeom>
            <a:solidFill>
              <a:srgbClr val="58585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6000623" y="3348481"/>
              <a:ext cx="1077595" cy="441325"/>
            </a:xfrm>
            <a:custGeom>
              <a:avLst/>
              <a:gdLst/>
              <a:ahLst/>
              <a:cxnLst/>
              <a:rect l="l" t="t" r="r" b="b"/>
              <a:pathLst>
                <a:path w="1077595" h="441325">
                  <a:moveTo>
                    <a:pt x="1004096" y="411615"/>
                  </a:moveTo>
                  <a:lnTo>
                    <a:pt x="992377" y="441070"/>
                  </a:lnTo>
                  <a:lnTo>
                    <a:pt x="1077213" y="433831"/>
                  </a:lnTo>
                  <a:lnTo>
                    <a:pt x="1061612" y="416305"/>
                  </a:lnTo>
                  <a:lnTo>
                    <a:pt x="1015873" y="416305"/>
                  </a:lnTo>
                  <a:lnTo>
                    <a:pt x="1004096" y="411615"/>
                  </a:lnTo>
                  <a:close/>
                </a:path>
                <a:path w="1077595" h="441325">
                  <a:moveTo>
                    <a:pt x="1008795" y="399805"/>
                  </a:moveTo>
                  <a:lnTo>
                    <a:pt x="1004096" y="411615"/>
                  </a:lnTo>
                  <a:lnTo>
                    <a:pt x="1015873" y="416305"/>
                  </a:lnTo>
                  <a:lnTo>
                    <a:pt x="1020572" y="404494"/>
                  </a:lnTo>
                  <a:lnTo>
                    <a:pt x="1008795" y="399805"/>
                  </a:lnTo>
                  <a:close/>
                </a:path>
                <a:path w="1077595" h="441325">
                  <a:moveTo>
                    <a:pt x="1020572" y="370204"/>
                  </a:moveTo>
                  <a:lnTo>
                    <a:pt x="1008795" y="399805"/>
                  </a:lnTo>
                  <a:lnTo>
                    <a:pt x="1020572" y="404494"/>
                  </a:lnTo>
                  <a:lnTo>
                    <a:pt x="1015873" y="416305"/>
                  </a:lnTo>
                  <a:lnTo>
                    <a:pt x="1061612" y="416305"/>
                  </a:lnTo>
                  <a:lnTo>
                    <a:pt x="1020572" y="370204"/>
                  </a:lnTo>
                  <a:close/>
                </a:path>
                <a:path w="1077595" h="441325">
                  <a:moveTo>
                    <a:pt x="4699" y="0"/>
                  </a:moveTo>
                  <a:lnTo>
                    <a:pt x="0" y="11683"/>
                  </a:lnTo>
                  <a:lnTo>
                    <a:pt x="1004096" y="411615"/>
                  </a:lnTo>
                  <a:lnTo>
                    <a:pt x="1008795" y="399805"/>
                  </a:lnTo>
                  <a:lnTo>
                    <a:pt x="4699" y="0"/>
                  </a:lnTo>
                  <a:close/>
                </a:path>
              </a:pathLst>
            </a:custGeom>
            <a:solidFill>
              <a:srgbClr val="BEBEB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2820162" y="2590799"/>
              <a:ext cx="2651760" cy="2406650"/>
            </a:xfrm>
            <a:custGeom>
              <a:avLst/>
              <a:gdLst/>
              <a:ahLst/>
              <a:cxnLst/>
              <a:rect l="l" t="t" r="r" b="b"/>
              <a:pathLst>
                <a:path w="2651760" h="2406650">
                  <a:moveTo>
                    <a:pt x="1295781" y="38100"/>
                  </a:moveTo>
                  <a:lnTo>
                    <a:pt x="1247559" y="29946"/>
                  </a:lnTo>
                  <a:lnTo>
                    <a:pt x="1247559" y="98539"/>
                  </a:lnTo>
                  <a:lnTo>
                    <a:pt x="877239" y="649795"/>
                  </a:lnTo>
                  <a:lnTo>
                    <a:pt x="869746" y="647877"/>
                  </a:lnTo>
                  <a:lnTo>
                    <a:pt x="869746" y="660958"/>
                  </a:lnTo>
                  <a:lnTo>
                    <a:pt x="659815" y="973455"/>
                  </a:lnTo>
                  <a:lnTo>
                    <a:pt x="14947" y="1193139"/>
                  </a:lnTo>
                  <a:lnTo>
                    <a:pt x="667448" y="609092"/>
                  </a:lnTo>
                  <a:lnTo>
                    <a:pt x="869746" y="660958"/>
                  </a:lnTo>
                  <a:lnTo>
                    <a:pt x="869746" y="647877"/>
                  </a:lnTo>
                  <a:lnTo>
                    <a:pt x="678789" y="598932"/>
                  </a:lnTo>
                  <a:lnTo>
                    <a:pt x="1242631" y="94246"/>
                  </a:lnTo>
                  <a:lnTo>
                    <a:pt x="1245362" y="96088"/>
                  </a:lnTo>
                  <a:lnTo>
                    <a:pt x="1247559" y="98539"/>
                  </a:lnTo>
                  <a:lnTo>
                    <a:pt x="1247559" y="29946"/>
                  </a:lnTo>
                  <a:lnTo>
                    <a:pt x="1231163" y="27178"/>
                  </a:lnTo>
                  <a:lnTo>
                    <a:pt x="1231163" y="87388"/>
                  </a:lnTo>
                  <a:lnTo>
                    <a:pt x="663956" y="595134"/>
                  </a:lnTo>
                  <a:lnTo>
                    <a:pt x="27190" y="431939"/>
                  </a:lnTo>
                  <a:lnTo>
                    <a:pt x="1220114" y="67856"/>
                  </a:lnTo>
                  <a:lnTo>
                    <a:pt x="1227810" y="76466"/>
                  </a:lnTo>
                  <a:lnTo>
                    <a:pt x="1227861" y="76593"/>
                  </a:lnTo>
                  <a:lnTo>
                    <a:pt x="1221613" y="80137"/>
                  </a:lnTo>
                  <a:lnTo>
                    <a:pt x="1230845" y="86347"/>
                  </a:lnTo>
                  <a:lnTo>
                    <a:pt x="1231163" y="87388"/>
                  </a:lnTo>
                  <a:lnTo>
                    <a:pt x="1231163" y="27178"/>
                  </a:lnTo>
                  <a:lnTo>
                    <a:pt x="1211707" y="23876"/>
                  </a:lnTo>
                  <a:lnTo>
                    <a:pt x="1221016" y="54267"/>
                  </a:lnTo>
                  <a:lnTo>
                    <a:pt x="3429" y="425958"/>
                  </a:lnTo>
                  <a:lnTo>
                    <a:pt x="5448" y="432358"/>
                  </a:lnTo>
                  <a:lnTo>
                    <a:pt x="3810" y="438912"/>
                  </a:lnTo>
                  <a:lnTo>
                    <a:pt x="652614" y="605282"/>
                  </a:lnTo>
                  <a:lnTo>
                    <a:pt x="1143" y="1188466"/>
                  </a:lnTo>
                  <a:lnTo>
                    <a:pt x="7480" y="1195679"/>
                  </a:lnTo>
                  <a:lnTo>
                    <a:pt x="3302" y="1197102"/>
                  </a:lnTo>
                  <a:lnTo>
                    <a:pt x="7366" y="1209040"/>
                  </a:lnTo>
                  <a:lnTo>
                    <a:pt x="648131" y="990841"/>
                  </a:lnTo>
                  <a:lnTo>
                    <a:pt x="0" y="1955673"/>
                  </a:lnTo>
                  <a:lnTo>
                    <a:pt x="3683" y="1958174"/>
                  </a:lnTo>
                  <a:lnTo>
                    <a:pt x="9652" y="1964563"/>
                  </a:lnTo>
                  <a:lnTo>
                    <a:pt x="1244219" y="820000"/>
                  </a:lnTo>
                  <a:lnTo>
                    <a:pt x="1265809" y="843280"/>
                  </a:lnTo>
                  <a:lnTo>
                    <a:pt x="1281315" y="802005"/>
                  </a:lnTo>
                  <a:lnTo>
                    <a:pt x="1295717" y="763663"/>
                  </a:lnTo>
                  <a:lnTo>
                    <a:pt x="1295781" y="763524"/>
                  </a:lnTo>
                  <a:lnTo>
                    <a:pt x="1295603" y="763511"/>
                  </a:lnTo>
                  <a:lnTo>
                    <a:pt x="1284655" y="753999"/>
                  </a:lnTo>
                  <a:lnTo>
                    <a:pt x="1232357" y="708609"/>
                  </a:lnTo>
                  <a:lnTo>
                    <a:pt x="1232357" y="813587"/>
                  </a:lnTo>
                  <a:lnTo>
                    <a:pt x="39611" y="1919503"/>
                  </a:lnTo>
                  <a:lnTo>
                    <a:pt x="667994" y="984084"/>
                  </a:lnTo>
                  <a:lnTo>
                    <a:pt x="1221562" y="795578"/>
                  </a:lnTo>
                  <a:lnTo>
                    <a:pt x="1228915" y="803516"/>
                  </a:lnTo>
                  <a:lnTo>
                    <a:pt x="1232357" y="813587"/>
                  </a:lnTo>
                  <a:lnTo>
                    <a:pt x="1232357" y="708609"/>
                  </a:lnTo>
                  <a:lnTo>
                    <a:pt x="1231392" y="707771"/>
                  </a:lnTo>
                  <a:lnTo>
                    <a:pt x="1223505" y="738530"/>
                  </a:lnTo>
                  <a:lnTo>
                    <a:pt x="1221600" y="738047"/>
                  </a:lnTo>
                  <a:lnTo>
                    <a:pt x="1221600" y="782078"/>
                  </a:lnTo>
                  <a:lnTo>
                    <a:pt x="679665" y="966698"/>
                  </a:lnTo>
                  <a:lnTo>
                    <a:pt x="882802" y="664311"/>
                  </a:lnTo>
                  <a:lnTo>
                    <a:pt x="1220343" y="750849"/>
                  </a:lnTo>
                  <a:lnTo>
                    <a:pt x="1219758" y="753122"/>
                  </a:lnTo>
                  <a:lnTo>
                    <a:pt x="1211326" y="751967"/>
                  </a:lnTo>
                  <a:lnTo>
                    <a:pt x="1216304" y="766584"/>
                  </a:lnTo>
                  <a:lnTo>
                    <a:pt x="1212469" y="781558"/>
                  </a:lnTo>
                  <a:lnTo>
                    <a:pt x="1220800" y="779767"/>
                  </a:lnTo>
                  <a:lnTo>
                    <a:pt x="1221600" y="782078"/>
                  </a:lnTo>
                  <a:lnTo>
                    <a:pt x="1221600" y="738047"/>
                  </a:lnTo>
                  <a:lnTo>
                    <a:pt x="890308" y="653148"/>
                  </a:lnTo>
                  <a:lnTo>
                    <a:pt x="1256309" y="108305"/>
                  </a:lnTo>
                  <a:lnTo>
                    <a:pt x="1264412" y="117348"/>
                  </a:lnTo>
                  <a:lnTo>
                    <a:pt x="1267066" y="110642"/>
                  </a:lnTo>
                  <a:lnTo>
                    <a:pt x="1284859" y="122555"/>
                  </a:lnTo>
                  <a:lnTo>
                    <a:pt x="1289418" y="87249"/>
                  </a:lnTo>
                  <a:lnTo>
                    <a:pt x="1295781" y="38100"/>
                  </a:lnTo>
                  <a:close/>
                </a:path>
                <a:path w="2651760" h="2406650">
                  <a:moveTo>
                    <a:pt x="2651633" y="2283333"/>
                  </a:moveTo>
                  <a:lnTo>
                    <a:pt x="2640457" y="2287206"/>
                  </a:lnTo>
                  <a:lnTo>
                    <a:pt x="2640457" y="2283333"/>
                  </a:lnTo>
                  <a:lnTo>
                    <a:pt x="2621292" y="2292908"/>
                  </a:lnTo>
                  <a:lnTo>
                    <a:pt x="2603919" y="2242629"/>
                  </a:lnTo>
                  <a:lnTo>
                    <a:pt x="2603919" y="2281377"/>
                  </a:lnTo>
                  <a:lnTo>
                    <a:pt x="2599613" y="2272792"/>
                  </a:lnTo>
                  <a:lnTo>
                    <a:pt x="2599613" y="2301316"/>
                  </a:lnTo>
                  <a:lnTo>
                    <a:pt x="2586164" y="2305964"/>
                  </a:lnTo>
                  <a:lnTo>
                    <a:pt x="2579268" y="2299093"/>
                  </a:lnTo>
                  <a:lnTo>
                    <a:pt x="2579268" y="2322626"/>
                  </a:lnTo>
                  <a:lnTo>
                    <a:pt x="2568968" y="2332939"/>
                  </a:lnTo>
                  <a:lnTo>
                    <a:pt x="2563495" y="2330196"/>
                  </a:lnTo>
                  <a:lnTo>
                    <a:pt x="2563495" y="2338451"/>
                  </a:lnTo>
                  <a:lnTo>
                    <a:pt x="2559685" y="2342261"/>
                  </a:lnTo>
                  <a:lnTo>
                    <a:pt x="2563495" y="2343531"/>
                  </a:lnTo>
                  <a:lnTo>
                    <a:pt x="2563495" y="2361946"/>
                  </a:lnTo>
                  <a:lnTo>
                    <a:pt x="1826437" y="2361946"/>
                  </a:lnTo>
                  <a:lnTo>
                    <a:pt x="2232101" y="1970887"/>
                  </a:lnTo>
                  <a:lnTo>
                    <a:pt x="2577134" y="2314943"/>
                  </a:lnTo>
                  <a:lnTo>
                    <a:pt x="2572258" y="2317369"/>
                  </a:lnTo>
                  <a:lnTo>
                    <a:pt x="2579268" y="2322626"/>
                  </a:lnTo>
                  <a:lnTo>
                    <a:pt x="2579268" y="2299093"/>
                  </a:lnTo>
                  <a:lnTo>
                    <a:pt x="2241219" y="1962099"/>
                  </a:lnTo>
                  <a:lnTo>
                    <a:pt x="2368169" y="1839722"/>
                  </a:lnTo>
                  <a:lnTo>
                    <a:pt x="2599613" y="2301316"/>
                  </a:lnTo>
                  <a:lnTo>
                    <a:pt x="2599613" y="2272792"/>
                  </a:lnTo>
                  <a:lnTo>
                    <a:pt x="2377795" y="1830438"/>
                  </a:lnTo>
                  <a:lnTo>
                    <a:pt x="2430564" y="1779562"/>
                  </a:lnTo>
                  <a:lnTo>
                    <a:pt x="2603919" y="2281377"/>
                  </a:lnTo>
                  <a:lnTo>
                    <a:pt x="2603919" y="2242629"/>
                  </a:lnTo>
                  <a:lnTo>
                    <a:pt x="2440609" y="1769884"/>
                  </a:lnTo>
                  <a:lnTo>
                    <a:pt x="2591854" y="1624088"/>
                  </a:lnTo>
                  <a:lnTo>
                    <a:pt x="2613914" y="1646936"/>
                  </a:lnTo>
                  <a:lnTo>
                    <a:pt x="2628290" y="1606169"/>
                  </a:lnTo>
                  <a:lnTo>
                    <a:pt x="2642235" y="1566672"/>
                  </a:lnTo>
                  <a:lnTo>
                    <a:pt x="2641892" y="1566786"/>
                  </a:lnTo>
                  <a:lnTo>
                    <a:pt x="2642108" y="1566672"/>
                  </a:lnTo>
                  <a:lnTo>
                    <a:pt x="2629408" y="1560322"/>
                  </a:lnTo>
                  <a:lnTo>
                    <a:pt x="2610535" y="1550898"/>
                  </a:lnTo>
                  <a:lnTo>
                    <a:pt x="2606929" y="1539430"/>
                  </a:lnTo>
                  <a:lnTo>
                    <a:pt x="2643124" y="1565275"/>
                  </a:lnTo>
                  <a:lnTo>
                    <a:pt x="2641854" y="1512062"/>
                  </a:lnTo>
                  <a:lnTo>
                    <a:pt x="2641092" y="1480058"/>
                  </a:lnTo>
                  <a:lnTo>
                    <a:pt x="2613025" y="1494942"/>
                  </a:lnTo>
                  <a:lnTo>
                    <a:pt x="2601874" y="1473860"/>
                  </a:lnTo>
                  <a:lnTo>
                    <a:pt x="2601874" y="1500847"/>
                  </a:lnTo>
                  <a:lnTo>
                    <a:pt x="2595829" y="1504061"/>
                  </a:lnTo>
                  <a:lnTo>
                    <a:pt x="2592451" y="1493266"/>
                  </a:lnTo>
                  <a:lnTo>
                    <a:pt x="2583053" y="1502371"/>
                  </a:lnTo>
                  <a:lnTo>
                    <a:pt x="2583053" y="1614982"/>
                  </a:lnTo>
                  <a:lnTo>
                    <a:pt x="2436037" y="1756676"/>
                  </a:lnTo>
                  <a:lnTo>
                    <a:pt x="2426004" y="1727631"/>
                  </a:lnTo>
                  <a:lnTo>
                    <a:pt x="2426004" y="1766354"/>
                  </a:lnTo>
                  <a:lnTo>
                    <a:pt x="2371839" y="1818563"/>
                  </a:lnTo>
                  <a:lnTo>
                    <a:pt x="2362212" y="1799374"/>
                  </a:lnTo>
                  <a:lnTo>
                    <a:pt x="2362212" y="1827847"/>
                  </a:lnTo>
                  <a:lnTo>
                    <a:pt x="2232228" y="1953133"/>
                  </a:lnTo>
                  <a:lnTo>
                    <a:pt x="1850923" y="1573022"/>
                  </a:lnTo>
                  <a:lnTo>
                    <a:pt x="2234438" y="1573022"/>
                  </a:lnTo>
                  <a:lnTo>
                    <a:pt x="2362212" y="1827847"/>
                  </a:lnTo>
                  <a:lnTo>
                    <a:pt x="2362212" y="1799374"/>
                  </a:lnTo>
                  <a:lnTo>
                    <a:pt x="2248712" y="1573022"/>
                  </a:lnTo>
                  <a:lnTo>
                    <a:pt x="2359215" y="1573022"/>
                  </a:lnTo>
                  <a:lnTo>
                    <a:pt x="2426004" y="1766354"/>
                  </a:lnTo>
                  <a:lnTo>
                    <a:pt x="2426004" y="1727631"/>
                  </a:lnTo>
                  <a:lnTo>
                    <a:pt x="2372601" y="1573022"/>
                  </a:lnTo>
                  <a:lnTo>
                    <a:pt x="2565908" y="1573022"/>
                  </a:lnTo>
                  <a:lnTo>
                    <a:pt x="2565908" y="1590535"/>
                  </a:lnTo>
                  <a:lnTo>
                    <a:pt x="2560955" y="1592072"/>
                  </a:lnTo>
                  <a:lnTo>
                    <a:pt x="2565908" y="1597215"/>
                  </a:lnTo>
                  <a:lnTo>
                    <a:pt x="2565908" y="1604772"/>
                  </a:lnTo>
                  <a:lnTo>
                    <a:pt x="2570823" y="1602320"/>
                  </a:lnTo>
                  <a:lnTo>
                    <a:pt x="2583053" y="1614982"/>
                  </a:lnTo>
                  <a:lnTo>
                    <a:pt x="2583053" y="1502371"/>
                  </a:lnTo>
                  <a:lnTo>
                    <a:pt x="2569629" y="1515351"/>
                  </a:lnTo>
                  <a:lnTo>
                    <a:pt x="2565908" y="1511503"/>
                  </a:lnTo>
                  <a:lnTo>
                    <a:pt x="2565908" y="1556181"/>
                  </a:lnTo>
                  <a:lnTo>
                    <a:pt x="2565908" y="1560322"/>
                  </a:lnTo>
                  <a:lnTo>
                    <a:pt x="2368207" y="1560322"/>
                  </a:lnTo>
                  <a:lnTo>
                    <a:pt x="2354834" y="1521612"/>
                  </a:lnTo>
                  <a:lnTo>
                    <a:pt x="2354834" y="1560322"/>
                  </a:lnTo>
                  <a:lnTo>
                    <a:pt x="2242337" y="1560322"/>
                  </a:lnTo>
                  <a:lnTo>
                    <a:pt x="1860067" y="798029"/>
                  </a:lnTo>
                  <a:lnTo>
                    <a:pt x="2220620" y="1171803"/>
                  </a:lnTo>
                  <a:lnTo>
                    <a:pt x="2354834" y="1560322"/>
                  </a:lnTo>
                  <a:lnTo>
                    <a:pt x="2354834" y="1521612"/>
                  </a:lnTo>
                  <a:lnTo>
                    <a:pt x="2241448" y="1193393"/>
                  </a:lnTo>
                  <a:lnTo>
                    <a:pt x="2560523" y="1524152"/>
                  </a:lnTo>
                  <a:lnTo>
                    <a:pt x="2537714" y="1546225"/>
                  </a:lnTo>
                  <a:lnTo>
                    <a:pt x="2565908" y="1556181"/>
                  </a:lnTo>
                  <a:lnTo>
                    <a:pt x="2565908" y="1511503"/>
                  </a:lnTo>
                  <a:lnTo>
                    <a:pt x="2231593" y="1164882"/>
                  </a:lnTo>
                  <a:lnTo>
                    <a:pt x="2210765" y="1104595"/>
                  </a:lnTo>
                  <a:lnTo>
                    <a:pt x="2210765" y="1143279"/>
                  </a:lnTo>
                  <a:lnTo>
                    <a:pt x="1850631" y="769874"/>
                  </a:lnTo>
                  <a:lnTo>
                    <a:pt x="2081771" y="769874"/>
                  </a:lnTo>
                  <a:lnTo>
                    <a:pt x="2210765" y="1143279"/>
                  </a:lnTo>
                  <a:lnTo>
                    <a:pt x="2210765" y="1104595"/>
                  </a:lnTo>
                  <a:lnTo>
                    <a:pt x="2095131" y="769874"/>
                  </a:lnTo>
                  <a:lnTo>
                    <a:pt x="2215400" y="769874"/>
                  </a:lnTo>
                  <a:lnTo>
                    <a:pt x="2601874" y="1500847"/>
                  </a:lnTo>
                  <a:lnTo>
                    <a:pt x="2601874" y="1473860"/>
                  </a:lnTo>
                  <a:lnTo>
                    <a:pt x="2229675" y="769874"/>
                  </a:lnTo>
                  <a:lnTo>
                    <a:pt x="2566924" y="769874"/>
                  </a:lnTo>
                  <a:lnTo>
                    <a:pt x="2566924" y="801624"/>
                  </a:lnTo>
                  <a:lnTo>
                    <a:pt x="2630424" y="769874"/>
                  </a:lnTo>
                  <a:lnTo>
                    <a:pt x="2643124" y="763524"/>
                  </a:lnTo>
                  <a:lnTo>
                    <a:pt x="2639758" y="761847"/>
                  </a:lnTo>
                  <a:lnTo>
                    <a:pt x="2643124" y="762762"/>
                  </a:lnTo>
                  <a:lnTo>
                    <a:pt x="2628303" y="725170"/>
                  </a:lnTo>
                  <a:lnTo>
                    <a:pt x="2611882" y="683514"/>
                  </a:lnTo>
                  <a:lnTo>
                    <a:pt x="2590635" y="707186"/>
                  </a:lnTo>
                  <a:lnTo>
                    <a:pt x="2582113" y="699541"/>
                  </a:lnTo>
                  <a:lnTo>
                    <a:pt x="2582113" y="716699"/>
                  </a:lnTo>
                  <a:lnTo>
                    <a:pt x="2572004" y="727976"/>
                  </a:lnTo>
                  <a:lnTo>
                    <a:pt x="2566924" y="725424"/>
                  </a:lnTo>
                  <a:lnTo>
                    <a:pt x="2566924" y="733640"/>
                  </a:lnTo>
                  <a:lnTo>
                    <a:pt x="2560955" y="740283"/>
                  </a:lnTo>
                  <a:lnTo>
                    <a:pt x="2566924" y="741921"/>
                  </a:lnTo>
                  <a:lnTo>
                    <a:pt x="2566924" y="757174"/>
                  </a:lnTo>
                  <a:lnTo>
                    <a:pt x="2222957" y="757174"/>
                  </a:lnTo>
                  <a:lnTo>
                    <a:pt x="2208695" y="730211"/>
                  </a:lnTo>
                  <a:lnTo>
                    <a:pt x="2208695" y="757174"/>
                  </a:lnTo>
                  <a:lnTo>
                    <a:pt x="2090737" y="757174"/>
                  </a:lnTo>
                  <a:lnTo>
                    <a:pt x="2077389" y="718540"/>
                  </a:lnTo>
                  <a:lnTo>
                    <a:pt x="2077389" y="757174"/>
                  </a:lnTo>
                  <a:lnTo>
                    <a:pt x="1851444" y="757174"/>
                  </a:lnTo>
                  <a:lnTo>
                    <a:pt x="2023910" y="602373"/>
                  </a:lnTo>
                  <a:lnTo>
                    <a:pt x="2077389" y="757174"/>
                  </a:lnTo>
                  <a:lnTo>
                    <a:pt x="2077389" y="718540"/>
                  </a:lnTo>
                  <a:lnTo>
                    <a:pt x="2034095" y="593229"/>
                  </a:lnTo>
                  <a:lnTo>
                    <a:pt x="2093722" y="539711"/>
                  </a:lnTo>
                  <a:lnTo>
                    <a:pt x="2208695" y="757174"/>
                  </a:lnTo>
                  <a:lnTo>
                    <a:pt x="2208695" y="730211"/>
                  </a:lnTo>
                  <a:lnTo>
                    <a:pt x="2103386" y="531025"/>
                  </a:lnTo>
                  <a:lnTo>
                    <a:pt x="2239353" y="408990"/>
                  </a:lnTo>
                  <a:lnTo>
                    <a:pt x="2582113" y="716699"/>
                  </a:lnTo>
                  <a:lnTo>
                    <a:pt x="2582113" y="699541"/>
                  </a:lnTo>
                  <a:lnTo>
                    <a:pt x="2248852" y="400469"/>
                  </a:lnTo>
                  <a:lnTo>
                    <a:pt x="2590609" y="93700"/>
                  </a:lnTo>
                  <a:lnTo>
                    <a:pt x="2611882" y="117348"/>
                  </a:lnTo>
                  <a:lnTo>
                    <a:pt x="2628252" y="75819"/>
                  </a:lnTo>
                  <a:lnTo>
                    <a:pt x="2643124" y="38100"/>
                  </a:lnTo>
                  <a:lnTo>
                    <a:pt x="2630424" y="31750"/>
                  </a:lnTo>
                  <a:lnTo>
                    <a:pt x="2582138" y="7607"/>
                  </a:lnTo>
                  <a:lnTo>
                    <a:pt x="2582138" y="84277"/>
                  </a:lnTo>
                  <a:lnTo>
                    <a:pt x="2239353" y="391947"/>
                  </a:lnTo>
                  <a:lnTo>
                    <a:pt x="2229866" y="383438"/>
                  </a:lnTo>
                  <a:lnTo>
                    <a:pt x="2229866" y="400469"/>
                  </a:lnTo>
                  <a:lnTo>
                    <a:pt x="2097278" y="519468"/>
                  </a:lnTo>
                  <a:lnTo>
                    <a:pt x="2087613" y="501192"/>
                  </a:lnTo>
                  <a:lnTo>
                    <a:pt x="2087613" y="528154"/>
                  </a:lnTo>
                  <a:lnTo>
                    <a:pt x="2029612" y="580224"/>
                  </a:lnTo>
                  <a:lnTo>
                    <a:pt x="1868347" y="113449"/>
                  </a:lnTo>
                  <a:lnTo>
                    <a:pt x="2087613" y="528154"/>
                  </a:lnTo>
                  <a:lnTo>
                    <a:pt x="2087613" y="501192"/>
                  </a:lnTo>
                  <a:lnTo>
                    <a:pt x="1857743" y="66395"/>
                  </a:lnTo>
                  <a:lnTo>
                    <a:pt x="2229866" y="400469"/>
                  </a:lnTo>
                  <a:lnTo>
                    <a:pt x="2229866" y="383438"/>
                  </a:lnTo>
                  <a:lnTo>
                    <a:pt x="1852155" y="44450"/>
                  </a:lnTo>
                  <a:lnTo>
                    <a:pt x="2566924" y="44450"/>
                  </a:lnTo>
                  <a:lnTo>
                    <a:pt x="2566924" y="59067"/>
                  </a:lnTo>
                  <a:lnTo>
                    <a:pt x="2560955" y="60706"/>
                  </a:lnTo>
                  <a:lnTo>
                    <a:pt x="2566924" y="67348"/>
                  </a:lnTo>
                  <a:lnTo>
                    <a:pt x="2566924" y="76200"/>
                  </a:lnTo>
                  <a:lnTo>
                    <a:pt x="2572410" y="73456"/>
                  </a:lnTo>
                  <a:lnTo>
                    <a:pt x="2582138" y="84277"/>
                  </a:lnTo>
                  <a:lnTo>
                    <a:pt x="2582138" y="7607"/>
                  </a:lnTo>
                  <a:lnTo>
                    <a:pt x="2566924" y="0"/>
                  </a:lnTo>
                  <a:lnTo>
                    <a:pt x="2566924" y="31750"/>
                  </a:lnTo>
                  <a:lnTo>
                    <a:pt x="1835658" y="31750"/>
                  </a:lnTo>
                  <a:lnTo>
                    <a:pt x="1835658" y="38100"/>
                  </a:lnTo>
                  <a:lnTo>
                    <a:pt x="1829689" y="40132"/>
                  </a:lnTo>
                  <a:lnTo>
                    <a:pt x="2019414" y="589368"/>
                  </a:lnTo>
                  <a:lnTo>
                    <a:pt x="1831467" y="758063"/>
                  </a:lnTo>
                  <a:lnTo>
                    <a:pt x="1835658" y="762825"/>
                  </a:lnTo>
                  <a:lnTo>
                    <a:pt x="1835658" y="763524"/>
                  </a:lnTo>
                  <a:lnTo>
                    <a:pt x="1829943" y="766318"/>
                  </a:lnTo>
                  <a:lnTo>
                    <a:pt x="2228075" y="1560322"/>
                  </a:lnTo>
                  <a:lnTo>
                    <a:pt x="1834134" y="1560322"/>
                  </a:lnTo>
                  <a:lnTo>
                    <a:pt x="1834134" y="1568196"/>
                  </a:lnTo>
                  <a:lnTo>
                    <a:pt x="1831213" y="1571117"/>
                  </a:lnTo>
                  <a:lnTo>
                    <a:pt x="2223109" y="1961921"/>
                  </a:lnTo>
                  <a:lnTo>
                    <a:pt x="1805305" y="2364613"/>
                  </a:lnTo>
                  <a:lnTo>
                    <a:pt x="1809750" y="2369185"/>
                  </a:lnTo>
                  <a:lnTo>
                    <a:pt x="1809750" y="2374646"/>
                  </a:lnTo>
                  <a:lnTo>
                    <a:pt x="2563495" y="2374646"/>
                  </a:lnTo>
                  <a:lnTo>
                    <a:pt x="2563495" y="2406396"/>
                  </a:lnTo>
                  <a:lnTo>
                    <a:pt x="2626995" y="2374646"/>
                  </a:lnTo>
                  <a:lnTo>
                    <a:pt x="2638933" y="2368677"/>
                  </a:lnTo>
                  <a:lnTo>
                    <a:pt x="2640457" y="2369185"/>
                  </a:lnTo>
                  <a:lnTo>
                    <a:pt x="2640114" y="2368169"/>
                  </a:lnTo>
                  <a:lnTo>
                    <a:pt x="2640457" y="2368423"/>
                  </a:lnTo>
                  <a:lnTo>
                    <a:pt x="2640457" y="2367788"/>
                  </a:lnTo>
                  <a:lnTo>
                    <a:pt x="2648115" y="2309876"/>
                  </a:lnTo>
                  <a:lnTo>
                    <a:pt x="2651633" y="2283333"/>
                  </a:lnTo>
                  <a:close/>
                </a:path>
              </a:pathLst>
            </a:custGeom>
            <a:solidFill>
              <a:srgbClr val="58585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3"/>
            <p:cNvSpPr/>
            <p:nvPr/>
          </p:nvSpPr>
          <p:spPr>
            <a:xfrm>
              <a:off x="5995289" y="3771645"/>
              <a:ext cx="1082675" cy="1192530"/>
            </a:xfrm>
            <a:custGeom>
              <a:avLst/>
              <a:gdLst/>
              <a:ahLst/>
              <a:cxnLst/>
              <a:rect l="l" t="t" r="r" b="b"/>
              <a:pathLst>
                <a:path w="1082675" h="1192529">
                  <a:moveTo>
                    <a:pt x="1082548" y="10922"/>
                  </a:moveTo>
                  <a:lnTo>
                    <a:pt x="998093" y="0"/>
                  </a:lnTo>
                  <a:lnTo>
                    <a:pt x="1008507" y="29984"/>
                  </a:lnTo>
                  <a:lnTo>
                    <a:pt x="5715" y="379349"/>
                  </a:lnTo>
                  <a:lnTo>
                    <a:pt x="9779" y="391414"/>
                  </a:lnTo>
                  <a:lnTo>
                    <a:pt x="1005852" y="44437"/>
                  </a:lnTo>
                  <a:lnTo>
                    <a:pt x="1017092" y="54724"/>
                  </a:lnTo>
                  <a:lnTo>
                    <a:pt x="1021575" y="67627"/>
                  </a:lnTo>
                  <a:lnTo>
                    <a:pt x="0" y="1183513"/>
                  </a:lnTo>
                  <a:lnTo>
                    <a:pt x="9398" y="1192149"/>
                  </a:lnTo>
                  <a:lnTo>
                    <a:pt x="1035392" y="71450"/>
                  </a:lnTo>
                  <a:lnTo>
                    <a:pt x="1058799" y="92837"/>
                  </a:lnTo>
                  <a:lnTo>
                    <a:pt x="1070025" y="53467"/>
                  </a:lnTo>
                  <a:lnTo>
                    <a:pt x="1082001" y="11480"/>
                  </a:lnTo>
                  <a:lnTo>
                    <a:pt x="1082548" y="10922"/>
                  </a:lnTo>
                  <a:close/>
                </a:path>
              </a:pathLst>
            </a:custGeom>
            <a:solidFill>
              <a:srgbClr val="BEBEB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902951" cy="2997319"/>
          </a:xfrm>
          <a:prstGeom prst="rect">
            <a:avLst/>
          </a:prstGeom>
        </p:spPr>
      </p:pic>
      <p:sp>
        <p:nvSpPr>
          <p:cNvPr id="3" name="object 3"/>
          <p:cNvSpPr/>
          <p:nvPr/>
        </p:nvSpPr>
        <p:spPr>
          <a:xfrm>
            <a:off x="449580" y="6425184"/>
            <a:ext cx="9001125" cy="0"/>
          </a:xfrm>
          <a:custGeom>
            <a:avLst/>
            <a:gdLst/>
            <a:ahLst/>
            <a:cxnLst/>
            <a:rect l="l" t="t" r="r" b="b"/>
            <a:pathLst>
              <a:path w="9001125">
                <a:moveTo>
                  <a:pt x="0" y="0"/>
                </a:moveTo>
                <a:lnTo>
                  <a:pt x="9000744" y="0"/>
                </a:lnTo>
              </a:path>
            </a:pathLst>
          </a:custGeom>
          <a:ln w="6096">
            <a:solidFill>
              <a:srgbClr val="BEBEB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363667" y="6524434"/>
            <a:ext cx="81322" cy="90487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54151" y="6527292"/>
            <a:ext cx="1794510" cy="142494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6862571" y="6521195"/>
            <a:ext cx="2327910" cy="118110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915924" y="3224771"/>
            <a:ext cx="3199638" cy="311670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929639" y="2807207"/>
            <a:ext cx="700278" cy="195834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1239011" y="3985259"/>
            <a:ext cx="2676906" cy="168401"/>
          </a:xfrm>
          <a:prstGeom prst="rect">
            <a:avLst/>
          </a:prstGeom>
        </p:spPr>
      </p:pic>
      <p:sp>
        <p:nvSpPr>
          <p:cNvPr id="10" name="object 10"/>
          <p:cNvSpPr/>
          <p:nvPr/>
        </p:nvSpPr>
        <p:spPr>
          <a:xfrm>
            <a:off x="1051560" y="3924300"/>
            <a:ext cx="35560" cy="251460"/>
          </a:xfrm>
          <a:custGeom>
            <a:avLst/>
            <a:gdLst/>
            <a:ahLst/>
            <a:cxnLst/>
            <a:rect l="l" t="t" r="r" b="b"/>
            <a:pathLst>
              <a:path w="35559" h="251460">
                <a:moveTo>
                  <a:pt x="35052" y="0"/>
                </a:moveTo>
                <a:lnTo>
                  <a:pt x="0" y="0"/>
                </a:lnTo>
                <a:lnTo>
                  <a:pt x="0" y="251460"/>
                </a:lnTo>
                <a:lnTo>
                  <a:pt x="35052" y="251460"/>
                </a:lnTo>
                <a:lnTo>
                  <a:pt x="35052" y="0"/>
                </a:lnTo>
                <a:close/>
              </a:path>
            </a:pathLst>
          </a:custGeom>
          <a:solidFill>
            <a:srgbClr val="13299F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1" name="object 11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1240536" y="4402835"/>
            <a:ext cx="1692402" cy="182118"/>
          </a:xfrm>
          <a:prstGeom prst="rect">
            <a:avLst/>
          </a:prstGeom>
        </p:spPr>
      </p:pic>
      <p:sp>
        <p:nvSpPr>
          <p:cNvPr id="12" name="object 12"/>
          <p:cNvSpPr/>
          <p:nvPr/>
        </p:nvSpPr>
        <p:spPr>
          <a:xfrm>
            <a:off x="1051560" y="4352544"/>
            <a:ext cx="35560" cy="253365"/>
          </a:xfrm>
          <a:custGeom>
            <a:avLst/>
            <a:gdLst/>
            <a:ahLst/>
            <a:cxnLst/>
            <a:rect l="l" t="t" r="r" b="b"/>
            <a:pathLst>
              <a:path w="35559" h="253364">
                <a:moveTo>
                  <a:pt x="35052" y="0"/>
                </a:moveTo>
                <a:lnTo>
                  <a:pt x="0" y="0"/>
                </a:lnTo>
                <a:lnTo>
                  <a:pt x="0" y="252984"/>
                </a:lnTo>
                <a:lnTo>
                  <a:pt x="35052" y="252984"/>
                </a:lnTo>
                <a:lnTo>
                  <a:pt x="35052" y="0"/>
                </a:lnTo>
                <a:close/>
              </a:path>
            </a:pathLst>
          </a:custGeom>
          <a:solidFill>
            <a:srgbClr val="A6A6A6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3" name="object 13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1240536" y="4832603"/>
            <a:ext cx="2754630" cy="223266"/>
          </a:xfrm>
          <a:prstGeom prst="rect">
            <a:avLst/>
          </a:prstGeom>
        </p:spPr>
      </p:pic>
      <p:sp>
        <p:nvSpPr>
          <p:cNvPr id="14" name="object 14"/>
          <p:cNvSpPr/>
          <p:nvPr/>
        </p:nvSpPr>
        <p:spPr>
          <a:xfrm>
            <a:off x="1051560" y="4782311"/>
            <a:ext cx="35560" cy="253365"/>
          </a:xfrm>
          <a:custGeom>
            <a:avLst/>
            <a:gdLst/>
            <a:ahLst/>
            <a:cxnLst/>
            <a:rect l="l" t="t" r="r" b="b"/>
            <a:pathLst>
              <a:path w="35559" h="253364">
                <a:moveTo>
                  <a:pt x="35052" y="0"/>
                </a:moveTo>
                <a:lnTo>
                  <a:pt x="0" y="0"/>
                </a:lnTo>
                <a:lnTo>
                  <a:pt x="0" y="252983"/>
                </a:lnTo>
                <a:lnTo>
                  <a:pt x="35052" y="252983"/>
                </a:lnTo>
                <a:lnTo>
                  <a:pt x="35052" y="0"/>
                </a:lnTo>
                <a:close/>
              </a:path>
            </a:pathLst>
          </a:custGeom>
          <a:solidFill>
            <a:srgbClr val="A6A6A6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391205" y="6524434"/>
            <a:ext cx="53784" cy="90487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54151" y="6527292"/>
            <a:ext cx="1794510" cy="142494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862571" y="6521195"/>
            <a:ext cx="2327910" cy="118110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437489" y="431419"/>
            <a:ext cx="315658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FFFFFF"/>
                </a:solidFill>
                <a:latin typeface="Ebrima"/>
                <a:cs typeface="Ebrima"/>
              </a:rPr>
              <a:t>2.1.</a:t>
            </a:r>
            <a:r>
              <a:rPr sz="1800" spc="-25" dirty="0">
                <a:solidFill>
                  <a:srgbClr val="FFFFFF"/>
                </a:solidFill>
                <a:latin typeface="Ebrima"/>
                <a:cs typeface="Ebrima"/>
              </a:rPr>
              <a:t> </a:t>
            </a:r>
            <a:r>
              <a:rPr sz="1800" dirty="0">
                <a:solidFill>
                  <a:srgbClr val="FFFFFF"/>
                </a:solidFill>
                <a:latin typeface="Ebrima"/>
                <a:cs typeface="Ebrima"/>
              </a:rPr>
              <a:t>Introduction</a:t>
            </a:r>
            <a:r>
              <a:rPr sz="1800" spc="-40" dirty="0">
                <a:solidFill>
                  <a:srgbClr val="FFFFFF"/>
                </a:solidFill>
                <a:latin typeface="Ebrima"/>
                <a:cs typeface="Ebrima"/>
              </a:rPr>
              <a:t> </a:t>
            </a:r>
            <a:r>
              <a:rPr sz="1800" dirty="0">
                <a:solidFill>
                  <a:srgbClr val="FFFFFF"/>
                </a:solidFill>
                <a:latin typeface="Ebrima"/>
                <a:cs typeface="Ebrima"/>
              </a:rPr>
              <a:t>to</a:t>
            </a:r>
            <a:r>
              <a:rPr sz="1800" spc="-30" dirty="0">
                <a:solidFill>
                  <a:srgbClr val="FFFFFF"/>
                </a:solidFill>
                <a:latin typeface="Ebrima"/>
                <a:cs typeface="Ebrima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Ebrima"/>
                <a:cs typeface="Ebrima"/>
              </a:rPr>
              <a:t>TensorFlow</a:t>
            </a:r>
            <a:endParaRPr sz="1800">
              <a:latin typeface="Ebrima"/>
              <a:cs typeface="Ebrim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8671941" y="463677"/>
            <a:ext cx="80962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dirty="0">
                <a:solidFill>
                  <a:srgbClr val="D9D9D9"/>
                </a:solidFill>
                <a:latin typeface="Ebrima"/>
                <a:cs typeface="Ebrima"/>
              </a:rPr>
              <a:t>UNIT</a:t>
            </a:r>
            <a:r>
              <a:rPr sz="1600" spc="400" dirty="0">
                <a:solidFill>
                  <a:srgbClr val="D9D9D9"/>
                </a:solidFill>
                <a:latin typeface="Ebrima"/>
                <a:cs typeface="Ebrima"/>
              </a:rPr>
              <a:t> </a:t>
            </a:r>
            <a:r>
              <a:rPr sz="1600" spc="-35" dirty="0">
                <a:solidFill>
                  <a:srgbClr val="D9D9D9"/>
                </a:solidFill>
                <a:latin typeface="Ebrima"/>
                <a:cs typeface="Ebrima"/>
              </a:rPr>
              <a:t>02</a:t>
            </a:r>
            <a:endParaRPr sz="1600">
              <a:latin typeface="Ebrima"/>
              <a:cs typeface="Ebrima"/>
            </a:endParaRPr>
          </a:p>
        </p:txBody>
      </p:sp>
      <p:pic>
        <p:nvPicPr>
          <p:cNvPr id="7" name="object 7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452627" y="1443164"/>
            <a:ext cx="3641598" cy="233997"/>
          </a:xfrm>
          <a:prstGeom prst="rect">
            <a:avLst/>
          </a:prstGeom>
        </p:spPr>
      </p:pic>
      <p:sp>
        <p:nvSpPr>
          <p:cNvPr id="8" name="object 8"/>
          <p:cNvSpPr/>
          <p:nvPr/>
        </p:nvSpPr>
        <p:spPr>
          <a:xfrm>
            <a:off x="559308" y="1914144"/>
            <a:ext cx="36830" cy="180340"/>
          </a:xfrm>
          <a:custGeom>
            <a:avLst/>
            <a:gdLst/>
            <a:ahLst/>
            <a:cxnLst/>
            <a:rect l="l" t="t" r="r" b="b"/>
            <a:pathLst>
              <a:path w="36829" h="180339">
                <a:moveTo>
                  <a:pt x="36576" y="0"/>
                </a:moveTo>
                <a:lnTo>
                  <a:pt x="0" y="0"/>
                </a:lnTo>
                <a:lnTo>
                  <a:pt x="0" y="179832"/>
                </a:lnTo>
                <a:lnTo>
                  <a:pt x="36576" y="179832"/>
                </a:lnTo>
                <a:lnTo>
                  <a:pt x="36576" y="0"/>
                </a:lnTo>
                <a:close/>
              </a:path>
            </a:pathLst>
          </a:custGeom>
          <a:solidFill>
            <a:srgbClr val="183DAF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9" name="object 9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713231" y="1937004"/>
            <a:ext cx="982218" cy="144017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710183" y="2255520"/>
            <a:ext cx="5727954" cy="1901189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7212371" y="4158144"/>
            <a:ext cx="2089320" cy="1752284"/>
          </a:xfrm>
          <a:prstGeom prst="rect">
            <a:avLst/>
          </a:prstGeom>
        </p:spPr>
      </p:pic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363498" y="6524434"/>
            <a:ext cx="78443" cy="90487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54151" y="6527292"/>
            <a:ext cx="1794510" cy="142494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862571" y="6521195"/>
            <a:ext cx="2327910" cy="118110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437489" y="431419"/>
            <a:ext cx="315658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FFFFFF"/>
                </a:solidFill>
                <a:latin typeface="Ebrima"/>
                <a:cs typeface="Ebrima"/>
              </a:rPr>
              <a:t>2.1.</a:t>
            </a:r>
            <a:r>
              <a:rPr sz="1800" spc="-25" dirty="0">
                <a:solidFill>
                  <a:srgbClr val="FFFFFF"/>
                </a:solidFill>
                <a:latin typeface="Ebrima"/>
                <a:cs typeface="Ebrima"/>
              </a:rPr>
              <a:t> </a:t>
            </a:r>
            <a:r>
              <a:rPr sz="1800" dirty="0">
                <a:solidFill>
                  <a:srgbClr val="FFFFFF"/>
                </a:solidFill>
                <a:latin typeface="Ebrima"/>
                <a:cs typeface="Ebrima"/>
              </a:rPr>
              <a:t>Introduction</a:t>
            </a:r>
            <a:r>
              <a:rPr sz="1800" spc="-40" dirty="0">
                <a:solidFill>
                  <a:srgbClr val="FFFFFF"/>
                </a:solidFill>
                <a:latin typeface="Ebrima"/>
                <a:cs typeface="Ebrima"/>
              </a:rPr>
              <a:t> </a:t>
            </a:r>
            <a:r>
              <a:rPr sz="1800" dirty="0">
                <a:solidFill>
                  <a:srgbClr val="FFFFFF"/>
                </a:solidFill>
                <a:latin typeface="Ebrima"/>
                <a:cs typeface="Ebrima"/>
              </a:rPr>
              <a:t>to</a:t>
            </a:r>
            <a:r>
              <a:rPr sz="1800" spc="-30" dirty="0">
                <a:solidFill>
                  <a:srgbClr val="FFFFFF"/>
                </a:solidFill>
                <a:latin typeface="Ebrima"/>
                <a:cs typeface="Ebrima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Ebrima"/>
                <a:cs typeface="Ebrima"/>
              </a:rPr>
              <a:t>TensorFlow</a:t>
            </a:r>
            <a:endParaRPr sz="1800">
              <a:latin typeface="Ebrima"/>
              <a:cs typeface="Ebrim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8671941" y="463677"/>
            <a:ext cx="80962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dirty="0">
                <a:solidFill>
                  <a:srgbClr val="D9D9D9"/>
                </a:solidFill>
                <a:latin typeface="Ebrima"/>
                <a:cs typeface="Ebrima"/>
              </a:rPr>
              <a:t>UNIT</a:t>
            </a:r>
            <a:r>
              <a:rPr sz="1600" spc="400" dirty="0">
                <a:solidFill>
                  <a:srgbClr val="D9D9D9"/>
                </a:solidFill>
                <a:latin typeface="Ebrima"/>
                <a:cs typeface="Ebrima"/>
              </a:rPr>
              <a:t> </a:t>
            </a:r>
            <a:r>
              <a:rPr sz="1600" spc="-35" dirty="0">
                <a:solidFill>
                  <a:srgbClr val="D9D9D9"/>
                </a:solidFill>
                <a:latin typeface="Ebrima"/>
                <a:cs typeface="Ebrima"/>
              </a:rPr>
              <a:t>02</a:t>
            </a:r>
            <a:endParaRPr sz="1600">
              <a:latin typeface="Ebrima"/>
              <a:cs typeface="Ebrima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559308" y="1437132"/>
            <a:ext cx="36830" cy="181610"/>
          </a:xfrm>
          <a:custGeom>
            <a:avLst/>
            <a:gdLst/>
            <a:ahLst/>
            <a:cxnLst/>
            <a:rect l="l" t="t" r="r" b="b"/>
            <a:pathLst>
              <a:path w="36829" h="181609">
                <a:moveTo>
                  <a:pt x="36576" y="0"/>
                </a:moveTo>
                <a:lnTo>
                  <a:pt x="0" y="0"/>
                </a:lnTo>
                <a:lnTo>
                  <a:pt x="0" y="181355"/>
                </a:lnTo>
                <a:lnTo>
                  <a:pt x="36576" y="181355"/>
                </a:lnTo>
                <a:lnTo>
                  <a:pt x="36576" y="0"/>
                </a:lnTo>
                <a:close/>
              </a:path>
            </a:pathLst>
          </a:custGeom>
          <a:solidFill>
            <a:srgbClr val="183DAF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8" name="object 8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713231" y="1461516"/>
            <a:ext cx="982218" cy="144017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710183" y="1793748"/>
            <a:ext cx="5964173" cy="1553717"/>
          </a:xfrm>
          <a:prstGeom prst="rect">
            <a:avLst/>
          </a:prstGeom>
        </p:spPr>
      </p:pic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363582" y="6524434"/>
            <a:ext cx="79882" cy="90487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54151" y="6527292"/>
            <a:ext cx="1794510" cy="142494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862571" y="6521195"/>
            <a:ext cx="2327910" cy="118110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437489" y="431419"/>
            <a:ext cx="315658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FFFFFF"/>
                </a:solidFill>
                <a:latin typeface="Ebrima"/>
                <a:cs typeface="Ebrima"/>
              </a:rPr>
              <a:t>2.1.</a:t>
            </a:r>
            <a:r>
              <a:rPr sz="1800" spc="-25" dirty="0">
                <a:solidFill>
                  <a:srgbClr val="FFFFFF"/>
                </a:solidFill>
                <a:latin typeface="Ebrima"/>
                <a:cs typeface="Ebrima"/>
              </a:rPr>
              <a:t> </a:t>
            </a:r>
            <a:r>
              <a:rPr sz="1800" dirty="0">
                <a:solidFill>
                  <a:srgbClr val="FFFFFF"/>
                </a:solidFill>
                <a:latin typeface="Ebrima"/>
                <a:cs typeface="Ebrima"/>
              </a:rPr>
              <a:t>Introduction</a:t>
            </a:r>
            <a:r>
              <a:rPr sz="1800" spc="-40" dirty="0">
                <a:solidFill>
                  <a:srgbClr val="FFFFFF"/>
                </a:solidFill>
                <a:latin typeface="Ebrima"/>
                <a:cs typeface="Ebrima"/>
              </a:rPr>
              <a:t> </a:t>
            </a:r>
            <a:r>
              <a:rPr sz="1800" dirty="0">
                <a:solidFill>
                  <a:srgbClr val="FFFFFF"/>
                </a:solidFill>
                <a:latin typeface="Ebrima"/>
                <a:cs typeface="Ebrima"/>
              </a:rPr>
              <a:t>to</a:t>
            </a:r>
            <a:r>
              <a:rPr sz="1800" spc="-30" dirty="0">
                <a:solidFill>
                  <a:srgbClr val="FFFFFF"/>
                </a:solidFill>
                <a:latin typeface="Ebrima"/>
                <a:cs typeface="Ebrima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Ebrima"/>
                <a:cs typeface="Ebrima"/>
              </a:rPr>
              <a:t>TensorFlow</a:t>
            </a:r>
            <a:endParaRPr sz="1800">
              <a:latin typeface="Ebrima"/>
              <a:cs typeface="Ebrim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8671941" y="463677"/>
            <a:ext cx="80962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dirty="0">
                <a:solidFill>
                  <a:srgbClr val="D9D9D9"/>
                </a:solidFill>
                <a:latin typeface="Ebrima"/>
                <a:cs typeface="Ebrima"/>
              </a:rPr>
              <a:t>UNIT</a:t>
            </a:r>
            <a:r>
              <a:rPr sz="1600" spc="400" dirty="0">
                <a:solidFill>
                  <a:srgbClr val="D9D9D9"/>
                </a:solidFill>
                <a:latin typeface="Ebrima"/>
                <a:cs typeface="Ebrima"/>
              </a:rPr>
              <a:t> </a:t>
            </a:r>
            <a:r>
              <a:rPr sz="1600" spc="-35" dirty="0">
                <a:solidFill>
                  <a:srgbClr val="D9D9D9"/>
                </a:solidFill>
                <a:latin typeface="Ebrima"/>
                <a:cs typeface="Ebrima"/>
              </a:rPr>
              <a:t>02</a:t>
            </a:r>
            <a:endParaRPr sz="1600">
              <a:latin typeface="Ebrima"/>
              <a:cs typeface="Ebrima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559308" y="1437132"/>
            <a:ext cx="36830" cy="181610"/>
          </a:xfrm>
          <a:custGeom>
            <a:avLst/>
            <a:gdLst/>
            <a:ahLst/>
            <a:cxnLst/>
            <a:rect l="l" t="t" r="r" b="b"/>
            <a:pathLst>
              <a:path w="36829" h="181609">
                <a:moveTo>
                  <a:pt x="36576" y="0"/>
                </a:moveTo>
                <a:lnTo>
                  <a:pt x="0" y="0"/>
                </a:lnTo>
                <a:lnTo>
                  <a:pt x="0" y="181355"/>
                </a:lnTo>
                <a:lnTo>
                  <a:pt x="36576" y="181355"/>
                </a:lnTo>
                <a:lnTo>
                  <a:pt x="36576" y="0"/>
                </a:lnTo>
                <a:close/>
              </a:path>
            </a:pathLst>
          </a:custGeom>
          <a:solidFill>
            <a:srgbClr val="183DAF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8" name="object 8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713231" y="1461516"/>
            <a:ext cx="1137666" cy="144017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710183" y="1793735"/>
            <a:ext cx="4828794" cy="857262"/>
          </a:xfrm>
          <a:prstGeom prst="rect">
            <a:avLst/>
          </a:prstGeom>
        </p:spPr>
      </p:pic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369679" y="6524434"/>
            <a:ext cx="79882" cy="90487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54151" y="6527292"/>
            <a:ext cx="1794510" cy="142494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862571" y="6521195"/>
            <a:ext cx="2327910" cy="118110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437489" y="431419"/>
            <a:ext cx="315658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FFFFFF"/>
                </a:solidFill>
                <a:latin typeface="Ebrima"/>
                <a:cs typeface="Ebrima"/>
              </a:rPr>
              <a:t>2.1.</a:t>
            </a:r>
            <a:r>
              <a:rPr sz="1800" spc="-25" dirty="0">
                <a:solidFill>
                  <a:srgbClr val="FFFFFF"/>
                </a:solidFill>
                <a:latin typeface="Ebrima"/>
                <a:cs typeface="Ebrima"/>
              </a:rPr>
              <a:t> </a:t>
            </a:r>
            <a:r>
              <a:rPr sz="1800" dirty="0">
                <a:solidFill>
                  <a:srgbClr val="FFFFFF"/>
                </a:solidFill>
                <a:latin typeface="Ebrima"/>
                <a:cs typeface="Ebrima"/>
              </a:rPr>
              <a:t>Introduction</a:t>
            </a:r>
            <a:r>
              <a:rPr sz="1800" spc="-40" dirty="0">
                <a:solidFill>
                  <a:srgbClr val="FFFFFF"/>
                </a:solidFill>
                <a:latin typeface="Ebrima"/>
                <a:cs typeface="Ebrima"/>
              </a:rPr>
              <a:t> </a:t>
            </a:r>
            <a:r>
              <a:rPr sz="1800" dirty="0">
                <a:solidFill>
                  <a:srgbClr val="FFFFFF"/>
                </a:solidFill>
                <a:latin typeface="Ebrima"/>
                <a:cs typeface="Ebrima"/>
              </a:rPr>
              <a:t>to</a:t>
            </a:r>
            <a:r>
              <a:rPr sz="1800" spc="-30" dirty="0">
                <a:solidFill>
                  <a:srgbClr val="FFFFFF"/>
                </a:solidFill>
                <a:latin typeface="Ebrima"/>
                <a:cs typeface="Ebrima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Ebrima"/>
                <a:cs typeface="Ebrima"/>
              </a:rPr>
              <a:t>TensorFlow</a:t>
            </a:r>
            <a:endParaRPr sz="1800">
              <a:latin typeface="Ebrima"/>
              <a:cs typeface="Ebrim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8671941" y="463677"/>
            <a:ext cx="80962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dirty="0">
                <a:solidFill>
                  <a:srgbClr val="D9D9D9"/>
                </a:solidFill>
                <a:latin typeface="Ebrima"/>
                <a:cs typeface="Ebrima"/>
              </a:rPr>
              <a:t>UNIT</a:t>
            </a:r>
            <a:r>
              <a:rPr sz="1600" spc="400" dirty="0">
                <a:solidFill>
                  <a:srgbClr val="D9D9D9"/>
                </a:solidFill>
                <a:latin typeface="Ebrima"/>
                <a:cs typeface="Ebrima"/>
              </a:rPr>
              <a:t> </a:t>
            </a:r>
            <a:r>
              <a:rPr sz="1600" spc="-35" dirty="0">
                <a:solidFill>
                  <a:srgbClr val="D9D9D9"/>
                </a:solidFill>
                <a:latin typeface="Ebrima"/>
                <a:cs typeface="Ebrima"/>
              </a:rPr>
              <a:t>02</a:t>
            </a:r>
            <a:endParaRPr sz="1600">
              <a:latin typeface="Ebrima"/>
              <a:cs typeface="Ebrima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559308" y="1437132"/>
            <a:ext cx="36830" cy="181610"/>
          </a:xfrm>
          <a:custGeom>
            <a:avLst/>
            <a:gdLst/>
            <a:ahLst/>
            <a:cxnLst/>
            <a:rect l="l" t="t" r="r" b="b"/>
            <a:pathLst>
              <a:path w="36829" h="181609">
                <a:moveTo>
                  <a:pt x="36576" y="0"/>
                </a:moveTo>
                <a:lnTo>
                  <a:pt x="0" y="0"/>
                </a:lnTo>
                <a:lnTo>
                  <a:pt x="0" y="181355"/>
                </a:lnTo>
                <a:lnTo>
                  <a:pt x="36576" y="181355"/>
                </a:lnTo>
                <a:lnTo>
                  <a:pt x="36576" y="0"/>
                </a:lnTo>
                <a:close/>
              </a:path>
            </a:pathLst>
          </a:custGeom>
          <a:solidFill>
            <a:srgbClr val="183DAF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8" name="object 8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713231" y="1461516"/>
            <a:ext cx="957833" cy="176022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710183" y="1834895"/>
            <a:ext cx="3472434" cy="162305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842772" y="2191511"/>
            <a:ext cx="8135874" cy="2545842"/>
          </a:xfrm>
          <a:prstGeom prst="rect">
            <a:avLst/>
          </a:prstGeom>
        </p:spPr>
      </p:pic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363498" y="6524434"/>
            <a:ext cx="78443" cy="90487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54151" y="6527292"/>
            <a:ext cx="1794510" cy="142494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862571" y="6521195"/>
            <a:ext cx="2327910" cy="118110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437489" y="431419"/>
            <a:ext cx="315658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FFFFFF"/>
                </a:solidFill>
                <a:latin typeface="Ebrima"/>
                <a:cs typeface="Ebrima"/>
              </a:rPr>
              <a:t>2.1.</a:t>
            </a:r>
            <a:r>
              <a:rPr sz="1800" spc="-25" dirty="0">
                <a:solidFill>
                  <a:srgbClr val="FFFFFF"/>
                </a:solidFill>
                <a:latin typeface="Ebrima"/>
                <a:cs typeface="Ebrima"/>
              </a:rPr>
              <a:t> </a:t>
            </a:r>
            <a:r>
              <a:rPr sz="1800" dirty="0">
                <a:solidFill>
                  <a:srgbClr val="FFFFFF"/>
                </a:solidFill>
                <a:latin typeface="Ebrima"/>
                <a:cs typeface="Ebrima"/>
              </a:rPr>
              <a:t>Introduction</a:t>
            </a:r>
            <a:r>
              <a:rPr sz="1800" spc="-40" dirty="0">
                <a:solidFill>
                  <a:srgbClr val="FFFFFF"/>
                </a:solidFill>
                <a:latin typeface="Ebrima"/>
                <a:cs typeface="Ebrima"/>
              </a:rPr>
              <a:t> </a:t>
            </a:r>
            <a:r>
              <a:rPr sz="1800" dirty="0">
                <a:solidFill>
                  <a:srgbClr val="FFFFFF"/>
                </a:solidFill>
                <a:latin typeface="Ebrima"/>
                <a:cs typeface="Ebrima"/>
              </a:rPr>
              <a:t>to</a:t>
            </a:r>
            <a:r>
              <a:rPr sz="1800" spc="-30" dirty="0">
                <a:solidFill>
                  <a:srgbClr val="FFFFFF"/>
                </a:solidFill>
                <a:latin typeface="Ebrima"/>
                <a:cs typeface="Ebrima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Ebrima"/>
                <a:cs typeface="Ebrima"/>
              </a:rPr>
              <a:t>TensorFlow</a:t>
            </a:r>
            <a:endParaRPr sz="1800">
              <a:latin typeface="Ebrima"/>
              <a:cs typeface="Ebrim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8671941" y="463677"/>
            <a:ext cx="80962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dirty="0">
                <a:solidFill>
                  <a:srgbClr val="D9D9D9"/>
                </a:solidFill>
                <a:latin typeface="Ebrima"/>
                <a:cs typeface="Ebrima"/>
              </a:rPr>
              <a:t>UNIT</a:t>
            </a:r>
            <a:r>
              <a:rPr sz="1600" spc="400" dirty="0">
                <a:solidFill>
                  <a:srgbClr val="D9D9D9"/>
                </a:solidFill>
                <a:latin typeface="Ebrima"/>
                <a:cs typeface="Ebrima"/>
              </a:rPr>
              <a:t> </a:t>
            </a:r>
            <a:r>
              <a:rPr sz="1600" spc="-35" dirty="0">
                <a:solidFill>
                  <a:srgbClr val="D9D9D9"/>
                </a:solidFill>
                <a:latin typeface="Ebrima"/>
                <a:cs typeface="Ebrima"/>
              </a:rPr>
              <a:t>02</a:t>
            </a:r>
            <a:endParaRPr sz="1600">
              <a:latin typeface="Ebrima"/>
              <a:cs typeface="Ebrima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559308" y="1437132"/>
            <a:ext cx="36830" cy="181610"/>
          </a:xfrm>
          <a:custGeom>
            <a:avLst/>
            <a:gdLst/>
            <a:ahLst/>
            <a:cxnLst/>
            <a:rect l="l" t="t" r="r" b="b"/>
            <a:pathLst>
              <a:path w="36829" h="181609">
                <a:moveTo>
                  <a:pt x="36576" y="0"/>
                </a:moveTo>
                <a:lnTo>
                  <a:pt x="0" y="0"/>
                </a:lnTo>
                <a:lnTo>
                  <a:pt x="0" y="181355"/>
                </a:lnTo>
                <a:lnTo>
                  <a:pt x="36576" y="181355"/>
                </a:lnTo>
                <a:lnTo>
                  <a:pt x="36576" y="0"/>
                </a:lnTo>
                <a:close/>
              </a:path>
            </a:pathLst>
          </a:custGeom>
          <a:solidFill>
            <a:srgbClr val="183DAF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8" name="object 8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713231" y="1461516"/>
            <a:ext cx="957833" cy="176022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710183" y="1834895"/>
            <a:ext cx="7443978" cy="1631441"/>
          </a:xfrm>
          <a:prstGeom prst="rect">
            <a:avLst/>
          </a:prstGeom>
        </p:spPr>
      </p:pic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363582" y="6524434"/>
            <a:ext cx="79882" cy="90487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54151" y="6527292"/>
            <a:ext cx="1794510" cy="142494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862571" y="6521195"/>
            <a:ext cx="2327910" cy="118110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437489" y="431419"/>
            <a:ext cx="315658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FFFFFF"/>
                </a:solidFill>
                <a:latin typeface="Ebrima"/>
                <a:cs typeface="Ebrima"/>
              </a:rPr>
              <a:t>2.1.</a:t>
            </a:r>
            <a:r>
              <a:rPr sz="1800" spc="-25" dirty="0">
                <a:solidFill>
                  <a:srgbClr val="FFFFFF"/>
                </a:solidFill>
                <a:latin typeface="Ebrima"/>
                <a:cs typeface="Ebrima"/>
              </a:rPr>
              <a:t> </a:t>
            </a:r>
            <a:r>
              <a:rPr sz="1800" dirty="0">
                <a:solidFill>
                  <a:srgbClr val="FFFFFF"/>
                </a:solidFill>
                <a:latin typeface="Ebrima"/>
                <a:cs typeface="Ebrima"/>
              </a:rPr>
              <a:t>Introduction</a:t>
            </a:r>
            <a:r>
              <a:rPr sz="1800" spc="-40" dirty="0">
                <a:solidFill>
                  <a:srgbClr val="FFFFFF"/>
                </a:solidFill>
                <a:latin typeface="Ebrima"/>
                <a:cs typeface="Ebrima"/>
              </a:rPr>
              <a:t> </a:t>
            </a:r>
            <a:r>
              <a:rPr sz="1800" dirty="0">
                <a:solidFill>
                  <a:srgbClr val="FFFFFF"/>
                </a:solidFill>
                <a:latin typeface="Ebrima"/>
                <a:cs typeface="Ebrima"/>
              </a:rPr>
              <a:t>to</a:t>
            </a:r>
            <a:r>
              <a:rPr sz="1800" spc="-30" dirty="0">
                <a:solidFill>
                  <a:srgbClr val="FFFFFF"/>
                </a:solidFill>
                <a:latin typeface="Ebrima"/>
                <a:cs typeface="Ebrima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Ebrima"/>
                <a:cs typeface="Ebrima"/>
              </a:rPr>
              <a:t>TensorFlow</a:t>
            </a:r>
            <a:endParaRPr sz="1800">
              <a:latin typeface="Ebrima"/>
              <a:cs typeface="Ebrim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8671941" y="463677"/>
            <a:ext cx="80962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dirty="0">
                <a:solidFill>
                  <a:srgbClr val="D9D9D9"/>
                </a:solidFill>
                <a:latin typeface="Ebrima"/>
                <a:cs typeface="Ebrima"/>
              </a:rPr>
              <a:t>UNIT</a:t>
            </a:r>
            <a:r>
              <a:rPr sz="1600" spc="400" dirty="0">
                <a:solidFill>
                  <a:srgbClr val="D9D9D9"/>
                </a:solidFill>
                <a:latin typeface="Ebrima"/>
                <a:cs typeface="Ebrima"/>
              </a:rPr>
              <a:t> </a:t>
            </a:r>
            <a:r>
              <a:rPr sz="1600" spc="-35" dirty="0">
                <a:solidFill>
                  <a:srgbClr val="D9D9D9"/>
                </a:solidFill>
                <a:latin typeface="Ebrima"/>
                <a:cs typeface="Ebrima"/>
              </a:rPr>
              <a:t>02</a:t>
            </a:r>
            <a:endParaRPr sz="1600">
              <a:latin typeface="Ebrima"/>
              <a:cs typeface="Ebrima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559308" y="1437132"/>
            <a:ext cx="36830" cy="181610"/>
          </a:xfrm>
          <a:custGeom>
            <a:avLst/>
            <a:gdLst/>
            <a:ahLst/>
            <a:cxnLst/>
            <a:rect l="l" t="t" r="r" b="b"/>
            <a:pathLst>
              <a:path w="36829" h="181609">
                <a:moveTo>
                  <a:pt x="36576" y="0"/>
                </a:moveTo>
                <a:lnTo>
                  <a:pt x="0" y="0"/>
                </a:lnTo>
                <a:lnTo>
                  <a:pt x="0" y="181355"/>
                </a:lnTo>
                <a:lnTo>
                  <a:pt x="36576" y="181355"/>
                </a:lnTo>
                <a:lnTo>
                  <a:pt x="36576" y="0"/>
                </a:lnTo>
                <a:close/>
              </a:path>
            </a:pathLst>
          </a:custGeom>
          <a:solidFill>
            <a:srgbClr val="183DAF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8" name="object 8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713231" y="1461516"/>
            <a:ext cx="957833" cy="176022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710183" y="1815083"/>
            <a:ext cx="8065770" cy="2250186"/>
          </a:xfrm>
          <a:prstGeom prst="rect">
            <a:avLst/>
          </a:prstGeom>
        </p:spPr>
      </p:pic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374347" y="6524434"/>
            <a:ext cx="76737" cy="90487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54151" y="6527292"/>
            <a:ext cx="1794510" cy="142494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862571" y="6521195"/>
            <a:ext cx="2327910" cy="118110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437489" y="431419"/>
            <a:ext cx="315658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FFFFFF"/>
                </a:solidFill>
                <a:latin typeface="Ebrima"/>
                <a:cs typeface="Ebrima"/>
              </a:rPr>
              <a:t>2.1.</a:t>
            </a:r>
            <a:r>
              <a:rPr sz="1800" spc="-25" dirty="0">
                <a:solidFill>
                  <a:srgbClr val="FFFFFF"/>
                </a:solidFill>
                <a:latin typeface="Ebrima"/>
                <a:cs typeface="Ebrima"/>
              </a:rPr>
              <a:t> </a:t>
            </a:r>
            <a:r>
              <a:rPr sz="1800" dirty="0">
                <a:solidFill>
                  <a:srgbClr val="FFFFFF"/>
                </a:solidFill>
                <a:latin typeface="Ebrima"/>
                <a:cs typeface="Ebrima"/>
              </a:rPr>
              <a:t>Introduction</a:t>
            </a:r>
            <a:r>
              <a:rPr sz="1800" spc="-40" dirty="0">
                <a:solidFill>
                  <a:srgbClr val="FFFFFF"/>
                </a:solidFill>
                <a:latin typeface="Ebrima"/>
                <a:cs typeface="Ebrima"/>
              </a:rPr>
              <a:t> </a:t>
            </a:r>
            <a:r>
              <a:rPr sz="1800" dirty="0">
                <a:solidFill>
                  <a:srgbClr val="FFFFFF"/>
                </a:solidFill>
                <a:latin typeface="Ebrima"/>
                <a:cs typeface="Ebrima"/>
              </a:rPr>
              <a:t>to</a:t>
            </a:r>
            <a:r>
              <a:rPr sz="1800" spc="-30" dirty="0">
                <a:solidFill>
                  <a:srgbClr val="FFFFFF"/>
                </a:solidFill>
                <a:latin typeface="Ebrima"/>
                <a:cs typeface="Ebrima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Ebrima"/>
                <a:cs typeface="Ebrima"/>
              </a:rPr>
              <a:t>TensorFlow</a:t>
            </a:r>
            <a:endParaRPr sz="1800">
              <a:latin typeface="Ebrima"/>
              <a:cs typeface="Ebrim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8671941" y="463677"/>
            <a:ext cx="80962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dirty="0">
                <a:solidFill>
                  <a:srgbClr val="D9D9D9"/>
                </a:solidFill>
                <a:latin typeface="Ebrima"/>
                <a:cs typeface="Ebrima"/>
              </a:rPr>
              <a:t>UNIT</a:t>
            </a:r>
            <a:r>
              <a:rPr sz="1600" spc="400" dirty="0">
                <a:solidFill>
                  <a:srgbClr val="D9D9D9"/>
                </a:solidFill>
                <a:latin typeface="Ebrima"/>
                <a:cs typeface="Ebrima"/>
              </a:rPr>
              <a:t> </a:t>
            </a:r>
            <a:r>
              <a:rPr sz="1600" spc="-35" dirty="0">
                <a:solidFill>
                  <a:srgbClr val="D9D9D9"/>
                </a:solidFill>
                <a:latin typeface="Ebrima"/>
                <a:cs typeface="Ebrima"/>
              </a:rPr>
              <a:t>02</a:t>
            </a:r>
            <a:endParaRPr sz="1600">
              <a:latin typeface="Ebrima"/>
              <a:cs typeface="Ebrima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559308" y="1437132"/>
            <a:ext cx="36830" cy="181610"/>
          </a:xfrm>
          <a:custGeom>
            <a:avLst/>
            <a:gdLst/>
            <a:ahLst/>
            <a:cxnLst/>
            <a:rect l="l" t="t" r="r" b="b"/>
            <a:pathLst>
              <a:path w="36829" h="181609">
                <a:moveTo>
                  <a:pt x="36576" y="0"/>
                </a:moveTo>
                <a:lnTo>
                  <a:pt x="0" y="0"/>
                </a:lnTo>
                <a:lnTo>
                  <a:pt x="0" y="181355"/>
                </a:lnTo>
                <a:lnTo>
                  <a:pt x="36576" y="181355"/>
                </a:lnTo>
                <a:lnTo>
                  <a:pt x="36576" y="0"/>
                </a:lnTo>
                <a:close/>
              </a:path>
            </a:pathLst>
          </a:custGeom>
          <a:solidFill>
            <a:srgbClr val="183DAF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8" name="object 8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713231" y="1461516"/>
            <a:ext cx="1137666" cy="144017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710183" y="1834883"/>
            <a:ext cx="4647438" cy="380250"/>
          </a:xfrm>
          <a:prstGeom prst="rect">
            <a:avLst/>
          </a:prstGeom>
        </p:spPr>
      </p:pic>
      <p:sp>
        <p:nvSpPr>
          <p:cNvPr id="10" name="object 10"/>
          <p:cNvSpPr/>
          <p:nvPr/>
        </p:nvSpPr>
        <p:spPr>
          <a:xfrm>
            <a:off x="888491" y="2453639"/>
            <a:ext cx="289560" cy="224154"/>
          </a:xfrm>
          <a:custGeom>
            <a:avLst/>
            <a:gdLst/>
            <a:ahLst/>
            <a:cxnLst/>
            <a:rect l="l" t="t" r="r" b="b"/>
            <a:pathLst>
              <a:path w="289559" h="224155">
                <a:moveTo>
                  <a:pt x="252222" y="0"/>
                </a:moveTo>
                <a:lnTo>
                  <a:pt x="37338" y="0"/>
                </a:lnTo>
                <a:lnTo>
                  <a:pt x="22802" y="2940"/>
                </a:lnTo>
                <a:lnTo>
                  <a:pt x="10934" y="10953"/>
                </a:lnTo>
                <a:lnTo>
                  <a:pt x="2933" y="22824"/>
                </a:lnTo>
                <a:lnTo>
                  <a:pt x="0" y="37337"/>
                </a:lnTo>
                <a:lnTo>
                  <a:pt x="0" y="186689"/>
                </a:lnTo>
                <a:lnTo>
                  <a:pt x="2933" y="201203"/>
                </a:lnTo>
                <a:lnTo>
                  <a:pt x="10934" y="213074"/>
                </a:lnTo>
                <a:lnTo>
                  <a:pt x="22802" y="221087"/>
                </a:lnTo>
                <a:lnTo>
                  <a:pt x="37338" y="224027"/>
                </a:lnTo>
                <a:lnTo>
                  <a:pt x="252222" y="224027"/>
                </a:lnTo>
                <a:lnTo>
                  <a:pt x="266757" y="221087"/>
                </a:lnTo>
                <a:lnTo>
                  <a:pt x="278625" y="213074"/>
                </a:lnTo>
                <a:lnTo>
                  <a:pt x="286626" y="201203"/>
                </a:lnTo>
                <a:lnTo>
                  <a:pt x="289560" y="186689"/>
                </a:lnTo>
                <a:lnTo>
                  <a:pt x="289560" y="37337"/>
                </a:lnTo>
                <a:lnTo>
                  <a:pt x="286626" y="22824"/>
                </a:lnTo>
                <a:lnTo>
                  <a:pt x="278625" y="10953"/>
                </a:lnTo>
                <a:lnTo>
                  <a:pt x="266757" y="2940"/>
                </a:lnTo>
                <a:lnTo>
                  <a:pt x="252222" y="0"/>
                </a:lnTo>
                <a:close/>
              </a:path>
            </a:pathLst>
          </a:custGeom>
          <a:solidFill>
            <a:srgbClr val="183DA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955039" y="2454097"/>
            <a:ext cx="157480" cy="2235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300" b="1" spc="-305" dirty="0">
                <a:solidFill>
                  <a:srgbClr val="FFFFFF"/>
                </a:solidFill>
                <a:latin typeface="Tahoma"/>
                <a:cs typeface="Tahoma"/>
              </a:rPr>
              <a:t>Ex</a:t>
            </a:r>
            <a:endParaRPr sz="1300">
              <a:latin typeface="Tahoma"/>
              <a:cs typeface="Tahoma"/>
            </a:endParaRPr>
          </a:p>
        </p:txBody>
      </p:sp>
      <p:pic>
        <p:nvPicPr>
          <p:cNvPr id="12" name="object 12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283216" y="2502434"/>
            <a:ext cx="407661" cy="128751"/>
          </a:xfrm>
          <a:prstGeom prst="rect">
            <a:avLst/>
          </a:prstGeom>
        </p:spPr>
      </p:pic>
      <p:grpSp>
        <p:nvGrpSpPr>
          <p:cNvPr id="13" name="object 13"/>
          <p:cNvGrpSpPr/>
          <p:nvPr/>
        </p:nvGrpSpPr>
        <p:grpSpPr>
          <a:xfrm>
            <a:off x="1571244" y="4552188"/>
            <a:ext cx="528955" cy="1187450"/>
            <a:chOff x="1571244" y="4552188"/>
            <a:chExt cx="528955" cy="1187450"/>
          </a:xfrm>
        </p:grpSpPr>
        <p:sp>
          <p:nvSpPr>
            <p:cNvPr id="14" name="object 14"/>
            <p:cNvSpPr/>
            <p:nvPr/>
          </p:nvSpPr>
          <p:spPr>
            <a:xfrm>
              <a:off x="1577340" y="4558284"/>
              <a:ext cx="516890" cy="367665"/>
            </a:xfrm>
            <a:custGeom>
              <a:avLst/>
              <a:gdLst/>
              <a:ahLst/>
              <a:cxnLst/>
              <a:rect l="l" t="t" r="r" b="b"/>
              <a:pathLst>
                <a:path w="516889" h="367664">
                  <a:moveTo>
                    <a:pt x="516635" y="0"/>
                  </a:moveTo>
                  <a:lnTo>
                    <a:pt x="0" y="0"/>
                  </a:lnTo>
                  <a:lnTo>
                    <a:pt x="0" y="367283"/>
                  </a:lnTo>
                  <a:lnTo>
                    <a:pt x="516635" y="367283"/>
                  </a:lnTo>
                  <a:lnTo>
                    <a:pt x="516635" y="0"/>
                  </a:lnTo>
                  <a:close/>
                </a:path>
              </a:pathLst>
            </a:custGeom>
            <a:solidFill>
              <a:srgbClr val="FFC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1577340" y="4558284"/>
              <a:ext cx="516890" cy="367665"/>
            </a:xfrm>
            <a:custGeom>
              <a:avLst/>
              <a:gdLst/>
              <a:ahLst/>
              <a:cxnLst/>
              <a:rect l="l" t="t" r="r" b="b"/>
              <a:pathLst>
                <a:path w="516889" h="367664">
                  <a:moveTo>
                    <a:pt x="0" y="367283"/>
                  </a:moveTo>
                  <a:lnTo>
                    <a:pt x="516635" y="367283"/>
                  </a:lnTo>
                  <a:lnTo>
                    <a:pt x="516635" y="0"/>
                  </a:lnTo>
                  <a:lnTo>
                    <a:pt x="0" y="0"/>
                  </a:lnTo>
                  <a:lnTo>
                    <a:pt x="0" y="367283"/>
                  </a:lnTo>
                  <a:close/>
                </a:path>
              </a:pathLst>
            </a:custGeom>
            <a:ln w="12192">
              <a:solidFill>
                <a:srgbClr val="58585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1577340" y="4965192"/>
              <a:ext cx="516890" cy="367665"/>
            </a:xfrm>
            <a:custGeom>
              <a:avLst/>
              <a:gdLst/>
              <a:ahLst/>
              <a:cxnLst/>
              <a:rect l="l" t="t" r="r" b="b"/>
              <a:pathLst>
                <a:path w="516889" h="367664">
                  <a:moveTo>
                    <a:pt x="516635" y="0"/>
                  </a:moveTo>
                  <a:lnTo>
                    <a:pt x="0" y="0"/>
                  </a:lnTo>
                  <a:lnTo>
                    <a:pt x="0" y="367284"/>
                  </a:lnTo>
                  <a:lnTo>
                    <a:pt x="516635" y="367284"/>
                  </a:lnTo>
                  <a:lnTo>
                    <a:pt x="516635" y="0"/>
                  </a:lnTo>
                  <a:close/>
                </a:path>
              </a:pathLst>
            </a:custGeom>
            <a:solidFill>
              <a:srgbClr val="FFC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1577340" y="4965192"/>
              <a:ext cx="516890" cy="367665"/>
            </a:xfrm>
            <a:custGeom>
              <a:avLst/>
              <a:gdLst/>
              <a:ahLst/>
              <a:cxnLst/>
              <a:rect l="l" t="t" r="r" b="b"/>
              <a:pathLst>
                <a:path w="516889" h="367664">
                  <a:moveTo>
                    <a:pt x="0" y="367284"/>
                  </a:moveTo>
                  <a:lnTo>
                    <a:pt x="516635" y="367284"/>
                  </a:lnTo>
                  <a:lnTo>
                    <a:pt x="516635" y="0"/>
                  </a:lnTo>
                  <a:lnTo>
                    <a:pt x="0" y="0"/>
                  </a:lnTo>
                  <a:lnTo>
                    <a:pt x="0" y="367284"/>
                  </a:lnTo>
                  <a:close/>
                </a:path>
              </a:pathLst>
            </a:custGeom>
            <a:ln w="12191">
              <a:solidFill>
                <a:srgbClr val="58585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1577340" y="5366004"/>
              <a:ext cx="516890" cy="367665"/>
            </a:xfrm>
            <a:custGeom>
              <a:avLst/>
              <a:gdLst/>
              <a:ahLst/>
              <a:cxnLst/>
              <a:rect l="l" t="t" r="r" b="b"/>
              <a:pathLst>
                <a:path w="516889" h="367664">
                  <a:moveTo>
                    <a:pt x="516635" y="0"/>
                  </a:moveTo>
                  <a:lnTo>
                    <a:pt x="0" y="0"/>
                  </a:lnTo>
                  <a:lnTo>
                    <a:pt x="0" y="367284"/>
                  </a:lnTo>
                  <a:lnTo>
                    <a:pt x="516635" y="367284"/>
                  </a:lnTo>
                  <a:lnTo>
                    <a:pt x="516635" y="0"/>
                  </a:lnTo>
                  <a:close/>
                </a:path>
              </a:pathLst>
            </a:custGeom>
            <a:solidFill>
              <a:srgbClr val="FFC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1577340" y="5366004"/>
              <a:ext cx="516890" cy="367665"/>
            </a:xfrm>
            <a:custGeom>
              <a:avLst/>
              <a:gdLst/>
              <a:ahLst/>
              <a:cxnLst/>
              <a:rect l="l" t="t" r="r" b="b"/>
              <a:pathLst>
                <a:path w="516889" h="367664">
                  <a:moveTo>
                    <a:pt x="0" y="367284"/>
                  </a:moveTo>
                  <a:lnTo>
                    <a:pt x="516635" y="367284"/>
                  </a:lnTo>
                  <a:lnTo>
                    <a:pt x="516635" y="0"/>
                  </a:lnTo>
                  <a:lnTo>
                    <a:pt x="0" y="0"/>
                  </a:lnTo>
                  <a:lnTo>
                    <a:pt x="0" y="367284"/>
                  </a:lnTo>
                  <a:close/>
                </a:path>
              </a:pathLst>
            </a:custGeom>
            <a:ln w="12192">
              <a:solidFill>
                <a:srgbClr val="58585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0" name="object 20"/>
          <p:cNvGrpSpPr/>
          <p:nvPr/>
        </p:nvGrpSpPr>
        <p:grpSpPr>
          <a:xfrm>
            <a:off x="2159507" y="4552188"/>
            <a:ext cx="530860" cy="1187450"/>
            <a:chOff x="2159507" y="4552188"/>
            <a:chExt cx="530860" cy="1187450"/>
          </a:xfrm>
        </p:grpSpPr>
        <p:sp>
          <p:nvSpPr>
            <p:cNvPr id="21" name="object 21"/>
            <p:cNvSpPr/>
            <p:nvPr/>
          </p:nvSpPr>
          <p:spPr>
            <a:xfrm>
              <a:off x="2165603" y="4558284"/>
              <a:ext cx="518159" cy="367665"/>
            </a:xfrm>
            <a:custGeom>
              <a:avLst/>
              <a:gdLst/>
              <a:ahLst/>
              <a:cxnLst/>
              <a:rect l="l" t="t" r="r" b="b"/>
              <a:pathLst>
                <a:path w="518160" h="367664">
                  <a:moveTo>
                    <a:pt x="518159" y="0"/>
                  </a:moveTo>
                  <a:lnTo>
                    <a:pt x="0" y="0"/>
                  </a:lnTo>
                  <a:lnTo>
                    <a:pt x="0" y="367283"/>
                  </a:lnTo>
                  <a:lnTo>
                    <a:pt x="518159" y="367283"/>
                  </a:lnTo>
                  <a:lnTo>
                    <a:pt x="518159" y="0"/>
                  </a:lnTo>
                  <a:close/>
                </a:path>
              </a:pathLst>
            </a:custGeom>
            <a:solidFill>
              <a:srgbClr val="FFC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2165603" y="4558284"/>
              <a:ext cx="518159" cy="367665"/>
            </a:xfrm>
            <a:custGeom>
              <a:avLst/>
              <a:gdLst/>
              <a:ahLst/>
              <a:cxnLst/>
              <a:rect l="l" t="t" r="r" b="b"/>
              <a:pathLst>
                <a:path w="518160" h="367664">
                  <a:moveTo>
                    <a:pt x="0" y="367283"/>
                  </a:moveTo>
                  <a:lnTo>
                    <a:pt x="518159" y="367283"/>
                  </a:lnTo>
                  <a:lnTo>
                    <a:pt x="518159" y="0"/>
                  </a:lnTo>
                  <a:lnTo>
                    <a:pt x="0" y="0"/>
                  </a:lnTo>
                  <a:lnTo>
                    <a:pt x="0" y="367283"/>
                  </a:lnTo>
                  <a:close/>
                </a:path>
              </a:pathLst>
            </a:custGeom>
            <a:ln w="12192">
              <a:solidFill>
                <a:srgbClr val="58585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2165603" y="4965192"/>
              <a:ext cx="518159" cy="367665"/>
            </a:xfrm>
            <a:custGeom>
              <a:avLst/>
              <a:gdLst/>
              <a:ahLst/>
              <a:cxnLst/>
              <a:rect l="l" t="t" r="r" b="b"/>
              <a:pathLst>
                <a:path w="518160" h="367664">
                  <a:moveTo>
                    <a:pt x="518159" y="0"/>
                  </a:moveTo>
                  <a:lnTo>
                    <a:pt x="0" y="0"/>
                  </a:lnTo>
                  <a:lnTo>
                    <a:pt x="0" y="367284"/>
                  </a:lnTo>
                  <a:lnTo>
                    <a:pt x="518159" y="367284"/>
                  </a:lnTo>
                  <a:lnTo>
                    <a:pt x="518159" y="0"/>
                  </a:lnTo>
                  <a:close/>
                </a:path>
              </a:pathLst>
            </a:custGeom>
            <a:solidFill>
              <a:srgbClr val="FFC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2165603" y="4965192"/>
              <a:ext cx="518159" cy="367665"/>
            </a:xfrm>
            <a:custGeom>
              <a:avLst/>
              <a:gdLst/>
              <a:ahLst/>
              <a:cxnLst/>
              <a:rect l="l" t="t" r="r" b="b"/>
              <a:pathLst>
                <a:path w="518160" h="367664">
                  <a:moveTo>
                    <a:pt x="0" y="367284"/>
                  </a:moveTo>
                  <a:lnTo>
                    <a:pt x="518159" y="367284"/>
                  </a:lnTo>
                  <a:lnTo>
                    <a:pt x="518159" y="0"/>
                  </a:lnTo>
                  <a:lnTo>
                    <a:pt x="0" y="0"/>
                  </a:lnTo>
                  <a:lnTo>
                    <a:pt x="0" y="367284"/>
                  </a:lnTo>
                  <a:close/>
                </a:path>
              </a:pathLst>
            </a:custGeom>
            <a:ln w="12192">
              <a:solidFill>
                <a:srgbClr val="58585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2165603" y="5366004"/>
              <a:ext cx="518159" cy="367665"/>
            </a:xfrm>
            <a:custGeom>
              <a:avLst/>
              <a:gdLst/>
              <a:ahLst/>
              <a:cxnLst/>
              <a:rect l="l" t="t" r="r" b="b"/>
              <a:pathLst>
                <a:path w="518160" h="367664">
                  <a:moveTo>
                    <a:pt x="518159" y="0"/>
                  </a:moveTo>
                  <a:lnTo>
                    <a:pt x="0" y="0"/>
                  </a:lnTo>
                  <a:lnTo>
                    <a:pt x="0" y="367284"/>
                  </a:lnTo>
                  <a:lnTo>
                    <a:pt x="518159" y="367284"/>
                  </a:lnTo>
                  <a:lnTo>
                    <a:pt x="518159" y="0"/>
                  </a:lnTo>
                  <a:close/>
                </a:path>
              </a:pathLst>
            </a:custGeom>
            <a:solidFill>
              <a:srgbClr val="FFC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2165603" y="5366004"/>
              <a:ext cx="518159" cy="367665"/>
            </a:xfrm>
            <a:custGeom>
              <a:avLst/>
              <a:gdLst/>
              <a:ahLst/>
              <a:cxnLst/>
              <a:rect l="l" t="t" r="r" b="b"/>
              <a:pathLst>
                <a:path w="518160" h="367664">
                  <a:moveTo>
                    <a:pt x="0" y="367284"/>
                  </a:moveTo>
                  <a:lnTo>
                    <a:pt x="518159" y="367284"/>
                  </a:lnTo>
                  <a:lnTo>
                    <a:pt x="518159" y="0"/>
                  </a:lnTo>
                  <a:lnTo>
                    <a:pt x="0" y="0"/>
                  </a:lnTo>
                  <a:lnTo>
                    <a:pt x="0" y="367284"/>
                  </a:lnTo>
                  <a:close/>
                </a:path>
              </a:pathLst>
            </a:custGeom>
            <a:ln w="12192">
              <a:solidFill>
                <a:srgbClr val="58585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7" name="object 27"/>
          <p:cNvGrpSpPr/>
          <p:nvPr/>
        </p:nvGrpSpPr>
        <p:grpSpPr>
          <a:xfrm>
            <a:off x="2749295" y="4552188"/>
            <a:ext cx="528955" cy="1187450"/>
            <a:chOff x="2749295" y="4552188"/>
            <a:chExt cx="528955" cy="1187450"/>
          </a:xfrm>
        </p:grpSpPr>
        <p:sp>
          <p:nvSpPr>
            <p:cNvPr id="28" name="object 28"/>
            <p:cNvSpPr/>
            <p:nvPr/>
          </p:nvSpPr>
          <p:spPr>
            <a:xfrm>
              <a:off x="2755391" y="4558284"/>
              <a:ext cx="516890" cy="367665"/>
            </a:xfrm>
            <a:custGeom>
              <a:avLst/>
              <a:gdLst/>
              <a:ahLst/>
              <a:cxnLst/>
              <a:rect l="l" t="t" r="r" b="b"/>
              <a:pathLst>
                <a:path w="516889" h="367664">
                  <a:moveTo>
                    <a:pt x="516635" y="0"/>
                  </a:moveTo>
                  <a:lnTo>
                    <a:pt x="0" y="0"/>
                  </a:lnTo>
                  <a:lnTo>
                    <a:pt x="0" y="367283"/>
                  </a:lnTo>
                  <a:lnTo>
                    <a:pt x="516635" y="367283"/>
                  </a:lnTo>
                  <a:lnTo>
                    <a:pt x="516635" y="0"/>
                  </a:lnTo>
                  <a:close/>
                </a:path>
              </a:pathLst>
            </a:custGeom>
            <a:solidFill>
              <a:srgbClr val="FFC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2755391" y="4558284"/>
              <a:ext cx="516890" cy="367665"/>
            </a:xfrm>
            <a:custGeom>
              <a:avLst/>
              <a:gdLst/>
              <a:ahLst/>
              <a:cxnLst/>
              <a:rect l="l" t="t" r="r" b="b"/>
              <a:pathLst>
                <a:path w="516889" h="367664">
                  <a:moveTo>
                    <a:pt x="0" y="367283"/>
                  </a:moveTo>
                  <a:lnTo>
                    <a:pt x="516635" y="367283"/>
                  </a:lnTo>
                  <a:lnTo>
                    <a:pt x="516635" y="0"/>
                  </a:lnTo>
                  <a:lnTo>
                    <a:pt x="0" y="0"/>
                  </a:lnTo>
                  <a:lnTo>
                    <a:pt x="0" y="367283"/>
                  </a:lnTo>
                  <a:close/>
                </a:path>
              </a:pathLst>
            </a:custGeom>
            <a:ln w="12192">
              <a:solidFill>
                <a:srgbClr val="58585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2755391" y="4965192"/>
              <a:ext cx="516890" cy="367665"/>
            </a:xfrm>
            <a:custGeom>
              <a:avLst/>
              <a:gdLst/>
              <a:ahLst/>
              <a:cxnLst/>
              <a:rect l="l" t="t" r="r" b="b"/>
              <a:pathLst>
                <a:path w="516889" h="367664">
                  <a:moveTo>
                    <a:pt x="516635" y="0"/>
                  </a:moveTo>
                  <a:lnTo>
                    <a:pt x="0" y="0"/>
                  </a:lnTo>
                  <a:lnTo>
                    <a:pt x="0" y="367284"/>
                  </a:lnTo>
                  <a:lnTo>
                    <a:pt x="516635" y="367284"/>
                  </a:lnTo>
                  <a:lnTo>
                    <a:pt x="516635" y="0"/>
                  </a:lnTo>
                  <a:close/>
                </a:path>
              </a:pathLst>
            </a:custGeom>
            <a:solidFill>
              <a:srgbClr val="FFC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2755391" y="4965192"/>
              <a:ext cx="516890" cy="367665"/>
            </a:xfrm>
            <a:custGeom>
              <a:avLst/>
              <a:gdLst/>
              <a:ahLst/>
              <a:cxnLst/>
              <a:rect l="l" t="t" r="r" b="b"/>
              <a:pathLst>
                <a:path w="516889" h="367664">
                  <a:moveTo>
                    <a:pt x="0" y="367284"/>
                  </a:moveTo>
                  <a:lnTo>
                    <a:pt x="516635" y="367284"/>
                  </a:lnTo>
                  <a:lnTo>
                    <a:pt x="516635" y="0"/>
                  </a:lnTo>
                  <a:lnTo>
                    <a:pt x="0" y="0"/>
                  </a:lnTo>
                  <a:lnTo>
                    <a:pt x="0" y="367284"/>
                  </a:lnTo>
                  <a:close/>
                </a:path>
              </a:pathLst>
            </a:custGeom>
            <a:ln w="12192">
              <a:solidFill>
                <a:srgbClr val="58585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2755391" y="5366004"/>
              <a:ext cx="516890" cy="367665"/>
            </a:xfrm>
            <a:custGeom>
              <a:avLst/>
              <a:gdLst/>
              <a:ahLst/>
              <a:cxnLst/>
              <a:rect l="l" t="t" r="r" b="b"/>
              <a:pathLst>
                <a:path w="516889" h="367664">
                  <a:moveTo>
                    <a:pt x="516635" y="0"/>
                  </a:moveTo>
                  <a:lnTo>
                    <a:pt x="0" y="0"/>
                  </a:lnTo>
                  <a:lnTo>
                    <a:pt x="0" y="367284"/>
                  </a:lnTo>
                  <a:lnTo>
                    <a:pt x="516635" y="367284"/>
                  </a:lnTo>
                  <a:lnTo>
                    <a:pt x="516635" y="0"/>
                  </a:lnTo>
                  <a:close/>
                </a:path>
              </a:pathLst>
            </a:custGeom>
            <a:solidFill>
              <a:srgbClr val="FFC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2755391" y="5366004"/>
              <a:ext cx="516890" cy="367665"/>
            </a:xfrm>
            <a:custGeom>
              <a:avLst/>
              <a:gdLst/>
              <a:ahLst/>
              <a:cxnLst/>
              <a:rect l="l" t="t" r="r" b="b"/>
              <a:pathLst>
                <a:path w="516889" h="367664">
                  <a:moveTo>
                    <a:pt x="0" y="367284"/>
                  </a:moveTo>
                  <a:lnTo>
                    <a:pt x="516635" y="367284"/>
                  </a:lnTo>
                  <a:lnTo>
                    <a:pt x="516635" y="0"/>
                  </a:lnTo>
                  <a:lnTo>
                    <a:pt x="0" y="0"/>
                  </a:lnTo>
                  <a:lnTo>
                    <a:pt x="0" y="367284"/>
                  </a:lnTo>
                  <a:close/>
                </a:path>
              </a:pathLst>
            </a:custGeom>
            <a:ln w="12192">
              <a:solidFill>
                <a:srgbClr val="58585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34" name="object 34"/>
          <p:cNvGrpSpPr/>
          <p:nvPr/>
        </p:nvGrpSpPr>
        <p:grpSpPr>
          <a:xfrm>
            <a:off x="3337559" y="4552188"/>
            <a:ext cx="530860" cy="1187450"/>
            <a:chOff x="3337559" y="4552188"/>
            <a:chExt cx="530860" cy="1187450"/>
          </a:xfrm>
        </p:grpSpPr>
        <p:sp>
          <p:nvSpPr>
            <p:cNvPr id="35" name="object 35"/>
            <p:cNvSpPr/>
            <p:nvPr/>
          </p:nvSpPr>
          <p:spPr>
            <a:xfrm>
              <a:off x="3343655" y="4558284"/>
              <a:ext cx="518159" cy="367665"/>
            </a:xfrm>
            <a:custGeom>
              <a:avLst/>
              <a:gdLst/>
              <a:ahLst/>
              <a:cxnLst/>
              <a:rect l="l" t="t" r="r" b="b"/>
              <a:pathLst>
                <a:path w="518160" h="367664">
                  <a:moveTo>
                    <a:pt x="518160" y="0"/>
                  </a:moveTo>
                  <a:lnTo>
                    <a:pt x="0" y="0"/>
                  </a:lnTo>
                  <a:lnTo>
                    <a:pt x="0" y="367283"/>
                  </a:lnTo>
                  <a:lnTo>
                    <a:pt x="518160" y="367283"/>
                  </a:lnTo>
                  <a:lnTo>
                    <a:pt x="518160" y="0"/>
                  </a:lnTo>
                  <a:close/>
                </a:path>
              </a:pathLst>
            </a:custGeom>
            <a:solidFill>
              <a:srgbClr val="FFC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3343655" y="4558284"/>
              <a:ext cx="518159" cy="367665"/>
            </a:xfrm>
            <a:custGeom>
              <a:avLst/>
              <a:gdLst/>
              <a:ahLst/>
              <a:cxnLst/>
              <a:rect l="l" t="t" r="r" b="b"/>
              <a:pathLst>
                <a:path w="518160" h="367664">
                  <a:moveTo>
                    <a:pt x="0" y="367283"/>
                  </a:moveTo>
                  <a:lnTo>
                    <a:pt x="518160" y="367283"/>
                  </a:lnTo>
                  <a:lnTo>
                    <a:pt x="518160" y="0"/>
                  </a:lnTo>
                  <a:lnTo>
                    <a:pt x="0" y="0"/>
                  </a:lnTo>
                  <a:lnTo>
                    <a:pt x="0" y="367283"/>
                  </a:lnTo>
                  <a:close/>
                </a:path>
              </a:pathLst>
            </a:custGeom>
            <a:ln w="12192">
              <a:solidFill>
                <a:srgbClr val="58585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3343655" y="4965192"/>
              <a:ext cx="518159" cy="367665"/>
            </a:xfrm>
            <a:custGeom>
              <a:avLst/>
              <a:gdLst/>
              <a:ahLst/>
              <a:cxnLst/>
              <a:rect l="l" t="t" r="r" b="b"/>
              <a:pathLst>
                <a:path w="518160" h="367664">
                  <a:moveTo>
                    <a:pt x="518160" y="0"/>
                  </a:moveTo>
                  <a:lnTo>
                    <a:pt x="0" y="0"/>
                  </a:lnTo>
                  <a:lnTo>
                    <a:pt x="0" y="367284"/>
                  </a:lnTo>
                  <a:lnTo>
                    <a:pt x="518160" y="367284"/>
                  </a:lnTo>
                  <a:lnTo>
                    <a:pt x="518160" y="0"/>
                  </a:lnTo>
                  <a:close/>
                </a:path>
              </a:pathLst>
            </a:custGeom>
            <a:solidFill>
              <a:srgbClr val="FFC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3343655" y="4965192"/>
              <a:ext cx="518159" cy="367665"/>
            </a:xfrm>
            <a:custGeom>
              <a:avLst/>
              <a:gdLst/>
              <a:ahLst/>
              <a:cxnLst/>
              <a:rect l="l" t="t" r="r" b="b"/>
              <a:pathLst>
                <a:path w="518160" h="367664">
                  <a:moveTo>
                    <a:pt x="0" y="367284"/>
                  </a:moveTo>
                  <a:lnTo>
                    <a:pt x="518160" y="367284"/>
                  </a:lnTo>
                  <a:lnTo>
                    <a:pt x="518160" y="0"/>
                  </a:lnTo>
                  <a:lnTo>
                    <a:pt x="0" y="0"/>
                  </a:lnTo>
                  <a:lnTo>
                    <a:pt x="0" y="367284"/>
                  </a:lnTo>
                  <a:close/>
                </a:path>
              </a:pathLst>
            </a:custGeom>
            <a:ln w="12192">
              <a:solidFill>
                <a:srgbClr val="58585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3343655" y="5366004"/>
              <a:ext cx="518159" cy="367665"/>
            </a:xfrm>
            <a:custGeom>
              <a:avLst/>
              <a:gdLst/>
              <a:ahLst/>
              <a:cxnLst/>
              <a:rect l="l" t="t" r="r" b="b"/>
              <a:pathLst>
                <a:path w="518160" h="367664">
                  <a:moveTo>
                    <a:pt x="518160" y="0"/>
                  </a:moveTo>
                  <a:lnTo>
                    <a:pt x="0" y="0"/>
                  </a:lnTo>
                  <a:lnTo>
                    <a:pt x="0" y="367284"/>
                  </a:lnTo>
                  <a:lnTo>
                    <a:pt x="518160" y="367284"/>
                  </a:lnTo>
                  <a:lnTo>
                    <a:pt x="518160" y="0"/>
                  </a:lnTo>
                  <a:close/>
                </a:path>
              </a:pathLst>
            </a:custGeom>
            <a:solidFill>
              <a:srgbClr val="FFC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3343655" y="5366004"/>
              <a:ext cx="518159" cy="367665"/>
            </a:xfrm>
            <a:custGeom>
              <a:avLst/>
              <a:gdLst/>
              <a:ahLst/>
              <a:cxnLst/>
              <a:rect l="l" t="t" r="r" b="b"/>
              <a:pathLst>
                <a:path w="518160" h="367664">
                  <a:moveTo>
                    <a:pt x="0" y="367284"/>
                  </a:moveTo>
                  <a:lnTo>
                    <a:pt x="518160" y="367284"/>
                  </a:lnTo>
                  <a:lnTo>
                    <a:pt x="518160" y="0"/>
                  </a:lnTo>
                  <a:lnTo>
                    <a:pt x="0" y="0"/>
                  </a:lnTo>
                  <a:lnTo>
                    <a:pt x="0" y="367284"/>
                  </a:lnTo>
                  <a:close/>
                </a:path>
              </a:pathLst>
            </a:custGeom>
            <a:ln w="12192">
              <a:solidFill>
                <a:srgbClr val="58585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41" name="object 41"/>
          <p:cNvGrpSpPr/>
          <p:nvPr/>
        </p:nvGrpSpPr>
        <p:grpSpPr>
          <a:xfrm>
            <a:off x="2442972" y="2883407"/>
            <a:ext cx="528955" cy="379730"/>
            <a:chOff x="2442972" y="2883407"/>
            <a:chExt cx="528955" cy="379730"/>
          </a:xfrm>
        </p:grpSpPr>
        <p:sp>
          <p:nvSpPr>
            <p:cNvPr id="42" name="object 42"/>
            <p:cNvSpPr/>
            <p:nvPr/>
          </p:nvSpPr>
          <p:spPr>
            <a:xfrm>
              <a:off x="2449068" y="2889503"/>
              <a:ext cx="516890" cy="367665"/>
            </a:xfrm>
            <a:custGeom>
              <a:avLst/>
              <a:gdLst/>
              <a:ahLst/>
              <a:cxnLst/>
              <a:rect l="l" t="t" r="r" b="b"/>
              <a:pathLst>
                <a:path w="516889" h="367664">
                  <a:moveTo>
                    <a:pt x="516636" y="0"/>
                  </a:moveTo>
                  <a:lnTo>
                    <a:pt x="0" y="0"/>
                  </a:lnTo>
                  <a:lnTo>
                    <a:pt x="0" y="367284"/>
                  </a:lnTo>
                  <a:lnTo>
                    <a:pt x="516636" y="367284"/>
                  </a:lnTo>
                  <a:lnTo>
                    <a:pt x="516636" y="0"/>
                  </a:lnTo>
                  <a:close/>
                </a:path>
              </a:pathLst>
            </a:custGeom>
            <a:solidFill>
              <a:srgbClr val="FFC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3"/>
            <p:cNvSpPr/>
            <p:nvPr/>
          </p:nvSpPr>
          <p:spPr>
            <a:xfrm>
              <a:off x="2449068" y="2889503"/>
              <a:ext cx="516890" cy="367665"/>
            </a:xfrm>
            <a:custGeom>
              <a:avLst/>
              <a:gdLst/>
              <a:ahLst/>
              <a:cxnLst/>
              <a:rect l="l" t="t" r="r" b="b"/>
              <a:pathLst>
                <a:path w="516889" h="367664">
                  <a:moveTo>
                    <a:pt x="0" y="367284"/>
                  </a:moveTo>
                  <a:lnTo>
                    <a:pt x="516636" y="367284"/>
                  </a:lnTo>
                  <a:lnTo>
                    <a:pt x="516636" y="0"/>
                  </a:lnTo>
                  <a:lnTo>
                    <a:pt x="0" y="0"/>
                  </a:lnTo>
                  <a:lnTo>
                    <a:pt x="0" y="367284"/>
                  </a:lnTo>
                  <a:close/>
                </a:path>
              </a:pathLst>
            </a:custGeom>
            <a:ln w="12192">
              <a:solidFill>
                <a:srgbClr val="58585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44" name="object 44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5455920" y="3819144"/>
            <a:ext cx="2983992" cy="1918715"/>
          </a:xfrm>
          <a:prstGeom prst="rect">
            <a:avLst/>
          </a:prstGeom>
        </p:spPr>
      </p:pic>
      <p:grpSp>
        <p:nvGrpSpPr>
          <p:cNvPr id="45" name="object 45"/>
          <p:cNvGrpSpPr/>
          <p:nvPr/>
        </p:nvGrpSpPr>
        <p:grpSpPr>
          <a:xfrm>
            <a:off x="5538215" y="2907792"/>
            <a:ext cx="530860" cy="379730"/>
            <a:chOff x="5538215" y="2907792"/>
            <a:chExt cx="530860" cy="379730"/>
          </a:xfrm>
        </p:grpSpPr>
        <p:sp>
          <p:nvSpPr>
            <p:cNvPr id="46" name="object 46"/>
            <p:cNvSpPr/>
            <p:nvPr/>
          </p:nvSpPr>
          <p:spPr>
            <a:xfrm>
              <a:off x="5544311" y="2913888"/>
              <a:ext cx="518159" cy="367665"/>
            </a:xfrm>
            <a:custGeom>
              <a:avLst/>
              <a:gdLst/>
              <a:ahLst/>
              <a:cxnLst/>
              <a:rect l="l" t="t" r="r" b="b"/>
              <a:pathLst>
                <a:path w="518160" h="367664">
                  <a:moveTo>
                    <a:pt x="518160" y="0"/>
                  </a:moveTo>
                  <a:lnTo>
                    <a:pt x="0" y="0"/>
                  </a:lnTo>
                  <a:lnTo>
                    <a:pt x="0" y="367284"/>
                  </a:lnTo>
                  <a:lnTo>
                    <a:pt x="518160" y="367284"/>
                  </a:lnTo>
                  <a:lnTo>
                    <a:pt x="518160" y="0"/>
                  </a:lnTo>
                  <a:close/>
                </a:path>
              </a:pathLst>
            </a:custGeom>
            <a:solidFill>
              <a:srgbClr val="13299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7" name="object 47"/>
            <p:cNvSpPr/>
            <p:nvPr/>
          </p:nvSpPr>
          <p:spPr>
            <a:xfrm>
              <a:off x="5544311" y="2913888"/>
              <a:ext cx="518159" cy="367665"/>
            </a:xfrm>
            <a:custGeom>
              <a:avLst/>
              <a:gdLst/>
              <a:ahLst/>
              <a:cxnLst/>
              <a:rect l="l" t="t" r="r" b="b"/>
              <a:pathLst>
                <a:path w="518160" h="367664">
                  <a:moveTo>
                    <a:pt x="0" y="367284"/>
                  </a:moveTo>
                  <a:lnTo>
                    <a:pt x="518160" y="367284"/>
                  </a:lnTo>
                  <a:lnTo>
                    <a:pt x="518160" y="0"/>
                  </a:lnTo>
                  <a:lnTo>
                    <a:pt x="0" y="0"/>
                  </a:lnTo>
                  <a:lnTo>
                    <a:pt x="0" y="367284"/>
                  </a:lnTo>
                  <a:close/>
                </a:path>
              </a:pathLst>
            </a:custGeom>
            <a:ln w="12192">
              <a:solidFill>
                <a:srgbClr val="58585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48" name="object 48"/>
          <p:cNvGrpSpPr/>
          <p:nvPr/>
        </p:nvGrpSpPr>
        <p:grpSpPr>
          <a:xfrm>
            <a:off x="6128003" y="2907792"/>
            <a:ext cx="528955" cy="379730"/>
            <a:chOff x="6128003" y="2907792"/>
            <a:chExt cx="528955" cy="379730"/>
          </a:xfrm>
        </p:grpSpPr>
        <p:sp>
          <p:nvSpPr>
            <p:cNvPr id="49" name="object 49"/>
            <p:cNvSpPr/>
            <p:nvPr/>
          </p:nvSpPr>
          <p:spPr>
            <a:xfrm>
              <a:off x="6134099" y="2913888"/>
              <a:ext cx="516890" cy="367665"/>
            </a:xfrm>
            <a:custGeom>
              <a:avLst/>
              <a:gdLst/>
              <a:ahLst/>
              <a:cxnLst/>
              <a:rect l="l" t="t" r="r" b="b"/>
              <a:pathLst>
                <a:path w="516890" h="367664">
                  <a:moveTo>
                    <a:pt x="516635" y="0"/>
                  </a:moveTo>
                  <a:lnTo>
                    <a:pt x="0" y="0"/>
                  </a:lnTo>
                  <a:lnTo>
                    <a:pt x="0" y="367284"/>
                  </a:lnTo>
                  <a:lnTo>
                    <a:pt x="516635" y="367284"/>
                  </a:lnTo>
                  <a:lnTo>
                    <a:pt x="516635" y="0"/>
                  </a:lnTo>
                  <a:close/>
                </a:path>
              </a:pathLst>
            </a:custGeom>
            <a:solidFill>
              <a:srgbClr val="13299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0" name="object 50"/>
            <p:cNvSpPr/>
            <p:nvPr/>
          </p:nvSpPr>
          <p:spPr>
            <a:xfrm>
              <a:off x="6134099" y="2913888"/>
              <a:ext cx="516890" cy="367665"/>
            </a:xfrm>
            <a:custGeom>
              <a:avLst/>
              <a:gdLst/>
              <a:ahLst/>
              <a:cxnLst/>
              <a:rect l="l" t="t" r="r" b="b"/>
              <a:pathLst>
                <a:path w="516890" h="367664">
                  <a:moveTo>
                    <a:pt x="0" y="367284"/>
                  </a:moveTo>
                  <a:lnTo>
                    <a:pt x="516635" y="367284"/>
                  </a:lnTo>
                  <a:lnTo>
                    <a:pt x="516635" y="0"/>
                  </a:lnTo>
                  <a:lnTo>
                    <a:pt x="0" y="0"/>
                  </a:lnTo>
                  <a:lnTo>
                    <a:pt x="0" y="367284"/>
                  </a:lnTo>
                  <a:close/>
                </a:path>
              </a:pathLst>
            </a:custGeom>
            <a:ln w="12192">
              <a:solidFill>
                <a:srgbClr val="58585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51" name="object 51"/>
          <p:cNvGrpSpPr/>
          <p:nvPr/>
        </p:nvGrpSpPr>
        <p:grpSpPr>
          <a:xfrm>
            <a:off x="6716268" y="2907792"/>
            <a:ext cx="530860" cy="379730"/>
            <a:chOff x="6716268" y="2907792"/>
            <a:chExt cx="530860" cy="379730"/>
          </a:xfrm>
        </p:grpSpPr>
        <p:sp>
          <p:nvSpPr>
            <p:cNvPr id="52" name="object 52"/>
            <p:cNvSpPr/>
            <p:nvPr/>
          </p:nvSpPr>
          <p:spPr>
            <a:xfrm>
              <a:off x="6722364" y="2913888"/>
              <a:ext cx="518159" cy="367665"/>
            </a:xfrm>
            <a:custGeom>
              <a:avLst/>
              <a:gdLst/>
              <a:ahLst/>
              <a:cxnLst/>
              <a:rect l="l" t="t" r="r" b="b"/>
              <a:pathLst>
                <a:path w="518159" h="367664">
                  <a:moveTo>
                    <a:pt x="518159" y="0"/>
                  </a:moveTo>
                  <a:lnTo>
                    <a:pt x="0" y="0"/>
                  </a:lnTo>
                  <a:lnTo>
                    <a:pt x="0" y="367284"/>
                  </a:lnTo>
                  <a:lnTo>
                    <a:pt x="518159" y="367284"/>
                  </a:lnTo>
                  <a:lnTo>
                    <a:pt x="518159" y="0"/>
                  </a:lnTo>
                  <a:close/>
                </a:path>
              </a:pathLst>
            </a:custGeom>
            <a:solidFill>
              <a:srgbClr val="13299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3" name="object 53"/>
            <p:cNvSpPr/>
            <p:nvPr/>
          </p:nvSpPr>
          <p:spPr>
            <a:xfrm>
              <a:off x="6722364" y="2913888"/>
              <a:ext cx="518159" cy="367665"/>
            </a:xfrm>
            <a:custGeom>
              <a:avLst/>
              <a:gdLst/>
              <a:ahLst/>
              <a:cxnLst/>
              <a:rect l="l" t="t" r="r" b="b"/>
              <a:pathLst>
                <a:path w="518159" h="367664">
                  <a:moveTo>
                    <a:pt x="0" y="367284"/>
                  </a:moveTo>
                  <a:lnTo>
                    <a:pt x="518159" y="367284"/>
                  </a:lnTo>
                  <a:lnTo>
                    <a:pt x="518159" y="0"/>
                  </a:lnTo>
                  <a:lnTo>
                    <a:pt x="0" y="0"/>
                  </a:lnTo>
                  <a:lnTo>
                    <a:pt x="0" y="367284"/>
                  </a:lnTo>
                  <a:close/>
                </a:path>
              </a:pathLst>
            </a:custGeom>
            <a:ln w="12192">
              <a:solidFill>
                <a:srgbClr val="58585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54" name="object 54"/>
          <p:cNvGrpSpPr/>
          <p:nvPr/>
        </p:nvGrpSpPr>
        <p:grpSpPr>
          <a:xfrm>
            <a:off x="7306056" y="2907792"/>
            <a:ext cx="528955" cy="379730"/>
            <a:chOff x="7306056" y="2907792"/>
            <a:chExt cx="528955" cy="379730"/>
          </a:xfrm>
        </p:grpSpPr>
        <p:sp>
          <p:nvSpPr>
            <p:cNvPr id="55" name="object 55"/>
            <p:cNvSpPr/>
            <p:nvPr/>
          </p:nvSpPr>
          <p:spPr>
            <a:xfrm>
              <a:off x="7312152" y="2913888"/>
              <a:ext cx="516890" cy="367665"/>
            </a:xfrm>
            <a:custGeom>
              <a:avLst/>
              <a:gdLst/>
              <a:ahLst/>
              <a:cxnLst/>
              <a:rect l="l" t="t" r="r" b="b"/>
              <a:pathLst>
                <a:path w="516890" h="367664">
                  <a:moveTo>
                    <a:pt x="516635" y="0"/>
                  </a:moveTo>
                  <a:lnTo>
                    <a:pt x="0" y="0"/>
                  </a:lnTo>
                  <a:lnTo>
                    <a:pt x="0" y="367284"/>
                  </a:lnTo>
                  <a:lnTo>
                    <a:pt x="516635" y="367284"/>
                  </a:lnTo>
                  <a:lnTo>
                    <a:pt x="516635" y="0"/>
                  </a:lnTo>
                  <a:close/>
                </a:path>
              </a:pathLst>
            </a:custGeom>
            <a:solidFill>
              <a:srgbClr val="13299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6" name="object 56"/>
            <p:cNvSpPr/>
            <p:nvPr/>
          </p:nvSpPr>
          <p:spPr>
            <a:xfrm>
              <a:off x="7312152" y="2913888"/>
              <a:ext cx="516890" cy="367665"/>
            </a:xfrm>
            <a:custGeom>
              <a:avLst/>
              <a:gdLst/>
              <a:ahLst/>
              <a:cxnLst/>
              <a:rect l="l" t="t" r="r" b="b"/>
              <a:pathLst>
                <a:path w="516890" h="367664">
                  <a:moveTo>
                    <a:pt x="0" y="367284"/>
                  </a:moveTo>
                  <a:lnTo>
                    <a:pt x="516635" y="367284"/>
                  </a:lnTo>
                  <a:lnTo>
                    <a:pt x="516635" y="0"/>
                  </a:lnTo>
                  <a:lnTo>
                    <a:pt x="0" y="0"/>
                  </a:lnTo>
                  <a:lnTo>
                    <a:pt x="0" y="367284"/>
                  </a:lnTo>
                  <a:close/>
                </a:path>
              </a:pathLst>
            </a:custGeom>
            <a:ln w="12192">
              <a:solidFill>
                <a:srgbClr val="58585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57" name="object 57"/>
          <p:cNvGrpSpPr/>
          <p:nvPr/>
        </p:nvGrpSpPr>
        <p:grpSpPr>
          <a:xfrm>
            <a:off x="7891271" y="2907792"/>
            <a:ext cx="530860" cy="379730"/>
            <a:chOff x="7891271" y="2907792"/>
            <a:chExt cx="530860" cy="379730"/>
          </a:xfrm>
        </p:grpSpPr>
        <p:sp>
          <p:nvSpPr>
            <p:cNvPr id="58" name="object 58"/>
            <p:cNvSpPr/>
            <p:nvPr/>
          </p:nvSpPr>
          <p:spPr>
            <a:xfrm>
              <a:off x="7897367" y="2913888"/>
              <a:ext cx="518159" cy="367665"/>
            </a:xfrm>
            <a:custGeom>
              <a:avLst/>
              <a:gdLst/>
              <a:ahLst/>
              <a:cxnLst/>
              <a:rect l="l" t="t" r="r" b="b"/>
              <a:pathLst>
                <a:path w="518159" h="367664">
                  <a:moveTo>
                    <a:pt x="518159" y="0"/>
                  </a:moveTo>
                  <a:lnTo>
                    <a:pt x="0" y="0"/>
                  </a:lnTo>
                  <a:lnTo>
                    <a:pt x="0" y="367284"/>
                  </a:lnTo>
                  <a:lnTo>
                    <a:pt x="518159" y="367284"/>
                  </a:lnTo>
                  <a:lnTo>
                    <a:pt x="518159" y="0"/>
                  </a:lnTo>
                  <a:close/>
                </a:path>
              </a:pathLst>
            </a:custGeom>
            <a:solidFill>
              <a:srgbClr val="13299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9" name="object 59"/>
            <p:cNvSpPr/>
            <p:nvPr/>
          </p:nvSpPr>
          <p:spPr>
            <a:xfrm>
              <a:off x="7897367" y="2913888"/>
              <a:ext cx="518159" cy="367665"/>
            </a:xfrm>
            <a:custGeom>
              <a:avLst/>
              <a:gdLst/>
              <a:ahLst/>
              <a:cxnLst/>
              <a:rect l="l" t="t" r="r" b="b"/>
              <a:pathLst>
                <a:path w="518159" h="367664">
                  <a:moveTo>
                    <a:pt x="0" y="367284"/>
                  </a:moveTo>
                  <a:lnTo>
                    <a:pt x="518159" y="367284"/>
                  </a:lnTo>
                  <a:lnTo>
                    <a:pt x="518159" y="0"/>
                  </a:lnTo>
                  <a:lnTo>
                    <a:pt x="0" y="0"/>
                  </a:lnTo>
                  <a:lnTo>
                    <a:pt x="0" y="367284"/>
                  </a:lnTo>
                  <a:close/>
                </a:path>
              </a:pathLst>
            </a:custGeom>
            <a:ln w="12192">
              <a:solidFill>
                <a:srgbClr val="58585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60" name="object 60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1677932" y="3005401"/>
            <a:ext cx="393945" cy="139372"/>
          </a:xfrm>
          <a:prstGeom prst="rect">
            <a:avLst/>
          </a:prstGeom>
        </p:spPr>
      </p:pic>
      <p:pic>
        <p:nvPicPr>
          <p:cNvPr id="61" name="object 61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2499400" y="3366537"/>
            <a:ext cx="433537" cy="156188"/>
          </a:xfrm>
          <a:prstGeom prst="rect">
            <a:avLst/>
          </a:prstGeom>
        </p:spPr>
      </p:pic>
      <p:pic>
        <p:nvPicPr>
          <p:cNvPr id="62" name="object 62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1566672" y="4213859"/>
            <a:ext cx="886205" cy="159257"/>
          </a:xfrm>
          <a:prstGeom prst="rect">
            <a:avLst/>
          </a:prstGeom>
        </p:spPr>
      </p:pic>
      <p:pic>
        <p:nvPicPr>
          <p:cNvPr id="63" name="object 63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4800609" y="3005401"/>
            <a:ext cx="352796" cy="139372"/>
          </a:xfrm>
          <a:prstGeom prst="rect">
            <a:avLst/>
          </a:prstGeom>
        </p:spPr>
      </p:pic>
      <p:pic>
        <p:nvPicPr>
          <p:cNvPr id="64" name="object 64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6772679" y="3366537"/>
            <a:ext cx="445746" cy="156188"/>
          </a:xfrm>
          <a:prstGeom prst="rect">
            <a:avLst/>
          </a:prstGeom>
        </p:spPr>
      </p:pic>
      <p:pic>
        <p:nvPicPr>
          <p:cNvPr id="65" name="object 65"/>
          <p:cNvPicPr/>
          <p:nvPr/>
        </p:nvPicPr>
        <p:blipFill>
          <a:blip r:embed="rId14" cstate="print"/>
          <a:stretch>
            <a:fillRect/>
          </a:stretch>
        </p:blipFill>
        <p:spPr>
          <a:xfrm>
            <a:off x="4780796" y="4218456"/>
            <a:ext cx="393945" cy="137897"/>
          </a:xfrm>
          <a:prstGeom prst="rect">
            <a:avLst/>
          </a:prstGeom>
        </p:spPr>
      </p:pic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363582" y="6524434"/>
            <a:ext cx="79882" cy="90487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54151" y="6527292"/>
            <a:ext cx="1794510" cy="142494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862571" y="6521195"/>
            <a:ext cx="2327910" cy="118110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437489" y="431419"/>
            <a:ext cx="315658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FFFFFF"/>
                </a:solidFill>
                <a:latin typeface="Ebrima"/>
                <a:cs typeface="Ebrima"/>
              </a:rPr>
              <a:t>2.1.</a:t>
            </a:r>
            <a:r>
              <a:rPr sz="1800" spc="-30" dirty="0">
                <a:solidFill>
                  <a:srgbClr val="FFFFFF"/>
                </a:solidFill>
                <a:latin typeface="Ebrima"/>
                <a:cs typeface="Ebrima"/>
              </a:rPr>
              <a:t> </a:t>
            </a:r>
            <a:r>
              <a:rPr sz="1800" dirty="0">
                <a:solidFill>
                  <a:srgbClr val="FFFFFF"/>
                </a:solidFill>
                <a:latin typeface="Ebrima"/>
                <a:cs typeface="Ebrima"/>
              </a:rPr>
              <a:t>Introduction</a:t>
            </a:r>
            <a:r>
              <a:rPr sz="1800" spc="-40" dirty="0">
                <a:solidFill>
                  <a:srgbClr val="FFFFFF"/>
                </a:solidFill>
                <a:latin typeface="Ebrima"/>
                <a:cs typeface="Ebrima"/>
              </a:rPr>
              <a:t> </a:t>
            </a:r>
            <a:r>
              <a:rPr sz="1800" dirty="0">
                <a:solidFill>
                  <a:srgbClr val="FFFFFF"/>
                </a:solidFill>
                <a:latin typeface="Ebrima"/>
                <a:cs typeface="Ebrima"/>
              </a:rPr>
              <a:t>to</a:t>
            </a:r>
            <a:r>
              <a:rPr sz="1800" spc="-30" dirty="0">
                <a:solidFill>
                  <a:srgbClr val="FFFFFF"/>
                </a:solidFill>
                <a:latin typeface="Ebrima"/>
                <a:cs typeface="Ebrima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Ebrima"/>
                <a:cs typeface="Ebrima"/>
              </a:rPr>
              <a:t>TensorFlow</a:t>
            </a:r>
            <a:endParaRPr sz="1800">
              <a:latin typeface="Ebrima"/>
              <a:cs typeface="Ebrim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8671941" y="463677"/>
            <a:ext cx="80962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dirty="0">
                <a:solidFill>
                  <a:srgbClr val="D9D9D9"/>
                </a:solidFill>
                <a:latin typeface="Ebrima"/>
                <a:cs typeface="Ebrima"/>
              </a:rPr>
              <a:t>UNIT</a:t>
            </a:r>
            <a:r>
              <a:rPr sz="1600" spc="400" dirty="0">
                <a:solidFill>
                  <a:srgbClr val="D9D9D9"/>
                </a:solidFill>
                <a:latin typeface="Ebrima"/>
                <a:cs typeface="Ebrima"/>
              </a:rPr>
              <a:t> </a:t>
            </a:r>
            <a:r>
              <a:rPr sz="1600" spc="-35" dirty="0">
                <a:solidFill>
                  <a:srgbClr val="D9D9D9"/>
                </a:solidFill>
                <a:latin typeface="Ebrima"/>
                <a:cs typeface="Ebrima"/>
              </a:rPr>
              <a:t>02</a:t>
            </a:r>
            <a:endParaRPr sz="1600">
              <a:latin typeface="Ebrima"/>
              <a:cs typeface="Ebrima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559308" y="1437132"/>
            <a:ext cx="36830" cy="181610"/>
          </a:xfrm>
          <a:custGeom>
            <a:avLst/>
            <a:gdLst/>
            <a:ahLst/>
            <a:cxnLst/>
            <a:rect l="l" t="t" r="r" b="b"/>
            <a:pathLst>
              <a:path w="36829" h="181609">
                <a:moveTo>
                  <a:pt x="36576" y="0"/>
                </a:moveTo>
                <a:lnTo>
                  <a:pt x="0" y="0"/>
                </a:lnTo>
                <a:lnTo>
                  <a:pt x="0" y="181355"/>
                </a:lnTo>
                <a:lnTo>
                  <a:pt x="36576" y="181355"/>
                </a:lnTo>
                <a:lnTo>
                  <a:pt x="36576" y="0"/>
                </a:lnTo>
                <a:close/>
              </a:path>
            </a:pathLst>
          </a:custGeom>
          <a:solidFill>
            <a:srgbClr val="183DAF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8" name="object 8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713231" y="1461516"/>
            <a:ext cx="1137666" cy="144017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710183" y="1807464"/>
            <a:ext cx="8455914" cy="2198370"/>
          </a:xfrm>
          <a:prstGeom prst="rect">
            <a:avLst/>
          </a:prstGeom>
        </p:spPr>
      </p:pic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363582" y="6524434"/>
            <a:ext cx="79882" cy="90487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54151" y="6527292"/>
            <a:ext cx="1794510" cy="142494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862571" y="6521195"/>
            <a:ext cx="2327910" cy="118110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437489" y="431419"/>
            <a:ext cx="315658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FFFFFF"/>
                </a:solidFill>
                <a:latin typeface="Ebrima"/>
                <a:cs typeface="Ebrima"/>
              </a:rPr>
              <a:t>2.1.</a:t>
            </a:r>
            <a:r>
              <a:rPr sz="1800" spc="-25" dirty="0">
                <a:solidFill>
                  <a:srgbClr val="FFFFFF"/>
                </a:solidFill>
                <a:latin typeface="Ebrima"/>
                <a:cs typeface="Ebrima"/>
              </a:rPr>
              <a:t> </a:t>
            </a:r>
            <a:r>
              <a:rPr sz="1800" dirty="0">
                <a:solidFill>
                  <a:srgbClr val="FFFFFF"/>
                </a:solidFill>
                <a:latin typeface="Ebrima"/>
                <a:cs typeface="Ebrima"/>
              </a:rPr>
              <a:t>Introduction</a:t>
            </a:r>
            <a:r>
              <a:rPr sz="1800" spc="-40" dirty="0">
                <a:solidFill>
                  <a:srgbClr val="FFFFFF"/>
                </a:solidFill>
                <a:latin typeface="Ebrima"/>
                <a:cs typeface="Ebrima"/>
              </a:rPr>
              <a:t> </a:t>
            </a:r>
            <a:r>
              <a:rPr sz="1800" dirty="0">
                <a:solidFill>
                  <a:srgbClr val="FFFFFF"/>
                </a:solidFill>
                <a:latin typeface="Ebrima"/>
                <a:cs typeface="Ebrima"/>
              </a:rPr>
              <a:t>to</a:t>
            </a:r>
            <a:r>
              <a:rPr sz="1800" spc="-30" dirty="0">
                <a:solidFill>
                  <a:srgbClr val="FFFFFF"/>
                </a:solidFill>
                <a:latin typeface="Ebrima"/>
                <a:cs typeface="Ebrima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Ebrima"/>
                <a:cs typeface="Ebrima"/>
              </a:rPr>
              <a:t>TensorFlow</a:t>
            </a:r>
            <a:endParaRPr sz="1800">
              <a:latin typeface="Ebrima"/>
              <a:cs typeface="Ebrim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8671941" y="463677"/>
            <a:ext cx="80962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dirty="0">
                <a:solidFill>
                  <a:srgbClr val="D9D9D9"/>
                </a:solidFill>
                <a:latin typeface="Ebrima"/>
                <a:cs typeface="Ebrima"/>
              </a:rPr>
              <a:t>UNIT</a:t>
            </a:r>
            <a:r>
              <a:rPr sz="1600" spc="400" dirty="0">
                <a:solidFill>
                  <a:srgbClr val="D9D9D9"/>
                </a:solidFill>
                <a:latin typeface="Ebrima"/>
                <a:cs typeface="Ebrima"/>
              </a:rPr>
              <a:t> </a:t>
            </a:r>
            <a:r>
              <a:rPr sz="1600" spc="-35" dirty="0">
                <a:solidFill>
                  <a:srgbClr val="D9D9D9"/>
                </a:solidFill>
                <a:latin typeface="Ebrima"/>
                <a:cs typeface="Ebrima"/>
              </a:rPr>
              <a:t>02</a:t>
            </a:r>
            <a:endParaRPr sz="1600">
              <a:latin typeface="Ebrima"/>
              <a:cs typeface="Ebrima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559308" y="1437132"/>
            <a:ext cx="36830" cy="181610"/>
          </a:xfrm>
          <a:custGeom>
            <a:avLst/>
            <a:gdLst/>
            <a:ahLst/>
            <a:cxnLst/>
            <a:rect l="l" t="t" r="r" b="b"/>
            <a:pathLst>
              <a:path w="36829" h="181609">
                <a:moveTo>
                  <a:pt x="36576" y="0"/>
                </a:moveTo>
                <a:lnTo>
                  <a:pt x="0" y="0"/>
                </a:lnTo>
                <a:lnTo>
                  <a:pt x="0" y="181355"/>
                </a:lnTo>
                <a:lnTo>
                  <a:pt x="36576" y="181355"/>
                </a:lnTo>
                <a:lnTo>
                  <a:pt x="36576" y="0"/>
                </a:lnTo>
                <a:close/>
              </a:path>
            </a:pathLst>
          </a:custGeom>
          <a:solidFill>
            <a:srgbClr val="183DAF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8" name="object 8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713231" y="1461516"/>
            <a:ext cx="1137666" cy="144017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710183" y="1807464"/>
            <a:ext cx="5116830" cy="1901189"/>
          </a:xfrm>
          <a:prstGeom prst="rect">
            <a:avLst/>
          </a:prstGeom>
        </p:spPr>
      </p:pic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355949" y="6524434"/>
            <a:ext cx="89038" cy="90487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54151" y="6527292"/>
            <a:ext cx="1794510" cy="142494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862571" y="6521195"/>
            <a:ext cx="2327910" cy="118110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437489" y="431419"/>
            <a:ext cx="315658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FFFFFF"/>
                </a:solidFill>
                <a:latin typeface="Ebrima"/>
                <a:cs typeface="Ebrima"/>
              </a:rPr>
              <a:t>2.1.</a:t>
            </a:r>
            <a:r>
              <a:rPr sz="1800" spc="-25" dirty="0">
                <a:solidFill>
                  <a:srgbClr val="FFFFFF"/>
                </a:solidFill>
                <a:latin typeface="Ebrima"/>
                <a:cs typeface="Ebrima"/>
              </a:rPr>
              <a:t> </a:t>
            </a:r>
            <a:r>
              <a:rPr sz="1800" dirty="0">
                <a:solidFill>
                  <a:srgbClr val="FFFFFF"/>
                </a:solidFill>
                <a:latin typeface="Ebrima"/>
                <a:cs typeface="Ebrima"/>
              </a:rPr>
              <a:t>Introduction</a:t>
            </a:r>
            <a:r>
              <a:rPr sz="1800" spc="-40" dirty="0">
                <a:solidFill>
                  <a:srgbClr val="FFFFFF"/>
                </a:solidFill>
                <a:latin typeface="Ebrima"/>
                <a:cs typeface="Ebrima"/>
              </a:rPr>
              <a:t> </a:t>
            </a:r>
            <a:r>
              <a:rPr sz="1800" dirty="0">
                <a:solidFill>
                  <a:srgbClr val="FFFFFF"/>
                </a:solidFill>
                <a:latin typeface="Ebrima"/>
                <a:cs typeface="Ebrima"/>
              </a:rPr>
              <a:t>to</a:t>
            </a:r>
            <a:r>
              <a:rPr sz="1800" spc="-30" dirty="0">
                <a:solidFill>
                  <a:srgbClr val="FFFFFF"/>
                </a:solidFill>
                <a:latin typeface="Ebrima"/>
                <a:cs typeface="Ebrima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Ebrima"/>
                <a:cs typeface="Ebrima"/>
              </a:rPr>
              <a:t>TensorFlow</a:t>
            </a:r>
            <a:endParaRPr sz="1800">
              <a:latin typeface="Ebrima"/>
              <a:cs typeface="Ebrim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8671941" y="463677"/>
            <a:ext cx="80962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dirty="0">
                <a:solidFill>
                  <a:srgbClr val="D9D9D9"/>
                </a:solidFill>
                <a:latin typeface="Ebrima"/>
                <a:cs typeface="Ebrima"/>
              </a:rPr>
              <a:t>UNIT</a:t>
            </a:r>
            <a:r>
              <a:rPr sz="1600" spc="400" dirty="0">
                <a:solidFill>
                  <a:srgbClr val="D9D9D9"/>
                </a:solidFill>
                <a:latin typeface="Ebrima"/>
                <a:cs typeface="Ebrima"/>
              </a:rPr>
              <a:t> </a:t>
            </a:r>
            <a:r>
              <a:rPr sz="1600" spc="-35" dirty="0">
                <a:solidFill>
                  <a:srgbClr val="D9D9D9"/>
                </a:solidFill>
                <a:latin typeface="Ebrima"/>
                <a:cs typeface="Ebrima"/>
              </a:rPr>
              <a:t>02</a:t>
            </a:r>
            <a:endParaRPr sz="1600">
              <a:latin typeface="Ebrima"/>
              <a:cs typeface="Ebrima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559308" y="1437132"/>
            <a:ext cx="36830" cy="181610"/>
          </a:xfrm>
          <a:custGeom>
            <a:avLst/>
            <a:gdLst/>
            <a:ahLst/>
            <a:cxnLst/>
            <a:rect l="l" t="t" r="r" b="b"/>
            <a:pathLst>
              <a:path w="36829" h="181609">
                <a:moveTo>
                  <a:pt x="36576" y="0"/>
                </a:moveTo>
                <a:lnTo>
                  <a:pt x="0" y="0"/>
                </a:lnTo>
                <a:lnTo>
                  <a:pt x="0" y="181355"/>
                </a:lnTo>
                <a:lnTo>
                  <a:pt x="36576" y="181355"/>
                </a:lnTo>
                <a:lnTo>
                  <a:pt x="36576" y="0"/>
                </a:lnTo>
                <a:close/>
              </a:path>
            </a:pathLst>
          </a:custGeom>
          <a:solidFill>
            <a:srgbClr val="183DAF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8" name="object 8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713231" y="1461516"/>
            <a:ext cx="1137666" cy="144017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710183" y="1807451"/>
            <a:ext cx="8458962" cy="1154442"/>
          </a:xfrm>
          <a:prstGeom prst="rect">
            <a:avLst/>
          </a:prstGeom>
        </p:spPr>
      </p:pic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383431" y="6524434"/>
            <a:ext cx="61558" cy="90487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54151" y="6527292"/>
            <a:ext cx="1794510" cy="142494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862571" y="6521195"/>
            <a:ext cx="2327910" cy="118110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2.1.</a:t>
            </a:r>
            <a:r>
              <a:rPr spc="-25" dirty="0"/>
              <a:t> </a:t>
            </a:r>
            <a:r>
              <a:rPr dirty="0"/>
              <a:t>Introduction</a:t>
            </a:r>
            <a:r>
              <a:rPr spc="-40" dirty="0"/>
              <a:t> </a:t>
            </a:r>
            <a:r>
              <a:rPr dirty="0"/>
              <a:t>to</a:t>
            </a:r>
            <a:r>
              <a:rPr spc="-30" dirty="0"/>
              <a:t> </a:t>
            </a:r>
            <a:r>
              <a:rPr spc="-10" dirty="0"/>
              <a:t>TensorFlow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8671941" y="463677"/>
            <a:ext cx="80962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dirty="0">
                <a:solidFill>
                  <a:srgbClr val="D9D9D9"/>
                </a:solidFill>
                <a:latin typeface="Ebrima"/>
                <a:cs typeface="Ebrima"/>
              </a:rPr>
              <a:t>UNIT</a:t>
            </a:r>
            <a:r>
              <a:rPr sz="1600" spc="400" dirty="0">
                <a:solidFill>
                  <a:srgbClr val="D9D9D9"/>
                </a:solidFill>
                <a:latin typeface="Ebrima"/>
                <a:cs typeface="Ebrima"/>
              </a:rPr>
              <a:t> </a:t>
            </a:r>
            <a:r>
              <a:rPr sz="1600" spc="-35" dirty="0">
                <a:solidFill>
                  <a:srgbClr val="D9D9D9"/>
                </a:solidFill>
                <a:latin typeface="Ebrima"/>
                <a:cs typeface="Ebrima"/>
              </a:rPr>
              <a:t>02</a:t>
            </a:r>
            <a:endParaRPr sz="1600">
              <a:latin typeface="Ebrima"/>
              <a:cs typeface="Ebrima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559308" y="1437132"/>
            <a:ext cx="36830" cy="181610"/>
          </a:xfrm>
          <a:custGeom>
            <a:avLst/>
            <a:gdLst/>
            <a:ahLst/>
            <a:cxnLst/>
            <a:rect l="l" t="t" r="r" b="b"/>
            <a:pathLst>
              <a:path w="36829" h="181609">
                <a:moveTo>
                  <a:pt x="36576" y="0"/>
                </a:moveTo>
                <a:lnTo>
                  <a:pt x="0" y="0"/>
                </a:lnTo>
                <a:lnTo>
                  <a:pt x="0" y="181355"/>
                </a:lnTo>
                <a:lnTo>
                  <a:pt x="36576" y="181355"/>
                </a:lnTo>
                <a:lnTo>
                  <a:pt x="36576" y="0"/>
                </a:lnTo>
                <a:close/>
              </a:path>
            </a:pathLst>
          </a:custGeom>
          <a:solidFill>
            <a:srgbClr val="183DAF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8" name="object 8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719327" y="1461516"/>
            <a:ext cx="1165098" cy="176022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710183" y="1805939"/>
            <a:ext cx="3147822" cy="459486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710183" y="2990088"/>
            <a:ext cx="4772406" cy="1059942"/>
          </a:xfrm>
          <a:prstGeom prst="rect">
            <a:avLst/>
          </a:prstGeom>
        </p:spPr>
      </p:pic>
      <p:sp>
        <p:nvSpPr>
          <p:cNvPr id="11" name="object 11"/>
          <p:cNvSpPr txBox="1"/>
          <p:nvPr/>
        </p:nvSpPr>
        <p:spPr>
          <a:xfrm>
            <a:off x="3151632" y="2385060"/>
            <a:ext cx="3599815" cy="344325"/>
          </a:xfrm>
          <a:prstGeom prst="rect">
            <a:avLst/>
          </a:prstGeom>
          <a:solidFill>
            <a:srgbClr val="F1F1F1"/>
          </a:solidFill>
        </p:spPr>
        <p:txBody>
          <a:bodyPr vert="horz" wrap="square" lIns="0" tIns="66675" rIns="0" bIns="0" rtlCol="0">
            <a:spAutoFit/>
          </a:bodyPr>
          <a:lstStyle/>
          <a:p>
            <a:pPr marL="771525">
              <a:lnSpc>
                <a:spcPct val="100000"/>
              </a:lnSpc>
              <a:spcBef>
                <a:spcPts val="525"/>
              </a:spcBef>
            </a:pPr>
            <a:r>
              <a:rPr sz="1800" b="1" dirty="0">
                <a:solidFill>
                  <a:srgbClr val="252525"/>
                </a:solidFill>
                <a:latin typeface="Arial"/>
                <a:cs typeface="Arial"/>
              </a:rPr>
              <a:t>&gt; pip install tensorflow</a:t>
            </a:r>
            <a:endParaRPr sz="1800"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2430779" y="4201667"/>
            <a:ext cx="5041900" cy="345607"/>
          </a:xfrm>
          <a:prstGeom prst="rect">
            <a:avLst/>
          </a:prstGeom>
          <a:solidFill>
            <a:srgbClr val="F1F1F1"/>
          </a:solidFill>
        </p:spPr>
        <p:txBody>
          <a:bodyPr vert="horz" wrap="square" lIns="0" tIns="6794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535"/>
              </a:spcBef>
            </a:pPr>
            <a:r>
              <a:rPr sz="1800" b="1" dirty="0">
                <a:solidFill>
                  <a:srgbClr val="252525"/>
                </a:solidFill>
                <a:latin typeface="Arial"/>
                <a:cs typeface="Arial"/>
              </a:rPr>
              <a:t>&gt; pip install tensorflow==[desired-version]</a:t>
            </a:r>
            <a:endParaRPr sz="1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359003" y="6524434"/>
            <a:ext cx="84461" cy="90487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54151" y="6527292"/>
            <a:ext cx="1794510" cy="142494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862571" y="6521195"/>
            <a:ext cx="2327910" cy="118110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437489" y="431419"/>
            <a:ext cx="315658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FFFFFF"/>
                </a:solidFill>
                <a:latin typeface="Ebrima"/>
                <a:cs typeface="Ebrima"/>
              </a:rPr>
              <a:t>2.1.</a:t>
            </a:r>
            <a:r>
              <a:rPr sz="1800" spc="-25" dirty="0">
                <a:solidFill>
                  <a:srgbClr val="FFFFFF"/>
                </a:solidFill>
                <a:latin typeface="Ebrima"/>
                <a:cs typeface="Ebrima"/>
              </a:rPr>
              <a:t> </a:t>
            </a:r>
            <a:r>
              <a:rPr sz="1800" dirty="0">
                <a:solidFill>
                  <a:srgbClr val="FFFFFF"/>
                </a:solidFill>
                <a:latin typeface="Ebrima"/>
                <a:cs typeface="Ebrima"/>
              </a:rPr>
              <a:t>Introduction</a:t>
            </a:r>
            <a:r>
              <a:rPr sz="1800" spc="-40" dirty="0">
                <a:solidFill>
                  <a:srgbClr val="FFFFFF"/>
                </a:solidFill>
                <a:latin typeface="Ebrima"/>
                <a:cs typeface="Ebrima"/>
              </a:rPr>
              <a:t> </a:t>
            </a:r>
            <a:r>
              <a:rPr sz="1800" dirty="0">
                <a:solidFill>
                  <a:srgbClr val="FFFFFF"/>
                </a:solidFill>
                <a:latin typeface="Ebrima"/>
                <a:cs typeface="Ebrima"/>
              </a:rPr>
              <a:t>to</a:t>
            </a:r>
            <a:r>
              <a:rPr sz="1800" spc="-30" dirty="0">
                <a:solidFill>
                  <a:srgbClr val="FFFFFF"/>
                </a:solidFill>
                <a:latin typeface="Ebrima"/>
                <a:cs typeface="Ebrima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Ebrima"/>
                <a:cs typeface="Ebrima"/>
              </a:rPr>
              <a:t>TensorFlow</a:t>
            </a:r>
            <a:endParaRPr sz="1800">
              <a:latin typeface="Ebrima"/>
              <a:cs typeface="Ebrim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8671941" y="463677"/>
            <a:ext cx="80962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dirty="0">
                <a:solidFill>
                  <a:srgbClr val="D9D9D9"/>
                </a:solidFill>
                <a:latin typeface="Ebrima"/>
                <a:cs typeface="Ebrima"/>
              </a:rPr>
              <a:t>UNIT</a:t>
            </a:r>
            <a:r>
              <a:rPr sz="1600" spc="400" dirty="0">
                <a:solidFill>
                  <a:srgbClr val="D9D9D9"/>
                </a:solidFill>
                <a:latin typeface="Ebrima"/>
                <a:cs typeface="Ebrima"/>
              </a:rPr>
              <a:t> </a:t>
            </a:r>
            <a:r>
              <a:rPr sz="1600" spc="-35" dirty="0">
                <a:solidFill>
                  <a:srgbClr val="D9D9D9"/>
                </a:solidFill>
                <a:latin typeface="Ebrima"/>
                <a:cs typeface="Ebrima"/>
              </a:rPr>
              <a:t>02</a:t>
            </a:r>
            <a:endParaRPr sz="1600">
              <a:latin typeface="Ebrima"/>
              <a:cs typeface="Ebrima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559308" y="1437132"/>
            <a:ext cx="36830" cy="181610"/>
          </a:xfrm>
          <a:custGeom>
            <a:avLst/>
            <a:gdLst/>
            <a:ahLst/>
            <a:cxnLst/>
            <a:rect l="l" t="t" r="r" b="b"/>
            <a:pathLst>
              <a:path w="36829" h="181609">
                <a:moveTo>
                  <a:pt x="36576" y="0"/>
                </a:moveTo>
                <a:lnTo>
                  <a:pt x="0" y="0"/>
                </a:lnTo>
                <a:lnTo>
                  <a:pt x="0" y="181355"/>
                </a:lnTo>
                <a:lnTo>
                  <a:pt x="36576" y="181355"/>
                </a:lnTo>
                <a:lnTo>
                  <a:pt x="36576" y="0"/>
                </a:lnTo>
                <a:close/>
              </a:path>
            </a:pathLst>
          </a:custGeom>
          <a:solidFill>
            <a:srgbClr val="183DAF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8" name="object 8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719327" y="1461516"/>
            <a:ext cx="1608582" cy="176022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710183" y="1834895"/>
            <a:ext cx="2285238" cy="133350"/>
          </a:xfrm>
          <a:prstGeom prst="rect">
            <a:avLst/>
          </a:prstGeom>
        </p:spPr>
      </p:pic>
      <p:grpSp>
        <p:nvGrpSpPr>
          <p:cNvPr id="10" name="object 10"/>
          <p:cNvGrpSpPr/>
          <p:nvPr/>
        </p:nvGrpSpPr>
        <p:grpSpPr>
          <a:xfrm>
            <a:off x="682751" y="2115311"/>
            <a:ext cx="8663940" cy="1388745"/>
            <a:chOff x="682751" y="2115311"/>
            <a:chExt cx="8663940" cy="1388745"/>
          </a:xfrm>
        </p:grpSpPr>
        <p:sp>
          <p:nvSpPr>
            <p:cNvPr id="11" name="object 11"/>
            <p:cNvSpPr/>
            <p:nvPr/>
          </p:nvSpPr>
          <p:spPr>
            <a:xfrm>
              <a:off x="685799" y="2118359"/>
              <a:ext cx="8658225" cy="1382395"/>
            </a:xfrm>
            <a:custGeom>
              <a:avLst/>
              <a:gdLst/>
              <a:ahLst/>
              <a:cxnLst/>
              <a:rect l="l" t="t" r="r" b="b"/>
              <a:pathLst>
                <a:path w="8658225" h="1382395">
                  <a:moveTo>
                    <a:pt x="0" y="1382268"/>
                  </a:moveTo>
                  <a:lnTo>
                    <a:pt x="8657844" y="1382268"/>
                  </a:lnTo>
                  <a:lnTo>
                    <a:pt x="8657844" y="0"/>
                  </a:lnTo>
                  <a:lnTo>
                    <a:pt x="0" y="0"/>
                  </a:lnTo>
                  <a:lnTo>
                    <a:pt x="0" y="1382268"/>
                  </a:lnTo>
                  <a:close/>
                </a:path>
              </a:pathLst>
            </a:custGeom>
            <a:ln w="6096">
              <a:solidFill>
                <a:srgbClr val="D9D9D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2" name="object 12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803147" y="2263380"/>
              <a:ext cx="8540496" cy="1050620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355873" y="6524434"/>
            <a:ext cx="87590" cy="90487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54151" y="6527292"/>
            <a:ext cx="1794510" cy="142494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862571" y="6521195"/>
            <a:ext cx="2327910" cy="118110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437489" y="431419"/>
            <a:ext cx="315658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FFFFFF"/>
                </a:solidFill>
                <a:latin typeface="Ebrima"/>
                <a:cs typeface="Ebrima"/>
              </a:rPr>
              <a:t>2.1.</a:t>
            </a:r>
            <a:r>
              <a:rPr sz="1800" spc="-25" dirty="0">
                <a:solidFill>
                  <a:srgbClr val="FFFFFF"/>
                </a:solidFill>
                <a:latin typeface="Ebrima"/>
                <a:cs typeface="Ebrima"/>
              </a:rPr>
              <a:t> </a:t>
            </a:r>
            <a:r>
              <a:rPr sz="1800" dirty="0">
                <a:solidFill>
                  <a:srgbClr val="FFFFFF"/>
                </a:solidFill>
                <a:latin typeface="Ebrima"/>
                <a:cs typeface="Ebrima"/>
              </a:rPr>
              <a:t>Introduction</a:t>
            </a:r>
            <a:r>
              <a:rPr sz="1800" spc="-40" dirty="0">
                <a:solidFill>
                  <a:srgbClr val="FFFFFF"/>
                </a:solidFill>
                <a:latin typeface="Ebrima"/>
                <a:cs typeface="Ebrima"/>
              </a:rPr>
              <a:t> </a:t>
            </a:r>
            <a:r>
              <a:rPr sz="1800" dirty="0">
                <a:solidFill>
                  <a:srgbClr val="FFFFFF"/>
                </a:solidFill>
                <a:latin typeface="Ebrima"/>
                <a:cs typeface="Ebrima"/>
              </a:rPr>
              <a:t>to</a:t>
            </a:r>
            <a:r>
              <a:rPr sz="1800" spc="-30" dirty="0">
                <a:solidFill>
                  <a:srgbClr val="FFFFFF"/>
                </a:solidFill>
                <a:latin typeface="Ebrima"/>
                <a:cs typeface="Ebrima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Ebrima"/>
                <a:cs typeface="Ebrima"/>
              </a:rPr>
              <a:t>TensorFlow</a:t>
            </a:r>
            <a:endParaRPr sz="1800">
              <a:latin typeface="Ebrima"/>
              <a:cs typeface="Ebrim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8671941" y="463677"/>
            <a:ext cx="80962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dirty="0">
                <a:solidFill>
                  <a:srgbClr val="D9D9D9"/>
                </a:solidFill>
                <a:latin typeface="Ebrima"/>
                <a:cs typeface="Ebrima"/>
              </a:rPr>
              <a:t>UNIT</a:t>
            </a:r>
            <a:r>
              <a:rPr sz="1600" spc="400" dirty="0">
                <a:solidFill>
                  <a:srgbClr val="D9D9D9"/>
                </a:solidFill>
                <a:latin typeface="Ebrima"/>
                <a:cs typeface="Ebrima"/>
              </a:rPr>
              <a:t> </a:t>
            </a:r>
            <a:r>
              <a:rPr sz="1600" spc="-35" dirty="0">
                <a:solidFill>
                  <a:srgbClr val="D9D9D9"/>
                </a:solidFill>
                <a:latin typeface="Ebrima"/>
                <a:cs typeface="Ebrima"/>
              </a:rPr>
              <a:t>02</a:t>
            </a:r>
            <a:endParaRPr sz="1600">
              <a:latin typeface="Ebrima"/>
              <a:cs typeface="Ebrima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559308" y="1437132"/>
            <a:ext cx="36830" cy="181610"/>
          </a:xfrm>
          <a:custGeom>
            <a:avLst/>
            <a:gdLst/>
            <a:ahLst/>
            <a:cxnLst/>
            <a:rect l="l" t="t" r="r" b="b"/>
            <a:pathLst>
              <a:path w="36829" h="181609">
                <a:moveTo>
                  <a:pt x="36576" y="0"/>
                </a:moveTo>
                <a:lnTo>
                  <a:pt x="0" y="0"/>
                </a:lnTo>
                <a:lnTo>
                  <a:pt x="0" y="181355"/>
                </a:lnTo>
                <a:lnTo>
                  <a:pt x="36576" y="181355"/>
                </a:lnTo>
                <a:lnTo>
                  <a:pt x="36576" y="0"/>
                </a:lnTo>
                <a:close/>
              </a:path>
            </a:pathLst>
          </a:custGeom>
          <a:solidFill>
            <a:srgbClr val="183DAF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8" name="object 8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719327" y="1461516"/>
            <a:ext cx="1165098" cy="176022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710183" y="1805927"/>
            <a:ext cx="5706618" cy="657618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710183" y="3249167"/>
            <a:ext cx="5759958" cy="162305"/>
          </a:xfrm>
          <a:prstGeom prst="rect">
            <a:avLst/>
          </a:prstGeom>
        </p:spPr>
      </p:pic>
      <p:sp>
        <p:nvSpPr>
          <p:cNvPr id="11" name="object 11"/>
          <p:cNvSpPr txBox="1"/>
          <p:nvPr/>
        </p:nvSpPr>
        <p:spPr>
          <a:xfrm>
            <a:off x="3259835" y="2634995"/>
            <a:ext cx="3602736" cy="344325"/>
          </a:xfrm>
          <a:prstGeom prst="rect">
            <a:avLst/>
          </a:prstGeom>
          <a:solidFill>
            <a:srgbClr val="F1F1F1"/>
          </a:solidFill>
        </p:spPr>
        <p:txBody>
          <a:bodyPr vert="horz" wrap="square" lIns="0" tIns="66675" rIns="0" bIns="0" rtlCol="0">
            <a:spAutoFit/>
          </a:bodyPr>
          <a:lstStyle/>
          <a:p>
            <a:pPr marL="466090">
              <a:lnSpc>
                <a:spcPct val="100000"/>
              </a:lnSpc>
              <a:spcBef>
                <a:spcPts val="525"/>
              </a:spcBef>
            </a:pPr>
            <a:r>
              <a:rPr sz="1800" b="1" dirty="0">
                <a:solidFill>
                  <a:srgbClr val="252525"/>
                </a:solidFill>
                <a:latin typeface="Arial"/>
                <a:cs typeface="Arial"/>
              </a:rPr>
              <a:t>&gt; pip install tensorflow-gpu</a:t>
            </a:r>
            <a:endParaRPr sz="1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361970" y="6524434"/>
            <a:ext cx="87590" cy="90487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54151" y="6527292"/>
            <a:ext cx="1794510" cy="142494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862571" y="6521195"/>
            <a:ext cx="2327910" cy="118110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437489" y="431419"/>
            <a:ext cx="315658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FFFFFF"/>
                </a:solidFill>
                <a:latin typeface="Ebrima"/>
                <a:cs typeface="Ebrima"/>
              </a:rPr>
              <a:t>2.1.</a:t>
            </a:r>
            <a:r>
              <a:rPr sz="1800" spc="-25" dirty="0">
                <a:solidFill>
                  <a:srgbClr val="FFFFFF"/>
                </a:solidFill>
                <a:latin typeface="Ebrima"/>
                <a:cs typeface="Ebrima"/>
              </a:rPr>
              <a:t> </a:t>
            </a:r>
            <a:r>
              <a:rPr sz="1800" dirty="0">
                <a:solidFill>
                  <a:srgbClr val="FFFFFF"/>
                </a:solidFill>
                <a:latin typeface="Ebrima"/>
                <a:cs typeface="Ebrima"/>
              </a:rPr>
              <a:t>Introduction</a:t>
            </a:r>
            <a:r>
              <a:rPr sz="1800" spc="-40" dirty="0">
                <a:solidFill>
                  <a:srgbClr val="FFFFFF"/>
                </a:solidFill>
                <a:latin typeface="Ebrima"/>
                <a:cs typeface="Ebrima"/>
              </a:rPr>
              <a:t> </a:t>
            </a:r>
            <a:r>
              <a:rPr sz="1800" dirty="0">
                <a:solidFill>
                  <a:srgbClr val="FFFFFF"/>
                </a:solidFill>
                <a:latin typeface="Ebrima"/>
                <a:cs typeface="Ebrima"/>
              </a:rPr>
              <a:t>to</a:t>
            </a:r>
            <a:r>
              <a:rPr sz="1800" spc="-30" dirty="0">
                <a:solidFill>
                  <a:srgbClr val="FFFFFF"/>
                </a:solidFill>
                <a:latin typeface="Ebrima"/>
                <a:cs typeface="Ebrima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Ebrima"/>
                <a:cs typeface="Ebrima"/>
              </a:rPr>
              <a:t>TensorFlow</a:t>
            </a:r>
            <a:endParaRPr sz="1800">
              <a:latin typeface="Ebrima"/>
              <a:cs typeface="Ebrim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8671941" y="463677"/>
            <a:ext cx="80962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dirty="0">
                <a:solidFill>
                  <a:srgbClr val="D9D9D9"/>
                </a:solidFill>
                <a:latin typeface="Ebrima"/>
                <a:cs typeface="Ebrima"/>
              </a:rPr>
              <a:t>UNIT</a:t>
            </a:r>
            <a:r>
              <a:rPr sz="1600" spc="400" dirty="0">
                <a:solidFill>
                  <a:srgbClr val="D9D9D9"/>
                </a:solidFill>
                <a:latin typeface="Ebrima"/>
                <a:cs typeface="Ebrima"/>
              </a:rPr>
              <a:t> </a:t>
            </a:r>
            <a:r>
              <a:rPr sz="1600" spc="-35" dirty="0">
                <a:solidFill>
                  <a:srgbClr val="D9D9D9"/>
                </a:solidFill>
                <a:latin typeface="Ebrima"/>
                <a:cs typeface="Ebrima"/>
              </a:rPr>
              <a:t>02</a:t>
            </a:r>
            <a:endParaRPr sz="1600">
              <a:latin typeface="Ebrima"/>
              <a:cs typeface="Ebrima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559308" y="1437132"/>
            <a:ext cx="36830" cy="181610"/>
          </a:xfrm>
          <a:custGeom>
            <a:avLst/>
            <a:gdLst/>
            <a:ahLst/>
            <a:cxnLst/>
            <a:rect l="l" t="t" r="r" b="b"/>
            <a:pathLst>
              <a:path w="36829" h="181609">
                <a:moveTo>
                  <a:pt x="36576" y="0"/>
                </a:moveTo>
                <a:lnTo>
                  <a:pt x="0" y="0"/>
                </a:lnTo>
                <a:lnTo>
                  <a:pt x="0" y="181355"/>
                </a:lnTo>
                <a:lnTo>
                  <a:pt x="36576" y="181355"/>
                </a:lnTo>
                <a:lnTo>
                  <a:pt x="36576" y="0"/>
                </a:lnTo>
                <a:close/>
              </a:path>
            </a:pathLst>
          </a:custGeom>
          <a:solidFill>
            <a:srgbClr val="183DAF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8" name="object 8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711708" y="1461516"/>
            <a:ext cx="1738122" cy="176022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710183" y="1834883"/>
            <a:ext cx="4519422" cy="907554"/>
          </a:xfrm>
          <a:prstGeom prst="rect">
            <a:avLst/>
          </a:prstGeom>
        </p:spPr>
      </p:pic>
      <p:grpSp>
        <p:nvGrpSpPr>
          <p:cNvPr id="10" name="object 10"/>
          <p:cNvGrpSpPr/>
          <p:nvPr/>
        </p:nvGrpSpPr>
        <p:grpSpPr>
          <a:xfrm>
            <a:off x="682751" y="2849879"/>
            <a:ext cx="8665845" cy="1089660"/>
            <a:chOff x="682751" y="2849879"/>
            <a:chExt cx="8665845" cy="1089660"/>
          </a:xfrm>
        </p:grpSpPr>
        <p:sp>
          <p:nvSpPr>
            <p:cNvPr id="11" name="object 11"/>
            <p:cNvSpPr/>
            <p:nvPr/>
          </p:nvSpPr>
          <p:spPr>
            <a:xfrm>
              <a:off x="685799" y="2852927"/>
              <a:ext cx="8659495" cy="1083945"/>
            </a:xfrm>
            <a:custGeom>
              <a:avLst/>
              <a:gdLst/>
              <a:ahLst/>
              <a:cxnLst/>
              <a:rect l="l" t="t" r="r" b="b"/>
              <a:pathLst>
                <a:path w="8659495" h="1083945">
                  <a:moveTo>
                    <a:pt x="0" y="1083564"/>
                  </a:moveTo>
                  <a:lnTo>
                    <a:pt x="8659368" y="1083564"/>
                  </a:lnTo>
                  <a:lnTo>
                    <a:pt x="8659368" y="0"/>
                  </a:lnTo>
                  <a:lnTo>
                    <a:pt x="0" y="0"/>
                  </a:lnTo>
                  <a:lnTo>
                    <a:pt x="0" y="1083564"/>
                  </a:lnTo>
                  <a:close/>
                </a:path>
              </a:pathLst>
            </a:custGeom>
            <a:ln w="6096">
              <a:solidFill>
                <a:srgbClr val="D9D9D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2" name="object 12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815383" y="2997066"/>
              <a:ext cx="8529784" cy="805955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356036" y="6524434"/>
            <a:ext cx="85905" cy="90487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54151" y="6527292"/>
            <a:ext cx="1794510" cy="142494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862571" y="6521195"/>
            <a:ext cx="2327910" cy="118110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437489" y="431419"/>
            <a:ext cx="315658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FFFFFF"/>
                </a:solidFill>
                <a:latin typeface="Ebrima"/>
                <a:cs typeface="Ebrima"/>
              </a:rPr>
              <a:t>2.1.</a:t>
            </a:r>
            <a:r>
              <a:rPr sz="1800" spc="-25" dirty="0">
                <a:solidFill>
                  <a:srgbClr val="FFFFFF"/>
                </a:solidFill>
                <a:latin typeface="Ebrima"/>
                <a:cs typeface="Ebrima"/>
              </a:rPr>
              <a:t> </a:t>
            </a:r>
            <a:r>
              <a:rPr sz="1800" dirty="0">
                <a:solidFill>
                  <a:srgbClr val="FFFFFF"/>
                </a:solidFill>
                <a:latin typeface="Ebrima"/>
                <a:cs typeface="Ebrima"/>
              </a:rPr>
              <a:t>Introduction</a:t>
            </a:r>
            <a:r>
              <a:rPr sz="1800" spc="-40" dirty="0">
                <a:solidFill>
                  <a:srgbClr val="FFFFFF"/>
                </a:solidFill>
                <a:latin typeface="Ebrima"/>
                <a:cs typeface="Ebrima"/>
              </a:rPr>
              <a:t> </a:t>
            </a:r>
            <a:r>
              <a:rPr sz="1800" dirty="0">
                <a:solidFill>
                  <a:srgbClr val="FFFFFF"/>
                </a:solidFill>
                <a:latin typeface="Ebrima"/>
                <a:cs typeface="Ebrima"/>
              </a:rPr>
              <a:t>to</a:t>
            </a:r>
            <a:r>
              <a:rPr sz="1800" spc="-30" dirty="0">
                <a:solidFill>
                  <a:srgbClr val="FFFFFF"/>
                </a:solidFill>
                <a:latin typeface="Ebrima"/>
                <a:cs typeface="Ebrima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Ebrima"/>
                <a:cs typeface="Ebrima"/>
              </a:rPr>
              <a:t>TensorFlow</a:t>
            </a:r>
            <a:endParaRPr sz="1800">
              <a:latin typeface="Ebrima"/>
              <a:cs typeface="Ebrim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8671941" y="463677"/>
            <a:ext cx="80962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dirty="0">
                <a:solidFill>
                  <a:srgbClr val="D9D9D9"/>
                </a:solidFill>
                <a:latin typeface="Ebrima"/>
                <a:cs typeface="Ebrima"/>
              </a:rPr>
              <a:t>UNIT</a:t>
            </a:r>
            <a:r>
              <a:rPr sz="1600" spc="400" dirty="0">
                <a:solidFill>
                  <a:srgbClr val="D9D9D9"/>
                </a:solidFill>
                <a:latin typeface="Ebrima"/>
                <a:cs typeface="Ebrima"/>
              </a:rPr>
              <a:t> </a:t>
            </a:r>
            <a:r>
              <a:rPr sz="1600" spc="-35" dirty="0">
                <a:solidFill>
                  <a:srgbClr val="D9D9D9"/>
                </a:solidFill>
                <a:latin typeface="Ebrima"/>
                <a:cs typeface="Ebrima"/>
              </a:rPr>
              <a:t>02</a:t>
            </a:r>
            <a:endParaRPr sz="1600">
              <a:latin typeface="Ebrima"/>
              <a:cs typeface="Ebrima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559308" y="1437132"/>
            <a:ext cx="36830" cy="181610"/>
          </a:xfrm>
          <a:custGeom>
            <a:avLst/>
            <a:gdLst/>
            <a:ahLst/>
            <a:cxnLst/>
            <a:rect l="l" t="t" r="r" b="b"/>
            <a:pathLst>
              <a:path w="36829" h="181609">
                <a:moveTo>
                  <a:pt x="36576" y="0"/>
                </a:moveTo>
                <a:lnTo>
                  <a:pt x="0" y="0"/>
                </a:lnTo>
                <a:lnTo>
                  <a:pt x="0" y="181355"/>
                </a:lnTo>
                <a:lnTo>
                  <a:pt x="36576" y="181355"/>
                </a:lnTo>
                <a:lnTo>
                  <a:pt x="36576" y="0"/>
                </a:lnTo>
                <a:close/>
              </a:path>
            </a:pathLst>
          </a:custGeom>
          <a:solidFill>
            <a:srgbClr val="183DAF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8" name="object 8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711708" y="1461516"/>
            <a:ext cx="1738122" cy="176022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710183" y="1834883"/>
            <a:ext cx="4519422" cy="907554"/>
          </a:xfrm>
          <a:prstGeom prst="rect">
            <a:avLst/>
          </a:prstGeom>
        </p:spPr>
      </p:pic>
      <p:grpSp>
        <p:nvGrpSpPr>
          <p:cNvPr id="10" name="object 10"/>
          <p:cNvGrpSpPr/>
          <p:nvPr/>
        </p:nvGrpSpPr>
        <p:grpSpPr>
          <a:xfrm>
            <a:off x="682751" y="2849879"/>
            <a:ext cx="8663940" cy="3116580"/>
            <a:chOff x="682751" y="2849879"/>
            <a:chExt cx="8663940" cy="3116580"/>
          </a:xfrm>
        </p:grpSpPr>
        <p:sp>
          <p:nvSpPr>
            <p:cNvPr id="11" name="object 11"/>
            <p:cNvSpPr/>
            <p:nvPr/>
          </p:nvSpPr>
          <p:spPr>
            <a:xfrm>
              <a:off x="685799" y="2852927"/>
              <a:ext cx="8658225" cy="3110865"/>
            </a:xfrm>
            <a:custGeom>
              <a:avLst/>
              <a:gdLst/>
              <a:ahLst/>
              <a:cxnLst/>
              <a:rect l="l" t="t" r="r" b="b"/>
              <a:pathLst>
                <a:path w="8658225" h="3110865">
                  <a:moveTo>
                    <a:pt x="0" y="3110484"/>
                  </a:moveTo>
                  <a:lnTo>
                    <a:pt x="8657844" y="3110484"/>
                  </a:lnTo>
                  <a:lnTo>
                    <a:pt x="8657844" y="0"/>
                  </a:lnTo>
                  <a:lnTo>
                    <a:pt x="0" y="0"/>
                  </a:lnTo>
                  <a:lnTo>
                    <a:pt x="0" y="3110484"/>
                  </a:lnTo>
                  <a:close/>
                </a:path>
              </a:pathLst>
            </a:custGeom>
            <a:ln w="6095">
              <a:solidFill>
                <a:srgbClr val="D9D9D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2" name="object 12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810833" y="2980317"/>
              <a:ext cx="8532810" cy="2863414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355873" y="6524434"/>
            <a:ext cx="87590" cy="90487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54151" y="6527292"/>
            <a:ext cx="1794510" cy="142494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862571" y="6521195"/>
            <a:ext cx="2327910" cy="118110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437489" y="431419"/>
            <a:ext cx="315658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FFFFFF"/>
                </a:solidFill>
                <a:latin typeface="Ebrima"/>
                <a:cs typeface="Ebrima"/>
              </a:rPr>
              <a:t>2.1.</a:t>
            </a:r>
            <a:r>
              <a:rPr sz="1800" spc="-25" dirty="0">
                <a:solidFill>
                  <a:srgbClr val="FFFFFF"/>
                </a:solidFill>
                <a:latin typeface="Ebrima"/>
                <a:cs typeface="Ebrima"/>
              </a:rPr>
              <a:t> </a:t>
            </a:r>
            <a:r>
              <a:rPr sz="1800" dirty="0">
                <a:solidFill>
                  <a:srgbClr val="FFFFFF"/>
                </a:solidFill>
                <a:latin typeface="Ebrima"/>
                <a:cs typeface="Ebrima"/>
              </a:rPr>
              <a:t>Introduction</a:t>
            </a:r>
            <a:r>
              <a:rPr sz="1800" spc="-40" dirty="0">
                <a:solidFill>
                  <a:srgbClr val="FFFFFF"/>
                </a:solidFill>
                <a:latin typeface="Ebrima"/>
                <a:cs typeface="Ebrima"/>
              </a:rPr>
              <a:t> </a:t>
            </a:r>
            <a:r>
              <a:rPr sz="1800" dirty="0">
                <a:solidFill>
                  <a:srgbClr val="FFFFFF"/>
                </a:solidFill>
                <a:latin typeface="Ebrima"/>
                <a:cs typeface="Ebrima"/>
              </a:rPr>
              <a:t>to</a:t>
            </a:r>
            <a:r>
              <a:rPr sz="1800" spc="-30" dirty="0">
                <a:solidFill>
                  <a:srgbClr val="FFFFFF"/>
                </a:solidFill>
                <a:latin typeface="Ebrima"/>
                <a:cs typeface="Ebrima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Ebrima"/>
                <a:cs typeface="Ebrima"/>
              </a:rPr>
              <a:t>TensorFlow</a:t>
            </a:r>
            <a:endParaRPr sz="1800">
              <a:latin typeface="Ebrima"/>
              <a:cs typeface="Ebrim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8671941" y="463677"/>
            <a:ext cx="80962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dirty="0">
                <a:solidFill>
                  <a:srgbClr val="D9D9D9"/>
                </a:solidFill>
                <a:latin typeface="Ebrima"/>
                <a:cs typeface="Ebrima"/>
              </a:rPr>
              <a:t>UNIT</a:t>
            </a:r>
            <a:r>
              <a:rPr sz="1600" spc="400" dirty="0">
                <a:solidFill>
                  <a:srgbClr val="D9D9D9"/>
                </a:solidFill>
                <a:latin typeface="Ebrima"/>
                <a:cs typeface="Ebrima"/>
              </a:rPr>
              <a:t> </a:t>
            </a:r>
            <a:r>
              <a:rPr sz="1600" spc="-35" dirty="0">
                <a:solidFill>
                  <a:srgbClr val="D9D9D9"/>
                </a:solidFill>
                <a:latin typeface="Ebrima"/>
                <a:cs typeface="Ebrima"/>
              </a:rPr>
              <a:t>02</a:t>
            </a:r>
            <a:endParaRPr sz="1600">
              <a:latin typeface="Ebrima"/>
              <a:cs typeface="Ebrima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559308" y="1437132"/>
            <a:ext cx="36830" cy="181610"/>
          </a:xfrm>
          <a:custGeom>
            <a:avLst/>
            <a:gdLst/>
            <a:ahLst/>
            <a:cxnLst/>
            <a:rect l="l" t="t" r="r" b="b"/>
            <a:pathLst>
              <a:path w="36829" h="181609">
                <a:moveTo>
                  <a:pt x="36576" y="0"/>
                </a:moveTo>
                <a:lnTo>
                  <a:pt x="0" y="0"/>
                </a:lnTo>
                <a:lnTo>
                  <a:pt x="0" y="181355"/>
                </a:lnTo>
                <a:lnTo>
                  <a:pt x="36576" y="181355"/>
                </a:lnTo>
                <a:lnTo>
                  <a:pt x="36576" y="0"/>
                </a:lnTo>
                <a:close/>
              </a:path>
            </a:pathLst>
          </a:custGeom>
          <a:solidFill>
            <a:srgbClr val="183DAF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8" name="object 8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719327" y="1461516"/>
            <a:ext cx="1774698" cy="176022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710183" y="5190731"/>
            <a:ext cx="6515861" cy="380250"/>
          </a:xfrm>
          <a:prstGeom prst="rect">
            <a:avLst/>
          </a:prstGeom>
        </p:spPr>
      </p:pic>
      <p:grpSp>
        <p:nvGrpSpPr>
          <p:cNvPr id="10" name="object 10"/>
          <p:cNvGrpSpPr/>
          <p:nvPr/>
        </p:nvGrpSpPr>
        <p:grpSpPr>
          <a:xfrm>
            <a:off x="682751" y="1804416"/>
            <a:ext cx="8663940" cy="3211195"/>
            <a:chOff x="682751" y="1804416"/>
            <a:chExt cx="8663940" cy="3211195"/>
          </a:xfrm>
        </p:grpSpPr>
        <p:sp>
          <p:nvSpPr>
            <p:cNvPr id="11" name="object 11"/>
            <p:cNvSpPr/>
            <p:nvPr/>
          </p:nvSpPr>
          <p:spPr>
            <a:xfrm>
              <a:off x="685799" y="1807464"/>
              <a:ext cx="8658225" cy="3205480"/>
            </a:xfrm>
            <a:custGeom>
              <a:avLst/>
              <a:gdLst/>
              <a:ahLst/>
              <a:cxnLst/>
              <a:rect l="l" t="t" r="r" b="b"/>
              <a:pathLst>
                <a:path w="8658225" h="3205479">
                  <a:moveTo>
                    <a:pt x="0" y="3204972"/>
                  </a:moveTo>
                  <a:lnTo>
                    <a:pt x="8657844" y="3204972"/>
                  </a:lnTo>
                  <a:lnTo>
                    <a:pt x="8657844" y="0"/>
                  </a:lnTo>
                  <a:lnTo>
                    <a:pt x="0" y="0"/>
                  </a:lnTo>
                  <a:lnTo>
                    <a:pt x="0" y="3204972"/>
                  </a:lnTo>
                  <a:close/>
                </a:path>
              </a:pathLst>
            </a:custGeom>
            <a:ln w="6096">
              <a:solidFill>
                <a:srgbClr val="D9D9D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2" name="object 12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815024" y="1931107"/>
              <a:ext cx="8528619" cy="2902179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366624" y="6524434"/>
            <a:ext cx="84461" cy="90487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54151" y="6527292"/>
            <a:ext cx="1794510" cy="142494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862571" y="6521195"/>
            <a:ext cx="2327910" cy="118110"/>
          </a:xfrm>
          <a:prstGeom prst="rect">
            <a:avLst/>
          </a:prstGeom>
        </p:spPr>
      </p:pic>
      <p:sp>
        <p:nvSpPr>
          <p:cNvPr id="5" name="object 5"/>
          <p:cNvSpPr/>
          <p:nvPr/>
        </p:nvSpPr>
        <p:spPr>
          <a:xfrm>
            <a:off x="559308" y="1440180"/>
            <a:ext cx="36830" cy="180340"/>
          </a:xfrm>
          <a:custGeom>
            <a:avLst/>
            <a:gdLst/>
            <a:ahLst/>
            <a:cxnLst/>
            <a:rect l="l" t="t" r="r" b="b"/>
            <a:pathLst>
              <a:path w="36829" h="180340">
                <a:moveTo>
                  <a:pt x="36576" y="0"/>
                </a:moveTo>
                <a:lnTo>
                  <a:pt x="0" y="0"/>
                </a:lnTo>
                <a:lnTo>
                  <a:pt x="0" y="179832"/>
                </a:lnTo>
                <a:lnTo>
                  <a:pt x="36576" y="179832"/>
                </a:lnTo>
                <a:lnTo>
                  <a:pt x="36576" y="0"/>
                </a:lnTo>
                <a:close/>
              </a:path>
            </a:pathLst>
          </a:custGeom>
          <a:solidFill>
            <a:srgbClr val="183DAF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6" name="object 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719327" y="1464563"/>
            <a:ext cx="1774698" cy="174498"/>
          </a:xfrm>
          <a:prstGeom prst="rect">
            <a:avLst/>
          </a:prstGeom>
        </p:spPr>
      </p:pic>
      <p:grpSp>
        <p:nvGrpSpPr>
          <p:cNvPr id="7" name="object 7"/>
          <p:cNvGrpSpPr/>
          <p:nvPr/>
        </p:nvGrpSpPr>
        <p:grpSpPr>
          <a:xfrm>
            <a:off x="682751" y="1805939"/>
            <a:ext cx="8663940" cy="2401570"/>
            <a:chOff x="682751" y="1805939"/>
            <a:chExt cx="8663940" cy="2401570"/>
          </a:xfrm>
        </p:grpSpPr>
        <p:pic>
          <p:nvPicPr>
            <p:cNvPr id="8" name="object 8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710183" y="1805939"/>
              <a:ext cx="7110222" cy="2401062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685799" y="2810255"/>
              <a:ext cx="8658225" cy="1152525"/>
            </a:xfrm>
            <a:custGeom>
              <a:avLst/>
              <a:gdLst/>
              <a:ahLst/>
              <a:cxnLst/>
              <a:rect l="l" t="t" r="r" b="b"/>
              <a:pathLst>
                <a:path w="8658225" h="1152525">
                  <a:moveTo>
                    <a:pt x="0" y="1152144"/>
                  </a:moveTo>
                  <a:lnTo>
                    <a:pt x="8657844" y="1152144"/>
                  </a:lnTo>
                  <a:lnTo>
                    <a:pt x="8657844" y="0"/>
                  </a:lnTo>
                  <a:lnTo>
                    <a:pt x="0" y="0"/>
                  </a:lnTo>
                  <a:lnTo>
                    <a:pt x="0" y="1152144"/>
                  </a:lnTo>
                  <a:close/>
                </a:path>
              </a:pathLst>
            </a:custGeom>
            <a:ln w="6096">
              <a:solidFill>
                <a:srgbClr val="D9D9D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" name="object 10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752855" y="2827019"/>
              <a:ext cx="8590788" cy="1065275"/>
            </a:xfrm>
            <a:prstGeom prst="rect">
              <a:avLst/>
            </a:prstGeom>
          </p:spPr>
        </p:pic>
      </p:grpSp>
      <p:sp>
        <p:nvSpPr>
          <p:cNvPr id="11" name="object 11"/>
          <p:cNvSpPr txBox="1"/>
          <p:nvPr/>
        </p:nvSpPr>
        <p:spPr>
          <a:xfrm>
            <a:off x="437489" y="431419"/>
            <a:ext cx="315658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FFFFFF"/>
                </a:solidFill>
                <a:latin typeface="Ebrima"/>
                <a:cs typeface="Ebrima"/>
              </a:rPr>
              <a:t>2.1.</a:t>
            </a:r>
            <a:r>
              <a:rPr sz="1800" spc="-25" dirty="0">
                <a:solidFill>
                  <a:srgbClr val="FFFFFF"/>
                </a:solidFill>
                <a:latin typeface="Ebrima"/>
                <a:cs typeface="Ebrima"/>
              </a:rPr>
              <a:t> </a:t>
            </a:r>
            <a:r>
              <a:rPr sz="1800" dirty="0">
                <a:solidFill>
                  <a:srgbClr val="FFFFFF"/>
                </a:solidFill>
                <a:latin typeface="Ebrima"/>
                <a:cs typeface="Ebrima"/>
              </a:rPr>
              <a:t>Introduction</a:t>
            </a:r>
            <a:r>
              <a:rPr sz="1800" spc="-40" dirty="0">
                <a:solidFill>
                  <a:srgbClr val="FFFFFF"/>
                </a:solidFill>
                <a:latin typeface="Ebrima"/>
                <a:cs typeface="Ebrima"/>
              </a:rPr>
              <a:t> </a:t>
            </a:r>
            <a:r>
              <a:rPr sz="1800" dirty="0">
                <a:solidFill>
                  <a:srgbClr val="FFFFFF"/>
                </a:solidFill>
                <a:latin typeface="Ebrima"/>
                <a:cs typeface="Ebrima"/>
              </a:rPr>
              <a:t>to</a:t>
            </a:r>
            <a:r>
              <a:rPr sz="1800" spc="-30" dirty="0">
                <a:solidFill>
                  <a:srgbClr val="FFFFFF"/>
                </a:solidFill>
                <a:latin typeface="Ebrima"/>
                <a:cs typeface="Ebrima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Ebrima"/>
                <a:cs typeface="Ebrima"/>
              </a:rPr>
              <a:t>TensorFlow</a:t>
            </a:r>
            <a:endParaRPr sz="1800">
              <a:latin typeface="Ebrima"/>
              <a:cs typeface="Ebrima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8671941" y="463677"/>
            <a:ext cx="80962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dirty="0">
                <a:solidFill>
                  <a:srgbClr val="D9D9D9"/>
                </a:solidFill>
                <a:latin typeface="Ebrima"/>
                <a:cs typeface="Ebrima"/>
              </a:rPr>
              <a:t>UNIT</a:t>
            </a:r>
            <a:r>
              <a:rPr sz="1600" spc="400" dirty="0">
                <a:solidFill>
                  <a:srgbClr val="D9D9D9"/>
                </a:solidFill>
                <a:latin typeface="Ebrima"/>
                <a:cs typeface="Ebrima"/>
              </a:rPr>
              <a:t> </a:t>
            </a:r>
            <a:r>
              <a:rPr sz="1600" spc="-35" dirty="0">
                <a:solidFill>
                  <a:srgbClr val="D9D9D9"/>
                </a:solidFill>
                <a:latin typeface="Ebrima"/>
                <a:cs typeface="Ebrima"/>
              </a:rPr>
              <a:t>02</a:t>
            </a:r>
            <a:endParaRPr sz="1600">
              <a:latin typeface="Ebrima"/>
              <a:cs typeface="Ebrima"/>
            </a:endParaRPr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355873" y="6524434"/>
            <a:ext cx="87590" cy="90487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54151" y="6527292"/>
            <a:ext cx="1794510" cy="142494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862571" y="6521195"/>
            <a:ext cx="2327910" cy="118110"/>
          </a:xfrm>
          <a:prstGeom prst="rect">
            <a:avLst/>
          </a:prstGeom>
        </p:spPr>
      </p:pic>
      <p:sp>
        <p:nvSpPr>
          <p:cNvPr id="5" name="object 5"/>
          <p:cNvSpPr/>
          <p:nvPr/>
        </p:nvSpPr>
        <p:spPr>
          <a:xfrm>
            <a:off x="559308" y="1440180"/>
            <a:ext cx="36830" cy="180340"/>
          </a:xfrm>
          <a:custGeom>
            <a:avLst/>
            <a:gdLst/>
            <a:ahLst/>
            <a:cxnLst/>
            <a:rect l="l" t="t" r="r" b="b"/>
            <a:pathLst>
              <a:path w="36829" h="180340">
                <a:moveTo>
                  <a:pt x="36576" y="0"/>
                </a:moveTo>
                <a:lnTo>
                  <a:pt x="0" y="0"/>
                </a:lnTo>
                <a:lnTo>
                  <a:pt x="0" y="179832"/>
                </a:lnTo>
                <a:lnTo>
                  <a:pt x="36576" y="179832"/>
                </a:lnTo>
                <a:lnTo>
                  <a:pt x="36576" y="0"/>
                </a:lnTo>
                <a:close/>
              </a:path>
            </a:pathLst>
          </a:custGeom>
          <a:solidFill>
            <a:srgbClr val="183DAF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6" name="object 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719327" y="1464563"/>
            <a:ext cx="1774698" cy="174498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710183" y="1805939"/>
            <a:ext cx="4679442" cy="907541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437489" y="431419"/>
            <a:ext cx="315658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FFFFFF"/>
                </a:solidFill>
                <a:latin typeface="Ebrima"/>
                <a:cs typeface="Ebrima"/>
              </a:rPr>
              <a:t>2.1.</a:t>
            </a:r>
            <a:r>
              <a:rPr sz="1800" spc="-25" dirty="0">
                <a:solidFill>
                  <a:srgbClr val="FFFFFF"/>
                </a:solidFill>
                <a:latin typeface="Ebrima"/>
                <a:cs typeface="Ebrima"/>
              </a:rPr>
              <a:t> </a:t>
            </a:r>
            <a:r>
              <a:rPr sz="1800" dirty="0">
                <a:solidFill>
                  <a:srgbClr val="FFFFFF"/>
                </a:solidFill>
                <a:latin typeface="Ebrima"/>
                <a:cs typeface="Ebrima"/>
              </a:rPr>
              <a:t>Introduction</a:t>
            </a:r>
            <a:r>
              <a:rPr sz="1800" spc="-40" dirty="0">
                <a:solidFill>
                  <a:srgbClr val="FFFFFF"/>
                </a:solidFill>
                <a:latin typeface="Ebrima"/>
                <a:cs typeface="Ebrima"/>
              </a:rPr>
              <a:t> </a:t>
            </a:r>
            <a:r>
              <a:rPr sz="1800" dirty="0">
                <a:solidFill>
                  <a:srgbClr val="FFFFFF"/>
                </a:solidFill>
                <a:latin typeface="Ebrima"/>
                <a:cs typeface="Ebrima"/>
              </a:rPr>
              <a:t>to</a:t>
            </a:r>
            <a:r>
              <a:rPr sz="1800" spc="-30" dirty="0">
                <a:solidFill>
                  <a:srgbClr val="FFFFFF"/>
                </a:solidFill>
                <a:latin typeface="Ebrima"/>
                <a:cs typeface="Ebrima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Ebrima"/>
                <a:cs typeface="Ebrima"/>
              </a:rPr>
              <a:t>TensorFlow</a:t>
            </a:r>
            <a:endParaRPr sz="1800">
              <a:latin typeface="Ebrima"/>
              <a:cs typeface="Ebrim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8671941" y="463677"/>
            <a:ext cx="80962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dirty="0">
                <a:solidFill>
                  <a:srgbClr val="D9D9D9"/>
                </a:solidFill>
                <a:latin typeface="Ebrima"/>
                <a:cs typeface="Ebrima"/>
              </a:rPr>
              <a:t>UNIT</a:t>
            </a:r>
            <a:r>
              <a:rPr sz="1600" spc="400" dirty="0">
                <a:solidFill>
                  <a:srgbClr val="D9D9D9"/>
                </a:solidFill>
                <a:latin typeface="Ebrima"/>
                <a:cs typeface="Ebrima"/>
              </a:rPr>
              <a:t> </a:t>
            </a:r>
            <a:r>
              <a:rPr sz="1600" spc="-35" dirty="0">
                <a:solidFill>
                  <a:srgbClr val="D9D9D9"/>
                </a:solidFill>
                <a:latin typeface="Ebrima"/>
                <a:cs typeface="Ebrima"/>
              </a:rPr>
              <a:t>02</a:t>
            </a:r>
            <a:endParaRPr sz="1600">
              <a:latin typeface="Ebrima"/>
              <a:cs typeface="Ebrima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682751" y="3246120"/>
            <a:ext cx="8663940" cy="1259205"/>
            <a:chOff x="682751" y="3246120"/>
            <a:chExt cx="8663940" cy="1259205"/>
          </a:xfrm>
        </p:grpSpPr>
        <p:sp>
          <p:nvSpPr>
            <p:cNvPr id="11" name="object 11"/>
            <p:cNvSpPr/>
            <p:nvPr/>
          </p:nvSpPr>
          <p:spPr>
            <a:xfrm>
              <a:off x="685799" y="3249168"/>
              <a:ext cx="8658225" cy="1252855"/>
            </a:xfrm>
            <a:custGeom>
              <a:avLst/>
              <a:gdLst/>
              <a:ahLst/>
              <a:cxnLst/>
              <a:rect l="l" t="t" r="r" b="b"/>
              <a:pathLst>
                <a:path w="8658225" h="1252854">
                  <a:moveTo>
                    <a:pt x="0" y="1252728"/>
                  </a:moveTo>
                  <a:lnTo>
                    <a:pt x="8657844" y="1252728"/>
                  </a:lnTo>
                  <a:lnTo>
                    <a:pt x="8657844" y="0"/>
                  </a:lnTo>
                  <a:lnTo>
                    <a:pt x="0" y="0"/>
                  </a:lnTo>
                  <a:lnTo>
                    <a:pt x="0" y="1252728"/>
                  </a:lnTo>
                  <a:close/>
                </a:path>
              </a:pathLst>
            </a:custGeom>
            <a:ln w="6096">
              <a:solidFill>
                <a:srgbClr val="D9D9D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2" name="object 12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786121" y="3373890"/>
              <a:ext cx="8557522" cy="931901"/>
            </a:xfrm>
            <a:prstGeom prst="rect">
              <a:avLst/>
            </a:prstGeom>
          </p:spPr>
        </p:pic>
      </p:grpSp>
      <p:sp>
        <p:nvSpPr>
          <p:cNvPr id="13" name="object 13"/>
          <p:cNvSpPr/>
          <p:nvPr/>
        </p:nvSpPr>
        <p:spPr>
          <a:xfrm>
            <a:off x="685800" y="2887979"/>
            <a:ext cx="289560" cy="224154"/>
          </a:xfrm>
          <a:custGeom>
            <a:avLst/>
            <a:gdLst/>
            <a:ahLst/>
            <a:cxnLst/>
            <a:rect l="l" t="t" r="r" b="b"/>
            <a:pathLst>
              <a:path w="289559" h="224155">
                <a:moveTo>
                  <a:pt x="252222" y="0"/>
                </a:moveTo>
                <a:lnTo>
                  <a:pt x="37337" y="0"/>
                </a:lnTo>
                <a:lnTo>
                  <a:pt x="22802" y="2940"/>
                </a:lnTo>
                <a:lnTo>
                  <a:pt x="10934" y="10953"/>
                </a:lnTo>
                <a:lnTo>
                  <a:pt x="2933" y="22824"/>
                </a:lnTo>
                <a:lnTo>
                  <a:pt x="0" y="37337"/>
                </a:lnTo>
                <a:lnTo>
                  <a:pt x="0" y="186690"/>
                </a:lnTo>
                <a:lnTo>
                  <a:pt x="2933" y="201203"/>
                </a:lnTo>
                <a:lnTo>
                  <a:pt x="10934" y="213074"/>
                </a:lnTo>
                <a:lnTo>
                  <a:pt x="22802" y="221087"/>
                </a:lnTo>
                <a:lnTo>
                  <a:pt x="37337" y="224028"/>
                </a:lnTo>
                <a:lnTo>
                  <a:pt x="252222" y="224028"/>
                </a:lnTo>
                <a:lnTo>
                  <a:pt x="266757" y="221087"/>
                </a:lnTo>
                <a:lnTo>
                  <a:pt x="278625" y="213074"/>
                </a:lnTo>
                <a:lnTo>
                  <a:pt x="286626" y="201203"/>
                </a:lnTo>
                <a:lnTo>
                  <a:pt x="289559" y="186690"/>
                </a:lnTo>
                <a:lnTo>
                  <a:pt x="289559" y="37337"/>
                </a:lnTo>
                <a:lnTo>
                  <a:pt x="286626" y="22824"/>
                </a:lnTo>
                <a:lnTo>
                  <a:pt x="278625" y="10953"/>
                </a:lnTo>
                <a:lnTo>
                  <a:pt x="266757" y="2940"/>
                </a:lnTo>
                <a:lnTo>
                  <a:pt x="252222" y="0"/>
                </a:lnTo>
                <a:close/>
              </a:path>
            </a:pathLst>
          </a:custGeom>
          <a:solidFill>
            <a:srgbClr val="183DA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752652" y="2889630"/>
            <a:ext cx="157480" cy="2235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300" b="1" spc="-305" dirty="0">
                <a:solidFill>
                  <a:srgbClr val="FFFFFF"/>
                </a:solidFill>
                <a:latin typeface="Tahoma"/>
                <a:cs typeface="Tahoma"/>
              </a:rPr>
              <a:t>Ex</a:t>
            </a:r>
            <a:endParaRPr sz="1300">
              <a:latin typeface="Tahoma"/>
              <a:cs typeface="Tahoma"/>
            </a:endParaRPr>
          </a:p>
        </p:txBody>
      </p:sp>
      <p:pic>
        <p:nvPicPr>
          <p:cNvPr id="15" name="object 15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1075944" y="2933700"/>
            <a:ext cx="3501389" cy="162305"/>
          </a:xfrm>
          <a:prstGeom prst="rect">
            <a:avLst/>
          </a:prstGeom>
        </p:spPr>
      </p:pic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355873" y="6524434"/>
            <a:ext cx="87590" cy="90487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54151" y="6527292"/>
            <a:ext cx="1794510" cy="142494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862571" y="6521195"/>
            <a:ext cx="2327910" cy="118110"/>
          </a:xfrm>
          <a:prstGeom prst="rect">
            <a:avLst/>
          </a:prstGeom>
        </p:spPr>
      </p:pic>
      <p:sp>
        <p:nvSpPr>
          <p:cNvPr id="5" name="object 5"/>
          <p:cNvSpPr/>
          <p:nvPr/>
        </p:nvSpPr>
        <p:spPr>
          <a:xfrm>
            <a:off x="559308" y="1440180"/>
            <a:ext cx="36830" cy="180340"/>
          </a:xfrm>
          <a:custGeom>
            <a:avLst/>
            <a:gdLst/>
            <a:ahLst/>
            <a:cxnLst/>
            <a:rect l="l" t="t" r="r" b="b"/>
            <a:pathLst>
              <a:path w="36829" h="180340">
                <a:moveTo>
                  <a:pt x="36576" y="0"/>
                </a:moveTo>
                <a:lnTo>
                  <a:pt x="0" y="0"/>
                </a:lnTo>
                <a:lnTo>
                  <a:pt x="0" y="179832"/>
                </a:lnTo>
                <a:lnTo>
                  <a:pt x="36576" y="179832"/>
                </a:lnTo>
                <a:lnTo>
                  <a:pt x="36576" y="0"/>
                </a:lnTo>
                <a:close/>
              </a:path>
            </a:pathLst>
          </a:custGeom>
          <a:solidFill>
            <a:srgbClr val="183DAF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6" name="object 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719327" y="1464563"/>
            <a:ext cx="2321814" cy="174498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437489" y="431419"/>
            <a:ext cx="315658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FFFFFF"/>
                </a:solidFill>
                <a:latin typeface="Ebrima"/>
                <a:cs typeface="Ebrima"/>
              </a:rPr>
              <a:t>2.1.</a:t>
            </a:r>
            <a:r>
              <a:rPr sz="1800" spc="-25" dirty="0">
                <a:solidFill>
                  <a:srgbClr val="FFFFFF"/>
                </a:solidFill>
                <a:latin typeface="Ebrima"/>
                <a:cs typeface="Ebrima"/>
              </a:rPr>
              <a:t> </a:t>
            </a:r>
            <a:r>
              <a:rPr sz="1800" dirty="0">
                <a:solidFill>
                  <a:srgbClr val="FFFFFF"/>
                </a:solidFill>
                <a:latin typeface="Ebrima"/>
                <a:cs typeface="Ebrima"/>
              </a:rPr>
              <a:t>Introduction</a:t>
            </a:r>
            <a:r>
              <a:rPr sz="1800" spc="-40" dirty="0">
                <a:solidFill>
                  <a:srgbClr val="FFFFFF"/>
                </a:solidFill>
                <a:latin typeface="Ebrima"/>
                <a:cs typeface="Ebrima"/>
              </a:rPr>
              <a:t> </a:t>
            </a:r>
            <a:r>
              <a:rPr sz="1800" dirty="0">
                <a:solidFill>
                  <a:srgbClr val="FFFFFF"/>
                </a:solidFill>
                <a:latin typeface="Ebrima"/>
                <a:cs typeface="Ebrima"/>
              </a:rPr>
              <a:t>to</a:t>
            </a:r>
            <a:r>
              <a:rPr sz="1800" spc="-30" dirty="0">
                <a:solidFill>
                  <a:srgbClr val="FFFFFF"/>
                </a:solidFill>
                <a:latin typeface="Ebrima"/>
                <a:cs typeface="Ebrima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Ebrima"/>
                <a:cs typeface="Ebrima"/>
              </a:rPr>
              <a:t>TensorFlow</a:t>
            </a:r>
            <a:endParaRPr sz="1800">
              <a:latin typeface="Ebrima"/>
              <a:cs typeface="Ebrim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8671941" y="463677"/>
            <a:ext cx="80962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dirty="0">
                <a:solidFill>
                  <a:srgbClr val="D9D9D9"/>
                </a:solidFill>
                <a:latin typeface="Ebrima"/>
                <a:cs typeface="Ebrima"/>
              </a:rPr>
              <a:t>UNIT</a:t>
            </a:r>
            <a:r>
              <a:rPr sz="1600" spc="400" dirty="0">
                <a:solidFill>
                  <a:srgbClr val="D9D9D9"/>
                </a:solidFill>
                <a:latin typeface="Ebrima"/>
                <a:cs typeface="Ebrima"/>
              </a:rPr>
              <a:t> </a:t>
            </a:r>
            <a:r>
              <a:rPr sz="1600" spc="-35" dirty="0">
                <a:solidFill>
                  <a:srgbClr val="D9D9D9"/>
                </a:solidFill>
                <a:latin typeface="Ebrima"/>
                <a:cs typeface="Ebrima"/>
              </a:rPr>
              <a:t>02</a:t>
            </a:r>
            <a:endParaRPr sz="1600">
              <a:latin typeface="Ebrima"/>
              <a:cs typeface="Ebrima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682751" y="1804416"/>
            <a:ext cx="8663940" cy="2563495"/>
            <a:chOff x="682751" y="1804416"/>
            <a:chExt cx="8663940" cy="2563495"/>
          </a:xfrm>
        </p:grpSpPr>
        <p:sp>
          <p:nvSpPr>
            <p:cNvPr id="10" name="object 10"/>
            <p:cNvSpPr/>
            <p:nvPr/>
          </p:nvSpPr>
          <p:spPr>
            <a:xfrm>
              <a:off x="685799" y="1807464"/>
              <a:ext cx="8658225" cy="2557780"/>
            </a:xfrm>
            <a:custGeom>
              <a:avLst/>
              <a:gdLst/>
              <a:ahLst/>
              <a:cxnLst/>
              <a:rect l="l" t="t" r="r" b="b"/>
              <a:pathLst>
                <a:path w="8658225" h="2557779">
                  <a:moveTo>
                    <a:pt x="0" y="2557272"/>
                  </a:moveTo>
                  <a:lnTo>
                    <a:pt x="8657844" y="2557272"/>
                  </a:lnTo>
                  <a:lnTo>
                    <a:pt x="8657844" y="0"/>
                  </a:lnTo>
                  <a:lnTo>
                    <a:pt x="0" y="0"/>
                  </a:lnTo>
                  <a:lnTo>
                    <a:pt x="0" y="2557272"/>
                  </a:lnTo>
                  <a:close/>
                </a:path>
              </a:pathLst>
            </a:custGeom>
            <a:ln w="6095">
              <a:solidFill>
                <a:srgbClr val="D9D9D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" name="object 11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831315" y="1949458"/>
              <a:ext cx="8512328" cy="2255414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355949" y="6524434"/>
            <a:ext cx="89038" cy="90487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54151" y="6527292"/>
            <a:ext cx="1794510" cy="142494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862571" y="6521195"/>
            <a:ext cx="2327910" cy="118110"/>
          </a:xfrm>
          <a:prstGeom prst="rect">
            <a:avLst/>
          </a:prstGeom>
        </p:spPr>
      </p:pic>
      <p:sp>
        <p:nvSpPr>
          <p:cNvPr id="5" name="object 5"/>
          <p:cNvSpPr/>
          <p:nvPr/>
        </p:nvSpPr>
        <p:spPr>
          <a:xfrm>
            <a:off x="559308" y="1440180"/>
            <a:ext cx="36830" cy="180340"/>
          </a:xfrm>
          <a:custGeom>
            <a:avLst/>
            <a:gdLst/>
            <a:ahLst/>
            <a:cxnLst/>
            <a:rect l="l" t="t" r="r" b="b"/>
            <a:pathLst>
              <a:path w="36829" h="180340">
                <a:moveTo>
                  <a:pt x="36576" y="0"/>
                </a:moveTo>
                <a:lnTo>
                  <a:pt x="0" y="0"/>
                </a:lnTo>
                <a:lnTo>
                  <a:pt x="0" y="179832"/>
                </a:lnTo>
                <a:lnTo>
                  <a:pt x="36576" y="179832"/>
                </a:lnTo>
                <a:lnTo>
                  <a:pt x="36576" y="0"/>
                </a:lnTo>
                <a:close/>
              </a:path>
            </a:pathLst>
          </a:custGeom>
          <a:solidFill>
            <a:srgbClr val="183DAF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6" name="object 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719327" y="1464563"/>
            <a:ext cx="2321814" cy="174498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437489" y="431419"/>
            <a:ext cx="315658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FFFFFF"/>
                </a:solidFill>
                <a:latin typeface="Ebrima"/>
                <a:cs typeface="Ebrima"/>
              </a:rPr>
              <a:t>2.1.</a:t>
            </a:r>
            <a:r>
              <a:rPr sz="1800" spc="-25" dirty="0">
                <a:solidFill>
                  <a:srgbClr val="FFFFFF"/>
                </a:solidFill>
                <a:latin typeface="Ebrima"/>
                <a:cs typeface="Ebrima"/>
              </a:rPr>
              <a:t> </a:t>
            </a:r>
            <a:r>
              <a:rPr sz="1800" dirty="0">
                <a:solidFill>
                  <a:srgbClr val="FFFFFF"/>
                </a:solidFill>
                <a:latin typeface="Ebrima"/>
                <a:cs typeface="Ebrima"/>
              </a:rPr>
              <a:t>Introduction</a:t>
            </a:r>
            <a:r>
              <a:rPr sz="1800" spc="-40" dirty="0">
                <a:solidFill>
                  <a:srgbClr val="FFFFFF"/>
                </a:solidFill>
                <a:latin typeface="Ebrima"/>
                <a:cs typeface="Ebrima"/>
              </a:rPr>
              <a:t> </a:t>
            </a:r>
            <a:r>
              <a:rPr sz="1800" dirty="0">
                <a:solidFill>
                  <a:srgbClr val="FFFFFF"/>
                </a:solidFill>
                <a:latin typeface="Ebrima"/>
                <a:cs typeface="Ebrima"/>
              </a:rPr>
              <a:t>to</a:t>
            </a:r>
            <a:r>
              <a:rPr sz="1800" spc="-30" dirty="0">
                <a:solidFill>
                  <a:srgbClr val="FFFFFF"/>
                </a:solidFill>
                <a:latin typeface="Ebrima"/>
                <a:cs typeface="Ebrima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Ebrima"/>
                <a:cs typeface="Ebrima"/>
              </a:rPr>
              <a:t>TensorFlow</a:t>
            </a:r>
            <a:endParaRPr sz="1800">
              <a:latin typeface="Ebrima"/>
              <a:cs typeface="Ebrim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8671941" y="463677"/>
            <a:ext cx="80962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dirty="0">
                <a:solidFill>
                  <a:srgbClr val="D9D9D9"/>
                </a:solidFill>
                <a:latin typeface="Ebrima"/>
                <a:cs typeface="Ebrima"/>
              </a:rPr>
              <a:t>UNIT</a:t>
            </a:r>
            <a:r>
              <a:rPr sz="1600" spc="400" dirty="0">
                <a:solidFill>
                  <a:srgbClr val="D9D9D9"/>
                </a:solidFill>
                <a:latin typeface="Ebrima"/>
                <a:cs typeface="Ebrima"/>
              </a:rPr>
              <a:t> </a:t>
            </a:r>
            <a:r>
              <a:rPr sz="1600" spc="-35" dirty="0">
                <a:solidFill>
                  <a:srgbClr val="D9D9D9"/>
                </a:solidFill>
                <a:latin typeface="Ebrima"/>
                <a:cs typeface="Ebrima"/>
              </a:rPr>
              <a:t>02</a:t>
            </a:r>
            <a:endParaRPr sz="1600">
              <a:latin typeface="Ebrima"/>
              <a:cs typeface="Ebrima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682751" y="1804416"/>
            <a:ext cx="8663940" cy="3139440"/>
            <a:chOff x="682751" y="1804416"/>
            <a:chExt cx="8663940" cy="3139440"/>
          </a:xfrm>
        </p:grpSpPr>
        <p:sp>
          <p:nvSpPr>
            <p:cNvPr id="10" name="object 10"/>
            <p:cNvSpPr/>
            <p:nvPr/>
          </p:nvSpPr>
          <p:spPr>
            <a:xfrm>
              <a:off x="685799" y="1807464"/>
              <a:ext cx="8658225" cy="3133725"/>
            </a:xfrm>
            <a:custGeom>
              <a:avLst/>
              <a:gdLst/>
              <a:ahLst/>
              <a:cxnLst/>
              <a:rect l="l" t="t" r="r" b="b"/>
              <a:pathLst>
                <a:path w="8658225" h="3133725">
                  <a:moveTo>
                    <a:pt x="0" y="3133344"/>
                  </a:moveTo>
                  <a:lnTo>
                    <a:pt x="8657844" y="3133344"/>
                  </a:lnTo>
                  <a:lnTo>
                    <a:pt x="8657844" y="0"/>
                  </a:lnTo>
                  <a:lnTo>
                    <a:pt x="0" y="0"/>
                  </a:lnTo>
                  <a:lnTo>
                    <a:pt x="0" y="3133344"/>
                  </a:lnTo>
                  <a:close/>
                </a:path>
              </a:pathLst>
            </a:custGeom>
            <a:ln w="6096">
              <a:solidFill>
                <a:srgbClr val="D9D9D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" name="object 11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831728" y="1944203"/>
              <a:ext cx="8511915" cy="2830698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383431" y="6524434"/>
            <a:ext cx="61558" cy="90487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54151" y="6527292"/>
            <a:ext cx="1794510" cy="142494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862571" y="6521195"/>
            <a:ext cx="2327910" cy="118110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437489" y="431419"/>
            <a:ext cx="315658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FFFFFF"/>
                </a:solidFill>
                <a:latin typeface="Ebrima"/>
                <a:cs typeface="Ebrima"/>
              </a:rPr>
              <a:t>2.1.</a:t>
            </a:r>
            <a:r>
              <a:rPr sz="1800" spc="-25" dirty="0">
                <a:solidFill>
                  <a:srgbClr val="FFFFFF"/>
                </a:solidFill>
                <a:latin typeface="Ebrima"/>
                <a:cs typeface="Ebrima"/>
              </a:rPr>
              <a:t> </a:t>
            </a:r>
            <a:r>
              <a:rPr sz="1800" dirty="0">
                <a:solidFill>
                  <a:srgbClr val="FFFFFF"/>
                </a:solidFill>
                <a:latin typeface="Ebrima"/>
                <a:cs typeface="Ebrima"/>
              </a:rPr>
              <a:t>Introduction</a:t>
            </a:r>
            <a:r>
              <a:rPr sz="1800" spc="-40" dirty="0">
                <a:solidFill>
                  <a:srgbClr val="FFFFFF"/>
                </a:solidFill>
                <a:latin typeface="Ebrima"/>
                <a:cs typeface="Ebrima"/>
              </a:rPr>
              <a:t> </a:t>
            </a:r>
            <a:r>
              <a:rPr sz="1800" dirty="0">
                <a:solidFill>
                  <a:srgbClr val="FFFFFF"/>
                </a:solidFill>
                <a:latin typeface="Ebrima"/>
                <a:cs typeface="Ebrima"/>
              </a:rPr>
              <a:t>to</a:t>
            </a:r>
            <a:r>
              <a:rPr sz="1800" spc="-30" dirty="0">
                <a:solidFill>
                  <a:srgbClr val="FFFFFF"/>
                </a:solidFill>
                <a:latin typeface="Ebrima"/>
                <a:cs typeface="Ebrima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Ebrima"/>
                <a:cs typeface="Ebrima"/>
              </a:rPr>
              <a:t>TensorFlow</a:t>
            </a:r>
            <a:endParaRPr sz="1800">
              <a:latin typeface="Ebrima"/>
              <a:cs typeface="Ebrim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8671941" y="463677"/>
            <a:ext cx="80962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dirty="0">
                <a:solidFill>
                  <a:srgbClr val="D9D9D9"/>
                </a:solidFill>
                <a:latin typeface="Ebrima"/>
                <a:cs typeface="Ebrima"/>
              </a:rPr>
              <a:t>UNIT</a:t>
            </a:r>
            <a:r>
              <a:rPr sz="1600" spc="400" dirty="0">
                <a:solidFill>
                  <a:srgbClr val="D9D9D9"/>
                </a:solidFill>
                <a:latin typeface="Ebrima"/>
                <a:cs typeface="Ebrima"/>
              </a:rPr>
              <a:t> </a:t>
            </a:r>
            <a:r>
              <a:rPr sz="1600" spc="-35" dirty="0">
                <a:solidFill>
                  <a:srgbClr val="D9D9D9"/>
                </a:solidFill>
                <a:latin typeface="Ebrima"/>
                <a:cs typeface="Ebrima"/>
              </a:rPr>
              <a:t>02</a:t>
            </a:r>
            <a:endParaRPr sz="1600">
              <a:latin typeface="Ebrima"/>
              <a:cs typeface="Ebrima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559308" y="1440180"/>
            <a:ext cx="36830" cy="180340"/>
          </a:xfrm>
          <a:custGeom>
            <a:avLst/>
            <a:gdLst/>
            <a:ahLst/>
            <a:cxnLst/>
            <a:rect l="l" t="t" r="r" b="b"/>
            <a:pathLst>
              <a:path w="36829" h="180340">
                <a:moveTo>
                  <a:pt x="36576" y="0"/>
                </a:moveTo>
                <a:lnTo>
                  <a:pt x="0" y="0"/>
                </a:lnTo>
                <a:lnTo>
                  <a:pt x="0" y="179832"/>
                </a:lnTo>
                <a:lnTo>
                  <a:pt x="36576" y="179832"/>
                </a:lnTo>
                <a:lnTo>
                  <a:pt x="36576" y="0"/>
                </a:lnTo>
                <a:close/>
              </a:path>
            </a:pathLst>
          </a:custGeom>
          <a:solidFill>
            <a:srgbClr val="183DAF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8" name="object 8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694944" y="1461516"/>
            <a:ext cx="2234946" cy="176022"/>
          </a:xfrm>
          <a:prstGeom prst="rect">
            <a:avLst/>
          </a:prstGeom>
        </p:spPr>
      </p:pic>
      <p:grpSp>
        <p:nvGrpSpPr>
          <p:cNvPr id="9" name="object 9"/>
          <p:cNvGrpSpPr/>
          <p:nvPr/>
        </p:nvGrpSpPr>
        <p:grpSpPr>
          <a:xfrm>
            <a:off x="682751" y="1804416"/>
            <a:ext cx="8663940" cy="3799840"/>
            <a:chOff x="682751" y="1804416"/>
            <a:chExt cx="8663940" cy="3799840"/>
          </a:xfrm>
        </p:grpSpPr>
        <p:sp>
          <p:nvSpPr>
            <p:cNvPr id="10" name="object 10"/>
            <p:cNvSpPr/>
            <p:nvPr/>
          </p:nvSpPr>
          <p:spPr>
            <a:xfrm>
              <a:off x="685799" y="1807464"/>
              <a:ext cx="8658225" cy="3793490"/>
            </a:xfrm>
            <a:custGeom>
              <a:avLst/>
              <a:gdLst/>
              <a:ahLst/>
              <a:cxnLst/>
              <a:rect l="l" t="t" r="r" b="b"/>
              <a:pathLst>
                <a:path w="8658225" h="3793490">
                  <a:moveTo>
                    <a:pt x="0" y="3793236"/>
                  </a:moveTo>
                  <a:lnTo>
                    <a:pt x="8657844" y="3793236"/>
                  </a:lnTo>
                  <a:lnTo>
                    <a:pt x="8657844" y="0"/>
                  </a:lnTo>
                  <a:lnTo>
                    <a:pt x="0" y="0"/>
                  </a:lnTo>
                  <a:lnTo>
                    <a:pt x="0" y="3793236"/>
                  </a:lnTo>
                  <a:close/>
                </a:path>
              </a:pathLst>
            </a:custGeom>
            <a:ln w="6096">
              <a:solidFill>
                <a:srgbClr val="D9D9D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" name="object 11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823610" y="1932895"/>
              <a:ext cx="8520033" cy="3481478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359003" y="6524434"/>
            <a:ext cx="84461" cy="90487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54151" y="6527292"/>
            <a:ext cx="1794510" cy="142494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862571" y="6521195"/>
            <a:ext cx="2327910" cy="118110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437489" y="431419"/>
            <a:ext cx="315658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FFFFFF"/>
                </a:solidFill>
                <a:latin typeface="Ebrima"/>
                <a:cs typeface="Ebrima"/>
              </a:rPr>
              <a:t>2.1.</a:t>
            </a:r>
            <a:r>
              <a:rPr sz="1800" spc="-25" dirty="0">
                <a:solidFill>
                  <a:srgbClr val="FFFFFF"/>
                </a:solidFill>
                <a:latin typeface="Ebrima"/>
                <a:cs typeface="Ebrima"/>
              </a:rPr>
              <a:t> </a:t>
            </a:r>
            <a:r>
              <a:rPr sz="1800" dirty="0">
                <a:solidFill>
                  <a:srgbClr val="FFFFFF"/>
                </a:solidFill>
                <a:latin typeface="Ebrima"/>
                <a:cs typeface="Ebrima"/>
              </a:rPr>
              <a:t>Introduction</a:t>
            </a:r>
            <a:r>
              <a:rPr sz="1800" spc="-40" dirty="0">
                <a:solidFill>
                  <a:srgbClr val="FFFFFF"/>
                </a:solidFill>
                <a:latin typeface="Ebrima"/>
                <a:cs typeface="Ebrima"/>
              </a:rPr>
              <a:t> </a:t>
            </a:r>
            <a:r>
              <a:rPr sz="1800" dirty="0">
                <a:solidFill>
                  <a:srgbClr val="FFFFFF"/>
                </a:solidFill>
                <a:latin typeface="Ebrima"/>
                <a:cs typeface="Ebrima"/>
              </a:rPr>
              <a:t>to</a:t>
            </a:r>
            <a:r>
              <a:rPr sz="1800" spc="-30" dirty="0">
                <a:solidFill>
                  <a:srgbClr val="FFFFFF"/>
                </a:solidFill>
                <a:latin typeface="Ebrima"/>
                <a:cs typeface="Ebrima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Ebrima"/>
                <a:cs typeface="Ebrima"/>
              </a:rPr>
              <a:t>TensorFlow</a:t>
            </a:r>
            <a:endParaRPr sz="1800">
              <a:latin typeface="Ebrima"/>
              <a:cs typeface="Ebrim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8671941" y="463677"/>
            <a:ext cx="80962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dirty="0">
                <a:solidFill>
                  <a:srgbClr val="D9D9D9"/>
                </a:solidFill>
                <a:latin typeface="Ebrima"/>
                <a:cs typeface="Ebrima"/>
              </a:rPr>
              <a:t>UNIT</a:t>
            </a:r>
            <a:r>
              <a:rPr sz="1600" spc="400" dirty="0">
                <a:solidFill>
                  <a:srgbClr val="D9D9D9"/>
                </a:solidFill>
                <a:latin typeface="Ebrima"/>
                <a:cs typeface="Ebrima"/>
              </a:rPr>
              <a:t> </a:t>
            </a:r>
            <a:r>
              <a:rPr sz="1600" spc="-35" dirty="0">
                <a:solidFill>
                  <a:srgbClr val="D9D9D9"/>
                </a:solidFill>
                <a:latin typeface="Ebrima"/>
                <a:cs typeface="Ebrima"/>
              </a:rPr>
              <a:t>02</a:t>
            </a:r>
            <a:endParaRPr sz="1600">
              <a:latin typeface="Ebrima"/>
              <a:cs typeface="Ebrima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682751" y="1804416"/>
            <a:ext cx="8663940" cy="4471670"/>
            <a:chOff x="682751" y="1804416"/>
            <a:chExt cx="8663940" cy="4471670"/>
          </a:xfrm>
        </p:grpSpPr>
        <p:sp>
          <p:nvSpPr>
            <p:cNvPr id="8" name="object 8"/>
            <p:cNvSpPr/>
            <p:nvPr/>
          </p:nvSpPr>
          <p:spPr>
            <a:xfrm>
              <a:off x="685799" y="1807464"/>
              <a:ext cx="8658225" cy="4465320"/>
            </a:xfrm>
            <a:custGeom>
              <a:avLst/>
              <a:gdLst/>
              <a:ahLst/>
              <a:cxnLst/>
              <a:rect l="l" t="t" r="r" b="b"/>
              <a:pathLst>
                <a:path w="8658225" h="4465320">
                  <a:moveTo>
                    <a:pt x="0" y="4465320"/>
                  </a:moveTo>
                  <a:lnTo>
                    <a:pt x="8657844" y="4465320"/>
                  </a:lnTo>
                  <a:lnTo>
                    <a:pt x="8657844" y="0"/>
                  </a:lnTo>
                  <a:lnTo>
                    <a:pt x="0" y="0"/>
                  </a:lnTo>
                  <a:lnTo>
                    <a:pt x="0" y="4465320"/>
                  </a:lnTo>
                  <a:close/>
                </a:path>
              </a:pathLst>
            </a:custGeom>
            <a:ln w="6096">
              <a:solidFill>
                <a:srgbClr val="D9D9D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" name="object 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831221" y="1941272"/>
              <a:ext cx="8512422" cy="4190632"/>
            </a:xfrm>
            <a:prstGeom prst="rect">
              <a:avLst/>
            </a:prstGeom>
          </p:spPr>
        </p:pic>
      </p:grpSp>
      <p:sp>
        <p:nvSpPr>
          <p:cNvPr id="10" name="object 10"/>
          <p:cNvSpPr/>
          <p:nvPr/>
        </p:nvSpPr>
        <p:spPr>
          <a:xfrm>
            <a:off x="559308" y="1440180"/>
            <a:ext cx="36830" cy="180340"/>
          </a:xfrm>
          <a:custGeom>
            <a:avLst/>
            <a:gdLst/>
            <a:ahLst/>
            <a:cxnLst/>
            <a:rect l="l" t="t" r="r" b="b"/>
            <a:pathLst>
              <a:path w="36829" h="180340">
                <a:moveTo>
                  <a:pt x="36576" y="0"/>
                </a:moveTo>
                <a:lnTo>
                  <a:pt x="0" y="0"/>
                </a:lnTo>
                <a:lnTo>
                  <a:pt x="0" y="179832"/>
                </a:lnTo>
                <a:lnTo>
                  <a:pt x="36576" y="179832"/>
                </a:lnTo>
                <a:lnTo>
                  <a:pt x="36576" y="0"/>
                </a:lnTo>
                <a:close/>
              </a:path>
            </a:pathLst>
          </a:custGeom>
          <a:solidFill>
            <a:srgbClr val="183DAF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1" name="object 11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694944" y="1461516"/>
            <a:ext cx="2234946" cy="176022"/>
          </a:xfrm>
          <a:prstGeom prst="rect">
            <a:avLst/>
          </a:prstGeom>
        </p:spPr>
      </p:pic>
    </p:spTree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355873" y="6524434"/>
            <a:ext cx="87590" cy="90487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54151" y="6527292"/>
            <a:ext cx="1794510" cy="142494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862571" y="6521195"/>
            <a:ext cx="2327910" cy="118110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437489" y="431419"/>
            <a:ext cx="315658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FFFFFF"/>
                </a:solidFill>
                <a:latin typeface="Ebrima"/>
                <a:cs typeface="Ebrima"/>
              </a:rPr>
              <a:t>2.1.</a:t>
            </a:r>
            <a:r>
              <a:rPr sz="1800" spc="-25" dirty="0">
                <a:solidFill>
                  <a:srgbClr val="FFFFFF"/>
                </a:solidFill>
                <a:latin typeface="Ebrima"/>
                <a:cs typeface="Ebrima"/>
              </a:rPr>
              <a:t> </a:t>
            </a:r>
            <a:r>
              <a:rPr sz="1800" dirty="0">
                <a:solidFill>
                  <a:srgbClr val="FFFFFF"/>
                </a:solidFill>
                <a:latin typeface="Ebrima"/>
                <a:cs typeface="Ebrima"/>
              </a:rPr>
              <a:t>Introduction</a:t>
            </a:r>
            <a:r>
              <a:rPr sz="1800" spc="-40" dirty="0">
                <a:solidFill>
                  <a:srgbClr val="FFFFFF"/>
                </a:solidFill>
                <a:latin typeface="Ebrima"/>
                <a:cs typeface="Ebrima"/>
              </a:rPr>
              <a:t> </a:t>
            </a:r>
            <a:r>
              <a:rPr sz="1800" dirty="0">
                <a:solidFill>
                  <a:srgbClr val="FFFFFF"/>
                </a:solidFill>
                <a:latin typeface="Ebrima"/>
                <a:cs typeface="Ebrima"/>
              </a:rPr>
              <a:t>to</a:t>
            </a:r>
            <a:r>
              <a:rPr sz="1800" spc="-30" dirty="0">
                <a:solidFill>
                  <a:srgbClr val="FFFFFF"/>
                </a:solidFill>
                <a:latin typeface="Ebrima"/>
                <a:cs typeface="Ebrima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Ebrima"/>
                <a:cs typeface="Ebrima"/>
              </a:rPr>
              <a:t>TensorFlow</a:t>
            </a:r>
            <a:endParaRPr sz="1800">
              <a:latin typeface="Ebrima"/>
              <a:cs typeface="Ebrim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8671941" y="463677"/>
            <a:ext cx="80962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dirty="0">
                <a:solidFill>
                  <a:srgbClr val="D9D9D9"/>
                </a:solidFill>
                <a:latin typeface="Ebrima"/>
                <a:cs typeface="Ebrima"/>
              </a:rPr>
              <a:t>UNIT</a:t>
            </a:r>
            <a:r>
              <a:rPr sz="1600" spc="400" dirty="0">
                <a:solidFill>
                  <a:srgbClr val="D9D9D9"/>
                </a:solidFill>
                <a:latin typeface="Ebrima"/>
                <a:cs typeface="Ebrima"/>
              </a:rPr>
              <a:t> </a:t>
            </a:r>
            <a:r>
              <a:rPr sz="1600" spc="-35" dirty="0">
                <a:solidFill>
                  <a:srgbClr val="D9D9D9"/>
                </a:solidFill>
                <a:latin typeface="Ebrima"/>
                <a:cs typeface="Ebrima"/>
              </a:rPr>
              <a:t>02</a:t>
            </a:r>
            <a:endParaRPr sz="1600">
              <a:latin typeface="Ebrima"/>
              <a:cs typeface="Ebrima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682751" y="1804416"/>
            <a:ext cx="8663940" cy="2095500"/>
            <a:chOff x="682751" y="1804416"/>
            <a:chExt cx="8663940" cy="2095500"/>
          </a:xfrm>
        </p:grpSpPr>
        <p:sp>
          <p:nvSpPr>
            <p:cNvPr id="8" name="object 8"/>
            <p:cNvSpPr/>
            <p:nvPr/>
          </p:nvSpPr>
          <p:spPr>
            <a:xfrm>
              <a:off x="685799" y="1807464"/>
              <a:ext cx="8658225" cy="2089785"/>
            </a:xfrm>
            <a:custGeom>
              <a:avLst/>
              <a:gdLst/>
              <a:ahLst/>
              <a:cxnLst/>
              <a:rect l="l" t="t" r="r" b="b"/>
              <a:pathLst>
                <a:path w="8658225" h="2089785">
                  <a:moveTo>
                    <a:pt x="0" y="2089404"/>
                  </a:moveTo>
                  <a:lnTo>
                    <a:pt x="8657844" y="2089404"/>
                  </a:lnTo>
                  <a:lnTo>
                    <a:pt x="8657844" y="0"/>
                  </a:lnTo>
                  <a:lnTo>
                    <a:pt x="0" y="0"/>
                  </a:lnTo>
                  <a:lnTo>
                    <a:pt x="0" y="2089404"/>
                  </a:lnTo>
                  <a:close/>
                </a:path>
              </a:pathLst>
            </a:custGeom>
            <a:ln w="6096">
              <a:solidFill>
                <a:srgbClr val="D9D9D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" name="object 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823634" y="1939919"/>
              <a:ext cx="8520009" cy="1740699"/>
            </a:xfrm>
            <a:prstGeom prst="rect">
              <a:avLst/>
            </a:prstGeom>
          </p:spPr>
        </p:pic>
      </p:grpSp>
      <p:sp>
        <p:nvSpPr>
          <p:cNvPr id="10" name="object 10"/>
          <p:cNvSpPr/>
          <p:nvPr/>
        </p:nvSpPr>
        <p:spPr>
          <a:xfrm>
            <a:off x="559308" y="1440180"/>
            <a:ext cx="36830" cy="180340"/>
          </a:xfrm>
          <a:custGeom>
            <a:avLst/>
            <a:gdLst/>
            <a:ahLst/>
            <a:cxnLst/>
            <a:rect l="l" t="t" r="r" b="b"/>
            <a:pathLst>
              <a:path w="36829" h="180340">
                <a:moveTo>
                  <a:pt x="36576" y="0"/>
                </a:moveTo>
                <a:lnTo>
                  <a:pt x="0" y="0"/>
                </a:lnTo>
                <a:lnTo>
                  <a:pt x="0" y="179832"/>
                </a:lnTo>
                <a:lnTo>
                  <a:pt x="36576" y="179832"/>
                </a:lnTo>
                <a:lnTo>
                  <a:pt x="36576" y="0"/>
                </a:lnTo>
                <a:close/>
              </a:path>
            </a:pathLst>
          </a:custGeom>
          <a:solidFill>
            <a:srgbClr val="183DAF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1" name="object 11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694944" y="1461516"/>
            <a:ext cx="2234946" cy="176022"/>
          </a:xfrm>
          <a:prstGeom prst="rect">
            <a:avLst/>
          </a:prstGeom>
        </p:spPr>
      </p:pic>
    </p:spTree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361970" y="6524434"/>
            <a:ext cx="87590" cy="90487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54151" y="6527292"/>
            <a:ext cx="1794510" cy="142494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862571" y="6521195"/>
            <a:ext cx="2327910" cy="118110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437489" y="431419"/>
            <a:ext cx="315658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FFFFFF"/>
                </a:solidFill>
                <a:latin typeface="Ebrima"/>
                <a:cs typeface="Ebrima"/>
              </a:rPr>
              <a:t>2.1.</a:t>
            </a:r>
            <a:r>
              <a:rPr sz="1800" spc="-25" dirty="0">
                <a:solidFill>
                  <a:srgbClr val="FFFFFF"/>
                </a:solidFill>
                <a:latin typeface="Ebrima"/>
                <a:cs typeface="Ebrima"/>
              </a:rPr>
              <a:t> </a:t>
            </a:r>
            <a:r>
              <a:rPr sz="1800" dirty="0">
                <a:solidFill>
                  <a:srgbClr val="FFFFFF"/>
                </a:solidFill>
                <a:latin typeface="Ebrima"/>
                <a:cs typeface="Ebrima"/>
              </a:rPr>
              <a:t>Introduction</a:t>
            </a:r>
            <a:r>
              <a:rPr sz="1800" spc="-40" dirty="0">
                <a:solidFill>
                  <a:srgbClr val="FFFFFF"/>
                </a:solidFill>
                <a:latin typeface="Ebrima"/>
                <a:cs typeface="Ebrima"/>
              </a:rPr>
              <a:t> </a:t>
            </a:r>
            <a:r>
              <a:rPr sz="1800" dirty="0">
                <a:solidFill>
                  <a:srgbClr val="FFFFFF"/>
                </a:solidFill>
                <a:latin typeface="Ebrima"/>
                <a:cs typeface="Ebrima"/>
              </a:rPr>
              <a:t>to</a:t>
            </a:r>
            <a:r>
              <a:rPr sz="1800" spc="-30" dirty="0">
                <a:solidFill>
                  <a:srgbClr val="FFFFFF"/>
                </a:solidFill>
                <a:latin typeface="Ebrima"/>
                <a:cs typeface="Ebrima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Ebrima"/>
                <a:cs typeface="Ebrima"/>
              </a:rPr>
              <a:t>TensorFlow</a:t>
            </a:r>
            <a:endParaRPr sz="1800">
              <a:latin typeface="Ebrima"/>
              <a:cs typeface="Ebrim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8671941" y="463677"/>
            <a:ext cx="80962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dirty="0">
                <a:solidFill>
                  <a:srgbClr val="D9D9D9"/>
                </a:solidFill>
                <a:latin typeface="Ebrima"/>
                <a:cs typeface="Ebrima"/>
              </a:rPr>
              <a:t>UNIT</a:t>
            </a:r>
            <a:r>
              <a:rPr sz="1600" spc="400" dirty="0">
                <a:solidFill>
                  <a:srgbClr val="D9D9D9"/>
                </a:solidFill>
                <a:latin typeface="Ebrima"/>
                <a:cs typeface="Ebrima"/>
              </a:rPr>
              <a:t> </a:t>
            </a:r>
            <a:r>
              <a:rPr sz="1600" spc="-35" dirty="0">
                <a:solidFill>
                  <a:srgbClr val="D9D9D9"/>
                </a:solidFill>
                <a:latin typeface="Ebrima"/>
                <a:cs typeface="Ebrima"/>
              </a:rPr>
              <a:t>02</a:t>
            </a:r>
            <a:endParaRPr sz="1600">
              <a:latin typeface="Ebrima"/>
              <a:cs typeface="Ebrima"/>
            </a:endParaRPr>
          </a:p>
        </p:txBody>
      </p:sp>
      <p:pic>
        <p:nvPicPr>
          <p:cNvPr id="7" name="object 7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710183" y="1805939"/>
            <a:ext cx="8443722" cy="1552193"/>
          </a:xfrm>
          <a:prstGeom prst="rect">
            <a:avLst/>
          </a:prstGeom>
        </p:spPr>
      </p:pic>
      <p:grpSp>
        <p:nvGrpSpPr>
          <p:cNvPr id="8" name="object 8"/>
          <p:cNvGrpSpPr/>
          <p:nvPr/>
        </p:nvGrpSpPr>
        <p:grpSpPr>
          <a:xfrm>
            <a:off x="682751" y="3713988"/>
            <a:ext cx="8663940" cy="1545590"/>
            <a:chOff x="682751" y="3713988"/>
            <a:chExt cx="8663940" cy="1545590"/>
          </a:xfrm>
        </p:grpSpPr>
        <p:sp>
          <p:nvSpPr>
            <p:cNvPr id="9" name="object 9"/>
            <p:cNvSpPr/>
            <p:nvPr/>
          </p:nvSpPr>
          <p:spPr>
            <a:xfrm>
              <a:off x="685799" y="3717036"/>
              <a:ext cx="8658225" cy="1539240"/>
            </a:xfrm>
            <a:custGeom>
              <a:avLst/>
              <a:gdLst/>
              <a:ahLst/>
              <a:cxnLst/>
              <a:rect l="l" t="t" r="r" b="b"/>
              <a:pathLst>
                <a:path w="8658225" h="1539239">
                  <a:moveTo>
                    <a:pt x="0" y="1539239"/>
                  </a:moveTo>
                  <a:lnTo>
                    <a:pt x="8657844" y="1539239"/>
                  </a:lnTo>
                  <a:lnTo>
                    <a:pt x="8657844" y="0"/>
                  </a:lnTo>
                  <a:lnTo>
                    <a:pt x="0" y="0"/>
                  </a:lnTo>
                  <a:lnTo>
                    <a:pt x="0" y="1539239"/>
                  </a:lnTo>
                  <a:close/>
                </a:path>
              </a:pathLst>
            </a:custGeom>
            <a:ln w="6096">
              <a:solidFill>
                <a:srgbClr val="D9D9D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" name="object 10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815299" y="3855720"/>
              <a:ext cx="8520724" cy="1207008"/>
            </a:xfrm>
            <a:prstGeom prst="rect">
              <a:avLst/>
            </a:prstGeom>
          </p:spPr>
        </p:pic>
      </p:grpSp>
      <p:sp>
        <p:nvSpPr>
          <p:cNvPr id="11" name="object 11"/>
          <p:cNvSpPr/>
          <p:nvPr/>
        </p:nvSpPr>
        <p:spPr>
          <a:xfrm>
            <a:off x="559308" y="1440180"/>
            <a:ext cx="36830" cy="180340"/>
          </a:xfrm>
          <a:custGeom>
            <a:avLst/>
            <a:gdLst/>
            <a:ahLst/>
            <a:cxnLst/>
            <a:rect l="l" t="t" r="r" b="b"/>
            <a:pathLst>
              <a:path w="36829" h="180340">
                <a:moveTo>
                  <a:pt x="36576" y="0"/>
                </a:moveTo>
                <a:lnTo>
                  <a:pt x="0" y="0"/>
                </a:lnTo>
                <a:lnTo>
                  <a:pt x="0" y="179832"/>
                </a:lnTo>
                <a:lnTo>
                  <a:pt x="36576" y="179832"/>
                </a:lnTo>
                <a:lnTo>
                  <a:pt x="36576" y="0"/>
                </a:lnTo>
                <a:close/>
              </a:path>
            </a:pathLst>
          </a:custGeom>
          <a:solidFill>
            <a:srgbClr val="183DAF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2" name="object 12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694944" y="1461516"/>
            <a:ext cx="2234946" cy="176022"/>
          </a:xfrm>
          <a:prstGeom prst="rect">
            <a:avLst/>
          </a:prstGeom>
        </p:spPr>
      </p:pic>
    </p:spTree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356036" y="6524434"/>
            <a:ext cx="85905" cy="90487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54151" y="6527292"/>
            <a:ext cx="1794510" cy="142494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862571" y="6521195"/>
            <a:ext cx="2327910" cy="118110"/>
          </a:xfrm>
          <a:prstGeom prst="rect">
            <a:avLst/>
          </a:prstGeom>
        </p:spPr>
      </p:pic>
      <p:sp>
        <p:nvSpPr>
          <p:cNvPr id="5" name="object 5"/>
          <p:cNvSpPr/>
          <p:nvPr/>
        </p:nvSpPr>
        <p:spPr>
          <a:xfrm>
            <a:off x="559308" y="1440180"/>
            <a:ext cx="36830" cy="180340"/>
          </a:xfrm>
          <a:custGeom>
            <a:avLst/>
            <a:gdLst/>
            <a:ahLst/>
            <a:cxnLst/>
            <a:rect l="l" t="t" r="r" b="b"/>
            <a:pathLst>
              <a:path w="36829" h="180340">
                <a:moveTo>
                  <a:pt x="36576" y="0"/>
                </a:moveTo>
                <a:lnTo>
                  <a:pt x="0" y="0"/>
                </a:lnTo>
                <a:lnTo>
                  <a:pt x="0" y="179832"/>
                </a:lnTo>
                <a:lnTo>
                  <a:pt x="36576" y="179832"/>
                </a:lnTo>
                <a:lnTo>
                  <a:pt x="36576" y="0"/>
                </a:lnTo>
                <a:close/>
              </a:path>
            </a:pathLst>
          </a:custGeom>
          <a:solidFill>
            <a:srgbClr val="183DAF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6" name="object 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717804" y="1464563"/>
            <a:ext cx="2172462" cy="174498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437489" y="431419"/>
            <a:ext cx="315658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FFFFFF"/>
                </a:solidFill>
                <a:latin typeface="Ebrima"/>
                <a:cs typeface="Ebrima"/>
              </a:rPr>
              <a:t>2.1.</a:t>
            </a:r>
            <a:r>
              <a:rPr sz="1800" spc="-25" dirty="0">
                <a:solidFill>
                  <a:srgbClr val="FFFFFF"/>
                </a:solidFill>
                <a:latin typeface="Ebrima"/>
                <a:cs typeface="Ebrima"/>
              </a:rPr>
              <a:t> </a:t>
            </a:r>
            <a:r>
              <a:rPr sz="1800" dirty="0">
                <a:solidFill>
                  <a:srgbClr val="FFFFFF"/>
                </a:solidFill>
                <a:latin typeface="Ebrima"/>
                <a:cs typeface="Ebrima"/>
              </a:rPr>
              <a:t>Introduction</a:t>
            </a:r>
            <a:r>
              <a:rPr sz="1800" spc="-40" dirty="0">
                <a:solidFill>
                  <a:srgbClr val="FFFFFF"/>
                </a:solidFill>
                <a:latin typeface="Ebrima"/>
                <a:cs typeface="Ebrima"/>
              </a:rPr>
              <a:t> </a:t>
            </a:r>
            <a:r>
              <a:rPr sz="1800" dirty="0">
                <a:solidFill>
                  <a:srgbClr val="FFFFFF"/>
                </a:solidFill>
                <a:latin typeface="Ebrima"/>
                <a:cs typeface="Ebrima"/>
              </a:rPr>
              <a:t>to</a:t>
            </a:r>
            <a:r>
              <a:rPr sz="1800" spc="-30" dirty="0">
                <a:solidFill>
                  <a:srgbClr val="FFFFFF"/>
                </a:solidFill>
                <a:latin typeface="Ebrima"/>
                <a:cs typeface="Ebrima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Ebrima"/>
                <a:cs typeface="Ebrima"/>
              </a:rPr>
              <a:t>TensorFlow</a:t>
            </a:r>
            <a:endParaRPr sz="1800">
              <a:latin typeface="Ebrima"/>
              <a:cs typeface="Ebrim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8671941" y="463677"/>
            <a:ext cx="80962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dirty="0">
                <a:solidFill>
                  <a:srgbClr val="D9D9D9"/>
                </a:solidFill>
                <a:latin typeface="Ebrima"/>
                <a:cs typeface="Ebrima"/>
              </a:rPr>
              <a:t>UNIT</a:t>
            </a:r>
            <a:r>
              <a:rPr sz="1600" spc="400" dirty="0">
                <a:solidFill>
                  <a:srgbClr val="D9D9D9"/>
                </a:solidFill>
                <a:latin typeface="Ebrima"/>
                <a:cs typeface="Ebrima"/>
              </a:rPr>
              <a:t> </a:t>
            </a:r>
            <a:r>
              <a:rPr sz="1600" spc="-35" dirty="0">
                <a:solidFill>
                  <a:srgbClr val="D9D9D9"/>
                </a:solidFill>
                <a:latin typeface="Ebrima"/>
                <a:cs typeface="Ebrima"/>
              </a:rPr>
              <a:t>02</a:t>
            </a:r>
            <a:endParaRPr sz="1600">
              <a:latin typeface="Ebrima"/>
              <a:cs typeface="Ebrima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682751" y="1804416"/>
            <a:ext cx="8663940" cy="2996565"/>
            <a:chOff x="682751" y="1804416"/>
            <a:chExt cx="8663940" cy="2996565"/>
          </a:xfrm>
        </p:grpSpPr>
        <p:sp>
          <p:nvSpPr>
            <p:cNvPr id="10" name="object 10"/>
            <p:cNvSpPr/>
            <p:nvPr/>
          </p:nvSpPr>
          <p:spPr>
            <a:xfrm>
              <a:off x="685799" y="1807464"/>
              <a:ext cx="8658225" cy="2990215"/>
            </a:xfrm>
            <a:custGeom>
              <a:avLst/>
              <a:gdLst/>
              <a:ahLst/>
              <a:cxnLst/>
              <a:rect l="l" t="t" r="r" b="b"/>
              <a:pathLst>
                <a:path w="8658225" h="2990215">
                  <a:moveTo>
                    <a:pt x="0" y="2990088"/>
                  </a:moveTo>
                  <a:lnTo>
                    <a:pt x="8657844" y="2990088"/>
                  </a:lnTo>
                  <a:lnTo>
                    <a:pt x="8657844" y="0"/>
                  </a:lnTo>
                  <a:lnTo>
                    <a:pt x="0" y="0"/>
                  </a:lnTo>
                  <a:lnTo>
                    <a:pt x="0" y="2990088"/>
                  </a:lnTo>
                  <a:close/>
                </a:path>
              </a:pathLst>
            </a:custGeom>
            <a:ln w="6096">
              <a:solidFill>
                <a:srgbClr val="D9D9D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" name="object 11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807044" y="1935452"/>
              <a:ext cx="8536599" cy="2649120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355873" y="6524434"/>
            <a:ext cx="87590" cy="90487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54151" y="6527292"/>
            <a:ext cx="1794510" cy="142494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862571" y="6521195"/>
            <a:ext cx="2327910" cy="118110"/>
          </a:xfrm>
          <a:prstGeom prst="rect">
            <a:avLst/>
          </a:prstGeom>
        </p:spPr>
      </p:pic>
      <p:sp>
        <p:nvSpPr>
          <p:cNvPr id="5" name="object 5"/>
          <p:cNvSpPr/>
          <p:nvPr/>
        </p:nvSpPr>
        <p:spPr>
          <a:xfrm>
            <a:off x="559308" y="1440180"/>
            <a:ext cx="36830" cy="180340"/>
          </a:xfrm>
          <a:custGeom>
            <a:avLst/>
            <a:gdLst/>
            <a:ahLst/>
            <a:cxnLst/>
            <a:rect l="l" t="t" r="r" b="b"/>
            <a:pathLst>
              <a:path w="36829" h="180340">
                <a:moveTo>
                  <a:pt x="36576" y="0"/>
                </a:moveTo>
                <a:lnTo>
                  <a:pt x="0" y="0"/>
                </a:lnTo>
                <a:lnTo>
                  <a:pt x="0" y="179832"/>
                </a:lnTo>
                <a:lnTo>
                  <a:pt x="36576" y="179832"/>
                </a:lnTo>
                <a:lnTo>
                  <a:pt x="36576" y="0"/>
                </a:lnTo>
                <a:close/>
              </a:path>
            </a:pathLst>
          </a:custGeom>
          <a:solidFill>
            <a:srgbClr val="183DAF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6" name="object 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717804" y="1464563"/>
            <a:ext cx="2172462" cy="174498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437489" y="431419"/>
            <a:ext cx="315658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FFFFFF"/>
                </a:solidFill>
                <a:latin typeface="Ebrima"/>
                <a:cs typeface="Ebrima"/>
              </a:rPr>
              <a:t>2.1.</a:t>
            </a:r>
            <a:r>
              <a:rPr sz="1800" spc="-25" dirty="0">
                <a:solidFill>
                  <a:srgbClr val="FFFFFF"/>
                </a:solidFill>
                <a:latin typeface="Ebrima"/>
                <a:cs typeface="Ebrima"/>
              </a:rPr>
              <a:t> </a:t>
            </a:r>
            <a:r>
              <a:rPr sz="1800" dirty="0">
                <a:solidFill>
                  <a:srgbClr val="FFFFFF"/>
                </a:solidFill>
                <a:latin typeface="Ebrima"/>
                <a:cs typeface="Ebrima"/>
              </a:rPr>
              <a:t>Introduction</a:t>
            </a:r>
            <a:r>
              <a:rPr sz="1800" spc="-40" dirty="0">
                <a:solidFill>
                  <a:srgbClr val="FFFFFF"/>
                </a:solidFill>
                <a:latin typeface="Ebrima"/>
                <a:cs typeface="Ebrima"/>
              </a:rPr>
              <a:t> </a:t>
            </a:r>
            <a:r>
              <a:rPr sz="1800" dirty="0">
                <a:solidFill>
                  <a:srgbClr val="FFFFFF"/>
                </a:solidFill>
                <a:latin typeface="Ebrima"/>
                <a:cs typeface="Ebrima"/>
              </a:rPr>
              <a:t>to</a:t>
            </a:r>
            <a:r>
              <a:rPr sz="1800" spc="-30" dirty="0">
                <a:solidFill>
                  <a:srgbClr val="FFFFFF"/>
                </a:solidFill>
                <a:latin typeface="Ebrima"/>
                <a:cs typeface="Ebrima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Ebrima"/>
                <a:cs typeface="Ebrima"/>
              </a:rPr>
              <a:t>TensorFlow</a:t>
            </a:r>
            <a:endParaRPr sz="1800">
              <a:latin typeface="Ebrima"/>
              <a:cs typeface="Ebrim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8671941" y="463677"/>
            <a:ext cx="80962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dirty="0">
                <a:solidFill>
                  <a:srgbClr val="D9D9D9"/>
                </a:solidFill>
                <a:latin typeface="Ebrima"/>
                <a:cs typeface="Ebrima"/>
              </a:rPr>
              <a:t>UNIT</a:t>
            </a:r>
            <a:r>
              <a:rPr sz="1600" spc="400" dirty="0">
                <a:solidFill>
                  <a:srgbClr val="D9D9D9"/>
                </a:solidFill>
                <a:latin typeface="Ebrima"/>
                <a:cs typeface="Ebrima"/>
              </a:rPr>
              <a:t> </a:t>
            </a:r>
            <a:r>
              <a:rPr sz="1600" spc="-35" dirty="0">
                <a:solidFill>
                  <a:srgbClr val="D9D9D9"/>
                </a:solidFill>
                <a:latin typeface="Ebrima"/>
                <a:cs typeface="Ebrima"/>
              </a:rPr>
              <a:t>02</a:t>
            </a:r>
            <a:endParaRPr sz="1600">
              <a:latin typeface="Ebrima"/>
              <a:cs typeface="Ebrima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682751" y="1804416"/>
            <a:ext cx="8663940" cy="3619500"/>
            <a:chOff x="682751" y="1804416"/>
            <a:chExt cx="8663940" cy="3619500"/>
          </a:xfrm>
        </p:grpSpPr>
        <p:sp>
          <p:nvSpPr>
            <p:cNvPr id="10" name="object 10"/>
            <p:cNvSpPr/>
            <p:nvPr/>
          </p:nvSpPr>
          <p:spPr>
            <a:xfrm>
              <a:off x="685799" y="1807464"/>
              <a:ext cx="8658225" cy="3613785"/>
            </a:xfrm>
            <a:custGeom>
              <a:avLst/>
              <a:gdLst/>
              <a:ahLst/>
              <a:cxnLst/>
              <a:rect l="l" t="t" r="r" b="b"/>
              <a:pathLst>
                <a:path w="8658225" h="3613785">
                  <a:moveTo>
                    <a:pt x="0" y="3613404"/>
                  </a:moveTo>
                  <a:lnTo>
                    <a:pt x="8657844" y="3613404"/>
                  </a:lnTo>
                  <a:lnTo>
                    <a:pt x="8657844" y="0"/>
                  </a:lnTo>
                  <a:lnTo>
                    <a:pt x="0" y="0"/>
                  </a:lnTo>
                  <a:lnTo>
                    <a:pt x="0" y="3613404"/>
                  </a:lnTo>
                  <a:close/>
                </a:path>
              </a:pathLst>
            </a:custGeom>
            <a:ln w="6096">
              <a:solidFill>
                <a:srgbClr val="D9D9D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" name="object 11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823659" y="1942205"/>
              <a:ext cx="8519984" cy="3241919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366624" y="6524434"/>
            <a:ext cx="84461" cy="90487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54151" y="6527292"/>
            <a:ext cx="1794510" cy="142494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862571" y="6521195"/>
            <a:ext cx="2327910" cy="118110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437489" y="431419"/>
            <a:ext cx="315658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FFFFFF"/>
                </a:solidFill>
                <a:latin typeface="Ebrima"/>
                <a:cs typeface="Ebrima"/>
              </a:rPr>
              <a:t>2.1.</a:t>
            </a:r>
            <a:r>
              <a:rPr sz="1800" spc="-25" dirty="0">
                <a:solidFill>
                  <a:srgbClr val="FFFFFF"/>
                </a:solidFill>
                <a:latin typeface="Ebrima"/>
                <a:cs typeface="Ebrima"/>
              </a:rPr>
              <a:t> </a:t>
            </a:r>
            <a:r>
              <a:rPr sz="1800" dirty="0">
                <a:solidFill>
                  <a:srgbClr val="FFFFFF"/>
                </a:solidFill>
                <a:latin typeface="Ebrima"/>
                <a:cs typeface="Ebrima"/>
              </a:rPr>
              <a:t>Introduction</a:t>
            </a:r>
            <a:r>
              <a:rPr sz="1800" spc="-40" dirty="0">
                <a:solidFill>
                  <a:srgbClr val="FFFFFF"/>
                </a:solidFill>
                <a:latin typeface="Ebrima"/>
                <a:cs typeface="Ebrima"/>
              </a:rPr>
              <a:t> </a:t>
            </a:r>
            <a:r>
              <a:rPr sz="1800" dirty="0">
                <a:solidFill>
                  <a:srgbClr val="FFFFFF"/>
                </a:solidFill>
                <a:latin typeface="Ebrima"/>
                <a:cs typeface="Ebrima"/>
              </a:rPr>
              <a:t>to</a:t>
            </a:r>
            <a:r>
              <a:rPr sz="1800" spc="-30" dirty="0">
                <a:solidFill>
                  <a:srgbClr val="FFFFFF"/>
                </a:solidFill>
                <a:latin typeface="Ebrima"/>
                <a:cs typeface="Ebrima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Ebrima"/>
                <a:cs typeface="Ebrima"/>
              </a:rPr>
              <a:t>TensorFlow</a:t>
            </a:r>
            <a:endParaRPr sz="1800">
              <a:latin typeface="Ebrima"/>
              <a:cs typeface="Ebrim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8671941" y="463677"/>
            <a:ext cx="80962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dirty="0">
                <a:solidFill>
                  <a:srgbClr val="D9D9D9"/>
                </a:solidFill>
                <a:latin typeface="Ebrima"/>
                <a:cs typeface="Ebrima"/>
              </a:rPr>
              <a:t>UNIT</a:t>
            </a:r>
            <a:r>
              <a:rPr sz="1600" spc="400" dirty="0">
                <a:solidFill>
                  <a:srgbClr val="D9D9D9"/>
                </a:solidFill>
                <a:latin typeface="Ebrima"/>
                <a:cs typeface="Ebrima"/>
              </a:rPr>
              <a:t> </a:t>
            </a:r>
            <a:r>
              <a:rPr sz="1600" spc="-35" dirty="0">
                <a:solidFill>
                  <a:srgbClr val="D9D9D9"/>
                </a:solidFill>
                <a:latin typeface="Ebrima"/>
                <a:cs typeface="Ebrima"/>
              </a:rPr>
              <a:t>02</a:t>
            </a:r>
            <a:endParaRPr sz="1600">
              <a:latin typeface="Ebrima"/>
              <a:cs typeface="Ebrima"/>
            </a:endParaRPr>
          </a:p>
        </p:txBody>
      </p:sp>
      <p:pic>
        <p:nvPicPr>
          <p:cNvPr id="7" name="object 7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557783" y="1591043"/>
            <a:ext cx="2977133" cy="302526"/>
          </a:xfrm>
          <a:prstGeom prst="rect">
            <a:avLst/>
          </a:prstGeom>
        </p:spPr>
      </p:pic>
      <p:grpSp>
        <p:nvGrpSpPr>
          <p:cNvPr id="8" name="object 8"/>
          <p:cNvGrpSpPr/>
          <p:nvPr/>
        </p:nvGrpSpPr>
        <p:grpSpPr>
          <a:xfrm>
            <a:off x="553212" y="2054351"/>
            <a:ext cx="8803005" cy="3973195"/>
            <a:chOff x="553212" y="2054351"/>
            <a:chExt cx="8803005" cy="3973195"/>
          </a:xfrm>
        </p:grpSpPr>
        <p:sp>
          <p:nvSpPr>
            <p:cNvPr id="9" name="object 9"/>
            <p:cNvSpPr/>
            <p:nvPr/>
          </p:nvSpPr>
          <p:spPr>
            <a:xfrm>
              <a:off x="559308" y="2060447"/>
              <a:ext cx="8784590" cy="3961129"/>
            </a:xfrm>
            <a:custGeom>
              <a:avLst/>
              <a:gdLst/>
              <a:ahLst/>
              <a:cxnLst/>
              <a:rect l="l" t="t" r="r" b="b"/>
              <a:pathLst>
                <a:path w="8784590" h="3961129">
                  <a:moveTo>
                    <a:pt x="8784323" y="2461260"/>
                  </a:moveTo>
                  <a:lnTo>
                    <a:pt x="0" y="2461260"/>
                  </a:lnTo>
                  <a:lnTo>
                    <a:pt x="0" y="3960876"/>
                  </a:lnTo>
                  <a:lnTo>
                    <a:pt x="8784323" y="3960876"/>
                  </a:lnTo>
                  <a:lnTo>
                    <a:pt x="8784323" y="2461260"/>
                  </a:lnTo>
                  <a:close/>
                </a:path>
                <a:path w="8784590" h="3961129">
                  <a:moveTo>
                    <a:pt x="8784323" y="0"/>
                  </a:moveTo>
                  <a:lnTo>
                    <a:pt x="0" y="0"/>
                  </a:lnTo>
                  <a:lnTo>
                    <a:pt x="0" y="1885188"/>
                  </a:lnTo>
                  <a:lnTo>
                    <a:pt x="8784323" y="1885188"/>
                  </a:lnTo>
                  <a:lnTo>
                    <a:pt x="8784323" y="0"/>
                  </a:lnTo>
                  <a:close/>
                </a:path>
              </a:pathLst>
            </a:custGeom>
            <a:solidFill>
              <a:srgbClr val="B4C6E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559308" y="2060447"/>
              <a:ext cx="8784590" cy="3961129"/>
            </a:xfrm>
            <a:custGeom>
              <a:avLst/>
              <a:gdLst/>
              <a:ahLst/>
              <a:cxnLst/>
              <a:rect l="l" t="t" r="r" b="b"/>
              <a:pathLst>
                <a:path w="8784590" h="3961129">
                  <a:moveTo>
                    <a:pt x="0" y="3960876"/>
                  </a:moveTo>
                  <a:lnTo>
                    <a:pt x="8784336" y="3960876"/>
                  </a:lnTo>
                  <a:lnTo>
                    <a:pt x="8784336" y="0"/>
                  </a:lnTo>
                  <a:lnTo>
                    <a:pt x="0" y="0"/>
                  </a:lnTo>
                  <a:lnTo>
                    <a:pt x="0" y="3960876"/>
                  </a:lnTo>
                  <a:close/>
                </a:path>
              </a:pathLst>
            </a:custGeom>
            <a:ln w="12191">
              <a:solidFill>
                <a:srgbClr val="BEBEB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559308" y="3945635"/>
              <a:ext cx="8796655" cy="576580"/>
            </a:xfrm>
            <a:custGeom>
              <a:avLst/>
              <a:gdLst/>
              <a:ahLst/>
              <a:cxnLst/>
              <a:rect l="l" t="t" r="r" b="b"/>
              <a:pathLst>
                <a:path w="8796655" h="576579">
                  <a:moveTo>
                    <a:pt x="8796528" y="0"/>
                  </a:moveTo>
                  <a:lnTo>
                    <a:pt x="0" y="0"/>
                  </a:lnTo>
                  <a:lnTo>
                    <a:pt x="0" y="576071"/>
                  </a:lnTo>
                  <a:lnTo>
                    <a:pt x="8796528" y="576071"/>
                  </a:lnTo>
                  <a:lnTo>
                    <a:pt x="8796528" y="0"/>
                  </a:lnTo>
                  <a:close/>
                </a:path>
              </a:pathLst>
            </a:custGeom>
            <a:solidFill>
              <a:srgbClr val="183DA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2" name="object 12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827019" y="4148302"/>
              <a:ext cx="4267961" cy="227863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4370832" y="2647187"/>
              <a:ext cx="1161288" cy="1175004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902951" cy="2997319"/>
          </a:xfrm>
          <a:prstGeom prst="rect">
            <a:avLst/>
          </a:prstGeom>
        </p:spPr>
      </p:pic>
      <p:sp>
        <p:nvSpPr>
          <p:cNvPr id="3" name="object 3"/>
          <p:cNvSpPr/>
          <p:nvPr/>
        </p:nvSpPr>
        <p:spPr>
          <a:xfrm>
            <a:off x="449580" y="6425184"/>
            <a:ext cx="9001125" cy="0"/>
          </a:xfrm>
          <a:custGeom>
            <a:avLst/>
            <a:gdLst/>
            <a:ahLst/>
            <a:cxnLst/>
            <a:rect l="l" t="t" r="r" b="b"/>
            <a:pathLst>
              <a:path w="9001125">
                <a:moveTo>
                  <a:pt x="0" y="0"/>
                </a:moveTo>
                <a:lnTo>
                  <a:pt x="9000744" y="0"/>
                </a:lnTo>
              </a:path>
            </a:pathLst>
          </a:custGeom>
          <a:ln w="6096">
            <a:solidFill>
              <a:srgbClr val="BEBEB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355873" y="6524434"/>
            <a:ext cx="87590" cy="90487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54151" y="6527292"/>
            <a:ext cx="1794510" cy="142494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6862571" y="6521195"/>
            <a:ext cx="2327910" cy="118110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915924" y="3224771"/>
            <a:ext cx="3199638" cy="311670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929639" y="2807207"/>
            <a:ext cx="700278" cy="195834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1240536" y="3973067"/>
            <a:ext cx="2181606" cy="182118"/>
          </a:xfrm>
          <a:prstGeom prst="rect">
            <a:avLst/>
          </a:prstGeom>
        </p:spPr>
      </p:pic>
      <p:sp>
        <p:nvSpPr>
          <p:cNvPr id="10" name="object 10"/>
          <p:cNvSpPr/>
          <p:nvPr/>
        </p:nvSpPr>
        <p:spPr>
          <a:xfrm>
            <a:off x="1051560" y="3924300"/>
            <a:ext cx="35560" cy="251460"/>
          </a:xfrm>
          <a:custGeom>
            <a:avLst/>
            <a:gdLst/>
            <a:ahLst/>
            <a:cxnLst/>
            <a:rect l="l" t="t" r="r" b="b"/>
            <a:pathLst>
              <a:path w="35559" h="251460">
                <a:moveTo>
                  <a:pt x="35052" y="0"/>
                </a:moveTo>
                <a:lnTo>
                  <a:pt x="0" y="0"/>
                </a:lnTo>
                <a:lnTo>
                  <a:pt x="0" y="251460"/>
                </a:lnTo>
                <a:lnTo>
                  <a:pt x="35052" y="251460"/>
                </a:lnTo>
                <a:lnTo>
                  <a:pt x="35052" y="0"/>
                </a:lnTo>
                <a:close/>
              </a:path>
            </a:pathLst>
          </a:custGeom>
          <a:solidFill>
            <a:srgbClr val="A6A6A6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1" name="object 11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1239011" y="4415028"/>
            <a:ext cx="2044445" cy="168401"/>
          </a:xfrm>
          <a:prstGeom prst="rect">
            <a:avLst/>
          </a:prstGeom>
        </p:spPr>
      </p:pic>
      <p:sp>
        <p:nvSpPr>
          <p:cNvPr id="12" name="object 12"/>
          <p:cNvSpPr/>
          <p:nvPr/>
        </p:nvSpPr>
        <p:spPr>
          <a:xfrm>
            <a:off x="1051560" y="4352544"/>
            <a:ext cx="35560" cy="253365"/>
          </a:xfrm>
          <a:custGeom>
            <a:avLst/>
            <a:gdLst/>
            <a:ahLst/>
            <a:cxnLst/>
            <a:rect l="l" t="t" r="r" b="b"/>
            <a:pathLst>
              <a:path w="35559" h="253364">
                <a:moveTo>
                  <a:pt x="35052" y="0"/>
                </a:moveTo>
                <a:lnTo>
                  <a:pt x="0" y="0"/>
                </a:lnTo>
                <a:lnTo>
                  <a:pt x="0" y="252984"/>
                </a:lnTo>
                <a:lnTo>
                  <a:pt x="35052" y="252984"/>
                </a:lnTo>
                <a:lnTo>
                  <a:pt x="35052" y="0"/>
                </a:lnTo>
                <a:close/>
              </a:path>
            </a:pathLst>
          </a:custGeom>
          <a:solidFill>
            <a:srgbClr val="13299F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3" name="object 13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1240536" y="4832603"/>
            <a:ext cx="2754630" cy="223266"/>
          </a:xfrm>
          <a:prstGeom prst="rect">
            <a:avLst/>
          </a:prstGeom>
        </p:spPr>
      </p:pic>
      <p:sp>
        <p:nvSpPr>
          <p:cNvPr id="14" name="object 14"/>
          <p:cNvSpPr/>
          <p:nvPr/>
        </p:nvSpPr>
        <p:spPr>
          <a:xfrm>
            <a:off x="1051560" y="4782311"/>
            <a:ext cx="35560" cy="253365"/>
          </a:xfrm>
          <a:custGeom>
            <a:avLst/>
            <a:gdLst/>
            <a:ahLst/>
            <a:cxnLst/>
            <a:rect l="l" t="t" r="r" b="b"/>
            <a:pathLst>
              <a:path w="35559" h="253364">
                <a:moveTo>
                  <a:pt x="35052" y="0"/>
                </a:moveTo>
                <a:lnTo>
                  <a:pt x="0" y="0"/>
                </a:lnTo>
                <a:lnTo>
                  <a:pt x="0" y="252983"/>
                </a:lnTo>
                <a:lnTo>
                  <a:pt x="35052" y="252983"/>
                </a:lnTo>
                <a:lnTo>
                  <a:pt x="35052" y="0"/>
                </a:lnTo>
                <a:close/>
              </a:path>
            </a:pathLst>
          </a:custGeom>
          <a:solidFill>
            <a:srgbClr val="A6A6A6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355873" y="6524434"/>
            <a:ext cx="87590" cy="90487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54151" y="6527292"/>
            <a:ext cx="1794510" cy="142494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862571" y="6521195"/>
            <a:ext cx="2327910" cy="118110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437489" y="431419"/>
            <a:ext cx="237363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FFFFFF"/>
                </a:solidFill>
                <a:latin typeface="Ebrima"/>
                <a:cs typeface="Ebrima"/>
              </a:rPr>
              <a:t>2.2.</a:t>
            </a:r>
            <a:r>
              <a:rPr sz="1800" spc="-40" dirty="0">
                <a:solidFill>
                  <a:srgbClr val="FFFFFF"/>
                </a:solidFill>
                <a:latin typeface="Ebrima"/>
                <a:cs typeface="Ebrima"/>
              </a:rPr>
              <a:t> </a:t>
            </a:r>
            <a:r>
              <a:rPr sz="1800" dirty="0">
                <a:solidFill>
                  <a:srgbClr val="FFFFFF"/>
                </a:solidFill>
                <a:latin typeface="Ebrima"/>
                <a:cs typeface="Ebrima"/>
              </a:rPr>
              <a:t>TensorFlow</a:t>
            </a:r>
            <a:r>
              <a:rPr sz="1800" spc="-60" dirty="0">
                <a:solidFill>
                  <a:srgbClr val="FFFFFF"/>
                </a:solidFill>
                <a:latin typeface="Ebrima"/>
                <a:cs typeface="Ebrima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Ebrima"/>
                <a:cs typeface="Ebrima"/>
              </a:rPr>
              <a:t>dataset</a:t>
            </a:r>
            <a:endParaRPr sz="1800">
              <a:latin typeface="Ebrima"/>
              <a:cs typeface="Ebrim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8671941" y="463677"/>
            <a:ext cx="80962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dirty="0">
                <a:solidFill>
                  <a:srgbClr val="D9D9D9"/>
                </a:solidFill>
                <a:latin typeface="Ebrima"/>
                <a:cs typeface="Ebrima"/>
              </a:rPr>
              <a:t>UNIT</a:t>
            </a:r>
            <a:r>
              <a:rPr sz="1600" spc="400" dirty="0">
                <a:solidFill>
                  <a:srgbClr val="D9D9D9"/>
                </a:solidFill>
                <a:latin typeface="Ebrima"/>
                <a:cs typeface="Ebrima"/>
              </a:rPr>
              <a:t> </a:t>
            </a:r>
            <a:r>
              <a:rPr sz="1600" spc="-35" dirty="0">
                <a:solidFill>
                  <a:srgbClr val="D9D9D9"/>
                </a:solidFill>
                <a:latin typeface="Ebrima"/>
                <a:cs typeface="Ebrima"/>
              </a:rPr>
              <a:t>02</a:t>
            </a:r>
            <a:endParaRPr sz="1600">
              <a:latin typeface="Ebrima"/>
              <a:cs typeface="Ebrima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554736" y="1842516"/>
            <a:ext cx="8789035" cy="4398645"/>
            <a:chOff x="554736" y="1842516"/>
            <a:chExt cx="8789035" cy="4398645"/>
          </a:xfrm>
        </p:grpSpPr>
        <p:sp>
          <p:nvSpPr>
            <p:cNvPr id="8" name="object 8"/>
            <p:cNvSpPr/>
            <p:nvPr/>
          </p:nvSpPr>
          <p:spPr>
            <a:xfrm>
              <a:off x="557784" y="1845564"/>
              <a:ext cx="8783320" cy="4392295"/>
            </a:xfrm>
            <a:custGeom>
              <a:avLst/>
              <a:gdLst/>
              <a:ahLst/>
              <a:cxnLst/>
              <a:rect l="l" t="t" r="r" b="b"/>
              <a:pathLst>
                <a:path w="8783320" h="4392295">
                  <a:moveTo>
                    <a:pt x="0" y="4392167"/>
                  </a:moveTo>
                  <a:lnTo>
                    <a:pt x="8782812" y="4392167"/>
                  </a:lnTo>
                  <a:lnTo>
                    <a:pt x="8782812" y="0"/>
                  </a:lnTo>
                  <a:lnTo>
                    <a:pt x="0" y="0"/>
                  </a:lnTo>
                  <a:lnTo>
                    <a:pt x="0" y="4392167"/>
                  </a:lnTo>
                  <a:close/>
                </a:path>
              </a:pathLst>
            </a:custGeom>
            <a:ln w="6096">
              <a:solidFill>
                <a:srgbClr val="D9D9D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" name="object 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11707" y="1917192"/>
              <a:ext cx="8628888" cy="4250436"/>
            </a:xfrm>
            <a:prstGeom prst="rect">
              <a:avLst/>
            </a:prstGeom>
          </p:spPr>
        </p:pic>
      </p:grpSp>
      <p:pic>
        <p:nvPicPr>
          <p:cNvPr id="10" name="object 10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473963" y="1443177"/>
            <a:ext cx="5267706" cy="302564"/>
          </a:xfrm>
          <a:prstGeom prst="rect">
            <a:avLst/>
          </a:prstGeom>
        </p:spPr>
      </p:pic>
    </p:spTree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331604" y="6524434"/>
            <a:ext cx="113385" cy="90487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54151" y="6527292"/>
            <a:ext cx="1794510" cy="142494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862571" y="6521195"/>
            <a:ext cx="2327910" cy="118110"/>
          </a:xfrm>
          <a:prstGeom prst="rect">
            <a:avLst/>
          </a:prstGeom>
        </p:spPr>
      </p:pic>
      <p:grpSp>
        <p:nvGrpSpPr>
          <p:cNvPr id="5" name="object 5"/>
          <p:cNvGrpSpPr/>
          <p:nvPr/>
        </p:nvGrpSpPr>
        <p:grpSpPr>
          <a:xfrm>
            <a:off x="554736" y="2240279"/>
            <a:ext cx="8789035" cy="3390900"/>
            <a:chOff x="554736" y="2240279"/>
            <a:chExt cx="8789035" cy="3390900"/>
          </a:xfrm>
        </p:grpSpPr>
        <p:sp>
          <p:nvSpPr>
            <p:cNvPr id="6" name="object 6"/>
            <p:cNvSpPr/>
            <p:nvPr/>
          </p:nvSpPr>
          <p:spPr>
            <a:xfrm>
              <a:off x="557784" y="2243327"/>
              <a:ext cx="8783320" cy="3385185"/>
            </a:xfrm>
            <a:custGeom>
              <a:avLst/>
              <a:gdLst/>
              <a:ahLst/>
              <a:cxnLst/>
              <a:rect l="l" t="t" r="r" b="b"/>
              <a:pathLst>
                <a:path w="8783320" h="3385185">
                  <a:moveTo>
                    <a:pt x="0" y="3384804"/>
                  </a:moveTo>
                  <a:lnTo>
                    <a:pt x="8782812" y="3384804"/>
                  </a:lnTo>
                  <a:lnTo>
                    <a:pt x="8782812" y="0"/>
                  </a:lnTo>
                  <a:lnTo>
                    <a:pt x="0" y="0"/>
                  </a:lnTo>
                  <a:lnTo>
                    <a:pt x="0" y="3384804"/>
                  </a:lnTo>
                  <a:close/>
                </a:path>
              </a:pathLst>
            </a:custGeom>
            <a:ln w="6096">
              <a:solidFill>
                <a:srgbClr val="D9D9D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79120" y="2356103"/>
              <a:ext cx="8761476" cy="3249168"/>
            </a:xfrm>
            <a:prstGeom prst="rect">
              <a:avLst/>
            </a:prstGeom>
          </p:spPr>
        </p:pic>
      </p:grpSp>
      <p:sp>
        <p:nvSpPr>
          <p:cNvPr id="8" name="object 8"/>
          <p:cNvSpPr txBox="1"/>
          <p:nvPr/>
        </p:nvSpPr>
        <p:spPr>
          <a:xfrm>
            <a:off x="437489" y="431419"/>
            <a:ext cx="237363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FFFFFF"/>
                </a:solidFill>
                <a:latin typeface="Ebrima"/>
                <a:cs typeface="Ebrima"/>
              </a:rPr>
              <a:t>2.2.</a:t>
            </a:r>
            <a:r>
              <a:rPr sz="1800" spc="-40" dirty="0">
                <a:solidFill>
                  <a:srgbClr val="FFFFFF"/>
                </a:solidFill>
                <a:latin typeface="Ebrima"/>
                <a:cs typeface="Ebrima"/>
              </a:rPr>
              <a:t> </a:t>
            </a:r>
            <a:r>
              <a:rPr sz="1800" dirty="0">
                <a:solidFill>
                  <a:srgbClr val="FFFFFF"/>
                </a:solidFill>
                <a:latin typeface="Ebrima"/>
                <a:cs typeface="Ebrima"/>
              </a:rPr>
              <a:t>TensorFlow</a:t>
            </a:r>
            <a:r>
              <a:rPr sz="1800" spc="-60" dirty="0">
                <a:solidFill>
                  <a:srgbClr val="FFFFFF"/>
                </a:solidFill>
                <a:latin typeface="Ebrima"/>
                <a:cs typeface="Ebrima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Ebrima"/>
                <a:cs typeface="Ebrima"/>
              </a:rPr>
              <a:t>dataset</a:t>
            </a:r>
            <a:endParaRPr sz="1800">
              <a:latin typeface="Ebrima"/>
              <a:cs typeface="Ebrim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8671941" y="463677"/>
            <a:ext cx="80962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dirty="0">
                <a:solidFill>
                  <a:srgbClr val="D9D9D9"/>
                </a:solidFill>
                <a:latin typeface="Ebrima"/>
                <a:cs typeface="Ebrima"/>
              </a:rPr>
              <a:t>UNIT</a:t>
            </a:r>
            <a:r>
              <a:rPr sz="1600" spc="400" dirty="0">
                <a:solidFill>
                  <a:srgbClr val="D9D9D9"/>
                </a:solidFill>
                <a:latin typeface="Ebrima"/>
                <a:cs typeface="Ebrima"/>
              </a:rPr>
              <a:t> </a:t>
            </a:r>
            <a:r>
              <a:rPr sz="1600" spc="-35" dirty="0">
                <a:solidFill>
                  <a:srgbClr val="D9D9D9"/>
                </a:solidFill>
                <a:latin typeface="Ebrima"/>
                <a:cs typeface="Ebrima"/>
              </a:rPr>
              <a:t>02</a:t>
            </a:r>
            <a:endParaRPr sz="1600">
              <a:latin typeface="Ebrima"/>
              <a:cs typeface="Ebrima"/>
            </a:endParaRPr>
          </a:p>
        </p:txBody>
      </p:sp>
      <p:pic>
        <p:nvPicPr>
          <p:cNvPr id="10" name="object 10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460248" y="1443177"/>
            <a:ext cx="5875782" cy="302564"/>
          </a:xfrm>
          <a:prstGeom prst="rect">
            <a:avLst/>
          </a:prstGeom>
        </p:spPr>
      </p:pic>
      <p:sp>
        <p:nvSpPr>
          <p:cNvPr id="11" name="object 11"/>
          <p:cNvSpPr/>
          <p:nvPr/>
        </p:nvSpPr>
        <p:spPr>
          <a:xfrm>
            <a:off x="559308" y="1914144"/>
            <a:ext cx="36830" cy="180340"/>
          </a:xfrm>
          <a:custGeom>
            <a:avLst/>
            <a:gdLst/>
            <a:ahLst/>
            <a:cxnLst/>
            <a:rect l="l" t="t" r="r" b="b"/>
            <a:pathLst>
              <a:path w="36829" h="180339">
                <a:moveTo>
                  <a:pt x="36576" y="0"/>
                </a:moveTo>
                <a:lnTo>
                  <a:pt x="0" y="0"/>
                </a:lnTo>
                <a:lnTo>
                  <a:pt x="0" y="179832"/>
                </a:lnTo>
                <a:lnTo>
                  <a:pt x="36576" y="179832"/>
                </a:lnTo>
                <a:lnTo>
                  <a:pt x="36576" y="0"/>
                </a:lnTo>
                <a:close/>
              </a:path>
            </a:pathLst>
          </a:custGeom>
          <a:solidFill>
            <a:srgbClr val="183DAF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2" name="object 12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717809" y="1941636"/>
            <a:ext cx="585972" cy="171389"/>
          </a:xfrm>
          <a:prstGeom prst="rect">
            <a:avLst/>
          </a:prstGeom>
        </p:spPr>
      </p:pic>
    </p:spTree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359084" y="6524434"/>
            <a:ext cx="85905" cy="90487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54151" y="6527292"/>
            <a:ext cx="1794510" cy="142494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862571" y="6521195"/>
            <a:ext cx="2327910" cy="118110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437489" y="431419"/>
            <a:ext cx="237363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FFFFFF"/>
                </a:solidFill>
                <a:latin typeface="Ebrima"/>
                <a:cs typeface="Ebrima"/>
              </a:rPr>
              <a:t>2.2.</a:t>
            </a:r>
            <a:r>
              <a:rPr sz="1800" spc="-40" dirty="0">
                <a:solidFill>
                  <a:srgbClr val="FFFFFF"/>
                </a:solidFill>
                <a:latin typeface="Ebrima"/>
                <a:cs typeface="Ebrima"/>
              </a:rPr>
              <a:t> </a:t>
            </a:r>
            <a:r>
              <a:rPr sz="1800" dirty="0">
                <a:solidFill>
                  <a:srgbClr val="FFFFFF"/>
                </a:solidFill>
                <a:latin typeface="Ebrima"/>
                <a:cs typeface="Ebrima"/>
              </a:rPr>
              <a:t>TensorFlow</a:t>
            </a:r>
            <a:r>
              <a:rPr sz="1800" spc="-60" dirty="0">
                <a:solidFill>
                  <a:srgbClr val="FFFFFF"/>
                </a:solidFill>
                <a:latin typeface="Ebrima"/>
                <a:cs typeface="Ebrima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Ebrima"/>
                <a:cs typeface="Ebrima"/>
              </a:rPr>
              <a:t>dataset</a:t>
            </a:r>
            <a:endParaRPr sz="1800">
              <a:latin typeface="Ebrima"/>
              <a:cs typeface="Ebrim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8671941" y="463677"/>
            <a:ext cx="80962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dirty="0">
                <a:solidFill>
                  <a:srgbClr val="D9D9D9"/>
                </a:solidFill>
                <a:latin typeface="Ebrima"/>
                <a:cs typeface="Ebrima"/>
              </a:rPr>
              <a:t>UNIT</a:t>
            </a:r>
            <a:r>
              <a:rPr sz="1600" spc="400" dirty="0">
                <a:solidFill>
                  <a:srgbClr val="D9D9D9"/>
                </a:solidFill>
                <a:latin typeface="Ebrima"/>
                <a:cs typeface="Ebrima"/>
              </a:rPr>
              <a:t> </a:t>
            </a:r>
            <a:r>
              <a:rPr sz="1600" spc="-35" dirty="0">
                <a:solidFill>
                  <a:srgbClr val="D9D9D9"/>
                </a:solidFill>
                <a:latin typeface="Ebrima"/>
                <a:cs typeface="Ebrima"/>
              </a:rPr>
              <a:t>02</a:t>
            </a:r>
            <a:endParaRPr sz="1600">
              <a:latin typeface="Ebrima"/>
              <a:cs typeface="Ebrima"/>
            </a:endParaRPr>
          </a:p>
        </p:txBody>
      </p:sp>
      <p:pic>
        <p:nvPicPr>
          <p:cNvPr id="7" name="object 7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460248" y="1443177"/>
            <a:ext cx="5875782" cy="302564"/>
          </a:xfrm>
          <a:prstGeom prst="rect">
            <a:avLst/>
          </a:prstGeom>
        </p:spPr>
      </p:pic>
      <p:sp>
        <p:nvSpPr>
          <p:cNvPr id="8" name="object 8"/>
          <p:cNvSpPr/>
          <p:nvPr/>
        </p:nvSpPr>
        <p:spPr>
          <a:xfrm>
            <a:off x="559308" y="1914144"/>
            <a:ext cx="36830" cy="180340"/>
          </a:xfrm>
          <a:custGeom>
            <a:avLst/>
            <a:gdLst/>
            <a:ahLst/>
            <a:cxnLst/>
            <a:rect l="l" t="t" r="r" b="b"/>
            <a:pathLst>
              <a:path w="36829" h="180339">
                <a:moveTo>
                  <a:pt x="36576" y="0"/>
                </a:moveTo>
                <a:lnTo>
                  <a:pt x="0" y="0"/>
                </a:lnTo>
                <a:lnTo>
                  <a:pt x="0" y="179832"/>
                </a:lnTo>
                <a:lnTo>
                  <a:pt x="36576" y="179832"/>
                </a:lnTo>
                <a:lnTo>
                  <a:pt x="36576" y="0"/>
                </a:lnTo>
                <a:close/>
              </a:path>
            </a:pathLst>
          </a:custGeom>
          <a:solidFill>
            <a:srgbClr val="183DAF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9" name="object 9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717809" y="1941636"/>
            <a:ext cx="622548" cy="171389"/>
          </a:xfrm>
          <a:prstGeom prst="rect">
            <a:avLst/>
          </a:prstGeom>
        </p:spPr>
      </p:pic>
      <p:grpSp>
        <p:nvGrpSpPr>
          <p:cNvPr id="10" name="object 10"/>
          <p:cNvGrpSpPr/>
          <p:nvPr/>
        </p:nvGrpSpPr>
        <p:grpSpPr>
          <a:xfrm>
            <a:off x="556259" y="2260092"/>
            <a:ext cx="8789035" cy="3836035"/>
            <a:chOff x="556259" y="2260092"/>
            <a:chExt cx="8789035" cy="3836035"/>
          </a:xfrm>
        </p:grpSpPr>
        <p:sp>
          <p:nvSpPr>
            <p:cNvPr id="11" name="object 11"/>
            <p:cNvSpPr/>
            <p:nvPr/>
          </p:nvSpPr>
          <p:spPr>
            <a:xfrm>
              <a:off x="559307" y="2263140"/>
              <a:ext cx="8783320" cy="3830320"/>
            </a:xfrm>
            <a:custGeom>
              <a:avLst/>
              <a:gdLst/>
              <a:ahLst/>
              <a:cxnLst/>
              <a:rect l="l" t="t" r="r" b="b"/>
              <a:pathLst>
                <a:path w="8783320" h="3830320">
                  <a:moveTo>
                    <a:pt x="0" y="3829812"/>
                  </a:moveTo>
                  <a:lnTo>
                    <a:pt x="8782812" y="3829812"/>
                  </a:lnTo>
                  <a:lnTo>
                    <a:pt x="8782812" y="0"/>
                  </a:lnTo>
                  <a:lnTo>
                    <a:pt x="0" y="0"/>
                  </a:lnTo>
                  <a:lnTo>
                    <a:pt x="0" y="3829812"/>
                  </a:lnTo>
                  <a:close/>
                </a:path>
              </a:pathLst>
            </a:custGeom>
            <a:ln w="6096">
              <a:solidFill>
                <a:srgbClr val="D9D9D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2" name="object 12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702563" y="2298192"/>
              <a:ext cx="8639556" cy="3723132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333134" y="6524434"/>
            <a:ext cx="108806" cy="90487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54151" y="6527292"/>
            <a:ext cx="1794510" cy="142494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862571" y="6521195"/>
            <a:ext cx="2327910" cy="118110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437489" y="431419"/>
            <a:ext cx="237363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FFFFFF"/>
                </a:solidFill>
                <a:latin typeface="Ebrima"/>
                <a:cs typeface="Ebrima"/>
              </a:rPr>
              <a:t>2.2.</a:t>
            </a:r>
            <a:r>
              <a:rPr sz="1800" spc="-40" dirty="0">
                <a:solidFill>
                  <a:srgbClr val="FFFFFF"/>
                </a:solidFill>
                <a:latin typeface="Ebrima"/>
                <a:cs typeface="Ebrima"/>
              </a:rPr>
              <a:t> </a:t>
            </a:r>
            <a:r>
              <a:rPr sz="1800" dirty="0">
                <a:solidFill>
                  <a:srgbClr val="FFFFFF"/>
                </a:solidFill>
                <a:latin typeface="Ebrima"/>
                <a:cs typeface="Ebrima"/>
              </a:rPr>
              <a:t>TensorFlow</a:t>
            </a:r>
            <a:r>
              <a:rPr sz="1800" spc="-60" dirty="0">
                <a:solidFill>
                  <a:srgbClr val="FFFFFF"/>
                </a:solidFill>
                <a:latin typeface="Ebrima"/>
                <a:cs typeface="Ebrima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Ebrima"/>
                <a:cs typeface="Ebrima"/>
              </a:rPr>
              <a:t>dataset</a:t>
            </a:r>
            <a:endParaRPr sz="1800">
              <a:latin typeface="Ebrima"/>
              <a:cs typeface="Ebrim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8671941" y="463677"/>
            <a:ext cx="80962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dirty="0">
                <a:solidFill>
                  <a:srgbClr val="D9D9D9"/>
                </a:solidFill>
                <a:latin typeface="Ebrima"/>
                <a:cs typeface="Ebrima"/>
              </a:rPr>
              <a:t>UNIT</a:t>
            </a:r>
            <a:r>
              <a:rPr sz="1600" spc="400" dirty="0">
                <a:solidFill>
                  <a:srgbClr val="D9D9D9"/>
                </a:solidFill>
                <a:latin typeface="Ebrima"/>
                <a:cs typeface="Ebrima"/>
              </a:rPr>
              <a:t> </a:t>
            </a:r>
            <a:r>
              <a:rPr sz="1600" spc="-35" dirty="0">
                <a:solidFill>
                  <a:srgbClr val="D9D9D9"/>
                </a:solidFill>
                <a:latin typeface="Ebrima"/>
                <a:cs typeface="Ebrima"/>
              </a:rPr>
              <a:t>02</a:t>
            </a:r>
            <a:endParaRPr sz="1600">
              <a:latin typeface="Ebrima"/>
              <a:cs typeface="Ebrima"/>
            </a:endParaRPr>
          </a:p>
        </p:txBody>
      </p:sp>
      <p:pic>
        <p:nvPicPr>
          <p:cNvPr id="7" name="object 7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461772" y="1440180"/>
            <a:ext cx="5321046" cy="304038"/>
          </a:xfrm>
          <a:prstGeom prst="rect">
            <a:avLst/>
          </a:prstGeom>
        </p:spPr>
      </p:pic>
      <p:grpSp>
        <p:nvGrpSpPr>
          <p:cNvPr id="8" name="object 8"/>
          <p:cNvGrpSpPr/>
          <p:nvPr/>
        </p:nvGrpSpPr>
        <p:grpSpPr>
          <a:xfrm>
            <a:off x="554736" y="1842516"/>
            <a:ext cx="8789035" cy="4457700"/>
            <a:chOff x="554736" y="1842516"/>
            <a:chExt cx="8789035" cy="4457700"/>
          </a:xfrm>
        </p:grpSpPr>
        <p:pic>
          <p:nvPicPr>
            <p:cNvPr id="9" name="object 9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554736" y="1842516"/>
              <a:ext cx="8788908" cy="4457699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1915668" y="4773167"/>
              <a:ext cx="320040" cy="460375"/>
            </a:xfrm>
            <a:custGeom>
              <a:avLst/>
              <a:gdLst/>
              <a:ahLst/>
              <a:cxnLst/>
              <a:rect l="l" t="t" r="r" b="b"/>
              <a:pathLst>
                <a:path w="320039" h="460375">
                  <a:moveTo>
                    <a:pt x="320040" y="312420"/>
                  </a:moveTo>
                  <a:lnTo>
                    <a:pt x="0" y="312420"/>
                  </a:lnTo>
                  <a:lnTo>
                    <a:pt x="0" y="460248"/>
                  </a:lnTo>
                  <a:lnTo>
                    <a:pt x="320040" y="460248"/>
                  </a:lnTo>
                  <a:lnTo>
                    <a:pt x="320040" y="312420"/>
                  </a:lnTo>
                  <a:close/>
                </a:path>
                <a:path w="320039" h="460375">
                  <a:moveTo>
                    <a:pt x="320040" y="0"/>
                  </a:moveTo>
                  <a:lnTo>
                    <a:pt x="0" y="0"/>
                  </a:lnTo>
                  <a:lnTo>
                    <a:pt x="0" y="149352"/>
                  </a:lnTo>
                  <a:lnTo>
                    <a:pt x="320040" y="149352"/>
                  </a:lnTo>
                  <a:lnTo>
                    <a:pt x="320040" y="0"/>
                  </a:lnTo>
                  <a:close/>
                </a:path>
              </a:pathLst>
            </a:custGeom>
            <a:solidFill>
              <a:srgbClr val="F7F7F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1412747" y="5372100"/>
              <a:ext cx="321945" cy="149860"/>
            </a:xfrm>
            <a:custGeom>
              <a:avLst/>
              <a:gdLst/>
              <a:ahLst/>
              <a:cxnLst/>
              <a:rect l="l" t="t" r="r" b="b"/>
              <a:pathLst>
                <a:path w="321944" h="149860">
                  <a:moveTo>
                    <a:pt x="321564" y="0"/>
                  </a:moveTo>
                  <a:lnTo>
                    <a:pt x="0" y="0"/>
                  </a:lnTo>
                  <a:lnTo>
                    <a:pt x="0" y="149352"/>
                  </a:lnTo>
                  <a:lnTo>
                    <a:pt x="321564" y="149352"/>
                  </a:lnTo>
                  <a:lnTo>
                    <a:pt x="32156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1358900" y="4748606"/>
            <a:ext cx="930910" cy="7854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513715">
              <a:lnSpc>
                <a:spcPct val="100000"/>
              </a:lnSpc>
              <a:spcBef>
                <a:spcPts val="105"/>
              </a:spcBef>
            </a:pPr>
            <a:r>
              <a:rPr sz="1050" spc="-10" dirty="0">
                <a:solidFill>
                  <a:srgbClr val="C14B5F"/>
                </a:solidFill>
                <a:latin typeface="Lucida Console"/>
                <a:cs typeface="Lucida Console"/>
              </a:rPr>
              <a:t>batch</a:t>
            </a:r>
            <a:endParaRPr sz="1050">
              <a:latin typeface="Lucida Console"/>
              <a:cs typeface="Lucida Console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1150">
              <a:latin typeface="Lucida Console"/>
              <a:cs typeface="Lucida Console"/>
            </a:endParaRPr>
          </a:p>
          <a:p>
            <a:pPr marL="513715">
              <a:lnSpc>
                <a:spcPct val="100000"/>
              </a:lnSpc>
            </a:pPr>
            <a:r>
              <a:rPr sz="1050" spc="-10" dirty="0">
                <a:solidFill>
                  <a:srgbClr val="C14B5F"/>
                </a:solidFill>
                <a:latin typeface="Lucida Console"/>
                <a:cs typeface="Lucida Console"/>
              </a:rPr>
              <a:t>batch</a:t>
            </a:r>
            <a:endParaRPr sz="1050">
              <a:latin typeface="Lucida Console"/>
              <a:cs typeface="Lucida Console"/>
            </a:endParaRPr>
          </a:p>
          <a:p>
            <a:pPr>
              <a:lnSpc>
                <a:spcPct val="100000"/>
              </a:lnSpc>
            </a:pPr>
            <a:endParaRPr sz="1000">
              <a:latin typeface="Lucida Console"/>
              <a:cs typeface="Lucida Console"/>
            </a:endParaRPr>
          </a:p>
          <a:p>
            <a:pPr marL="12700">
              <a:lnSpc>
                <a:spcPct val="100000"/>
              </a:lnSpc>
            </a:pPr>
            <a:r>
              <a:rPr sz="1050" spc="-10" dirty="0">
                <a:solidFill>
                  <a:srgbClr val="252525"/>
                </a:solidFill>
                <a:latin typeface="Lucida Console"/>
                <a:cs typeface="Lucida Console"/>
              </a:rPr>
              <a:t>batch</a:t>
            </a:r>
            <a:endParaRPr sz="1050">
              <a:latin typeface="Lucida Console"/>
              <a:cs typeface="Lucida Console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1397508" y="6057900"/>
            <a:ext cx="321945" cy="149860"/>
          </a:xfrm>
          <a:custGeom>
            <a:avLst/>
            <a:gdLst/>
            <a:ahLst/>
            <a:cxnLst/>
            <a:rect l="l" t="t" r="r" b="b"/>
            <a:pathLst>
              <a:path w="321944" h="149860">
                <a:moveTo>
                  <a:pt x="321564" y="0"/>
                </a:moveTo>
                <a:lnTo>
                  <a:pt x="0" y="0"/>
                </a:lnTo>
                <a:lnTo>
                  <a:pt x="0" y="149351"/>
                </a:lnTo>
                <a:lnTo>
                  <a:pt x="321564" y="149351"/>
                </a:lnTo>
                <a:lnTo>
                  <a:pt x="321564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1343660" y="6033008"/>
            <a:ext cx="429259" cy="18732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050" spc="-10" dirty="0">
                <a:solidFill>
                  <a:srgbClr val="252525"/>
                </a:solidFill>
                <a:latin typeface="Lucida Console"/>
                <a:cs typeface="Lucida Console"/>
              </a:rPr>
              <a:t>batch</a:t>
            </a:r>
            <a:endParaRPr sz="1050">
              <a:latin typeface="Lucida Console"/>
              <a:cs typeface="Lucida Console"/>
            </a:endParaRPr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331543" y="6524434"/>
            <a:ext cx="111922" cy="90487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54151" y="6527292"/>
            <a:ext cx="1794510" cy="142494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862571" y="6521195"/>
            <a:ext cx="2327910" cy="118110"/>
          </a:xfrm>
          <a:prstGeom prst="rect">
            <a:avLst/>
          </a:prstGeom>
        </p:spPr>
      </p:pic>
      <p:grpSp>
        <p:nvGrpSpPr>
          <p:cNvPr id="5" name="object 5"/>
          <p:cNvGrpSpPr/>
          <p:nvPr/>
        </p:nvGrpSpPr>
        <p:grpSpPr>
          <a:xfrm>
            <a:off x="554736" y="1842516"/>
            <a:ext cx="8789035" cy="3389629"/>
            <a:chOff x="554736" y="1842516"/>
            <a:chExt cx="8789035" cy="3389629"/>
          </a:xfrm>
        </p:grpSpPr>
        <p:sp>
          <p:nvSpPr>
            <p:cNvPr id="6" name="object 6"/>
            <p:cNvSpPr/>
            <p:nvPr/>
          </p:nvSpPr>
          <p:spPr>
            <a:xfrm>
              <a:off x="557784" y="1845564"/>
              <a:ext cx="8783320" cy="3383279"/>
            </a:xfrm>
            <a:custGeom>
              <a:avLst/>
              <a:gdLst/>
              <a:ahLst/>
              <a:cxnLst/>
              <a:rect l="l" t="t" r="r" b="b"/>
              <a:pathLst>
                <a:path w="8783320" h="3383279">
                  <a:moveTo>
                    <a:pt x="0" y="3383279"/>
                  </a:moveTo>
                  <a:lnTo>
                    <a:pt x="8782812" y="3383279"/>
                  </a:lnTo>
                  <a:lnTo>
                    <a:pt x="8782812" y="0"/>
                  </a:lnTo>
                  <a:lnTo>
                    <a:pt x="0" y="0"/>
                  </a:lnTo>
                  <a:lnTo>
                    <a:pt x="0" y="3383279"/>
                  </a:lnTo>
                  <a:close/>
                </a:path>
              </a:pathLst>
            </a:custGeom>
            <a:ln w="6096">
              <a:solidFill>
                <a:srgbClr val="D9D9D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73024" y="1906524"/>
              <a:ext cx="8767572" cy="3243072"/>
            </a:xfrm>
            <a:prstGeom prst="rect">
              <a:avLst/>
            </a:prstGeom>
          </p:spPr>
        </p:pic>
      </p:grpSp>
      <p:sp>
        <p:nvSpPr>
          <p:cNvPr id="8" name="object 8"/>
          <p:cNvSpPr txBox="1"/>
          <p:nvPr/>
        </p:nvSpPr>
        <p:spPr>
          <a:xfrm>
            <a:off x="437489" y="431419"/>
            <a:ext cx="237363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FFFFFF"/>
                </a:solidFill>
                <a:latin typeface="Ebrima"/>
                <a:cs typeface="Ebrima"/>
              </a:rPr>
              <a:t>2.2.</a:t>
            </a:r>
            <a:r>
              <a:rPr sz="1800" spc="-40" dirty="0">
                <a:solidFill>
                  <a:srgbClr val="FFFFFF"/>
                </a:solidFill>
                <a:latin typeface="Ebrima"/>
                <a:cs typeface="Ebrima"/>
              </a:rPr>
              <a:t> </a:t>
            </a:r>
            <a:r>
              <a:rPr sz="1800" dirty="0">
                <a:solidFill>
                  <a:srgbClr val="FFFFFF"/>
                </a:solidFill>
                <a:latin typeface="Ebrima"/>
                <a:cs typeface="Ebrima"/>
              </a:rPr>
              <a:t>TensorFlow</a:t>
            </a:r>
            <a:r>
              <a:rPr sz="1800" spc="-60" dirty="0">
                <a:solidFill>
                  <a:srgbClr val="FFFFFF"/>
                </a:solidFill>
                <a:latin typeface="Ebrima"/>
                <a:cs typeface="Ebrima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Ebrima"/>
                <a:cs typeface="Ebrima"/>
              </a:rPr>
              <a:t>dataset</a:t>
            </a:r>
            <a:endParaRPr sz="1800">
              <a:latin typeface="Ebrima"/>
              <a:cs typeface="Ebrim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8671941" y="463677"/>
            <a:ext cx="80962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dirty="0">
                <a:solidFill>
                  <a:srgbClr val="D9D9D9"/>
                </a:solidFill>
                <a:latin typeface="Ebrima"/>
                <a:cs typeface="Ebrima"/>
              </a:rPr>
              <a:t>UNIT</a:t>
            </a:r>
            <a:r>
              <a:rPr sz="1600" spc="400" dirty="0">
                <a:solidFill>
                  <a:srgbClr val="D9D9D9"/>
                </a:solidFill>
                <a:latin typeface="Ebrima"/>
                <a:cs typeface="Ebrima"/>
              </a:rPr>
              <a:t> </a:t>
            </a:r>
            <a:r>
              <a:rPr sz="1600" spc="-35" dirty="0">
                <a:solidFill>
                  <a:srgbClr val="D9D9D9"/>
                </a:solidFill>
                <a:latin typeface="Ebrima"/>
                <a:cs typeface="Ebrima"/>
              </a:rPr>
              <a:t>02</a:t>
            </a:r>
            <a:endParaRPr sz="1600">
              <a:latin typeface="Ebrima"/>
              <a:cs typeface="Ebrima"/>
            </a:endParaRPr>
          </a:p>
        </p:txBody>
      </p:sp>
      <p:pic>
        <p:nvPicPr>
          <p:cNvPr id="10" name="object 10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461772" y="1440180"/>
            <a:ext cx="5321046" cy="304038"/>
          </a:xfrm>
          <a:prstGeom prst="rect">
            <a:avLst/>
          </a:prstGeom>
        </p:spPr>
      </p:pic>
    </p:spTree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337639" y="6524434"/>
            <a:ext cx="111922" cy="90487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54151" y="6527292"/>
            <a:ext cx="1794510" cy="142494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862571" y="6521195"/>
            <a:ext cx="2327910" cy="118110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437489" y="431419"/>
            <a:ext cx="237363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FFFFFF"/>
                </a:solidFill>
                <a:latin typeface="Ebrima"/>
                <a:cs typeface="Ebrima"/>
              </a:rPr>
              <a:t>2.2.</a:t>
            </a:r>
            <a:r>
              <a:rPr sz="1800" spc="-40" dirty="0">
                <a:solidFill>
                  <a:srgbClr val="FFFFFF"/>
                </a:solidFill>
                <a:latin typeface="Ebrima"/>
                <a:cs typeface="Ebrima"/>
              </a:rPr>
              <a:t> </a:t>
            </a:r>
            <a:r>
              <a:rPr sz="1800" dirty="0">
                <a:solidFill>
                  <a:srgbClr val="FFFFFF"/>
                </a:solidFill>
                <a:latin typeface="Ebrima"/>
                <a:cs typeface="Ebrima"/>
              </a:rPr>
              <a:t>TensorFlow</a:t>
            </a:r>
            <a:r>
              <a:rPr sz="1800" spc="-60" dirty="0">
                <a:solidFill>
                  <a:srgbClr val="FFFFFF"/>
                </a:solidFill>
                <a:latin typeface="Ebrima"/>
                <a:cs typeface="Ebrima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Ebrima"/>
                <a:cs typeface="Ebrima"/>
              </a:rPr>
              <a:t>dataset</a:t>
            </a:r>
            <a:endParaRPr sz="1800">
              <a:latin typeface="Ebrima"/>
              <a:cs typeface="Ebrim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8671941" y="463677"/>
            <a:ext cx="80962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dirty="0">
                <a:solidFill>
                  <a:srgbClr val="D9D9D9"/>
                </a:solidFill>
                <a:latin typeface="Ebrima"/>
                <a:cs typeface="Ebrima"/>
              </a:rPr>
              <a:t>UNIT</a:t>
            </a:r>
            <a:r>
              <a:rPr sz="1600" spc="400" dirty="0">
                <a:solidFill>
                  <a:srgbClr val="D9D9D9"/>
                </a:solidFill>
                <a:latin typeface="Ebrima"/>
                <a:cs typeface="Ebrima"/>
              </a:rPr>
              <a:t> </a:t>
            </a:r>
            <a:r>
              <a:rPr sz="1600" spc="-35" dirty="0">
                <a:solidFill>
                  <a:srgbClr val="D9D9D9"/>
                </a:solidFill>
                <a:latin typeface="Ebrima"/>
                <a:cs typeface="Ebrima"/>
              </a:rPr>
              <a:t>02</a:t>
            </a:r>
            <a:endParaRPr sz="1600">
              <a:latin typeface="Ebrima"/>
              <a:cs typeface="Ebrima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762276" y="2004051"/>
            <a:ext cx="8578850" cy="2411095"/>
            <a:chOff x="762276" y="2004051"/>
            <a:chExt cx="8578850" cy="2411095"/>
          </a:xfrm>
        </p:grpSpPr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62276" y="2004051"/>
              <a:ext cx="8578294" cy="2410876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1392936" y="2378964"/>
              <a:ext cx="751840" cy="184785"/>
            </a:xfrm>
            <a:custGeom>
              <a:avLst/>
              <a:gdLst/>
              <a:ahLst/>
              <a:cxnLst/>
              <a:rect l="l" t="t" r="r" b="b"/>
              <a:pathLst>
                <a:path w="751839" h="184785">
                  <a:moveTo>
                    <a:pt x="751332" y="0"/>
                  </a:moveTo>
                  <a:lnTo>
                    <a:pt x="0" y="0"/>
                  </a:lnTo>
                  <a:lnTo>
                    <a:pt x="0" y="184403"/>
                  </a:lnTo>
                  <a:lnTo>
                    <a:pt x="751332" y="184403"/>
                  </a:lnTo>
                  <a:lnTo>
                    <a:pt x="751332" y="0"/>
                  </a:lnTo>
                  <a:close/>
                </a:path>
              </a:pathLst>
            </a:custGeom>
            <a:solidFill>
              <a:srgbClr val="F7F7F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557783" y="1845564"/>
            <a:ext cx="8783320" cy="2735580"/>
          </a:xfrm>
          <a:prstGeom prst="rect">
            <a:avLst/>
          </a:prstGeom>
          <a:ln w="6096">
            <a:solidFill>
              <a:srgbClr val="D9D9D9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200">
              <a:latin typeface="Times New Roman"/>
              <a:cs typeface="Times New Roman"/>
            </a:endParaRPr>
          </a:p>
          <a:p>
            <a:pPr marL="1164590" marR="7242175" indent="-276225">
              <a:lnSpc>
                <a:spcPts val="1440"/>
              </a:lnSpc>
              <a:spcBef>
                <a:spcPts val="720"/>
              </a:spcBef>
            </a:pPr>
            <a:r>
              <a:rPr sz="1250" i="1" dirty="0">
                <a:solidFill>
                  <a:srgbClr val="57969E"/>
                </a:solidFill>
                <a:latin typeface="Lucida Console"/>
                <a:cs typeface="Lucida Console"/>
              </a:rPr>
              <a:t>##</a:t>
            </a:r>
            <a:r>
              <a:rPr sz="1250" i="1" spc="-95" dirty="0">
                <a:solidFill>
                  <a:srgbClr val="57969E"/>
                </a:solidFill>
                <a:latin typeface="Lucida Console"/>
                <a:cs typeface="Lucida Console"/>
              </a:rPr>
              <a:t> </a:t>
            </a:r>
            <a:r>
              <a:rPr sz="1250" i="1" spc="-45" dirty="0">
                <a:solidFill>
                  <a:srgbClr val="57969E"/>
                </a:solidFill>
                <a:latin typeface="Lucida Console"/>
                <a:cs typeface="Lucida Console"/>
              </a:rPr>
              <a:t>Step </a:t>
            </a:r>
            <a:r>
              <a:rPr sz="1250" i="1" spc="-50" dirty="0">
                <a:solidFill>
                  <a:srgbClr val="57969E"/>
                </a:solidFill>
                <a:latin typeface="Lucida Console"/>
                <a:cs typeface="Lucida Console"/>
              </a:rPr>
              <a:t>1</a:t>
            </a:r>
            <a:endParaRPr sz="1250">
              <a:latin typeface="Lucida Console"/>
              <a:cs typeface="Lucida Console"/>
            </a:endParaRPr>
          </a:p>
        </p:txBody>
      </p:sp>
      <p:pic>
        <p:nvPicPr>
          <p:cNvPr id="11" name="object 11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461772" y="1440180"/>
            <a:ext cx="5321046" cy="304038"/>
          </a:xfrm>
          <a:prstGeom prst="rect">
            <a:avLst/>
          </a:prstGeom>
        </p:spPr>
      </p:pic>
    </p:spTree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331482" y="6524434"/>
            <a:ext cx="110459" cy="90487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54151" y="6527292"/>
            <a:ext cx="1794510" cy="142494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862571" y="6521195"/>
            <a:ext cx="2327910" cy="118110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437489" y="431419"/>
            <a:ext cx="237363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FFFFFF"/>
                </a:solidFill>
                <a:latin typeface="Ebrima"/>
                <a:cs typeface="Ebrima"/>
              </a:rPr>
              <a:t>2.2.</a:t>
            </a:r>
            <a:r>
              <a:rPr sz="1800" spc="-40" dirty="0">
                <a:solidFill>
                  <a:srgbClr val="FFFFFF"/>
                </a:solidFill>
                <a:latin typeface="Ebrima"/>
                <a:cs typeface="Ebrima"/>
              </a:rPr>
              <a:t> </a:t>
            </a:r>
            <a:r>
              <a:rPr sz="1800" dirty="0">
                <a:solidFill>
                  <a:srgbClr val="FFFFFF"/>
                </a:solidFill>
                <a:latin typeface="Ebrima"/>
                <a:cs typeface="Ebrima"/>
              </a:rPr>
              <a:t>TensorFlow</a:t>
            </a:r>
            <a:r>
              <a:rPr sz="1800" spc="-60" dirty="0">
                <a:solidFill>
                  <a:srgbClr val="FFFFFF"/>
                </a:solidFill>
                <a:latin typeface="Ebrima"/>
                <a:cs typeface="Ebrima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Ebrima"/>
                <a:cs typeface="Ebrima"/>
              </a:rPr>
              <a:t>dataset</a:t>
            </a:r>
            <a:endParaRPr sz="1800">
              <a:latin typeface="Ebrima"/>
              <a:cs typeface="Ebrim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8671941" y="463677"/>
            <a:ext cx="80962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dirty="0">
                <a:solidFill>
                  <a:srgbClr val="D9D9D9"/>
                </a:solidFill>
                <a:latin typeface="Ebrima"/>
                <a:cs typeface="Ebrima"/>
              </a:rPr>
              <a:t>UNIT</a:t>
            </a:r>
            <a:r>
              <a:rPr sz="1600" spc="400" dirty="0">
                <a:solidFill>
                  <a:srgbClr val="D9D9D9"/>
                </a:solidFill>
                <a:latin typeface="Ebrima"/>
                <a:cs typeface="Ebrima"/>
              </a:rPr>
              <a:t> </a:t>
            </a:r>
            <a:r>
              <a:rPr sz="1600" spc="-35" dirty="0">
                <a:solidFill>
                  <a:srgbClr val="D9D9D9"/>
                </a:solidFill>
                <a:latin typeface="Ebrima"/>
                <a:cs typeface="Ebrima"/>
              </a:rPr>
              <a:t>02</a:t>
            </a:r>
            <a:endParaRPr sz="1600">
              <a:latin typeface="Ebrima"/>
              <a:cs typeface="Ebrima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554736" y="1842516"/>
            <a:ext cx="8789035" cy="4427220"/>
            <a:chOff x="554736" y="1842516"/>
            <a:chExt cx="8789035" cy="4427220"/>
          </a:xfrm>
        </p:grpSpPr>
        <p:sp>
          <p:nvSpPr>
            <p:cNvPr id="8" name="object 8"/>
            <p:cNvSpPr/>
            <p:nvPr/>
          </p:nvSpPr>
          <p:spPr>
            <a:xfrm>
              <a:off x="557784" y="1845564"/>
              <a:ext cx="8783320" cy="4421505"/>
            </a:xfrm>
            <a:custGeom>
              <a:avLst/>
              <a:gdLst/>
              <a:ahLst/>
              <a:cxnLst/>
              <a:rect l="l" t="t" r="r" b="b"/>
              <a:pathLst>
                <a:path w="8783320" h="4421505">
                  <a:moveTo>
                    <a:pt x="0" y="4421124"/>
                  </a:moveTo>
                  <a:lnTo>
                    <a:pt x="8782812" y="4421124"/>
                  </a:lnTo>
                  <a:lnTo>
                    <a:pt x="8782812" y="0"/>
                  </a:lnTo>
                  <a:lnTo>
                    <a:pt x="0" y="0"/>
                  </a:lnTo>
                  <a:lnTo>
                    <a:pt x="0" y="4421124"/>
                  </a:lnTo>
                  <a:close/>
                </a:path>
              </a:pathLst>
            </a:custGeom>
            <a:ln w="6096">
              <a:solidFill>
                <a:srgbClr val="D9D9D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" name="object 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75131" y="1892808"/>
              <a:ext cx="8665464" cy="4351020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1491996" y="2391156"/>
              <a:ext cx="658495" cy="172720"/>
            </a:xfrm>
            <a:custGeom>
              <a:avLst/>
              <a:gdLst/>
              <a:ahLst/>
              <a:cxnLst/>
              <a:rect l="l" t="t" r="r" b="b"/>
              <a:pathLst>
                <a:path w="658494" h="172719">
                  <a:moveTo>
                    <a:pt x="658367" y="0"/>
                  </a:moveTo>
                  <a:lnTo>
                    <a:pt x="0" y="0"/>
                  </a:lnTo>
                  <a:lnTo>
                    <a:pt x="0" y="172212"/>
                  </a:lnTo>
                  <a:lnTo>
                    <a:pt x="658367" y="172212"/>
                  </a:lnTo>
                  <a:lnTo>
                    <a:pt x="658367" y="0"/>
                  </a:lnTo>
                  <a:close/>
                </a:path>
              </a:pathLst>
            </a:custGeom>
            <a:solidFill>
              <a:srgbClr val="F7F7F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1502155" y="2274531"/>
            <a:ext cx="638175" cy="386080"/>
          </a:xfrm>
          <a:prstGeom prst="rect">
            <a:avLst/>
          </a:prstGeom>
        </p:spPr>
        <p:txBody>
          <a:bodyPr vert="horz" wrap="square" lIns="0" tIns="26670" rIns="0" bIns="0" rtlCol="0">
            <a:spAutoFit/>
          </a:bodyPr>
          <a:lstStyle/>
          <a:p>
            <a:pPr marL="274955" marR="5080" indent="-262890">
              <a:lnSpc>
                <a:spcPts val="1380"/>
              </a:lnSpc>
              <a:spcBef>
                <a:spcPts val="210"/>
              </a:spcBef>
            </a:pPr>
            <a:r>
              <a:rPr sz="1200" i="1" dirty="0">
                <a:solidFill>
                  <a:srgbClr val="57969E"/>
                </a:solidFill>
                <a:latin typeface="Lucida Console"/>
                <a:cs typeface="Lucida Console"/>
              </a:rPr>
              <a:t>##</a:t>
            </a:r>
            <a:r>
              <a:rPr sz="1200" i="1" spc="-110" dirty="0">
                <a:solidFill>
                  <a:srgbClr val="57969E"/>
                </a:solidFill>
                <a:latin typeface="Lucida Console"/>
                <a:cs typeface="Lucida Console"/>
              </a:rPr>
              <a:t> </a:t>
            </a:r>
            <a:r>
              <a:rPr sz="1200" i="1" spc="-50" dirty="0">
                <a:solidFill>
                  <a:srgbClr val="57969E"/>
                </a:solidFill>
                <a:latin typeface="Lucida Console"/>
                <a:cs typeface="Lucida Console"/>
              </a:rPr>
              <a:t>Step 1</a:t>
            </a:r>
            <a:endParaRPr sz="1200">
              <a:latin typeface="Lucida Console"/>
              <a:cs typeface="Lucida Console"/>
            </a:endParaRPr>
          </a:p>
        </p:txBody>
      </p:sp>
      <p:pic>
        <p:nvPicPr>
          <p:cNvPr id="12" name="object 12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461772" y="1440180"/>
            <a:ext cx="5321046" cy="304038"/>
          </a:xfrm>
          <a:prstGeom prst="rect">
            <a:avLst/>
          </a:prstGeom>
        </p:spPr>
      </p:pic>
    </p:spTree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331543" y="6524434"/>
            <a:ext cx="111922" cy="90487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54151" y="6527292"/>
            <a:ext cx="1794510" cy="142494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862571" y="6521195"/>
            <a:ext cx="2327910" cy="118110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437489" y="431419"/>
            <a:ext cx="237363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FFFFFF"/>
                </a:solidFill>
                <a:latin typeface="Ebrima"/>
                <a:cs typeface="Ebrima"/>
              </a:rPr>
              <a:t>2.2.</a:t>
            </a:r>
            <a:r>
              <a:rPr sz="1800" spc="-40" dirty="0">
                <a:solidFill>
                  <a:srgbClr val="FFFFFF"/>
                </a:solidFill>
                <a:latin typeface="Ebrima"/>
                <a:cs typeface="Ebrima"/>
              </a:rPr>
              <a:t> </a:t>
            </a:r>
            <a:r>
              <a:rPr sz="1800" dirty="0">
                <a:solidFill>
                  <a:srgbClr val="FFFFFF"/>
                </a:solidFill>
                <a:latin typeface="Ebrima"/>
                <a:cs typeface="Ebrima"/>
              </a:rPr>
              <a:t>TensorFlow</a:t>
            </a:r>
            <a:r>
              <a:rPr sz="1800" spc="-60" dirty="0">
                <a:solidFill>
                  <a:srgbClr val="FFFFFF"/>
                </a:solidFill>
                <a:latin typeface="Ebrima"/>
                <a:cs typeface="Ebrima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Ebrima"/>
                <a:cs typeface="Ebrima"/>
              </a:rPr>
              <a:t>dataset</a:t>
            </a:r>
            <a:endParaRPr sz="1800">
              <a:latin typeface="Ebrima"/>
              <a:cs typeface="Ebrim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8671941" y="463677"/>
            <a:ext cx="80962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dirty="0">
                <a:solidFill>
                  <a:srgbClr val="D9D9D9"/>
                </a:solidFill>
                <a:latin typeface="Ebrima"/>
                <a:cs typeface="Ebrima"/>
              </a:rPr>
              <a:t>UNIT</a:t>
            </a:r>
            <a:r>
              <a:rPr sz="1600" spc="400" dirty="0">
                <a:solidFill>
                  <a:srgbClr val="D9D9D9"/>
                </a:solidFill>
                <a:latin typeface="Ebrima"/>
                <a:cs typeface="Ebrima"/>
              </a:rPr>
              <a:t> </a:t>
            </a:r>
            <a:r>
              <a:rPr sz="1600" spc="-35" dirty="0">
                <a:solidFill>
                  <a:srgbClr val="D9D9D9"/>
                </a:solidFill>
                <a:latin typeface="Ebrima"/>
                <a:cs typeface="Ebrima"/>
              </a:rPr>
              <a:t>02</a:t>
            </a:r>
            <a:endParaRPr sz="1600">
              <a:latin typeface="Ebrima"/>
              <a:cs typeface="Ebrima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615695" y="1937004"/>
            <a:ext cx="8724900" cy="2464435"/>
            <a:chOff x="615695" y="1937004"/>
            <a:chExt cx="8724900" cy="2464435"/>
          </a:xfrm>
        </p:grpSpPr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15695" y="1937004"/>
              <a:ext cx="8724900" cy="2464308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1437131" y="2398776"/>
              <a:ext cx="699770" cy="149860"/>
            </a:xfrm>
            <a:custGeom>
              <a:avLst/>
              <a:gdLst/>
              <a:ahLst/>
              <a:cxnLst/>
              <a:rect l="l" t="t" r="r" b="b"/>
              <a:pathLst>
                <a:path w="699769" h="149860">
                  <a:moveTo>
                    <a:pt x="699516" y="0"/>
                  </a:moveTo>
                  <a:lnTo>
                    <a:pt x="0" y="0"/>
                  </a:lnTo>
                  <a:lnTo>
                    <a:pt x="0" y="149351"/>
                  </a:lnTo>
                  <a:lnTo>
                    <a:pt x="699516" y="149351"/>
                  </a:lnTo>
                  <a:lnTo>
                    <a:pt x="699516" y="0"/>
                  </a:lnTo>
                  <a:close/>
                </a:path>
              </a:pathLst>
            </a:custGeom>
            <a:solidFill>
              <a:srgbClr val="F7F7F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557783" y="1845564"/>
            <a:ext cx="8783320" cy="2590800"/>
          </a:xfrm>
          <a:prstGeom prst="rect">
            <a:avLst/>
          </a:prstGeom>
          <a:ln w="6096">
            <a:solidFill>
              <a:srgbClr val="D9D9D9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200">
              <a:latin typeface="Times New Roman"/>
              <a:cs typeface="Times New Roman"/>
            </a:endParaRPr>
          </a:p>
          <a:p>
            <a:pPr marL="1184275" marR="7240270" indent="-262255">
              <a:lnSpc>
                <a:spcPts val="1380"/>
              </a:lnSpc>
              <a:spcBef>
                <a:spcPts val="795"/>
              </a:spcBef>
            </a:pPr>
            <a:r>
              <a:rPr sz="1200" i="1" dirty="0">
                <a:solidFill>
                  <a:srgbClr val="57969E"/>
                </a:solidFill>
                <a:latin typeface="Lucida Console"/>
                <a:cs typeface="Lucida Console"/>
              </a:rPr>
              <a:t>##</a:t>
            </a:r>
            <a:r>
              <a:rPr sz="1200" i="1" spc="-110" dirty="0">
                <a:solidFill>
                  <a:srgbClr val="57969E"/>
                </a:solidFill>
                <a:latin typeface="Lucida Console"/>
                <a:cs typeface="Lucida Console"/>
              </a:rPr>
              <a:t> </a:t>
            </a:r>
            <a:r>
              <a:rPr sz="1200" i="1" spc="-50" dirty="0">
                <a:solidFill>
                  <a:srgbClr val="57969E"/>
                </a:solidFill>
                <a:latin typeface="Lucida Console"/>
                <a:cs typeface="Lucida Console"/>
              </a:rPr>
              <a:t>Step 2</a:t>
            </a:r>
            <a:endParaRPr sz="1200">
              <a:latin typeface="Lucida Console"/>
              <a:cs typeface="Lucida Console"/>
            </a:endParaRPr>
          </a:p>
        </p:txBody>
      </p:sp>
      <p:pic>
        <p:nvPicPr>
          <p:cNvPr id="11" name="object 11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461772" y="1440180"/>
            <a:ext cx="5321046" cy="304038"/>
          </a:xfrm>
          <a:prstGeom prst="rect">
            <a:avLst/>
          </a:prstGeom>
        </p:spPr>
      </p:pic>
    </p:spTree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342278" y="6524434"/>
            <a:ext cx="108806" cy="90487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54151" y="6527292"/>
            <a:ext cx="1794510" cy="142494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862571" y="6521195"/>
            <a:ext cx="2327910" cy="118110"/>
          </a:xfrm>
          <a:prstGeom prst="rect">
            <a:avLst/>
          </a:prstGeom>
        </p:spPr>
      </p:pic>
      <p:grpSp>
        <p:nvGrpSpPr>
          <p:cNvPr id="5" name="object 5"/>
          <p:cNvGrpSpPr/>
          <p:nvPr/>
        </p:nvGrpSpPr>
        <p:grpSpPr>
          <a:xfrm>
            <a:off x="554736" y="1842516"/>
            <a:ext cx="8789035" cy="4391025"/>
            <a:chOff x="554736" y="1842516"/>
            <a:chExt cx="8789035" cy="4391025"/>
          </a:xfrm>
        </p:grpSpPr>
        <p:sp>
          <p:nvSpPr>
            <p:cNvPr id="6" name="object 6"/>
            <p:cNvSpPr/>
            <p:nvPr/>
          </p:nvSpPr>
          <p:spPr>
            <a:xfrm>
              <a:off x="557784" y="1845564"/>
              <a:ext cx="8783320" cy="4384675"/>
            </a:xfrm>
            <a:custGeom>
              <a:avLst/>
              <a:gdLst/>
              <a:ahLst/>
              <a:cxnLst/>
              <a:rect l="l" t="t" r="r" b="b"/>
              <a:pathLst>
                <a:path w="8783320" h="4384675">
                  <a:moveTo>
                    <a:pt x="0" y="4384548"/>
                  </a:moveTo>
                  <a:lnTo>
                    <a:pt x="8782812" y="4384548"/>
                  </a:lnTo>
                  <a:lnTo>
                    <a:pt x="8782812" y="0"/>
                  </a:lnTo>
                  <a:lnTo>
                    <a:pt x="0" y="0"/>
                  </a:lnTo>
                  <a:lnTo>
                    <a:pt x="0" y="4384548"/>
                  </a:lnTo>
                  <a:close/>
                </a:path>
              </a:pathLst>
            </a:custGeom>
            <a:ln w="6095">
              <a:solidFill>
                <a:srgbClr val="D9D9D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82752" y="1901952"/>
              <a:ext cx="8657844" cy="4320540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1485900" y="2324100"/>
              <a:ext cx="702945" cy="172720"/>
            </a:xfrm>
            <a:custGeom>
              <a:avLst/>
              <a:gdLst/>
              <a:ahLst/>
              <a:cxnLst/>
              <a:rect l="l" t="t" r="r" b="b"/>
              <a:pathLst>
                <a:path w="702944" h="172719">
                  <a:moveTo>
                    <a:pt x="702563" y="0"/>
                  </a:moveTo>
                  <a:lnTo>
                    <a:pt x="0" y="0"/>
                  </a:lnTo>
                  <a:lnTo>
                    <a:pt x="0" y="172212"/>
                  </a:lnTo>
                  <a:lnTo>
                    <a:pt x="702563" y="172212"/>
                  </a:lnTo>
                  <a:lnTo>
                    <a:pt x="702563" y="0"/>
                  </a:lnTo>
                  <a:close/>
                </a:path>
              </a:pathLst>
            </a:custGeom>
            <a:solidFill>
              <a:srgbClr val="F7F7F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437489" y="431419"/>
            <a:ext cx="237363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FFFFFF"/>
                </a:solidFill>
                <a:latin typeface="Ebrima"/>
                <a:cs typeface="Ebrima"/>
              </a:rPr>
              <a:t>2.2.</a:t>
            </a:r>
            <a:r>
              <a:rPr sz="1800" spc="-40" dirty="0">
                <a:solidFill>
                  <a:srgbClr val="FFFFFF"/>
                </a:solidFill>
                <a:latin typeface="Ebrima"/>
                <a:cs typeface="Ebrima"/>
              </a:rPr>
              <a:t> </a:t>
            </a:r>
            <a:r>
              <a:rPr sz="1800" dirty="0">
                <a:solidFill>
                  <a:srgbClr val="FFFFFF"/>
                </a:solidFill>
                <a:latin typeface="Ebrima"/>
                <a:cs typeface="Ebrima"/>
              </a:rPr>
              <a:t>TensorFlow</a:t>
            </a:r>
            <a:r>
              <a:rPr sz="1800" spc="-60" dirty="0">
                <a:solidFill>
                  <a:srgbClr val="FFFFFF"/>
                </a:solidFill>
                <a:latin typeface="Ebrima"/>
                <a:cs typeface="Ebrima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Ebrima"/>
                <a:cs typeface="Ebrima"/>
              </a:rPr>
              <a:t>dataset</a:t>
            </a:r>
            <a:endParaRPr sz="1800">
              <a:latin typeface="Ebrima"/>
              <a:cs typeface="Ebrim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8671941" y="463677"/>
            <a:ext cx="80962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dirty="0">
                <a:solidFill>
                  <a:srgbClr val="D9D9D9"/>
                </a:solidFill>
                <a:latin typeface="Ebrima"/>
                <a:cs typeface="Ebrima"/>
              </a:rPr>
              <a:t>UNIT</a:t>
            </a:r>
            <a:r>
              <a:rPr sz="1600" spc="400" dirty="0">
                <a:solidFill>
                  <a:srgbClr val="D9D9D9"/>
                </a:solidFill>
                <a:latin typeface="Ebrima"/>
                <a:cs typeface="Ebrima"/>
              </a:rPr>
              <a:t> </a:t>
            </a:r>
            <a:r>
              <a:rPr sz="1600" spc="-35" dirty="0">
                <a:solidFill>
                  <a:srgbClr val="D9D9D9"/>
                </a:solidFill>
                <a:latin typeface="Ebrima"/>
                <a:cs typeface="Ebrima"/>
              </a:rPr>
              <a:t>02</a:t>
            </a:r>
            <a:endParaRPr sz="1600">
              <a:latin typeface="Ebrima"/>
              <a:cs typeface="Ebrima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518285" y="2206840"/>
            <a:ext cx="638175" cy="386080"/>
          </a:xfrm>
          <a:prstGeom prst="rect">
            <a:avLst/>
          </a:prstGeom>
        </p:spPr>
        <p:txBody>
          <a:bodyPr vert="horz" wrap="square" lIns="0" tIns="26670" rIns="0" bIns="0" rtlCol="0">
            <a:spAutoFit/>
          </a:bodyPr>
          <a:lstStyle/>
          <a:p>
            <a:pPr marL="274320" marR="5080" indent="-262255">
              <a:lnSpc>
                <a:spcPts val="1380"/>
              </a:lnSpc>
              <a:spcBef>
                <a:spcPts val="210"/>
              </a:spcBef>
            </a:pPr>
            <a:r>
              <a:rPr sz="1200" i="1" dirty="0">
                <a:solidFill>
                  <a:srgbClr val="57969E"/>
                </a:solidFill>
                <a:latin typeface="Lucida Console"/>
                <a:cs typeface="Lucida Console"/>
              </a:rPr>
              <a:t>##</a:t>
            </a:r>
            <a:r>
              <a:rPr sz="1200" i="1" spc="-110" dirty="0">
                <a:solidFill>
                  <a:srgbClr val="57969E"/>
                </a:solidFill>
                <a:latin typeface="Lucida Console"/>
                <a:cs typeface="Lucida Console"/>
              </a:rPr>
              <a:t> </a:t>
            </a:r>
            <a:r>
              <a:rPr sz="1200" i="1" spc="-50" dirty="0">
                <a:solidFill>
                  <a:srgbClr val="57969E"/>
                </a:solidFill>
                <a:latin typeface="Lucida Console"/>
                <a:cs typeface="Lucida Console"/>
              </a:rPr>
              <a:t>Step 2</a:t>
            </a:r>
            <a:endParaRPr sz="1200">
              <a:latin typeface="Lucida Console"/>
              <a:cs typeface="Lucida Console"/>
            </a:endParaRPr>
          </a:p>
        </p:txBody>
      </p:sp>
      <p:pic>
        <p:nvPicPr>
          <p:cNvPr id="12" name="object 12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461772" y="1440180"/>
            <a:ext cx="5321046" cy="304038"/>
          </a:xfrm>
          <a:prstGeom prst="rect">
            <a:avLst/>
          </a:prstGeom>
        </p:spPr>
      </p:pic>
    </p:spTree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331543" y="6524434"/>
            <a:ext cx="111922" cy="90487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54151" y="6527292"/>
            <a:ext cx="1794510" cy="142494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862571" y="6521195"/>
            <a:ext cx="2327910" cy="118110"/>
          </a:xfrm>
          <a:prstGeom prst="rect">
            <a:avLst/>
          </a:prstGeom>
        </p:spPr>
      </p:pic>
      <p:grpSp>
        <p:nvGrpSpPr>
          <p:cNvPr id="5" name="object 5"/>
          <p:cNvGrpSpPr/>
          <p:nvPr/>
        </p:nvGrpSpPr>
        <p:grpSpPr>
          <a:xfrm>
            <a:off x="554736" y="1842516"/>
            <a:ext cx="8789035" cy="2577465"/>
            <a:chOff x="554736" y="1842516"/>
            <a:chExt cx="8789035" cy="2577465"/>
          </a:xfrm>
        </p:grpSpPr>
        <p:pic>
          <p:nvPicPr>
            <p:cNvPr id="6" name="object 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54736" y="1842516"/>
              <a:ext cx="8788908" cy="2577084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1406652" y="2337816"/>
              <a:ext cx="707390" cy="166370"/>
            </a:xfrm>
            <a:custGeom>
              <a:avLst/>
              <a:gdLst/>
              <a:ahLst/>
              <a:cxnLst/>
              <a:rect l="l" t="t" r="r" b="b"/>
              <a:pathLst>
                <a:path w="707389" h="166369">
                  <a:moveTo>
                    <a:pt x="707135" y="0"/>
                  </a:moveTo>
                  <a:lnTo>
                    <a:pt x="0" y="0"/>
                  </a:lnTo>
                  <a:lnTo>
                    <a:pt x="0" y="166115"/>
                  </a:lnTo>
                  <a:lnTo>
                    <a:pt x="707135" y="166115"/>
                  </a:lnTo>
                  <a:lnTo>
                    <a:pt x="707135" y="0"/>
                  </a:lnTo>
                  <a:close/>
                </a:path>
              </a:pathLst>
            </a:custGeom>
            <a:solidFill>
              <a:srgbClr val="F7F7F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437489" y="431419"/>
            <a:ext cx="237363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FFFFFF"/>
                </a:solidFill>
                <a:latin typeface="Ebrima"/>
                <a:cs typeface="Ebrima"/>
              </a:rPr>
              <a:t>2.2.</a:t>
            </a:r>
            <a:r>
              <a:rPr sz="1800" spc="-40" dirty="0">
                <a:solidFill>
                  <a:srgbClr val="FFFFFF"/>
                </a:solidFill>
                <a:latin typeface="Ebrima"/>
                <a:cs typeface="Ebrima"/>
              </a:rPr>
              <a:t> </a:t>
            </a:r>
            <a:r>
              <a:rPr sz="1800" dirty="0">
                <a:solidFill>
                  <a:srgbClr val="FFFFFF"/>
                </a:solidFill>
                <a:latin typeface="Ebrima"/>
                <a:cs typeface="Ebrima"/>
              </a:rPr>
              <a:t>TensorFlow</a:t>
            </a:r>
            <a:r>
              <a:rPr sz="1800" spc="-60" dirty="0">
                <a:solidFill>
                  <a:srgbClr val="FFFFFF"/>
                </a:solidFill>
                <a:latin typeface="Ebrima"/>
                <a:cs typeface="Ebrima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Ebrima"/>
                <a:cs typeface="Ebrima"/>
              </a:rPr>
              <a:t>dataset</a:t>
            </a:r>
            <a:endParaRPr sz="1800">
              <a:latin typeface="Ebrima"/>
              <a:cs typeface="Ebrim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8671941" y="463677"/>
            <a:ext cx="80962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dirty="0">
                <a:solidFill>
                  <a:srgbClr val="D9D9D9"/>
                </a:solidFill>
                <a:latin typeface="Ebrima"/>
                <a:cs typeface="Ebrima"/>
              </a:rPr>
              <a:t>UNIT</a:t>
            </a:r>
            <a:r>
              <a:rPr sz="1600" spc="400" dirty="0">
                <a:solidFill>
                  <a:srgbClr val="D9D9D9"/>
                </a:solidFill>
                <a:latin typeface="Ebrima"/>
                <a:cs typeface="Ebrima"/>
              </a:rPr>
              <a:t> </a:t>
            </a:r>
            <a:r>
              <a:rPr sz="1600" spc="-35" dirty="0">
                <a:solidFill>
                  <a:srgbClr val="D9D9D9"/>
                </a:solidFill>
                <a:latin typeface="Ebrima"/>
                <a:cs typeface="Ebrima"/>
              </a:rPr>
              <a:t>02</a:t>
            </a:r>
            <a:endParaRPr sz="1600">
              <a:latin typeface="Ebrima"/>
              <a:cs typeface="Ebrim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441830" y="2218143"/>
            <a:ext cx="638175" cy="386080"/>
          </a:xfrm>
          <a:prstGeom prst="rect">
            <a:avLst/>
          </a:prstGeom>
        </p:spPr>
        <p:txBody>
          <a:bodyPr vert="horz" wrap="square" lIns="0" tIns="26670" rIns="0" bIns="0" rtlCol="0">
            <a:spAutoFit/>
          </a:bodyPr>
          <a:lstStyle/>
          <a:p>
            <a:pPr marL="274320" marR="5080" indent="-262255">
              <a:lnSpc>
                <a:spcPts val="1380"/>
              </a:lnSpc>
              <a:spcBef>
                <a:spcPts val="210"/>
              </a:spcBef>
            </a:pPr>
            <a:r>
              <a:rPr sz="1200" i="1" dirty="0">
                <a:solidFill>
                  <a:srgbClr val="57969E"/>
                </a:solidFill>
                <a:latin typeface="Lucida Console"/>
                <a:cs typeface="Lucida Console"/>
              </a:rPr>
              <a:t>##</a:t>
            </a:r>
            <a:r>
              <a:rPr sz="1200" i="1" spc="-110" dirty="0">
                <a:solidFill>
                  <a:srgbClr val="57969E"/>
                </a:solidFill>
                <a:latin typeface="Lucida Console"/>
                <a:cs typeface="Lucida Console"/>
              </a:rPr>
              <a:t> </a:t>
            </a:r>
            <a:r>
              <a:rPr sz="1200" i="1" spc="-50" dirty="0">
                <a:solidFill>
                  <a:srgbClr val="57969E"/>
                </a:solidFill>
                <a:latin typeface="Lucida Console"/>
                <a:cs typeface="Lucida Console"/>
              </a:rPr>
              <a:t>Step 3</a:t>
            </a:r>
            <a:endParaRPr sz="1200">
              <a:latin typeface="Lucida Console"/>
              <a:cs typeface="Lucida Console"/>
            </a:endParaRPr>
          </a:p>
        </p:txBody>
      </p:sp>
      <p:pic>
        <p:nvPicPr>
          <p:cNvPr id="11" name="object 11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461772" y="1440180"/>
            <a:ext cx="5321046" cy="304038"/>
          </a:xfrm>
          <a:prstGeom prst="rect">
            <a:avLst/>
          </a:prstGeom>
        </p:spPr>
      </p:pic>
    </p:spTree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331543" y="6524434"/>
            <a:ext cx="111922" cy="90487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54151" y="6527292"/>
            <a:ext cx="1794510" cy="142494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862571" y="6521195"/>
            <a:ext cx="2327910" cy="118110"/>
          </a:xfrm>
          <a:prstGeom prst="rect">
            <a:avLst/>
          </a:prstGeom>
        </p:spPr>
      </p:pic>
      <p:grpSp>
        <p:nvGrpSpPr>
          <p:cNvPr id="5" name="object 5"/>
          <p:cNvGrpSpPr/>
          <p:nvPr/>
        </p:nvGrpSpPr>
        <p:grpSpPr>
          <a:xfrm>
            <a:off x="554736" y="1842516"/>
            <a:ext cx="8789035" cy="1877695"/>
            <a:chOff x="554736" y="1842516"/>
            <a:chExt cx="8789035" cy="1877695"/>
          </a:xfrm>
        </p:grpSpPr>
        <p:sp>
          <p:nvSpPr>
            <p:cNvPr id="6" name="object 6"/>
            <p:cNvSpPr/>
            <p:nvPr/>
          </p:nvSpPr>
          <p:spPr>
            <a:xfrm>
              <a:off x="557784" y="1845564"/>
              <a:ext cx="8783320" cy="1871980"/>
            </a:xfrm>
            <a:custGeom>
              <a:avLst/>
              <a:gdLst/>
              <a:ahLst/>
              <a:cxnLst/>
              <a:rect l="l" t="t" r="r" b="b"/>
              <a:pathLst>
                <a:path w="8783320" h="1871979">
                  <a:moveTo>
                    <a:pt x="0" y="1871472"/>
                  </a:moveTo>
                  <a:lnTo>
                    <a:pt x="8782812" y="1871472"/>
                  </a:lnTo>
                  <a:lnTo>
                    <a:pt x="8782812" y="0"/>
                  </a:lnTo>
                  <a:lnTo>
                    <a:pt x="0" y="0"/>
                  </a:lnTo>
                  <a:lnTo>
                    <a:pt x="0" y="1871472"/>
                  </a:lnTo>
                  <a:close/>
                </a:path>
              </a:pathLst>
            </a:custGeom>
            <a:ln w="6095">
              <a:solidFill>
                <a:srgbClr val="D9D9D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85216" y="1949196"/>
              <a:ext cx="8755380" cy="1623060"/>
            </a:xfrm>
            <a:prstGeom prst="rect">
              <a:avLst/>
            </a:prstGeom>
          </p:spPr>
        </p:pic>
      </p:grpSp>
      <p:sp>
        <p:nvSpPr>
          <p:cNvPr id="8" name="object 8"/>
          <p:cNvSpPr txBox="1"/>
          <p:nvPr/>
        </p:nvSpPr>
        <p:spPr>
          <a:xfrm>
            <a:off x="437489" y="431419"/>
            <a:ext cx="237363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FFFFFF"/>
                </a:solidFill>
                <a:latin typeface="Ebrima"/>
                <a:cs typeface="Ebrima"/>
              </a:rPr>
              <a:t>2.2.</a:t>
            </a:r>
            <a:r>
              <a:rPr sz="1800" spc="-40" dirty="0">
                <a:solidFill>
                  <a:srgbClr val="FFFFFF"/>
                </a:solidFill>
                <a:latin typeface="Ebrima"/>
                <a:cs typeface="Ebrima"/>
              </a:rPr>
              <a:t> </a:t>
            </a:r>
            <a:r>
              <a:rPr sz="1800" dirty="0">
                <a:solidFill>
                  <a:srgbClr val="FFFFFF"/>
                </a:solidFill>
                <a:latin typeface="Ebrima"/>
                <a:cs typeface="Ebrima"/>
              </a:rPr>
              <a:t>TensorFlow</a:t>
            </a:r>
            <a:r>
              <a:rPr sz="1800" spc="-60" dirty="0">
                <a:solidFill>
                  <a:srgbClr val="FFFFFF"/>
                </a:solidFill>
                <a:latin typeface="Ebrima"/>
                <a:cs typeface="Ebrima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Ebrima"/>
                <a:cs typeface="Ebrima"/>
              </a:rPr>
              <a:t>dataset</a:t>
            </a:r>
            <a:endParaRPr sz="1800">
              <a:latin typeface="Ebrima"/>
              <a:cs typeface="Ebrim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8671941" y="463677"/>
            <a:ext cx="80962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dirty="0">
                <a:solidFill>
                  <a:srgbClr val="D9D9D9"/>
                </a:solidFill>
                <a:latin typeface="Ebrima"/>
                <a:cs typeface="Ebrima"/>
              </a:rPr>
              <a:t>UNIT</a:t>
            </a:r>
            <a:r>
              <a:rPr sz="1600" spc="400" dirty="0">
                <a:solidFill>
                  <a:srgbClr val="D9D9D9"/>
                </a:solidFill>
                <a:latin typeface="Ebrima"/>
                <a:cs typeface="Ebrima"/>
              </a:rPr>
              <a:t> </a:t>
            </a:r>
            <a:r>
              <a:rPr sz="1600" spc="-35" dirty="0">
                <a:solidFill>
                  <a:srgbClr val="D9D9D9"/>
                </a:solidFill>
                <a:latin typeface="Ebrima"/>
                <a:cs typeface="Ebrima"/>
              </a:rPr>
              <a:t>02</a:t>
            </a:r>
            <a:endParaRPr sz="1600">
              <a:latin typeface="Ebrima"/>
              <a:cs typeface="Ebrima"/>
            </a:endParaRPr>
          </a:p>
        </p:txBody>
      </p:sp>
      <p:pic>
        <p:nvPicPr>
          <p:cNvPr id="10" name="object 10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473963" y="1440154"/>
            <a:ext cx="7268718" cy="305587"/>
          </a:xfrm>
          <a:prstGeom prst="rect">
            <a:avLst/>
          </a:prstGeom>
        </p:spPr>
      </p:pic>
    </p:spTree>
  </p:cSld>
  <p:clrMapOvr>
    <a:masterClrMapping/>
  </p:clrMapOvr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359084" y="6524434"/>
            <a:ext cx="85905" cy="90487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54151" y="6527292"/>
            <a:ext cx="1794510" cy="142494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862571" y="6521195"/>
            <a:ext cx="2327910" cy="118110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437489" y="431419"/>
            <a:ext cx="237363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FFFFFF"/>
                </a:solidFill>
                <a:latin typeface="Ebrima"/>
                <a:cs typeface="Ebrima"/>
              </a:rPr>
              <a:t>2.2.</a:t>
            </a:r>
            <a:r>
              <a:rPr sz="1800" spc="-40" dirty="0">
                <a:solidFill>
                  <a:srgbClr val="FFFFFF"/>
                </a:solidFill>
                <a:latin typeface="Ebrima"/>
                <a:cs typeface="Ebrima"/>
              </a:rPr>
              <a:t> </a:t>
            </a:r>
            <a:r>
              <a:rPr sz="1800" dirty="0">
                <a:solidFill>
                  <a:srgbClr val="FFFFFF"/>
                </a:solidFill>
                <a:latin typeface="Ebrima"/>
                <a:cs typeface="Ebrima"/>
              </a:rPr>
              <a:t>TensorFlow</a:t>
            </a:r>
            <a:r>
              <a:rPr sz="1800" spc="-60" dirty="0">
                <a:solidFill>
                  <a:srgbClr val="FFFFFF"/>
                </a:solidFill>
                <a:latin typeface="Ebrima"/>
                <a:cs typeface="Ebrima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Ebrima"/>
                <a:cs typeface="Ebrima"/>
              </a:rPr>
              <a:t>dataset</a:t>
            </a:r>
            <a:endParaRPr sz="1800">
              <a:latin typeface="Ebrima"/>
              <a:cs typeface="Ebrim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8671941" y="463677"/>
            <a:ext cx="80962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dirty="0">
                <a:solidFill>
                  <a:srgbClr val="D9D9D9"/>
                </a:solidFill>
                <a:latin typeface="Ebrima"/>
                <a:cs typeface="Ebrima"/>
              </a:rPr>
              <a:t>UNIT</a:t>
            </a:r>
            <a:r>
              <a:rPr sz="1600" spc="400" dirty="0">
                <a:solidFill>
                  <a:srgbClr val="D9D9D9"/>
                </a:solidFill>
                <a:latin typeface="Ebrima"/>
                <a:cs typeface="Ebrima"/>
              </a:rPr>
              <a:t> </a:t>
            </a:r>
            <a:r>
              <a:rPr sz="1600" spc="-35" dirty="0">
                <a:solidFill>
                  <a:srgbClr val="D9D9D9"/>
                </a:solidFill>
                <a:latin typeface="Ebrima"/>
                <a:cs typeface="Ebrima"/>
              </a:rPr>
              <a:t>02</a:t>
            </a:r>
            <a:endParaRPr sz="1600">
              <a:latin typeface="Ebrima"/>
              <a:cs typeface="Ebrima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623316" y="1901951"/>
            <a:ext cx="8717280" cy="3039110"/>
            <a:chOff x="623316" y="1901951"/>
            <a:chExt cx="8717280" cy="3039110"/>
          </a:xfrm>
        </p:grpSpPr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23316" y="1901951"/>
              <a:ext cx="8717280" cy="3038856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2214372" y="3352799"/>
              <a:ext cx="990600" cy="172720"/>
            </a:xfrm>
            <a:custGeom>
              <a:avLst/>
              <a:gdLst/>
              <a:ahLst/>
              <a:cxnLst/>
              <a:rect l="l" t="t" r="r" b="b"/>
              <a:pathLst>
                <a:path w="990600" h="172720">
                  <a:moveTo>
                    <a:pt x="990600" y="0"/>
                  </a:moveTo>
                  <a:lnTo>
                    <a:pt x="0" y="0"/>
                  </a:lnTo>
                  <a:lnTo>
                    <a:pt x="0" y="172212"/>
                  </a:lnTo>
                  <a:lnTo>
                    <a:pt x="990600" y="172212"/>
                  </a:lnTo>
                  <a:lnTo>
                    <a:pt x="990600" y="0"/>
                  </a:lnTo>
                  <a:close/>
                </a:path>
              </a:pathLst>
            </a:custGeom>
            <a:solidFill>
              <a:srgbClr val="F7F7F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557783" y="1845564"/>
            <a:ext cx="8783320" cy="3167380"/>
          </a:xfrm>
          <a:prstGeom prst="rect">
            <a:avLst/>
          </a:prstGeom>
          <a:ln w="6096">
            <a:solidFill>
              <a:srgbClr val="D9D9D9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1200">
              <a:latin typeface="Times New Roman"/>
              <a:cs typeface="Times New Roman"/>
            </a:endParaRPr>
          </a:p>
          <a:p>
            <a:pPr marL="1920875" marR="6349365" indent="-45720">
              <a:lnSpc>
                <a:spcPct val="100000"/>
              </a:lnSpc>
            </a:pPr>
            <a:r>
              <a:rPr sz="1200" spc="-10" dirty="0">
                <a:solidFill>
                  <a:srgbClr val="C14B5F"/>
                </a:solidFill>
                <a:latin typeface="Lucida Console"/>
                <a:cs typeface="Lucida Console"/>
              </a:rPr>
              <a:t>'Image Size:</a:t>
            </a:r>
            <a:endParaRPr sz="1200">
              <a:latin typeface="Lucida Console"/>
              <a:cs typeface="Lucida Console"/>
            </a:endParaRPr>
          </a:p>
        </p:txBody>
      </p:sp>
      <p:pic>
        <p:nvPicPr>
          <p:cNvPr id="11" name="object 11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473963" y="1440154"/>
            <a:ext cx="7268718" cy="305587"/>
          </a:xfrm>
          <a:prstGeom prst="rect">
            <a:avLst/>
          </a:prstGeom>
        </p:spPr>
      </p:pic>
    </p:spTree>
  </p:cSld>
  <p:clrMapOvr>
    <a:masterClrMapping/>
  </p:clrMapOvr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386609" y="6524434"/>
            <a:ext cx="58380" cy="90487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54151" y="6527292"/>
            <a:ext cx="1794510" cy="142494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862571" y="6521195"/>
            <a:ext cx="2327910" cy="118110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2.2.</a:t>
            </a:r>
            <a:r>
              <a:rPr spc="-40" dirty="0"/>
              <a:t> </a:t>
            </a:r>
            <a:r>
              <a:rPr dirty="0"/>
              <a:t>TensorFlow</a:t>
            </a:r>
            <a:r>
              <a:rPr spc="-60" dirty="0"/>
              <a:t> </a:t>
            </a:r>
            <a:r>
              <a:rPr spc="-10" dirty="0"/>
              <a:t>dataset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8671941" y="463677"/>
            <a:ext cx="80962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dirty="0">
                <a:solidFill>
                  <a:srgbClr val="D9D9D9"/>
                </a:solidFill>
                <a:latin typeface="Ebrima"/>
                <a:cs typeface="Ebrima"/>
              </a:rPr>
              <a:t>UNIT</a:t>
            </a:r>
            <a:r>
              <a:rPr sz="1600" spc="400" dirty="0">
                <a:solidFill>
                  <a:srgbClr val="D9D9D9"/>
                </a:solidFill>
                <a:latin typeface="Ebrima"/>
                <a:cs typeface="Ebrima"/>
              </a:rPr>
              <a:t> </a:t>
            </a:r>
            <a:r>
              <a:rPr sz="1600" spc="-35" dirty="0">
                <a:solidFill>
                  <a:srgbClr val="D9D9D9"/>
                </a:solidFill>
                <a:latin typeface="Ebrima"/>
                <a:cs typeface="Ebrima"/>
              </a:rPr>
              <a:t>02</a:t>
            </a:r>
            <a:endParaRPr sz="1600">
              <a:latin typeface="Ebrima"/>
              <a:cs typeface="Ebrima"/>
            </a:endParaRPr>
          </a:p>
        </p:txBody>
      </p:sp>
      <p:pic>
        <p:nvPicPr>
          <p:cNvPr id="7" name="object 7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473963" y="1440154"/>
            <a:ext cx="7268718" cy="305587"/>
          </a:xfrm>
          <a:prstGeom prst="rect">
            <a:avLst/>
          </a:prstGeom>
        </p:spPr>
      </p:pic>
      <p:grpSp>
        <p:nvGrpSpPr>
          <p:cNvPr id="8" name="object 8"/>
          <p:cNvGrpSpPr/>
          <p:nvPr/>
        </p:nvGrpSpPr>
        <p:grpSpPr>
          <a:xfrm>
            <a:off x="699516" y="1812035"/>
            <a:ext cx="8647430" cy="4464050"/>
            <a:chOff x="699516" y="1812035"/>
            <a:chExt cx="8647430" cy="4464050"/>
          </a:xfrm>
        </p:grpSpPr>
        <p:sp>
          <p:nvSpPr>
            <p:cNvPr id="9" name="object 9"/>
            <p:cNvSpPr/>
            <p:nvPr/>
          </p:nvSpPr>
          <p:spPr>
            <a:xfrm>
              <a:off x="702564" y="1815083"/>
              <a:ext cx="8641080" cy="4457700"/>
            </a:xfrm>
            <a:custGeom>
              <a:avLst/>
              <a:gdLst/>
              <a:ahLst/>
              <a:cxnLst/>
              <a:rect l="l" t="t" r="r" b="b"/>
              <a:pathLst>
                <a:path w="8641080" h="4457700">
                  <a:moveTo>
                    <a:pt x="0" y="4457700"/>
                  </a:moveTo>
                  <a:lnTo>
                    <a:pt x="8641080" y="4457700"/>
                  </a:lnTo>
                  <a:lnTo>
                    <a:pt x="8641080" y="0"/>
                  </a:lnTo>
                  <a:lnTo>
                    <a:pt x="0" y="0"/>
                  </a:lnTo>
                  <a:lnTo>
                    <a:pt x="0" y="4457700"/>
                  </a:lnTo>
                  <a:close/>
                </a:path>
              </a:pathLst>
            </a:custGeom>
            <a:ln w="6096">
              <a:solidFill>
                <a:srgbClr val="D9D9D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" name="object 10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868793" y="1944623"/>
              <a:ext cx="6096052" cy="4178883"/>
            </a:xfrm>
            <a:prstGeom prst="rect">
              <a:avLst/>
            </a:prstGeom>
          </p:spPr>
        </p:pic>
        <p:sp>
          <p:nvSpPr>
            <p:cNvPr id="11" name="object 11"/>
            <p:cNvSpPr/>
            <p:nvPr/>
          </p:nvSpPr>
          <p:spPr>
            <a:xfrm>
              <a:off x="816864" y="1895855"/>
              <a:ext cx="1109980" cy="1153795"/>
            </a:xfrm>
            <a:custGeom>
              <a:avLst/>
              <a:gdLst/>
              <a:ahLst/>
              <a:cxnLst/>
              <a:rect l="l" t="t" r="r" b="b"/>
              <a:pathLst>
                <a:path w="1109980" h="1153795">
                  <a:moveTo>
                    <a:pt x="1109472" y="0"/>
                  </a:moveTo>
                  <a:lnTo>
                    <a:pt x="0" y="0"/>
                  </a:lnTo>
                  <a:lnTo>
                    <a:pt x="0" y="1153668"/>
                  </a:lnTo>
                  <a:lnTo>
                    <a:pt x="1109472" y="1153668"/>
                  </a:lnTo>
                  <a:lnTo>
                    <a:pt x="110947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878839" y="1921510"/>
            <a:ext cx="990600" cy="10782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00000"/>
              </a:lnSpc>
              <a:spcBef>
                <a:spcPts val="100"/>
              </a:spcBef>
            </a:pPr>
            <a:r>
              <a:rPr sz="1150" dirty="0">
                <a:latin typeface="Lucida Console"/>
                <a:cs typeface="Lucida Console"/>
              </a:rPr>
              <a:t>Image</a:t>
            </a:r>
            <a:r>
              <a:rPr sz="1150" spc="-35" dirty="0">
                <a:latin typeface="Lucida Console"/>
                <a:cs typeface="Lucida Console"/>
              </a:rPr>
              <a:t> </a:t>
            </a:r>
            <a:r>
              <a:rPr sz="1150" spc="-10" dirty="0">
                <a:latin typeface="Lucida Console"/>
                <a:cs typeface="Lucida Console"/>
              </a:rPr>
              <a:t>size: </a:t>
            </a:r>
            <a:r>
              <a:rPr sz="1150" dirty="0">
                <a:latin typeface="Lucida Console"/>
                <a:cs typeface="Lucida Console"/>
              </a:rPr>
              <a:t>Image</a:t>
            </a:r>
            <a:r>
              <a:rPr sz="1150" spc="-35" dirty="0">
                <a:latin typeface="Lucida Console"/>
                <a:cs typeface="Lucida Console"/>
              </a:rPr>
              <a:t> </a:t>
            </a:r>
            <a:r>
              <a:rPr sz="1150" spc="-10" dirty="0">
                <a:latin typeface="Lucida Console"/>
                <a:cs typeface="Lucida Console"/>
              </a:rPr>
              <a:t>size: </a:t>
            </a:r>
            <a:r>
              <a:rPr sz="1150" dirty="0">
                <a:latin typeface="Lucida Console"/>
                <a:cs typeface="Lucida Console"/>
              </a:rPr>
              <a:t>Image</a:t>
            </a:r>
            <a:r>
              <a:rPr sz="1150" spc="-35" dirty="0">
                <a:latin typeface="Lucida Console"/>
                <a:cs typeface="Lucida Console"/>
              </a:rPr>
              <a:t> </a:t>
            </a:r>
            <a:r>
              <a:rPr sz="1150" spc="-10" dirty="0">
                <a:latin typeface="Lucida Console"/>
                <a:cs typeface="Lucida Console"/>
              </a:rPr>
              <a:t>size: </a:t>
            </a:r>
            <a:r>
              <a:rPr sz="1150" dirty="0">
                <a:latin typeface="Lucida Console"/>
                <a:cs typeface="Lucida Console"/>
              </a:rPr>
              <a:t>Image</a:t>
            </a:r>
            <a:r>
              <a:rPr sz="1150" spc="-35" dirty="0">
                <a:latin typeface="Lucida Console"/>
                <a:cs typeface="Lucida Console"/>
              </a:rPr>
              <a:t> </a:t>
            </a:r>
            <a:r>
              <a:rPr sz="1150" spc="-10" dirty="0">
                <a:latin typeface="Lucida Console"/>
                <a:cs typeface="Lucida Console"/>
              </a:rPr>
              <a:t>size: </a:t>
            </a:r>
            <a:r>
              <a:rPr sz="1150" dirty="0">
                <a:latin typeface="Lucida Console"/>
                <a:cs typeface="Lucida Console"/>
              </a:rPr>
              <a:t>Image</a:t>
            </a:r>
            <a:r>
              <a:rPr sz="1150" spc="-35" dirty="0">
                <a:latin typeface="Lucida Console"/>
                <a:cs typeface="Lucida Console"/>
              </a:rPr>
              <a:t> </a:t>
            </a:r>
            <a:r>
              <a:rPr sz="1150" spc="-10" dirty="0">
                <a:latin typeface="Lucida Console"/>
                <a:cs typeface="Lucida Console"/>
              </a:rPr>
              <a:t>size: </a:t>
            </a:r>
            <a:r>
              <a:rPr sz="1150" dirty="0">
                <a:latin typeface="Lucida Console"/>
                <a:cs typeface="Lucida Console"/>
              </a:rPr>
              <a:t>Image</a:t>
            </a:r>
            <a:r>
              <a:rPr sz="1150" spc="-35" dirty="0">
                <a:latin typeface="Lucida Console"/>
                <a:cs typeface="Lucida Console"/>
              </a:rPr>
              <a:t> </a:t>
            </a:r>
            <a:r>
              <a:rPr sz="1150" spc="-10" dirty="0">
                <a:latin typeface="Lucida Console"/>
                <a:cs typeface="Lucida Console"/>
              </a:rPr>
              <a:t>size:</a:t>
            </a:r>
            <a:endParaRPr sz="1150">
              <a:latin typeface="Lucida Console"/>
              <a:cs typeface="Lucida Console"/>
            </a:endParaRPr>
          </a:p>
        </p:txBody>
      </p:sp>
    </p:spTree>
  </p:cSld>
  <p:clrMapOvr>
    <a:masterClrMapping/>
  </p:clrMapOvr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358924" y="6524434"/>
            <a:ext cx="83017" cy="90487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54151" y="6527292"/>
            <a:ext cx="1794510" cy="142494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862571" y="6521195"/>
            <a:ext cx="2327910" cy="118110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437489" y="431419"/>
            <a:ext cx="237363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FFFFFF"/>
                </a:solidFill>
                <a:latin typeface="Ebrima"/>
                <a:cs typeface="Ebrima"/>
              </a:rPr>
              <a:t>2.2.</a:t>
            </a:r>
            <a:r>
              <a:rPr sz="1800" spc="-40" dirty="0">
                <a:solidFill>
                  <a:srgbClr val="FFFFFF"/>
                </a:solidFill>
                <a:latin typeface="Ebrima"/>
                <a:cs typeface="Ebrima"/>
              </a:rPr>
              <a:t> </a:t>
            </a:r>
            <a:r>
              <a:rPr sz="1800" dirty="0">
                <a:solidFill>
                  <a:srgbClr val="FFFFFF"/>
                </a:solidFill>
                <a:latin typeface="Ebrima"/>
                <a:cs typeface="Ebrima"/>
              </a:rPr>
              <a:t>TensorFlow</a:t>
            </a:r>
            <a:r>
              <a:rPr sz="1800" spc="-60" dirty="0">
                <a:solidFill>
                  <a:srgbClr val="FFFFFF"/>
                </a:solidFill>
                <a:latin typeface="Ebrima"/>
                <a:cs typeface="Ebrima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Ebrima"/>
                <a:cs typeface="Ebrima"/>
              </a:rPr>
              <a:t>dataset</a:t>
            </a:r>
            <a:endParaRPr sz="1800">
              <a:latin typeface="Ebrima"/>
              <a:cs typeface="Ebrim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8671941" y="463677"/>
            <a:ext cx="80962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dirty="0">
                <a:solidFill>
                  <a:srgbClr val="D9D9D9"/>
                </a:solidFill>
                <a:latin typeface="Ebrima"/>
                <a:cs typeface="Ebrima"/>
              </a:rPr>
              <a:t>UNIT</a:t>
            </a:r>
            <a:r>
              <a:rPr sz="1600" spc="400" dirty="0">
                <a:solidFill>
                  <a:srgbClr val="D9D9D9"/>
                </a:solidFill>
                <a:latin typeface="Ebrima"/>
                <a:cs typeface="Ebrima"/>
              </a:rPr>
              <a:t> </a:t>
            </a:r>
            <a:r>
              <a:rPr sz="1600" spc="-35" dirty="0">
                <a:solidFill>
                  <a:srgbClr val="D9D9D9"/>
                </a:solidFill>
                <a:latin typeface="Ebrima"/>
                <a:cs typeface="Ebrima"/>
              </a:rPr>
              <a:t>02</a:t>
            </a:r>
            <a:endParaRPr sz="1600">
              <a:latin typeface="Ebrima"/>
              <a:cs typeface="Ebrima"/>
            </a:endParaRPr>
          </a:p>
        </p:txBody>
      </p:sp>
      <p:pic>
        <p:nvPicPr>
          <p:cNvPr id="7" name="object 7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473963" y="1440154"/>
            <a:ext cx="7268718" cy="305587"/>
          </a:xfrm>
          <a:prstGeom prst="rect">
            <a:avLst/>
          </a:prstGeom>
        </p:spPr>
      </p:pic>
      <p:grpSp>
        <p:nvGrpSpPr>
          <p:cNvPr id="8" name="object 8"/>
          <p:cNvGrpSpPr/>
          <p:nvPr/>
        </p:nvGrpSpPr>
        <p:grpSpPr>
          <a:xfrm>
            <a:off x="682751" y="1914144"/>
            <a:ext cx="8663940" cy="3823970"/>
            <a:chOff x="682751" y="1914144"/>
            <a:chExt cx="8663940" cy="3823970"/>
          </a:xfrm>
        </p:grpSpPr>
        <p:sp>
          <p:nvSpPr>
            <p:cNvPr id="9" name="object 9"/>
            <p:cNvSpPr/>
            <p:nvPr/>
          </p:nvSpPr>
          <p:spPr>
            <a:xfrm>
              <a:off x="685799" y="1917192"/>
              <a:ext cx="8658225" cy="3817620"/>
            </a:xfrm>
            <a:custGeom>
              <a:avLst/>
              <a:gdLst/>
              <a:ahLst/>
              <a:cxnLst/>
              <a:rect l="l" t="t" r="r" b="b"/>
              <a:pathLst>
                <a:path w="8658225" h="3817620">
                  <a:moveTo>
                    <a:pt x="0" y="3817620"/>
                  </a:moveTo>
                  <a:lnTo>
                    <a:pt x="8657844" y="3817620"/>
                  </a:lnTo>
                  <a:lnTo>
                    <a:pt x="8657844" y="0"/>
                  </a:lnTo>
                  <a:lnTo>
                    <a:pt x="0" y="0"/>
                  </a:lnTo>
                  <a:lnTo>
                    <a:pt x="0" y="3817620"/>
                  </a:lnTo>
                  <a:close/>
                </a:path>
              </a:pathLst>
            </a:custGeom>
            <a:ln w="6095">
              <a:solidFill>
                <a:srgbClr val="D9D9D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" name="object 10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828168" y="2066278"/>
              <a:ext cx="8515475" cy="3489827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359003" y="6524434"/>
            <a:ext cx="84461" cy="90487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54151" y="6527292"/>
            <a:ext cx="1794510" cy="142494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862571" y="6521195"/>
            <a:ext cx="2327910" cy="118110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437489" y="431419"/>
            <a:ext cx="237363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FFFFFF"/>
                </a:solidFill>
                <a:latin typeface="Ebrima"/>
                <a:cs typeface="Ebrima"/>
              </a:rPr>
              <a:t>2.2.</a:t>
            </a:r>
            <a:r>
              <a:rPr sz="1800" spc="-40" dirty="0">
                <a:solidFill>
                  <a:srgbClr val="FFFFFF"/>
                </a:solidFill>
                <a:latin typeface="Ebrima"/>
                <a:cs typeface="Ebrima"/>
              </a:rPr>
              <a:t> </a:t>
            </a:r>
            <a:r>
              <a:rPr sz="1800" dirty="0">
                <a:solidFill>
                  <a:srgbClr val="FFFFFF"/>
                </a:solidFill>
                <a:latin typeface="Ebrima"/>
                <a:cs typeface="Ebrima"/>
              </a:rPr>
              <a:t>TensorFlow</a:t>
            </a:r>
            <a:r>
              <a:rPr sz="1800" spc="-60" dirty="0">
                <a:solidFill>
                  <a:srgbClr val="FFFFFF"/>
                </a:solidFill>
                <a:latin typeface="Ebrima"/>
                <a:cs typeface="Ebrima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Ebrima"/>
                <a:cs typeface="Ebrima"/>
              </a:rPr>
              <a:t>dataset</a:t>
            </a:r>
            <a:endParaRPr sz="1800">
              <a:latin typeface="Ebrima"/>
              <a:cs typeface="Ebrim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8671941" y="463677"/>
            <a:ext cx="80962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dirty="0">
                <a:solidFill>
                  <a:srgbClr val="D9D9D9"/>
                </a:solidFill>
                <a:latin typeface="Ebrima"/>
                <a:cs typeface="Ebrima"/>
              </a:rPr>
              <a:t>UNIT</a:t>
            </a:r>
            <a:r>
              <a:rPr sz="1600" spc="400" dirty="0">
                <a:solidFill>
                  <a:srgbClr val="D9D9D9"/>
                </a:solidFill>
                <a:latin typeface="Ebrima"/>
                <a:cs typeface="Ebrima"/>
              </a:rPr>
              <a:t> </a:t>
            </a:r>
            <a:r>
              <a:rPr sz="1600" spc="-35" dirty="0">
                <a:solidFill>
                  <a:srgbClr val="D9D9D9"/>
                </a:solidFill>
                <a:latin typeface="Ebrima"/>
                <a:cs typeface="Ebrima"/>
              </a:rPr>
              <a:t>02</a:t>
            </a:r>
            <a:endParaRPr sz="1600">
              <a:latin typeface="Ebrima"/>
              <a:cs typeface="Ebrima"/>
            </a:endParaRPr>
          </a:p>
        </p:txBody>
      </p:sp>
      <p:pic>
        <p:nvPicPr>
          <p:cNvPr id="7" name="object 7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473963" y="1440154"/>
            <a:ext cx="7268718" cy="305587"/>
          </a:xfrm>
          <a:prstGeom prst="rect">
            <a:avLst/>
          </a:prstGeom>
        </p:spPr>
      </p:pic>
      <p:grpSp>
        <p:nvGrpSpPr>
          <p:cNvPr id="8" name="object 8"/>
          <p:cNvGrpSpPr/>
          <p:nvPr/>
        </p:nvGrpSpPr>
        <p:grpSpPr>
          <a:xfrm>
            <a:off x="682751" y="1839467"/>
            <a:ext cx="8663940" cy="4472940"/>
            <a:chOff x="682751" y="1839467"/>
            <a:chExt cx="8663940" cy="4472940"/>
          </a:xfrm>
        </p:grpSpPr>
        <p:sp>
          <p:nvSpPr>
            <p:cNvPr id="9" name="object 9"/>
            <p:cNvSpPr/>
            <p:nvPr/>
          </p:nvSpPr>
          <p:spPr>
            <a:xfrm>
              <a:off x="685799" y="1842515"/>
              <a:ext cx="8658225" cy="4467225"/>
            </a:xfrm>
            <a:custGeom>
              <a:avLst/>
              <a:gdLst/>
              <a:ahLst/>
              <a:cxnLst/>
              <a:rect l="l" t="t" r="r" b="b"/>
              <a:pathLst>
                <a:path w="8658225" h="4467225">
                  <a:moveTo>
                    <a:pt x="0" y="4466844"/>
                  </a:moveTo>
                  <a:lnTo>
                    <a:pt x="8657844" y="4466844"/>
                  </a:lnTo>
                  <a:lnTo>
                    <a:pt x="8657844" y="0"/>
                  </a:lnTo>
                  <a:lnTo>
                    <a:pt x="0" y="0"/>
                  </a:lnTo>
                  <a:lnTo>
                    <a:pt x="0" y="4466844"/>
                  </a:lnTo>
                  <a:close/>
                </a:path>
              </a:pathLst>
            </a:custGeom>
            <a:ln w="6096">
              <a:solidFill>
                <a:srgbClr val="D9D9D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" name="object 10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846190" y="1994206"/>
              <a:ext cx="8497453" cy="4205017"/>
            </a:xfrm>
            <a:prstGeom prst="rect">
              <a:avLst/>
            </a:prstGeom>
          </p:spPr>
        </p:pic>
        <p:sp>
          <p:nvSpPr>
            <p:cNvPr id="11" name="object 11"/>
            <p:cNvSpPr/>
            <p:nvPr/>
          </p:nvSpPr>
          <p:spPr>
            <a:xfrm>
              <a:off x="1458468" y="5785103"/>
              <a:ext cx="3493135" cy="169545"/>
            </a:xfrm>
            <a:custGeom>
              <a:avLst/>
              <a:gdLst/>
              <a:ahLst/>
              <a:cxnLst/>
              <a:rect l="l" t="t" r="r" b="b"/>
              <a:pathLst>
                <a:path w="3493135" h="169545">
                  <a:moveTo>
                    <a:pt x="3493007" y="0"/>
                  </a:moveTo>
                  <a:lnTo>
                    <a:pt x="0" y="0"/>
                  </a:lnTo>
                  <a:lnTo>
                    <a:pt x="0" y="169164"/>
                  </a:lnTo>
                  <a:lnTo>
                    <a:pt x="3493007" y="169164"/>
                  </a:lnTo>
                  <a:lnTo>
                    <a:pt x="3493007" y="0"/>
                  </a:lnTo>
                  <a:close/>
                </a:path>
              </a:pathLst>
            </a:custGeom>
            <a:solidFill>
              <a:srgbClr val="F7F7F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365100" y="6524434"/>
            <a:ext cx="84461" cy="90487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54151" y="6527292"/>
            <a:ext cx="1794510" cy="142494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862571" y="6521195"/>
            <a:ext cx="2327910" cy="118110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437489" y="431419"/>
            <a:ext cx="237363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FFFFFF"/>
                </a:solidFill>
                <a:latin typeface="Ebrima"/>
                <a:cs typeface="Ebrima"/>
              </a:rPr>
              <a:t>2.2.</a:t>
            </a:r>
            <a:r>
              <a:rPr sz="1800" spc="-40" dirty="0">
                <a:solidFill>
                  <a:srgbClr val="FFFFFF"/>
                </a:solidFill>
                <a:latin typeface="Ebrima"/>
                <a:cs typeface="Ebrima"/>
              </a:rPr>
              <a:t> </a:t>
            </a:r>
            <a:r>
              <a:rPr sz="1800" dirty="0">
                <a:solidFill>
                  <a:srgbClr val="FFFFFF"/>
                </a:solidFill>
                <a:latin typeface="Ebrima"/>
                <a:cs typeface="Ebrima"/>
              </a:rPr>
              <a:t>TensorFlow</a:t>
            </a:r>
            <a:r>
              <a:rPr sz="1800" spc="-60" dirty="0">
                <a:solidFill>
                  <a:srgbClr val="FFFFFF"/>
                </a:solidFill>
                <a:latin typeface="Ebrima"/>
                <a:cs typeface="Ebrima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Ebrima"/>
                <a:cs typeface="Ebrima"/>
              </a:rPr>
              <a:t>dataset</a:t>
            </a:r>
            <a:endParaRPr sz="1800">
              <a:latin typeface="Ebrima"/>
              <a:cs typeface="Ebrim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8671941" y="463677"/>
            <a:ext cx="80962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dirty="0">
                <a:solidFill>
                  <a:srgbClr val="D9D9D9"/>
                </a:solidFill>
                <a:latin typeface="Ebrima"/>
                <a:cs typeface="Ebrima"/>
              </a:rPr>
              <a:t>UNIT</a:t>
            </a:r>
            <a:r>
              <a:rPr sz="1600" spc="400" dirty="0">
                <a:solidFill>
                  <a:srgbClr val="D9D9D9"/>
                </a:solidFill>
                <a:latin typeface="Ebrima"/>
                <a:cs typeface="Ebrima"/>
              </a:rPr>
              <a:t> </a:t>
            </a:r>
            <a:r>
              <a:rPr sz="1600" spc="-35" dirty="0">
                <a:solidFill>
                  <a:srgbClr val="D9D9D9"/>
                </a:solidFill>
                <a:latin typeface="Ebrima"/>
                <a:cs typeface="Ebrima"/>
              </a:rPr>
              <a:t>02</a:t>
            </a:r>
            <a:endParaRPr sz="1600">
              <a:latin typeface="Ebrima"/>
              <a:cs typeface="Ebrima"/>
            </a:endParaRPr>
          </a:p>
        </p:txBody>
      </p:sp>
      <p:pic>
        <p:nvPicPr>
          <p:cNvPr id="7" name="object 7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473963" y="1440154"/>
            <a:ext cx="7268718" cy="305587"/>
          </a:xfrm>
          <a:prstGeom prst="rect">
            <a:avLst/>
          </a:prstGeom>
        </p:spPr>
      </p:pic>
      <p:grpSp>
        <p:nvGrpSpPr>
          <p:cNvPr id="8" name="object 8"/>
          <p:cNvGrpSpPr/>
          <p:nvPr/>
        </p:nvGrpSpPr>
        <p:grpSpPr>
          <a:xfrm>
            <a:off x="682751" y="1839467"/>
            <a:ext cx="8663940" cy="4472940"/>
            <a:chOff x="682751" y="1839467"/>
            <a:chExt cx="8663940" cy="4472940"/>
          </a:xfrm>
        </p:grpSpPr>
        <p:sp>
          <p:nvSpPr>
            <p:cNvPr id="9" name="object 9"/>
            <p:cNvSpPr/>
            <p:nvPr/>
          </p:nvSpPr>
          <p:spPr>
            <a:xfrm>
              <a:off x="685799" y="1842515"/>
              <a:ext cx="8658225" cy="4467225"/>
            </a:xfrm>
            <a:custGeom>
              <a:avLst/>
              <a:gdLst/>
              <a:ahLst/>
              <a:cxnLst/>
              <a:rect l="l" t="t" r="r" b="b"/>
              <a:pathLst>
                <a:path w="8658225" h="4467225">
                  <a:moveTo>
                    <a:pt x="0" y="4466844"/>
                  </a:moveTo>
                  <a:lnTo>
                    <a:pt x="8657844" y="4466844"/>
                  </a:lnTo>
                  <a:lnTo>
                    <a:pt x="8657844" y="0"/>
                  </a:lnTo>
                  <a:lnTo>
                    <a:pt x="0" y="0"/>
                  </a:lnTo>
                  <a:lnTo>
                    <a:pt x="0" y="4466844"/>
                  </a:lnTo>
                  <a:close/>
                </a:path>
              </a:pathLst>
            </a:custGeom>
            <a:ln w="6096">
              <a:solidFill>
                <a:srgbClr val="D9D9D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" name="object 10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780287" y="1952243"/>
              <a:ext cx="6337595" cy="4301385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358924" y="6524434"/>
            <a:ext cx="83017" cy="90487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54151" y="6527292"/>
            <a:ext cx="1794510" cy="142494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862571" y="6521195"/>
            <a:ext cx="2327910" cy="118110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437489" y="431419"/>
            <a:ext cx="237363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FFFFFF"/>
                </a:solidFill>
                <a:latin typeface="Ebrima"/>
                <a:cs typeface="Ebrima"/>
              </a:rPr>
              <a:t>2.2.</a:t>
            </a:r>
            <a:r>
              <a:rPr sz="1800" spc="-40" dirty="0">
                <a:solidFill>
                  <a:srgbClr val="FFFFFF"/>
                </a:solidFill>
                <a:latin typeface="Ebrima"/>
                <a:cs typeface="Ebrima"/>
              </a:rPr>
              <a:t> </a:t>
            </a:r>
            <a:r>
              <a:rPr sz="1800" dirty="0">
                <a:solidFill>
                  <a:srgbClr val="FFFFFF"/>
                </a:solidFill>
                <a:latin typeface="Ebrima"/>
                <a:cs typeface="Ebrima"/>
              </a:rPr>
              <a:t>TensorFlow</a:t>
            </a:r>
            <a:r>
              <a:rPr sz="1800" spc="-60" dirty="0">
                <a:solidFill>
                  <a:srgbClr val="FFFFFF"/>
                </a:solidFill>
                <a:latin typeface="Ebrima"/>
                <a:cs typeface="Ebrima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Ebrima"/>
                <a:cs typeface="Ebrima"/>
              </a:rPr>
              <a:t>dataset</a:t>
            </a:r>
            <a:endParaRPr sz="1800">
              <a:latin typeface="Ebrima"/>
              <a:cs typeface="Ebrim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8671941" y="463677"/>
            <a:ext cx="80962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dirty="0">
                <a:solidFill>
                  <a:srgbClr val="D9D9D9"/>
                </a:solidFill>
                <a:latin typeface="Ebrima"/>
                <a:cs typeface="Ebrima"/>
              </a:rPr>
              <a:t>UNIT</a:t>
            </a:r>
            <a:r>
              <a:rPr sz="1600" spc="400" dirty="0">
                <a:solidFill>
                  <a:srgbClr val="D9D9D9"/>
                </a:solidFill>
                <a:latin typeface="Ebrima"/>
                <a:cs typeface="Ebrima"/>
              </a:rPr>
              <a:t> </a:t>
            </a:r>
            <a:r>
              <a:rPr sz="1600" spc="-35" dirty="0">
                <a:solidFill>
                  <a:srgbClr val="D9D9D9"/>
                </a:solidFill>
                <a:latin typeface="Ebrima"/>
                <a:cs typeface="Ebrima"/>
              </a:rPr>
              <a:t>02</a:t>
            </a:r>
            <a:endParaRPr sz="1600">
              <a:latin typeface="Ebrima"/>
              <a:cs typeface="Ebrima"/>
            </a:endParaRPr>
          </a:p>
        </p:txBody>
      </p:sp>
      <p:pic>
        <p:nvPicPr>
          <p:cNvPr id="7" name="object 7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473963" y="1440154"/>
            <a:ext cx="7457694" cy="305587"/>
          </a:xfrm>
          <a:prstGeom prst="rect">
            <a:avLst/>
          </a:prstGeom>
        </p:spPr>
      </p:pic>
      <p:grpSp>
        <p:nvGrpSpPr>
          <p:cNvPr id="8" name="object 8"/>
          <p:cNvGrpSpPr/>
          <p:nvPr/>
        </p:nvGrpSpPr>
        <p:grpSpPr>
          <a:xfrm>
            <a:off x="682751" y="1914144"/>
            <a:ext cx="8663940" cy="1987550"/>
            <a:chOff x="682751" y="1914144"/>
            <a:chExt cx="8663940" cy="1987550"/>
          </a:xfrm>
        </p:grpSpPr>
        <p:sp>
          <p:nvSpPr>
            <p:cNvPr id="9" name="object 9"/>
            <p:cNvSpPr/>
            <p:nvPr/>
          </p:nvSpPr>
          <p:spPr>
            <a:xfrm>
              <a:off x="685799" y="1917192"/>
              <a:ext cx="8658225" cy="1981200"/>
            </a:xfrm>
            <a:custGeom>
              <a:avLst/>
              <a:gdLst/>
              <a:ahLst/>
              <a:cxnLst/>
              <a:rect l="l" t="t" r="r" b="b"/>
              <a:pathLst>
                <a:path w="8658225" h="1981200">
                  <a:moveTo>
                    <a:pt x="0" y="1981199"/>
                  </a:moveTo>
                  <a:lnTo>
                    <a:pt x="8657844" y="1981199"/>
                  </a:lnTo>
                  <a:lnTo>
                    <a:pt x="8657844" y="0"/>
                  </a:lnTo>
                  <a:lnTo>
                    <a:pt x="0" y="0"/>
                  </a:lnTo>
                  <a:lnTo>
                    <a:pt x="0" y="1981199"/>
                  </a:lnTo>
                  <a:close/>
                </a:path>
              </a:pathLst>
            </a:custGeom>
            <a:ln w="6096">
              <a:solidFill>
                <a:srgbClr val="D9D9D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" name="object 10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758217" y="2062520"/>
              <a:ext cx="8585426" cy="1719116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359003" y="6524434"/>
            <a:ext cx="84461" cy="90487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54151" y="6527292"/>
            <a:ext cx="1794510" cy="142494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862571" y="6521195"/>
            <a:ext cx="2327910" cy="118110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437489" y="431419"/>
            <a:ext cx="237363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FFFFFF"/>
                </a:solidFill>
                <a:latin typeface="Ebrima"/>
                <a:cs typeface="Ebrima"/>
              </a:rPr>
              <a:t>2.2.</a:t>
            </a:r>
            <a:r>
              <a:rPr sz="1800" spc="-40" dirty="0">
                <a:solidFill>
                  <a:srgbClr val="FFFFFF"/>
                </a:solidFill>
                <a:latin typeface="Ebrima"/>
                <a:cs typeface="Ebrima"/>
              </a:rPr>
              <a:t> </a:t>
            </a:r>
            <a:r>
              <a:rPr sz="1800" dirty="0">
                <a:solidFill>
                  <a:srgbClr val="FFFFFF"/>
                </a:solidFill>
                <a:latin typeface="Ebrima"/>
                <a:cs typeface="Ebrima"/>
              </a:rPr>
              <a:t>TensorFlow</a:t>
            </a:r>
            <a:r>
              <a:rPr sz="1800" spc="-60" dirty="0">
                <a:solidFill>
                  <a:srgbClr val="FFFFFF"/>
                </a:solidFill>
                <a:latin typeface="Ebrima"/>
                <a:cs typeface="Ebrima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Ebrima"/>
                <a:cs typeface="Ebrima"/>
              </a:rPr>
              <a:t>dataset</a:t>
            </a:r>
            <a:endParaRPr sz="1800">
              <a:latin typeface="Ebrima"/>
              <a:cs typeface="Ebrim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8671941" y="463677"/>
            <a:ext cx="80962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dirty="0">
                <a:solidFill>
                  <a:srgbClr val="D9D9D9"/>
                </a:solidFill>
                <a:latin typeface="Ebrima"/>
                <a:cs typeface="Ebrima"/>
              </a:rPr>
              <a:t>UNIT</a:t>
            </a:r>
            <a:r>
              <a:rPr sz="1600" spc="400" dirty="0">
                <a:solidFill>
                  <a:srgbClr val="D9D9D9"/>
                </a:solidFill>
                <a:latin typeface="Ebrima"/>
                <a:cs typeface="Ebrima"/>
              </a:rPr>
              <a:t> </a:t>
            </a:r>
            <a:r>
              <a:rPr sz="1600" spc="-35" dirty="0">
                <a:solidFill>
                  <a:srgbClr val="D9D9D9"/>
                </a:solidFill>
                <a:latin typeface="Ebrima"/>
                <a:cs typeface="Ebrima"/>
              </a:rPr>
              <a:t>02</a:t>
            </a:r>
            <a:endParaRPr sz="1600">
              <a:latin typeface="Ebrima"/>
              <a:cs typeface="Ebrima"/>
            </a:endParaRPr>
          </a:p>
        </p:txBody>
      </p:sp>
      <p:pic>
        <p:nvPicPr>
          <p:cNvPr id="7" name="object 7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473963" y="1440154"/>
            <a:ext cx="7457694" cy="305587"/>
          </a:xfrm>
          <a:prstGeom prst="rect">
            <a:avLst/>
          </a:prstGeom>
        </p:spPr>
      </p:pic>
      <p:grpSp>
        <p:nvGrpSpPr>
          <p:cNvPr id="8" name="object 8"/>
          <p:cNvGrpSpPr/>
          <p:nvPr/>
        </p:nvGrpSpPr>
        <p:grpSpPr>
          <a:xfrm>
            <a:off x="682751" y="1911095"/>
            <a:ext cx="8663940" cy="1737360"/>
            <a:chOff x="682751" y="1911095"/>
            <a:chExt cx="8663940" cy="1737360"/>
          </a:xfrm>
        </p:grpSpPr>
        <p:sp>
          <p:nvSpPr>
            <p:cNvPr id="9" name="object 9"/>
            <p:cNvSpPr/>
            <p:nvPr/>
          </p:nvSpPr>
          <p:spPr>
            <a:xfrm>
              <a:off x="685799" y="1914143"/>
              <a:ext cx="8658225" cy="1731645"/>
            </a:xfrm>
            <a:custGeom>
              <a:avLst/>
              <a:gdLst/>
              <a:ahLst/>
              <a:cxnLst/>
              <a:rect l="l" t="t" r="r" b="b"/>
              <a:pathLst>
                <a:path w="8658225" h="1731645">
                  <a:moveTo>
                    <a:pt x="0" y="1731263"/>
                  </a:moveTo>
                  <a:lnTo>
                    <a:pt x="8657844" y="1731263"/>
                  </a:lnTo>
                  <a:lnTo>
                    <a:pt x="8657844" y="0"/>
                  </a:lnTo>
                  <a:lnTo>
                    <a:pt x="0" y="0"/>
                  </a:lnTo>
                  <a:lnTo>
                    <a:pt x="0" y="1731263"/>
                  </a:lnTo>
                  <a:close/>
                </a:path>
              </a:pathLst>
            </a:custGeom>
            <a:ln w="6096">
              <a:solidFill>
                <a:srgbClr val="D9D9D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" name="object 10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822513" y="2073585"/>
              <a:ext cx="8521130" cy="1350929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369763" y="6524434"/>
            <a:ext cx="81322" cy="90487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54151" y="6527292"/>
            <a:ext cx="1794510" cy="142494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862571" y="6521195"/>
            <a:ext cx="2327910" cy="118110"/>
          </a:xfrm>
          <a:prstGeom prst="rect">
            <a:avLst/>
          </a:prstGeom>
        </p:spPr>
      </p:pic>
      <p:sp>
        <p:nvSpPr>
          <p:cNvPr id="5" name="object 5"/>
          <p:cNvSpPr/>
          <p:nvPr/>
        </p:nvSpPr>
        <p:spPr>
          <a:xfrm>
            <a:off x="566927" y="1848611"/>
            <a:ext cx="36830" cy="181610"/>
          </a:xfrm>
          <a:custGeom>
            <a:avLst/>
            <a:gdLst/>
            <a:ahLst/>
            <a:cxnLst/>
            <a:rect l="l" t="t" r="r" b="b"/>
            <a:pathLst>
              <a:path w="36829" h="181610">
                <a:moveTo>
                  <a:pt x="36576" y="0"/>
                </a:moveTo>
                <a:lnTo>
                  <a:pt x="0" y="0"/>
                </a:lnTo>
                <a:lnTo>
                  <a:pt x="0" y="181355"/>
                </a:lnTo>
                <a:lnTo>
                  <a:pt x="36576" y="181355"/>
                </a:lnTo>
                <a:lnTo>
                  <a:pt x="36576" y="0"/>
                </a:lnTo>
                <a:close/>
              </a:path>
            </a:pathLst>
          </a:custGeom>
          <a:solidFill>
            <a:srgbClr val="183DAF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6" name="object 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719327" y="1872995"/>
            <a:ext cx="2716530" cy="176022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437489" y="431419"/>
            <a:ext cx="237363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FFFFFF"/>
                </a:solidFill>
                <a:latin typeface="Ebrima"/>
                <a:cs typeface="Ebrima"/>
              </a:rPr>
              <a:t>2.2.</a:t>
            </a:r>
            <a:r>
              <a:rPr sz="1800" spc="-40" dirty="0">
                <a:solidFill>
                  <a:srgbClr val="FFFFFF"/>
                </a:solidFill>
                <a:latin typeface="Ebrima"/>
                <a:cs typeface="Ebrima"/>
              </a:rPr>
              <a:t> </a:t>
            </a:r>
            <a:r>
              <a:rPr sz="1800" dirty="0">
                <a:solidFill>
                  <a:srgbClr val="FFFFFF"/>
                </a:solidFill>
                <a:latin typeface="Ebrima"/>
                <a:cs typeface="Ebrima"/>
              </a:rPr>
              <a:t>TensorFlow</a:t>
            </a:r>
            <a:r>
              <a:rPr sz="1800" spc="-60" dirty="0">
                <a:solidFill>
                  <a:srgbClr val="FFFFFF"/>
                </a:solidFill>
                <a:latin typeface="Ebrima"/>
                <a:cs typeface="Ebrima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Ebrima"/>
                <a:cs typeface="Ebrima"/>
              </a:rPr>
              <a:t>dataset</a:t>
            </a:r>
            <a:endParaRPr sz="1800">
              <a:latin typeface="Ebrima"/>
              <a:cs typeface="Ebrim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8671941" y="463677"/>
            <a:ext cx="80962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dirty="0">
                <a:solidFill>
                  <a:srgbClr val="D9D9D9"/>
                </a:solidFill>
                <a:latin typeface="Ebrima"/>
                <a:cs typeface="Ebrima"/>
              </a:rPr>
              <a:t>UNIT</a:t>
            </a:r>
            <a:r>
              <a:rPr sz="1600" spc="400" dirty="0">
                <a:solidFill>
                  <a:srgbClr val="D9D9D9"/>
                </a:solidFill>
                <a:latin typeface="Ebrima"/>
                <a:cs typeface="Ebrima"/>
              </a:rPr>
              <a:t> </a:t>
            </a:r>
            <a:r>
              <a:rPr sz="1600" spc="-35" dirty="0">
                <a:solidFill>
                  <a:srgbClr val="D9D9D9"/>
                </a:solidFill>
                <a:latin typeface="Ebrima"/>
                <a:cs typeface="Ebrima"/>
              </a:rPr>
              <a:t>02</a:t>
            </a:r>
            <a:endParaRPr sz="1600">
              <a:latin typeface="Ebrima"/>
              <a:cs typeface="Ebrima"/>
            </a:endParaRPr>
          </a:p>
        </p:txBody>
      </p:sp>
      <p:pic>
        <p:nvPicPr>
          <p:cNvPr id="9" name="object 9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473963" y="1440154"/>
            <a:ext cx="7457694" cy="305587"/>
          </a:xfrm>
          <a:prstGeom prst="rect">
            <a:avLst/>
          </a:prstGeom>
        </p:spPr>
      </p:pic>
      <p:grpSp>
        <p:nvGrpSpPr>
          <p:cNvPr id="10" name="object 10"/>
          <p:cNvGrpSpPr/>
          <p:nvPr/>
        </p:nvGrpSpPr>
        <p:grpSpPr>
          <a:xfrm>
            <a:off x="682751" y="2174748"/>
            <a:ext cx="8663940" cy="4125595"/>
            <a:chOff x="682751" y="2174748"/>
            <a:chExt cx="8663940" cy="4125595"/>
          </a:xfrm>
        </p:grpSpPr>
        <p:sp>
          <p:nvSpPr>
            <p:cNvPr id="11" name="object 11"/>
            <p:cNvSpPr/>
            <p:nvPr/>
          </p:nvSpPr>
          <p:spPr>
            <a:xfrm>
              <a:off x="685799" y="2177796"/>
              <a:ext cx="8658225" cy="4119879"/>
            </a:xfrm>
            <a:custGeom>
              <a:avLst/>
              <a:gdLst/>
              <a:ahLst/>
              <a:cxnLst/>
              <a:rect l="l" t="t" r="r" b="b"/>
              <a:pathLst>
                <a:path w="8658225" h="4119879">
                  <a:moveTo>
                    <a:pt x="0" y="4119372"/>
                  </a:moveTo>
                  <a:lnTo>
                    <a:pt x="8657844" y="4119372"/>
                  </a:lnTo>
                  <a:lnTo>
                    <a:pt x="8657844" y="0"/>
                  </a:lnTo>
                  <a:lnTo>
                    <a:pt x="0" y="0"/>
                  </a:lnTo>
                  <a:lnTo>
                    <a:pt x="0" y="4119372"/>
                  </a:lnTo>
                  <a:close/>
                </a:path>
              </a:pathLst>
            </a:custGeom>
            <a:ln w="6096">
              <a:solidFill>
                <a:srgbClr val="D9D9D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2" name="object 12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780287" y="2295285"/>
              <a:ext cx="8563356" cy="3863837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359003" y="6524434"/>
            <a:ext cx="84461" cy="90487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54151" y="6527292"/>
            <a:ext cx="1794510" cy="142494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862571" y="6521195"/>
            <a:ext cx="2327910" cy="118110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437489" y="431419"/>
            <a:ext cx="237363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FFFFFF"/>
                </a:solidFill>
                <a:latin typeface="Ebrima"/>
                <a:cs typeface="Ebrima"/>
              </a:rPr>
              <a:t>2.2.</a:t>
            </a:r>
            <a:r>
              <a:rPr sz="1800" spc="-40" dirty="0">
                <a:solidFill>
                  <a:srgbClr val="FFFFFF"/>
                </a:solidFill>
                <a:latin typeface="Ebrima"/>
                <a:cs typeface="Ebrima"/>
              </a:rPr>
              <a:t> </a:t>
            </a:r>
            <a:r>
              <a:rPr sz="1800" dirty="0">
                <a:solidFill>
                  <a:srgbClr val="FFFFFF"/>
                </a:solidFill>
                <a:latin typeface="Ebrima"/>
                <a:cs typeface="Ebrima"/>
              </a:rPr>
              <a:t>TensorFlow</a:t>
            </a:r>
            <a:r>
              <a:rPr sz="1800" spc="-60" dirty="0">
                <a:solidFill>
                  <a:srgbClr val="FFFFFF"/>
                </a:solidFill>
                <a:latin typeface="Ebrima"/>
                <a:cs typeface="Ebrima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Ebrima"/>
                <a:cs typeface="Ebrima"/>
              </a:rPr>
              <a:t>dataset</a:t>
            </a:r>
            <a:endParaRPr sz="1800">
              <a:latin typeface="Ebrima"/>
              <a:cs typeface="Ebrim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8671941" y="463677"/>
            <a:ext cx="80962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dirty="0">
                <a:solidFill>
                  <a:srgbClr val="D9D9D9"/>
                </a:solidFill>
                <a:latin typeface="Ebrima"/>
                <a:cs typeface="Ebrima"/>
              </a:rPr>
              <a:t>UNIT</a:t>
            </a:r>
            <a:r>
              <a:rPr sz="1600" spc="400" dirty="0">
                <a:solidFill>
                  <a:srgbClr val="D9D9D9"/>
                </a:solidFill>
                <a:latin typeface="Ebrima"/>
                <a:cs typeface="Ebrima"/>
              </a:rPr>
              <a:t> </a:t>
            </a:r>
            <a:r>
              <a:rPr sz="1600" spc="-35" dirty="0">
                <a:solidFill>
                  <a:srgbClr val="D9D9D9"/>
                </a:solidFill>
                <a:latin typeface="Ebrima"/>
                <a:cs typeface="Ebrima"/>
              </a:rPr>
              <a:t>02</a:t>
            </a:r>
            <a:endParaRPr sz="1600">
              <a:latin typeface="Ebrima"/>
              <a:cs typeface="Ebrima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566927" y="1848611"/>
            <a:ext cx="36830" cy="181610"/>
          </a:xfrm>
          <a:custGeom>
            <a:avLst/>
            <a:gdLst/>
            <a:ahLst/>
            <a:cxnLst/>
            <a:rect l="l" t="t" r="r" b="b"/>
            <a:pathLst>
              <a:path w="36829" h="181610">
                <a:moveTo>
                  <a:pt x="36576" y="0"/>
                </a:moveTo>
                <a:lnTo>
                  <a:pt x="0" y="0"/>
                </a:lnTo>
                <a:lnTo>
                  <a:pt x="0" y="181355"/>
                </a:lnTo>
                <a:lnTo>
                  <a:pt x="36576" y="181355"/>
                </a:lnTo>
                <a:lnTo>
                  <a:pt x="36576" y="0"/>
                </a:lnTo>
                <a:close/>
              </a:path>
            </a:pathLst>
          </a:custGeom>
          <a:solidFill>
            <a:srgbClr val="183DAF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8" name="object 8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726948" y="1872995"/>
            <a:ext cx="1562862" cy="176022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473963" y="1440154"/>
            <a:ext cx="7457694" cy="305587"/>
          </a:xfrm>
          <a:prstGeom prst="rect">
            <a:avLst/>
          </a:prstGeom>
        </p:spPr>
      </p:pic>
      <p:grpSp>
        <p:nvGrpSpPr>
          <p:cNvPr id="10" name="object 10"/>
          <p:cNvGrpSpPr/>
          <p:nvPr/>
        </p:nvGrpSpPr>
        <p:grpSpPr>
          <a:xfrm>
            <a:off x="682751" y="2101595"/>
            <a:ext cx="8663940" cy="4234180"/>
            <a:chOff x="682751" y="2101595"/>
            <a:chExt cx="8663940" cy="4234180"/>
          </a:xfrm>
        </p:grpSpPr>
        <p:sp>
          <p:nvSpPr>
            <p:cNvPr id="11" name="object 11"/>
            <p:cNvSpPr/>
            <p:nvPr/>
          </p:nvSpPr>
          <p:spPr>
            <a:xfrm>
              <a:off x="685799" y="2104643"/>
              <a:ext cx="8658225" cy="4227830"/>
            </a:xfrm>
            <a:custGeom>
              <a:avLst/>
              <a:gdLst/>
              <a:ahLst/>
              <a:cxnLst/>
              <a:rect l="l" t="t" r="r" b="b"/>
              <a:pathLst>
                <a:path w="8658225" h="4227830">
                  <a:moveTo>
                    <a:pt x="0" y="4227576"/>
                  </a:moveTo>
                  <a:lnTo>
                    <a:pt x="8657844" y="4227576"/>
                  </a:lnTo>
                  <a:lnTo>
                    <a:pt x="8657844" y="0"/>
                  </a:lnTo>
                  <a:lnTo>
                    <a:pt x="0" y="0"/>
                  </a:lnTo>
                  <a:lnTo>
                    <a:pt x="0" y="4227576"/>
                  </a:lnTo>
                  <a:close/>
                </a:path>
              </a:pathLst>
            </a:custGeom>
            <a:ln w="6096">
              <a:solidFill>
                <a:srgbClr val="D9D9D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2" name="object 12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792479" y="2210996"/>
              <a:ext cx="8551164" cy="3987697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359003" y="6524434"/>
            <a:ext cx="84461" cy="90487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54151" y="6527292"/>
            <a:ext cx="1794510" cy="142494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862571" y="6521195"/>
            <a:ext cx="2327910" cy="118110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437489" y="431419"/>
            <a:ext cx="237363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FFFFFF"/>
                </a:solidFill>
                <a:latin typeface="Ebrima"/>
                <a:cs typeface="Ebrima"/>
              </a:rPr>
              <a:t>2.2.</a:t>
            </a:r>
            <a:r>
              <a:rPr sz="1800" spc="-40" dirty="0">
                <a:solidFill>
                  <a:srgbClr val="FFFFFF"/>
                </a:solidFill>
                <a:latin typeface="Ebrima"/>
                <a:cs typeface="Ebrima"/>
              </a:rPr>
              <a:t> </a:t>
            </a:r>
            <a:r>
              <a:rPr sz="1800" dirty="0">
                <a:solidFill>
                  <a:srgbClr val="FFFFFF"/>
                </a:solidFill>
                <a:latin typeface="Ebrima"/>
                <a:cs typeface="Ebrima"/>
              </a:rPr>
              <a:t>TensorFlow</a:t>
            </a:r>
            <a:r>
              <a:rPr sz="1800" spc="-60" dirty="0">
                <a:solidFill>
                  <a:srgbClr val="FFFFFF"/>
                </a:solidFill>
                <a:latin typeface="Ebrima"/>
                <a:cs typeface="Ebrima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Ebrima"/>
                <a:cs typeface="Ebrima"/>
              </a:rPr>
              <a:t>dataset</a:t>
            </a:r>
            <a:endParaRPr sz="1800">
              <a:latin typeface="Ebrima"/>
              <a:cs typeface="Ebrim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8671941" y="463677"/>
            <a:ext cx="80962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dirty="0">
                <a:solidFill>
                  <a:srgbClr val="D9D9D9"/>
                </a:solidFill>
                <a:latin typeface="Ebrima"/>
                <a:cs typeface="Ebrima"/>
              </a:rPr>
              <a:t>UNIT</a:t>
            </a:r>
            <a:r>
              <a:rPr sz="1600" spc="400" dirty="0">
                <a:solidFill>
                  <a:srgbClr val="D9D9D9"/>
                </a:solidFill>
                <a:latin typeface="Ebrima"/>
                <a:cs typeface="Ebrima"/>
              </a:rPr>
              <a:t> </a:t>
            </a:r>
            <a:r>
              <a:rPr sz="1600" spc="-35" dirty="0">
                <a:solidFill>
                  <a:srgbClr val="D9D9D9"/>
                </a:solidFill>
                <a:latin typeface="Ebrima"/>
                <a:cs typeface="Ebrima"/>
              </a:rPr>
              <a:t>02</a:t>
            </a:r>
            <a:endParaRPr sz="1600">
              <a:latin typeface="Ebrima"/>
              <a:cs typeface="Ebrima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566927" y="1848611"/>
            <a:ext cx="36830" cy="181610"/>
          </a:xfrm>
          <a:custGeom>
            <a:avLst/>
            <a:gdLst/>
            <a:ahLst/>
            <a:cxnLst/>
            <a:rect l="l" t="t" r="r" b="b"/>
            <a:pathLst>
              <a:path w="36829" h="181610">
                <a:moveTo>
                  <a:pt x="36576" y="0"/>
                </a:moveTo>
                <a:lnTo>
                  <a:pt x="0" y="0"/>
                </a:lnTo>
                <a:lnTo>
                  <a:pt x="0" y="181355"/>
                </a:lnTo>
                <a:lnTo>
                  <a:pt x="36576" y="181355"/>
                </a:lnTo>
                <a:lnTo>
                  <a:pt x="36576" y="0"/>
                </a:lnTo>
                <a:close/>
              </a:path>
            </a:pathLst>
          </a:custGeom>
          <a:solidFill>
            <a:srgbClr val="183DAF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8" name="object 8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726948" y="1872995"/>
            <a:ext cx="2443734" cy="176022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473963" y="1440154"/>
            <a:ext cx="7457694" cy="305587"/>
          </a:xfrm>
          <a:prstGeom prst="rect">
            <a:avLst/>
          </a:prstGeom>
        </p:spPr>
      </p:pic>
      <p:grpSp>
        <p:nvGrpSpPr>
          <p:cNvPr id="10" name="object 10"/>
          <p:cNvGrpSpPr/>
          <p:nvPr/>
        </p:nvGrpSpPr>
        <p:grpSpPr>
          <a:xfrm>
            <a:off x="682751" y="2144267"/>
            <a:ext cx="8663940" cy="2036445"/>
            <a:chOff x="682751" y="2144267"/>
            <a:chExt cx="8663940" cy="2036445"/>
          </a:xfrm>
        </p:grpSpPr>
        <p:sp>
          <p:nvSpPr>
            <p:cNvPr id="11" name="object 11"/>
            <p:cNvSpPr/>
            <p:nvPr/>
          </p:nvSpPr>
          <p:spPr>
            <a:xfrm>
              <a:off x="685799" y="2147315"/>
              <a:ext cx="8658225" cy="2030095"/>
            </a:xfrm>
            <a:custGeom>
              <a:avLst/>
              <a:gdLst/>
              <a:ahLst/>
              <a:cxnLst/>
              <a:rect l="l" t="t" r="r" b="b"/>
              <a:pathLst>
                <a:path w="8658225" h="2030095">
                  <a:moveTo>
                    <a:pt x="0" y="2029968"/>
                  </a:moveTo>
                  <a:lnTo>
                    <a:pt x="8657844" y="2029968"/>
                  </a:lnTo>
                  <a:lnTo>
                    <a:pt x="8657844" y="0"/>
                  </a:lnTo>
                  <a:lnTo>
                    <a:pt x="0" y="0"/>
                  </a:lnTo>
                  <a:lnTo>
                    <a:pt x="0" y="2029968"/>
                  </a:lnTo>
                  <a:close/>
                </a:path>
              </a:pathLst>
            </a:custGeom>
            <a:ln w="6096">
              <a:solidFill>
                <a:srgbClr val="D9D9D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2" name="object 12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793816" y="2286478"/>
              <a:ext cx="8549827" cy="1719197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333128" y="6524434"/>
            <a:ext cx="113385" cy="90487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54151" y="6527292"/>
            <a:ext cx="1794510" cy="142494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862571" y="6521195"/>
            <a:ext cx="2327910" cy="118110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437489" y="431419"/>
            <a:ext cx="237363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FFFFFF"/>
                </a:solidFill>
                <a:latin typeface="Ebrima"/>
                <a:cs typeface="Ebrima"/>
              </a:rPr>
              <a:t>2.2.</a:t>
            </a:r>
            <a:r>
              <a:rPr sz="1800" spc="-40" dirty="0">
                <a:solidFill>
                  <a:srgbClr val="FFFFFF"/>
                </a:solidFill>
                <a:latin typeface="Ebrima"/>
                <a:cs typeface="Ebrima"/>
              </a:rPr>
              <a:t> </a:t>
            </a:r>
            <a:r>
              <a:rPr sz="1800" dirty="0">
                <a:solidFill>
                  <a:srgbClr val="FFFFFF"/>
                </a:solidFill>
                <a:latin typeface="Ebrima"/>
                <a:cs typeface="Ebrima"/>
              </a:rPr>
              <a:t>TensorFlow</a:t>
            </a:r>
            <a:r>
              <a:rPr sz="1800" spc="-60" dirty="0">
                <a:solidFill>
                  <a:srgbClr val="FFFFFF"/>
                </a:solidFill>
                <a:latin typeface="Ebrima"/>
                <a:cs typeface="Ebrima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Ebrima"/>
                <a:cs typeface="Ebrima"/>
              </a:rPr>
              <a:t>dataset</a:t>
            </a:r>
            <a:endParaRPr sz="1800">
              <a:latin typeface="Ebrima"/>
              <a:cs typeface="Ebrim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8671941" y="463677"/>
            <a:ext cx="80962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dirty="0">
                <a:solidFill>
                  <a:srgbClr val="D9D9D9"/>
                </a:solidFill>
                <a:latin typeface="Ebrima"/>
                <a:cs typeface="Ebrima"/>
              </a:rPr>
              <a:t>UNIT</a:t>
            </a:r>
            <a:r>
              <a:rPr sz="1600" spc="400" dirty="0">
                <a:solidFill>
                  <a:srgbClr val="D9D9D9"/>
                </a:solidFill>
                <a:latin typeface="Ebrima"/>
                <a:cs typeface="Ebrima"/>
              </a:rPr>
              <a:t> </a:t>
            </a:r>
            <a:r>
              <a:rPr sz="1600" spc="-35" dirty="0">
                <a:solidFill>
                  <a:srgbClr val="D9D9D9"/>
                </a:solidFill>
                <a:latin typeface="Ebrima"/>
                <a:cs typeface="Ebrima"/>
              </a:rPr>
              <a:t>02</a:t>
            </a:r>
            <a:endParaRPr sz="1600">
              <a:latin typeface="Ebrima"/>
              <a:cs typeface="Ebrima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566927" y="1848611"/>
            <a:ext cx="36830" cy="181610"/>
          </a:xfrm>
          <a:custGeom>
            <a:avLst/>
            <a:gdLst/>
            <a:ahLst/>
            <a:cxnLst/>
            <a:rect l="l" t="t" r="r" b="b"/>
            <a:pathLst>
              <a:path w="36829" h="181610">
                <a:moveTo>
                  <a:pt x="36576" y="0"/>
                </a:moveTo>
                <a:lnTo>
                  <a:pt x="0" y="0"/>
                </a:lnTo>
                <a:lnTo>
                  <a:pt x="0" y="181355"/>
                </a:lnTo>
                <a:lnTo>
                  <a:pt x="36576" y="181355"/>
                </a:lnTo>
                <a:lnTo>
                  <a:pt x="36576" y="0"/>
                </a:lnTo>
                <a:close/>
              </a:path>
            </a:pathLst>
          </a:custGeom>
          <a:solidFill>
            <a:srgbClr val="183DAF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8" name="object 8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726948" y="1872995"/>
            <a:ext cx="2618993" cy="176022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473963" y="1440154"/>
            <a:ext cx="7457694" cy="305587"/>
          </a:xfrm>
          <a:prstGeom prst="rect">
            <a:avLst/>
          </a:prstGeom>
        </p:spPr>
      </p:pic>
      <p:grpSp>
        <p:nvGrpSpPr>
          <p:cNvPr id="10" name="object 10"/>
          <p:cNvGrpSpPr/>
          <p:nvPr/>
        </p:nvGrpSpPr>
        <p:grpSpPr>
          <a:xfrm>
            <a:off x="682751" y="2144267"/>
            <a:ext cx="8663940" cy="1280160"/>
            <a:chOff x="682751" y="2144267"/>
            <a:chExt cx="8663940" cy="1280160"/>
          </a:xfrm>
        </p:grpSpPr>
        <p:sp>
          <p:nvSpPr>
            <p:cNvPr id="11" name="object 11"/>
            <p:cNvSpPr/>
            <p:nvPr/>
          </p:nvSpPr>
          <p:spPr>
            <a:xfrm>
              <a:off x="685799" y="2147315"/>
              <a:ext cx="8658225" cy="1274445"/>
            </a:xfrm>
            <a:custGeom>
              <a:avLst/>
              <a:gdLst/>
              <a:ahLst/>
              <a:cxnLst/>
              <a:rect l="l" t="t" r="r" b="b"/>
              <a:pathLst>
                <a:path w="8658225" h="1274445">
                  <a:moveTo>
                    <a:pt x="0" y="1274064"/>
                  </a:moveTo>
                  <a:lnTo>
                    <a:pt x="8657844" y="1274064"/>
                  </a:lnTo>
                  <a:lnTo>
                    <a:pt x="8657844" y="0"/>
                  </a:lnTo>
                  <a:lnTo>
                    <a:pt x="0" y="0"/>
                  </a:lnTo>
                  <a:lnTo>
                    <a:pt x="0" y="1274064"/>
                  </a:lnTo>
                  <a:close/>
                </a:path>
              </a:pathLst>
            </a:custGeom>
            <a:ln w="6096">
              <a:solidFill>
                <a:srgbClr val="D9D9D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2" name="object 12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822194" y="2269446"/>
              <a:ext cx="8521448" cy="942722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359084" y="6524434"/>
            <a:ext cx="85905" cy="90487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54151" y="6527292"/>
            <a:ext cx="1794510" cy="142494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862571" y="6521195"/>
            <a:ext cx="2327910" cy="118110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437489" y="431419"/>
            <a:ext cx="237363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FFFFFF"/>
                </a:solidFill>
                <a:latin typeface="Ebrima"/>
                <a:cs typeface="Ebrima"/>
              </a:rPr>
              <a:t>2.2.</a:t>
            </a:r>
            <a:r>
              <a:rPr sz="1800" spc="-40" dirty="0">
                <a:solidFill>
                  <a:srgbClr val="FFFFFF"/>
                </a:solidFill>
                <a:latin typeface="Ebrima"/>
                <a:cs typeface="Ebrima"/>
              </a:rPr>
              <a:t> </a:t>
            </a:r>
            <a:r>
              <a:rPr sz="1800" dirty="0">
                <a:solidFill>
                  <a:srgbClr val="FFFFFF"/>
                </a:solidFill>
                <a:latin typeface="Ebrima"/>
                <a:cs typeface="Ebrima"/>
              </a:rPr>
              <a:t>TensorFlow</a:t>
            </a:r>
            <a:r>
              <a:rPr sz="1800" spc="-60" dirty="0">
                <a:solidFill>
                  <a:srgbClr val="FFFFFF"/>
                </a:solidFill>
                <a:latin typeface="Ebrima"/>
                <a:cs typeface="Ebrima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Ebrima"/>
                <a:cs typeface="Ebrima"/>
              </a:rPr>
              <a:t>dataset</a:t>
            </a:r>
            <a:endParaRPr sz="1800">
              <a:latin typeface="Ebrima"/>
              <a:cs typeface="Ebrim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8671941" y="463677"/>
            <a:ext cx="80962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dirty="0">
                <a:solidFill>
                  <a:srgbClr val="D9D9D9"/>
                </a:solidFill>
                <a:latin typeface="Ebrima"/>
                <a:cs typeface="Ebrima"/>
              </a:rPr>
              <a:t>UNIT</a:t>
            </a:r>
            <a:r>
              <a:rPr sz="1600" spc="400" dirty="0">
                <a:solidFill>
                  <a:srgbClr val="D9D9D9"/>
                </a:solidFill>
                <a:latin typeface="Ebrima"/>
                <a:cs typeface="Ebrima"/>
              </a:rPr>
              <a:t> </a:t>
            </a:r>
            <a:r>
              <a:rPr sz="1600" spc="-35" dirty="0">
                <a:solidFill>
                  <a:srgbClr val="D9D9D9"/>
                </a:solidFill>
                <a:latin typeface="Ebrima"/>
                <a:cs typeface="Ebrima"/>
              </a:rPr>
              <a:t>02</a:t>
            </a:r>
            <a:endParaRPr sz="1600">
              <a:latin typeface="Ebrima"/>
              <a:cs typeface="Ebrima"/>
            </a:endParaRPr>
          </a:p>
        </p:txBody>
      </p:sp>
      <p:pic>
        <p:nvPicPr>
          <p:cNvPr id="7" name="object 7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473963" y="1440154"/>
            <a:ext cx="7457694" cy="305587"/>
          </a:xfrm>
          <a:prstGeom prst="rect">
            <a:avLst/>
          </a:prstGeom>
        </p:spPr>
      </p:pic>
      <p:grpSp>
        <p:nvGrpSpPr>
          <p:cNvPr id="8" name="object 8"/>
          <p:cNvGrpSpPr/>
          <p:nvPr/>
        </p:nvGrpSpPr>
        <p:grpSpPr>
          <a:xfrm>
            <a:off x="682751" y="1914144"/>
            <a:ext cx="8663940" cy="2060575"/>
            <a:chOff x="682751" y="1914144"/>
            <a:chExt cx="8663940" cy="2060575"/>
          </a:xfrm>
        </p:grpSpPr>
        <p:sp>
          <p:nvSpPr>
            <p:cNvPr id="9" name="object 9"/>
            <p:cNvSpPr/>
            <p:nvPr/>
          </p:nvSpPr>
          <p:spPr>
            <a:xfrm>
              <a:off x="685799" y="1917192"/>
              <a:ext cx="8658225" cy="2054860"/>
            </a:xfrm>
            <a:custGeom>
              <a:avLst/>
              <a:gdLst/>
              <a:ahLst/>
              <a:cxnLst/>
              <a:rect l="l" t="t" r="r" b="b"/>
              <a:pathLst>
                <a:path w="8658225" h="2054860">
                  <a:moveTo>
                    <a:pt x="0" y="2054351"/>
                  </a:moveTo>
                  <a:lnTo>
                    <a:pt x="8657844" y="2054351"/>
                  </a:lnTo>
                  <a:lnTo>
                    <a:pt x="8657844" y="0"/>
                  </a:lnTo>
                  <a:lnTo>
                    <a:pt x="0" y="0"/>
                  </a:lnTo>
                  <a:lnTo>
                    <a:pt x="0" y="2054351"/>
                  </a:lnTo>
                  <a:close/>
                </a:path>
              </a:pathLst>
            </a:custGeom>
            <a:ln w="6096">
              <a:solidFill>
                <a:srgbClr val="D9D9D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" name="object 10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815550" y="2062866"/>
              <a:ext cx="8528093" cy="1680233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337643" y="6524434"/>
            <a:ext cx="107345" cy="90487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54151" y="6527292"/>
            <a:ext cx="1794510" cy="142494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862571" y="6521195"/>
            <a:ext cx="2327910" cy="118110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437489" y="431419"/>
            <a:ext cx="237363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FFFFFF"/>
                </a:solidFill>
                <a:latin typeface="Ebrima"/>
                <a:cs typeface="Ebrima"/>
              </a:rPr>
              <a:t>2.2.</a:t>
            </a:r>
            <a:r>
              <a:rPr sz="1800" spc="-40" dirty="0">
                <a:solidFill>
                  <a:srgbClr val="FFFFFF"/>
                </a:solidFill>
                <a:latin typeface="Ebrima"/>
                <a:cs typeface="Ebrima"/>
              </a:rPr>
              <a:t> </a:t>
            </a:r>
            <a:r>
              <a:rPr sz="1800" dirty="0">
                <a:solidFill>
                  <a:srgbClr val="FFFFFF"/>
                </a:solidFill>
                <a:latin typeface="Ebrima"/>
                <a:cs typeface="Ebrima"/>
              </a:rPr>
              <a:t>TensorFlow</a:t>
            </a:r>
            <a:r>
              <a:rPr sz="1800" spc="-60" dirty="0">
                <a:solidFill>
                  <a:srgbClr val="FFFFFF"/>
                </a:solidFill>
                <a:latin typeface="Ebrima"/>
                <a:cs typeface="Ebrima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Ebrima"/>
                <a:cs typeface="Ebrima"/>
              </a:rPr>
              <a:t>dataset</a:t>
            </a:r>
            <a:endParaRPr sz="1800">
              <a:latin typeface="Ebrima"/>
              <a:cs typeface="Ebrim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8671941" y="463677"/>
            <a:ext cx="80962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dirty="0">
                <a:solidFill>
                  <a:srgbClr val="D9D9D9"/>
                </a:solidFill>
                <a:latin typeface="Ebrima"/>
                <a:cs typeface="Ebrima"/>
              </a:rPr>
              <a:t>UNIT</a:t>
            </a:r>
            <a:r>
              <a:rPr sz="1600" spc="400" dirty="0">
                <a:solidFill>
                  <a:srgbClr val="D9D9D9"/>
                </a:solidFill>
                <a:latin typeface="Ebrima"/>
                <a:cs typeface="Ebrima"/>
              </a:rPr>
              <a:t> </a:t>
            </a:r>
            <a:r>
              <a:rPr sz="1600" spc="-35" dirty="0">
                <a:solidFill>
                  <a:srgbClr val="D9D9D9"/>
                </a:solidFill>
                <a:latin typeface="Ebrima"/>
                <a:cs typeface="Ebrima"/>
              </a:rPr>
              <a:t>02</a:t>
            </a:r>
            <a:endParaRPr sz="1600">
              <a:latin typeface="Ebrima"/>
              <a:cs typeface="Ebrima"/>
            </a:endParaRPr>
          </a:p>
        </p:txBody>
      </p:sp>
      <p:pic>
        <p:nvPicPr>
          <p:cNvPr id="7" name="object 7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473963" y="1440154"/>
            <a:ext cx="7457694" cy="305587"/>
          </a:xfrm>
          <a:prstGeom prst="rect">
            <a:avLst/>
          </a:prstGeom>
        </p:spPr>
      </p:pic>
      <p:grpSp>
        <p:nvGrpSpPr>
          <p:cNvPr id="8" name="object 8"/>
          <p:cNvGrpSpPr/>
          <p:nvPr/>
        </p:nvGrpSpPr>
        <p:grpSpPr>
          <a:xfrm>
            <a:off x="682751" y="1914144"/>
            <a:ext cx="8663940" cy="2169160"/>
            <a:chOff x="682751" y="1914144"/>
            <a:chExt cx="8663940" cy="2169160"/>
          </a:xfrm>
        </p:grpSpPr>
        <p:sp>
          <p:nvSpPr>
            <p:cNvPr id="9" name="object 9"/>
            <p:cNvSpPr/>
            <p:nvPr/>
          </p:nvSpPr>
          <p:spPr>
            <a:xfrm>
              <a:off x="685799" y="1917192"/>
              <a:ext cx="8658225" cy="2162810"/>
            </a:xfrm>
            <a:custGeom>
              <a:avLst/>
              <a:gdLst/>
              <a:ahLst/>
              <a:cxnLst/>
              <a:rect l="l" t="t" r="r" b="b"/>
              <a:pathLst>
                <a:path w="8658225" h="2162810">
                  <a:moveTo>
                    <a:pt x="0" y="2162555"/>
                  </a:moveTo>
                  <a:lnTo>
                    <a:pt x="8657844" y="2162555"/>
                  </a:lnTo>
                  <a:lnTo>
                    <a:pt x="8657844" y="0"/>
                  </a:lnTo>
                  <a:lnTo>
                    <a:pt x="0" y="0"/>
                  </a:lnTo>
                  <a:lnTo>
                    <a:pt x="0" y="2162555"/>
                  </a:lnTo>
                  <a:close/>
                </a:path>
              </a:pathLst>
            </a:custGeom>
            <a:ln w="6096">
              <a:solidFill>
                <a:srgbClr val="D9D9D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" name="object 10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824977" y="2062649"/>
              <a:ext cx="8507998" cy="1767331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1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334591" y="6524434"/>
            <a:ext cx="111922" cy="90487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54151" y="6527292"/>
            <a:ext cx="1794510" cy="142494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862571" y="6521195"/>
            <a:ext cx="2327910" cy="118110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437489" y="431419"/>
            <a:ext cx="237363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FFFFFF"/>
                </a:solidFill>
                <a:latin typeface="Ebrima"/>
                <a:cs typeface="Ebrima"/>
              </a:rPr>
              <a:t>2.2.</a:t>
            </a:r>
            <a:r>
              <a:rPr sz="1800" spc="-40" dirty="0">
                <a:solidFill>
                  <a:srgbClr val="FFFFFF"/>
                </a:solidFill>
                <a:latin typeface="Ebrima"/>
                <a:cs typeface="Ebrima"/>
              </a:rPr>
              <a:t> </a:t>
            </a:r>
            <a:r>
              <a:rPr sz="1800" dirty="0">
                <a:solidFill>
                  <a:srgbClr val="FFFFFF"/>
                </a:solidFill>
                <a:latin typeface="Ebrima"/>
                <a:cs typeface="Ebrima"/>
              </a:rPr>
              <a:t>TensorFlow</a:t>
            </a:r>
            <a:r>
              <a:rPr sz="1800" spc="-60" dirty="0">
                <a:solidFill>
                  <a:srgbClr val="FFFFFF"/>
                </a:solidFill>
                <a:latin typeface="Ebrima"/>
                <a:cs typeface="Ebrima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Ebrima"/>
                <a:cs typeface="Ebrima"/>
              </a:rPr>
              <a:t>dataset</a:t>
            </a:r>
            <a:endParaRPr sz="1800">
              <a:latin typeface="Ebrima"/>
              <a:cs typeface="Ebrim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8671941" y="463677"/>
            <a:ext cx="80962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dirty="0">
                <a:solidFill>
                  <a:srgbClr val="D9D9D9"/>
                </a:solidFill>
                <a:latin typeface="Ebrima"/>
                <a:cs typeface="Ebrima"/>
              </a:rPr>
              <a:t>UNIT</a:t>
            </a:r>
            <a:r>
              <a:rPr sz="1600" spc="400" dirty="0">
                <a:solidFill>
                  <a:srgbClr val="D9D9D9"/>
                </a:solidFill>
                <a:latin typeface="Ebrima"/>
                <a:cs typeface="Ebrima"/>
              </a:rPr>
              <a:t> </a:t>
            </a:r>
            <a:r>
              <a:rPr sz="1600" spc="-35" dirty="0">
                <a:solidFill>
                  <a:srgbClr val="D9D9D9"/>
                </a:solidFill>
                <a:latin typeface="Ebrima"/>
                <a:cs typeface="Ebrima"/>
              </a:rPr>
              <a:t>02</a:t>
            </a:r>
            <a:endParaRPr sz="1600">
              <a:latin typeface="Ebrima"/>
              <a:cs typeface="Ebrima"/>
            </a:endParaRPr>
          </a:p>
        </p:txBody>
      </p:sp>
      <p:pic>
        <p:nvPicPr>
          <p:cNvPr id="7" name="object 7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473963" y="1440154"/>
            <a:ext cx="7457694" cy="305587"/>
          </a:xfrm>
          <a:prstGeom prst="rect">
            <a:avLst/>
          </a:prstGeom>
        </p:spPr>
      </p:pic>
      <p:grpSp>
        <p:nvGrpSpPr>
          <p:cNvPr id="8" name="object 8"/>
          <p:cNvGrpSpPr/>
          <p:nvPr/>
        </p:nvGrpSpPr>
        <p:grpSpPr>
          <a:xfrm>
            <a:off x="682751" y="1914144"/>
            <a:ext cx="8663940" cy="2095500"/>
            <a:chOff x="682751" y="1914144"/>
            <a:chExt cx="8663940" cy="2095500"/>
          </a:xfrm>
        </p:grpSpPr>
        <p:sp>
          <p:nvSpPr>
            <p:cNvPr id="9" name="object 9"/>
            <p:cNvSpPr/>
            <p:nvPr/>
          </p:nvSpPr>
          <p:spPr>
            <a:xfrm>
              <a:off x="685799" y="1917192"/>
              <a:ext cx="8658225" cy="2089785"/>
            </a:xfrm>
            <a:custGeom>
              <a:avLst/>
              <a:gdLst/>
              <a:ahLst/>
              <a:cxnLst/>
              <a:rect l="l" t="t" r="r" b="b"/>
              <a:pathLst>
                <a:path w="8658225" h="2089785">
                  <a:moveTo>
                    <a:pt x="0" y="2089404"/>
                  </a:moveTo>
                  <a:lnTo>
                    <a:pt x="8657844" y="2089404"/>
                  </a:lnTo>
                  <a:lnTo>
                    <a:pt x="8657844" y="0"/>
                  </a:lnTo>
                  <a:lnTo>
                    <a:pt x="0" y="0"/>
                  </a:lnTo>
                  <a:lnTo>
                    <a:pt x="0" y="2089404"/>
                  </a:lnTo>
                  <a:close/>
                </a:path>
              </a:pathLst>
            </a:custGeom>
            <a:ln w="6096">
              <a:solidFill>
                <a:srgbClr val="D9D9D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" name="object 10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810767" y="2016252"/>
              <a:ext cx="8532876" cy="1892808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1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337639" y="6524434"/>
            <a:ext cx="111922" cy="90487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54151" y="6527292"/>
            <a:ext cx="1794510" cy="142494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862571" y="6521195"/>
            <a:ext cx="2327910" cy="118110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437489" y="431419"/>
            <a:ext cx="237363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FFFFFF"/>
                </a:solidFill>
                <a:latin typeface="Ebrima"/>
                <a:cs typeface="Ebrima"/>
              </a:rPr>
              <a:t>2.2.</a:t>
            </a:r>
            <a:r>
              <a:rPr sz="1800" spc="-40" dirty="0">
                <a:solidFill>
                  <a:srgbClr val="FFFFFF"/>
                </a:solidFill>
                <a:latin typeface="Ebrima"/>
                <a:cs typeface="Ebrima"/>
              </a:rPr>
              <a:t> </a:t>
            </a:r>
            <a:r>
              <a:rPr sz="1800" dirty="0">
                <a:solidFill>
                  <a:srgbClr val="FFFFFF"/>
                </a:solidFill>
                <a:latin typeface="Ebrima"/>
                <a:cs typeface="Ebrima"/>
              </a:rPr>
              <a:t>TensorFlow</a:t>
            </a:r>
            <a:r>
              <a:rPr sz="1800" spc="-60" dirty="0">
                <a:solidFill>
                  <a:srgbClr val="FFFFFF"/>
                </a:solidFill>
                <a:latin typeface="Ebrima"/>
                <a:cs typeface="Ebrima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Ebrima"/>
                <a:cs typeface="Ebrima"/>
              </a:rPr>
              <a:t>dataset</a:t>
            </a:r>
            <a:endParaRPr sz="1800">
              <a:latin typeface="Ebrima"/>
              <a:cs typeface="Ebrim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8671941" y="463677"/>
            <a:ext cx="80962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dirty="0">
                <a:solidFill>
                  <a:srgbClr val="D9D9D9"/>
                </a:solidFill>
                <a:latin typeface="Ebrima"/>
                <a:cs typeface="Ebrima"/>
              </a:rPr>
              <a:t>UNIT</a:t>
            </a:r>
            <a:r>
              <a:rPr sz="1600" spc="400" dirty="0">
                <a:solidFill>
                  <a:srgbClr val="D9D9D9"/>
                </a:solidFill>
                <a:latin typeface="Ebrima"/>
                <a:cs typeface="Ebrima"/>
              </a:rPr>
              <a:t> </a:t>
            </a:r>
            <a:r>
              <a:rPr sz="1600" spc="-35" dirty="0">
                <a:solidFill>
                  <a:srgbClr val="D9D9D9"/>
                </a:solidFill>
                <a:latin typeface="Ebrima"/>
                <a:cs typeface="Ebrima"/>
              </a:rPr>
              <a:t>02</a:t>
            </a:r>
            <a:endParaRPr sz="1600">
              <a:latin typeface="Ebrima"/>
              <a:cs typeface="Ebrima"/>
            </a:endParaRPr>
          </a:p>
        </p:txBody>
      </p:sp>
      <p:pic>
        <p:nvPicPr>
          <p:cNvPr id="7" name="object 7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473963" y="1440154"/>
            <a:ext cx="7622285" cy="305587"/>
          </a:xfrm>
          <a:prstGeom prst="rect">
            <a:avLst/>
          </a:prstGeom>
        </p:spPr>
      </p:pic>
      <p:grpSp>
        <p:nvGrpSpPr>
          <p:cNvPr id="8" name="object 8"/>
          <p:cNvGrpSpPr/>
          <p:nvPr/>
        </p:nvGrpSpPr>
        <p:grpSpPr>
          <a:xfrm>
            <a:off x="682751" y="1854707"/>
            <a:ext cx="8663940" cy="4472940"/>
            <a:chOff x="682751" y="1854707"/>
            <a:chExt cx="8663940" cy="4472940"/>
          </a:xfrm>
        </p:grpSpPr>
        <p:sp>
          <p:nvSpPr>
            <p:cNvPr id="9" name="object 9"/>
            <p:cNvSpPr/>
            <p:nvPr/>
          </p:nvSpPr>
          <p:spPr>
            <a:xfrm>
              <a:off x="685799" y="1857755"/>
              <a:ext cx="8658225" cy="4467225"/>
            </a:xfrm>
            <a:custGeom>
              <a:avLst/>
              <a:gdLst/>
              <a:ahLst/>
              <a:cxnLst/>
              <a:rect l="l" t="t" r="r" b="b"/>
              <a:pathLst>
                <a:path w="8658225" h="4467225">
                  <a:moveTo>
                    <a:pt x="0" y="4466844"/>
                  </a:moveTo>
                  <a:lnTo>
                    <a:pt x="8657844" y="4466844"/>
                  </a:lnTo>
                  <a:lnTo>
                    <a:pt x="8657844" y="0"/>
                  </a:lnTo>
                  <a:lnTo>
                    <a:pt x="0" y="0"/>
                  </a:lnTo>
                  <a:lnTo>
                    <a:pt x="0" y="4466844"/>
                  </a:lnTo>
                  <a:close/>
                </a:path>
              </a:pathLst>
            </a:custGeom>
            <a:ln w="6096">
              <a:solidFill>
                <a:srgbClr val="D9D9D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" name="object 10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929110" y="1991607"/>
              <a:ext cx="6390479" cy="4186688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1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334530" y="6524434"/>
            <a:ext cx="110459" cy="90487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54151" y="6527292"/>
            <a:ext cx="1794510" cy="142494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862571" y="6521195"/>
            <a:ext cx="2327910" cy="118110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437489" y="431419"/>
            <a:ext cx="237363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FFFFFF"/>
                </a:solidFill>
                <a:latin typeface="Ebrima"/>
                <a:cs typeface="Ebrima"/>
              </a:rPr>
              <a:t>2.2.</a:t>
            </a:r>
            <a:r>
              <a:rPr sz="1800" spc="-40" dirty="0">
                <a:solidFill>
                  <a:srgbClr val="FFFFFF"/>
                </a:solidFill>
                <a:latin typeface="Ebrima"/>
                <a:cs typeface="Ebrima"/>
              </a:rPr>
              <a:t> </a:t>
            </a:r>
            <a:r>
              <a:rPr sz="1800" dirty="0">
                <a:solidFill>
                  <a:srgbClr val="FFFFFF"/>
                </a:solidFill>
                <a:latin typeface="Ebrima"/>
                <a:cs typeface="Ebrima"/>
              </a:rPr>
              <a:t>TensorFlow</a:t>
            </a:r>
            <a:r>
              <a:rPr sz="1800" spc="-60" dirty="0">
                <a:solidFill>
                  <a:srgbClr val="FFFFFF"/>
                </a:solidFill>
                <a:latin typeface="Ebrima"/>
                <a:cs typeface="Ebrima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Ebrima"/>
                <a:cs typeface="Ebrima"/>
              </a:rPr>
              <a:t>dataset</a:t>
            </a:r>
            <a:endParaRPr sz="1800">
              <a:latin typeface="Ebrima"/>
              <a:cs typeface="Ebrim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8671941" y="463677"/>
            <a:ext cx="80962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dirty="0">
                <a:solidFill>
                  <a:srgbClr val="D9D9D9"/>
                </a:solidFill>
                <a:latin typeface="Ebrima"/>
                <a:cs typeface="Ebrima"/>
              </a:rPr>
              <a:t>UNIT</a:t>
            </a:r>
            <a:r>
              <a:rPr sz="1600" spc="400" dirty="0">
                <a:solidFill>
                  <a:srgbClr val="D9D9D9"/>
                </a:solidFill>
                <a:latin typeface="Ebrima"/>
                <a:cs typeface="Ebrima"/>
              </a:rPr>
              <a:t> </a:t>
            </a:r>
            <a:r>
              <a:rPr sz="1600" spc="-35" dirty="0">
                <a:solidFill>
                  <a:srgbClr val="D9D9D9"/>
                </a:solidFill>
                <a:latin typeface="Ebrima"/>
                <a:cs typeface="Ebrima"/>
              </a:rPr>
              <a:t>02</a:t>
            </a:r>
            <a:endParaRPr sz="1600">
              <a:latin typeface="Ebrima"/>
              <a:cs typeface="Ebrima"/>
            </a:endParaRPr>
          </a:p>
        </p:txBody>
      </p:sp>
      <p:pic>
        <p:nvPicPr>
          <p:cNvPr id="7" name="object 7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449580" y="1443177"/>
            <a:ext cx="5805678" cy="302564"/>
          </a:xfrm>
          <a:prstGeom prst="rect">
            <a:avLst/>
          </a:prstGeom>
        </p:spPr>
      </p:pic>
      <p:grpSp>
        <p:nvGrpSpPr>
          <p:cNvPr id="8" name="object 8"/>
          <p:cNvGrpSpPr/>
          <p:nvPr/>
        </p:nvGrpSpPr>
        <p:grpSpPr>
          <a:xfrm>
            <a:off x="682751" y="1914144"/>
            <a:ext cx="8663940" cy="2708275"/>
            <a:chOff x="682751" y="1914144"/>
            <a:chExt cx="8663940" cy="2708275"/>
          </a:xfrm>
        </p:grpSpPr>
        <p:sp>
          <p:nvSpPr>
            <p:cNvPr id="9" name="object 9"/>
            <p:cNvSpPr/>
            <p:nvPr/>
          </p:nvSpPr>
          <p:spPr>
            <a:xfrm>
              <a:off x="685799" y="1917192"/>
              <a:ext cx="8658225" cy="2702560"/>
            </a:xfrm>
            <a:custGeom>
              <a:avLst/>
              <a:gdLst/>
              <a:ahLst/>
              <a:cxnLst/>
              <a:rect l="l" t="t" r="r" b="b"/>
              <a:pathLst>
                <a:path w="8658225" h="2702560">
                  <a:moveTo>
                    <a:pt x="0" y="2702051"/>
                  </a:moveTo>
                  <a:lnTo>
                    <a:pt x="8657844" y="2702051"/>
                  </a:lnTo>
                  <a:lnTo>
                    <a:pt x="8657844" y="0"/>
                  </a:lnTo>
                  <a:lnTo>
                    <a:pt x="0" y="0"/>
                  </a:lnTo>
                  <a:lnTo>
                    <a:pt x="0" y="2702051"/>
                  </a:lnTo>
                  <a:close/>
                </a:path>
              </a:pathLst>
            </a:custGeom>
            <a:ln w="6096">
              <a:solidFill>
                <a:srgbClr val="D9D9D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" name="object 10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798482" y="2061838"/>
              <a:ext cx="8545161" cy="2385282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1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333067" y="6524434"/>
            <a:ext cx="111922" cy="90487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54151" y="6527292"/>
            <a:ext cx="1794510" cy="142494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862571" y="6521195"/>
            <a:ext cx="2327910" cy="118110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437489" y="431419"/>
            <a:ext cx="237363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FFFFFF"/>
                </a:solidFill>
                <a:latin typeface="Ebrima"/>
                <a:cs typeface="Ebrima"/>
              </a:rPr>
              <a:t>2.2.</a:t>
            </a:r>
            <a:r>
              <a:rPr sz="1800" spc="-40" dirty="0">
                <a:solidFill>
                  <a:srgbClr val="FFFFFF"/>
                </a:solidFill>
                <a:latin typeface="Ebrima"/>
                <a:cs typeface="Ebrima"/>
              </a:rPr>
              <a:t> </a:t>
            </a:r>
            <a:r>
              <a:rPr sz="1800" dirty="0">
                <a:solidFill>
                  <a:srgbClr val="FFFFFF"/>
                </a:solidFill>
                <a:latin typeface="Ebrima"/>
                <a:cs typeface="Ebrima"/>
              </a:rPr>
              <a:t>TensorFlow</a:t>
            </a:r>
            <a:r>
              <a:rPr sz="1800" spc="-60" dirty="0">
                <a:solidFill>
                  <a:srgbClr val="FFFFFF"/>
                </a:solidFill>
                <a:latin typeface="Ebrima"/>
                <a:cs typeface="Ebrima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Ebrima"/>
                <a:cs typeface="Ebrima"/>
              </a:rPr>
              <a:t>dataset</a:t>
            </a:r>
            <a:endParaRPr sz="1800">
              <a:latin typeface="Ebrima"/>
              <a:cs typeface="Ebrim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8671941" y="463677"/>
            <a:ext cx="80962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dirty="0">
                <a:solidFill>
                  <a:srgbClr val="D9D9D9"/>
                </a:solidFill>
                <a:latin typeface="Ebrima"/>
                <a:cs typeface="Ebrima"/>
              </a:rPr>
              <a:t>UNIT</a:t>
            </a:r>
            <a:r>
              <a:rPr sz="1600" spc="400" dirty="0">
                <a:solidFill>
                  <a:srgbClr val="D9D9D9"/>
                </a:solidFill>
                <a:latin typeface="Ebrima"/>
                <a:cs typeface="Ebrima"/>
              </a:rPr>
              <a:t> </a:t>
            </a:r>
            <a:r>
              <a:rPr sz="1600" spc="-35" dirty="0">
                <a:solidFill>
                  <a:srgbClr val="D9D9D9"/>
                </a:solidFill>
                <a:latin typeface="Ebrima"/>
                <a:cs typeface="Ebrima"/>
              </a:rPr>
              <a:t>02</a:t>
            </a:r>
            <a:endParaRPr sz="1600">
              <a:latin typeface="Ebrima"/>
              <a:cs typeface="Ebrima"/>
            </a:endParaRPr>
          </a:p>
        </p:txBody>
      </p:sp>
      <p:pic>
        <p:nvPicPr>
          <p:cNvPr id="7" name="object 7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449580" y="1443177"/>
            <a:ext cx="5805678" cy="302564"/>
          </a:xfrm>
          <a:prstGeom prst="rect">
            <a:avLst/>
          </a:prstGeom>
        </p:spPr>
      </p:pic>
      <p:grpSp>
        <p:nvGrpSpPr>
          <p:cNvPr id="8" name="object 8"/>
          <p:cNvGrpSpPr/>
          <p:nvPr/>
        </p:nvGrpSpPr>
        <p:grpSpPr>
          <a:xfrm>
            <a:off x="682751" y="1914144"/>
            <a:ext cx="8663940" cy="4076700"/>
            <a:chOff x="682751" y="1914144"/>
            <a:chExt cx="8663940" cy="4076700"/>
          </a:xfrm>
        </p:grpSpPr>
        <p:sp>
          <p:nvSpPr>
            <p:cNvPr id="9" name="object 9"/>
            <p:cNvSpPr/>
            <p:nvPr/>
          </p:nvSpPr>
          <p:spPr>
            <a:xfrm>
              <a:off x="685799" y="1917192"/>
              <a:ext cx="8658225" cy="4070985"/>
            </a:xfrm>
            <a:custGeom>
              <a:avLst/>
              <a:gdLst/>
              <a:ahLst/>
              <a:cxnLst/>
              <a:rect l="l" t="t" r="r" b="b"/>
              <a:pathLst>
                <a:path w="8658225" h="4070985">
                  <a:moveTo>
                    <a:pt x="0" y="4070604"/>
                  </a:moveTo>
                  <a:lnTo>
                    <a:pt x="8657844" y="4070604"/>
                  </a:lnTo>
                  <a:lnTo>
                    <a:pt x="8657844" y="0"/>
                  </a:lnTo>
                  <a:lnTo>
                    <a:pt x="0" y="0"/>
                  </a:lnTo>
                  <a:lnTo>
                    <a:pt x="0" y="4070604"/>
                  </a:lnTo>
                  <a:close/>
                </a:path>
              </a:pathLst>
            </a:custGeom>
            <a:ln w="6095">
              <a:solidFill>
                <a:srgbClr val="D9D9D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" name="object 10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835596" y="2064599"/>
              <a:ext cx="8508047" cy="3798003"/>
            </a:xfrm>
            <a:prstGeom prst="rect">
              <a:avLst/>
            </a:prstGeom>
          </p:spPr>
        </p:pic>
        <p:sp>
          <p:nvSpPr>
            <p:cNvPr id="11" name="object 11"/>
            <p:cNvSpPr/>
            <p:nvPr/>
          </p:nvSpPr>
          <p:spPr>
            <a:xfrm>
              <a:off x="1584959" y="5422391"/>
              <a:ext cx="3493135" cy="169545"/>
            </a:xfrm>
            <a:custGeom>
              <a:avLst/>
              <a:gdLst/>
              <a:ahLst/>
              <a:cxnLst/>
              <a:rect l="l" t="t" r="r" b="b"/>
              <a:pathLst>
                <a:path w="3493135" h="169545">
                  <a:moveTo>
                    <a:pt x="3493008" y="0"/>
                  </a:moveTo>
                  <a:lnTo>
                    <a:pt x="0" y="0"/>
                  </a:lnTo>
                  <a:lnTo>
                    <a:pt x="0" y="169163"/>
                  </a:lnTo>
                  <a:lnTo>
                    <a:pt x="3493008" y="169163"/>
                  </a:lnTo>
                  <a:lnTo>
                    <a:pt x="3493008" y="0"/>
                  </a:lnTo>
                  <a:close/>
                </a:path>
              </a:pathLst>
            </a:custGeom>
            <a:solidFill>
              <a:srgbClr val="F7F7F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1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342278" y="6524434"/>
            <a:ext cx="108806" cy="90487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54151" y="6527292"/>
            <a:ext cx="1794510" cy="142494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862571" y="6521195"/>
            <a:ext cx="2327910" cy="118110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437489" y="431419"/>
            <a:ext cx="237363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FFFFFF"/>
                </a:solidFill>
                <a:latin typeface="Ebrima"/>
                <a:cs typeface="Ebrima"/>
              </a:rPr>
              <a:t>2.2.</a:t>
            </a:r>
            <a:r>
              <a:rPr sz="1800" spc="-40" dirty="0">
                <a:solidFill>
                  <a:srgbClr val="FFFFFF"/>
                </a:solidFill>
                <a:latin typeface="Ebrima"/>
                <a:cs typeface="Ebrima"/>
              </a:rPr>
              <a:t> </a:t>
            </a:r>
            <a:r>
              <a:rPr sz="1800" dirty="0">
                <a:solidFill>
                  <a:srgbClr val="FFFFFF"/>
                </a:solidFill>
                <a:latin typeface="Ebrima"/>
                <a:cs typeface="Ebrima"/>
              </a:rPr>
              <a:t>TensorFlow</a:t>
            </a:r>
            <a:r>
              <a:rPr sz="1800" spc="-60" dirty="0">
                <a:solidFill>
                  <a:srgbClr val="FFFFFF"/>
                </a:solidFill>
                <a:latin typeface="Ebrima"/>
                <a:cs typeface="Ebrima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Ebrima"/>
                <a:cs typeface="Ebrima"/>
              </a:rPr>
              <a:t>dataset</a:t>
            </a:r>
            <a:endParaRPr sz="1800">
              <a:latin typeface="Ebrima"/>
              <a:cs typeface="Ebrim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8671941" y="463677"/>
            <a:ext cx="80962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dirty="0">
                <a:solidFill>
                  <a:srgbClr val="D9D9D9"/>
                </a:solidFill>
                <a:latin typeface="Ebrima"/>
                <a:cs typeface="Ebrima"/>
              </a:rPr>
              <a:t>UNIT</a:t>
            </a:r>
            <a:r>
              <a:rPr sz="1600" spc="400" dirty="0">
                <a:solidFill>
                  <a:srgbClr val="D9D9D9"/>
                </a:solidFill>
                <a:latin typeface="Ebrima"/>
                <a:cs typeface="Ebrima"/>
              </a:rPr>
              <a:t> </a:t>
            </a:r>
            <a:r>
              <a:rPr sz="1600" spc="-35" dirty="0">
                <a:solidFill>
                  <a:srgbClr val="D9D9D9"/>
                </a:solidFill>
                <a:latin typeface="Ebrima"/>
                <a:cs typeface="Ebrima"/>
              </a:rPr>
              <a:t>02</a:t>
            </a:r>
            <a:endParaRPr sz="1600">
              <a:latin typeface="Ebrima"/>
              <a:cs typeface="Ebrima"/>
            </a:endParaRPr>
          </a:p>
        </p:txBody>
      </p:sp>
      <p:pic>
        <p:nvPicPr>
          <p:cNvPr id="7" name="object 7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449580" y="1443177"/>
            <a:ext cx="5805678" cy="302564"/>
          </a:xfrm>
          <a:prstGeom prst="rect">
            <a:avLst/>
          </a:prstGeom>
        </p:spPr>
      </p:pic>
      <p:grpSp>
        <p:nvGrpSpPr>
          <p:cNvPr id="8" name="object 8"/>
          <p:cNvGrpSpPr/>
          <p:nvPr/>
        </p:nvGrpSpPr>
        <p:grpSpPr>
          <a:xfrm>
            <a:off x="682751" y="1914144"/>
            <a:ext cx="8663940" cy="4040504"/>
            <a:chOff x="682751" y="1914144"/>
            <a:chExt cx="8663940" cy="4040504"/>
          </a:xfrm>
        </p:grpSpPr>
        <p:sp>
          <p:nvSpPr>
            <p:cNvPr id="9" name="object 9"/>
            <p:cNvSpPr/>
            <p:nvPr/>
          </p:nvSpPr>
          <p:spPr>
            <a:xfrm>
              <a:off x="685799" y="1917192"/>
              <a:ext cx="8658225" cy="4034154"/>
            </a:xfrm>
            <a:custGeom>
              <a:avLst/>
              <a:gdLst/>
              <a:ahLst/>
              <a:cxnLst/>
              <a:rect l="l" t="t" r="r" b="b"/>
              <a:pathLst>
                <a:path w="8658225" h="4034154">
                  <a:moveTo>
                    <a:pt x="0" y="4034028"/>
                  </a:moveTo>
                  <a:lnTo>
                    <a:pt x="8657844" y="4034028"/>
                  </a:lnTo>
                  <a:lnTo>
                    <a:pt x="8657844" y="0"/>
                  </a:lnTo>
                  <a:lnTo>
                    <a:pt x="0" y="0"/>
                  </a:lnTo>
                  <a:lnTo>
                    <a:pt x="0" y="4034028"/>
                  </a:lnTo>
                  <a:close/>
                </a:path>
              </a:pathLst>
            </a:custGeom>
            <a:ln w="6096">
              <a:solidFill>
                <a:srgbClr val="D9D9D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" name="object 10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820281" y="2070057"/>
              <a:ext cx="8142470" cy="3631762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12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902951" cy="2997319"/>
          </a:xfrm>
          <a:prstGeom prst="rect">
            <a:avLst/>
          </a:prstGeom>
        </p:spPr>
      </p:pic>
      <p:sp>
        <p:nvSpPr>
          <p:cNvPr id="3" name="object 3"/>
          <p:cNvSpPr/>
          <p:nvPr/>
        </p:nvSpPr>
        <p:spPr>
          <a:xfrm>
            <a:off x="449580" y="6425184"/>
            <a:ext cx="9001125" cy="0"/>
          </a:xfrm>
          <a:custGeom>
            <a:avLst/>
            <a:gdLst/>
            <a:ahLst/>
            <a:cxnLst/>
            <a:rect l="l" t="t" r="r" b="b"/>
            <a:pathLst>
              <a:path w="9001125">
                <a:moveTo>
                  <a:pt x="0" y="0"/>
                </a:moveTo>
                <a:lnTo>
                  <a:pt x="9000744" y="0"/>
                </a:lnTo>
              </a:path>
            </a:pathLst>
          </a:custGeom>
          <a:ln w="6096">
            <a:solidFill>
              <a:srgbClr val="BEBEB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333067" y="6524434"/>
            <a:ext cx="111922" cy="90487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54151" y="6527292"/>
            <a:ext cx="1794510" cy="142494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6862571" y="6521195"/>
            <a:ext cx="2327910" cy="118110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915924" y="3224771"/>
            <a:ext cx="3199638" cy="311670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929639" y="2807207"/>
            <a:ext cx="700278" cy="195834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1240536" y="3973067"/>
            <a:ext cx="2181606" cy="182118"/>
          </a:xfrm>
          <a:prstGeom prst="rect">
            <a:avLst/>
          </a:prstGeom>
        </p:spPr>
      </p:pic>
      <p:sp>
        <p:nvSpPr>
          <p:cNvPr id="10" name="object 10"/>
          <p:cNvSpPr/>
          <p:nvPr/>
        </p:nvSpPr>
        <p:spPr>
          <a:xfrm>
            <a:off x="1051560" y="3924300"/>
            <a:ext cx="35560" cy="251460"/>
          </a:xfrm>
          <a:custGeom>
            <a:avLst/>
            <a:gdLst/>
            <a:ahLst/>
            <a:cxnLst/>
            <a:rect l="l" t="t" r="r" b="b"/>
            <a:pathLst>
              <a:path w="35559" h="251460">
                <a:moveTo>
                  <a:pt x="35052" y="0"/>
                </a:moveTo>
                <a:lnTo>
                  <a:pt x="0" y="0"/>
                </a:lnTo>
                <a:lnTo>
                  <a:pt x="0" y="251460"/>
                </a:lnTo>
                <a:lnTo>
                  <a:pt x="35052" y="251460"/>
                </a:lnTo>
                <a:lnTo>
                  <a:pt x="35052" y="0"/>
                </a:lnTo>
                <a:close/>
              </a:path>
            </a:pathLst>
          </a:custGeom>
          <a:solidFill>
            <a:srgbClr val="A6A6A6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1" name="object 11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1240536" y="4402835"/>
            <a:ext cx="1703070" cy="182118"/>
          </a:xfrm>
          <a:prstGeom prst="rect">
            <a:avLst/>
          </a:prstGeom>
        </p:spPr>
      </p:pic>
      <p:sp>
        <p:nvSpPr>
          <p:cNvPr id="12" name="object 12"/>
          <p:cNvSpPr/>
          <p:nvPr/>
        </p:nvSpPr>
        <p:spPr>
          <a:xfrm>
            <a:off x="1051560" y="4352544"/>
            <a:ext cx="35560" cy="253365"/>
          </a:xfrm>
          <a:custGeom>
            <a:avLst/>
            <a:gdLst/>
            <a:ahLst/>
            <a:cxnLst/>
            <a:rect l="l" t="t" r="r" b="b"/>
            <a:pathLst>
              <a:path w="35559" h="253364">
                <a:moveTo>
                  <a:pt x="35052" y="0"/>
                </a:moveTo>
                <a:lnTo>
                  <a:pt x="0" y="0"/>
                </a:lnTo>
                <a:lnTo>
                  <a:pt x="0" y="252984"/>
                </a:lnTo>
                <a:lnTo>
                  <a:pt x="35052" y="252984"/>
                </a:lnTo>
                <a:lnTo>
                  <a:pt x="35052" y="0"/>
                </a:lnTo>
                <a:close/>
              </a:path>
            </a:pathLst>
          </a:custGeom>
          <a:solidFill>
            <a:srgbClr val="A6A6A6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3" name="object 13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1239011" y="4844796"/>
            <a:ext cx="3368802" cy="206501"/>
          </a:xfrm>
          <a:prstGeom prst="rect">
            <a:avLst/>
          </a:prstGeom>
        </p:spPr>
      </p:pic>
      <p:sp>
        <p:nvSpPr>
          <p:cNvPr id="14" name="object 14"/>
          <p:cNvSpPr/>
          <p:nvPr/>
        </p:nvSpPr>
        <p:spPr>
          <a:xfrm>
            <a:off x="1051560" y="4782311"/>
            <a:ext cx="35560" cy="253365"/>
          </a:xfrm>
          <a:custGeom>
            <a:avLst/>
            <a:gdLst/>
            <a:ahLst/>
            <a:cxnLst/>
            <a:rect l="l" t="t" r="r" b="b"/>
            <a:pathLst>
              <a:path w="35559" h="253364">
                <a:moveTo>
                  <a:pt x="35052" y="0"/>
                </a:moveTo>
                <a:lnTo>
                  <a:pt x="0" y="0"/>
                </a:lnTo>
                <a:lnTo>
                  <a:pt x="0" y="252983"/>
                </a:lnTo>
                <a:lnTo>
                  <a:pt x="35052" y="252983"/>
                </a:lnTo>
                <a:lnTo>
                  <a:pt x="35052" y="0"/>
                </a:lnTo>
                <a:close/>
              </a:path>
            </a:pathLst>
          </a:custGeom>
          <a:solidFill>
            <a:srgbClr val="13299F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1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333067" y="6524434"/>
            <a:ext cx="111922" cy="90487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54151" y="6527292"/>
            <a:ext cx="1794510" cy="142494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862571" y="6521195"/>
            <a:ext cx="2327910" cy="118110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437489" y="431419"/>
            <a:ext cx="391858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FFFFFF"/>
                </a:solidFill>
                <a:latin typeface="Ebrima"/>
                <a:cs typeface="Ebrima"/>
              </a:rPr>
              <a:t>2.3.</a:t>
            </a:r>
            <a:r>
              <a:rPr sz="1800" spc="-25" dirty="0">
                <a:solidFill>
                  <a:srgbClr val="FFFFFF"/>
                </a:solidFill>
                <a:latin typeface="Ebrima"/>
                <a:cs typeface="Ebrima"/>
              </a:rPr>
              <a:t> </a:t>
            </a:r>
            <a:r>
              <a:rPr sz="1800" dirty="0">
                <a:solidFill>
                  <a:srgbClr val="FFFFFF"/>
                </a:solidFill>
                <a:latin typeface="Ebrima"/>
                <a:cs typeface="Ebrima"/>
              </a:rPr>
              <a:t>Machine</a:t>
            </a:r>
            <a:r>
              <a:rPr sz="1800" spc="-30" dirty="0">
                <a:solidFill>
                  <a:srgbClr val="FFFFFF"/>
                </a:solidFill>
                <a:latin typeface="Ebrima"/>
                <a:cs typeface="Ebrima"/>
              </a:rPr>
              <a:t> </a:t>
            </a:r>
            <a:r>
              <a:rPr sz="1800" dirty="0">
                <a:solidFill>
                  <a:srgbClr val="FFFFFF"/>
                </a:solidFill>
                <a:latin typeface="Ebrima"/>
                <a:cs typeface="Ebrima"/>
              </a:rPr>
              <a:t>Learning</a:t>
            </a:r>
            <a:r>
              <a:rPr sz="1800" spc="-30" dirty="0">
                <a:solidFill>
                  <a:srgbClr val="FFFFFF"/>
                </a:solidFill>
                <a:latin typeface="Ebrima"/>
                <a:cs typeface="Ebrima"/>
              </a:rPr>
              <a:t> </a:t>
            </a:r>
            <a:r>
              <a:rPr sz="1800" dirty="0">
                <a:solidFill>
                  <a:srgbClr val="FFFFFF"/>
                </a:solidFill>
                <a:latin typeface="Ebrima"/>
                <a:cs typeface="Ebrima"/>
              </a:rPr>
              <a:t>with</a:t>
            </a:r>
            <a:r>
              <a:rPr sz="1800" spc="-10" dirty="0">
                <a:solidFill>
                  <a:srgbClr val="FFFFFF"/>
                </a:solidFill>
                <a:latin typeface="Ebrima"/>
                <a:cs typeface="Ebrima"/>
              </a:rPr>
              <a:t> TensorFlow</a:t>
            </a:r>
            <a:endParaRPr sz="1800">
              <a:latin typeface="Ebrima"/>
              <a:cs typeface="Ebrim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8671941" y="463677"/>
            <a:ext cx="80962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dirty="0">
                <a:solidFill>
                  <a:srgbClr val="D9D9D9"/>
                </a:solidFill>
                <a:latin typeface="Ebrima"/>
                <a:cs typeface="Ebrima"/>
              </a:rPr>
              <a:t>UNIT</a:t>
            </a:r>
            <a:r>
              <a:rPr sz="1600" spc="400" dirty="0">
                <a:solidFill>
                  <a:srgbClr val="D9D9D9"/>
                </a:solidFill>
                <a:latin typeface="Ebrima"/>
                <a:cs typeface="Ebrima"/>
              </a:rPr>
              <a:t> </a:t>
            </a:r>
            <a:r>
              <a:rPr sz="1600" spc="-35" dirty="0">
                <a:solidFill>
                  <a:srgbClr val="D9D9D9"/>
                </a:solidFill>
                <a:latin typeface="Ebrima"/>
                <a:cs typeface="Ebrima"/>
              </a:rPr>
              <a:t>02</a:t>
            </a:r>
            <a:endParaRPr sz="1600">
              <a:latin typeface="Ebrima"/>
              <a:cs typeface="Ebrima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566927" y="1848611"/>
            <a:ext cx="36830" cy="181610"/>
          </a:xfrm>
          <a:custGeom>
            <a:avLst/>
            <a:gdLst/>
            <a:ahLst/>
            <a:cxnLst/>
            <a:rect l="l" t="t" r="r" b="b"/>
            <a:pathLst>
              <a:path w="36829" h="181610">
                <a:moveTo>
                  <a:pt x="36576" y="0"/>
                </a:moveTo>
                <a:lnTo>
                  <a:pt x="0" y="0"/>
                </a:lnTo>
                <a:lnTo>
                  <a:pt x="0" y="181355"/>
                </a:lnTo>
                <a:lnTo>
                  <a:pt x="36576" y="181355"/>
                </a:lnTo>
                <a:lnTo>
                  <a:pt x="36576" y="0"/>
                </a:lnTo>
                <a:close/>
              </a:path>
            </a:pathLst>
          </a:custGeom>
          <a:solidFill>
            <a:srgbClr val="183DAF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8" name="object 8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720851" y="1872995"/>
            <a:ext cx="5484114" cy="176022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473963" y="1455369"/>
            <a:ext cx="692670" cy="221792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2654814" y="3454934"/>
            <a:ext cx="526535" cy="128751"/>
          </a:xfrm>
          <a:prstGeom prst="rect">
            <a:avLst/>
          </a:prstGeom>
        </p:spPr>
      </p:pic>
      <p:sp>
        <p:nvSpPr>
          <p:cNvPr id="11" name="object 11"/>
          <p:cNvSpPr/>
          <p:nvPr/>
        </p:nvSpPr>
        <p:spPr>
          <a:xfrm>
            <a:off x="2733294" y="2783585"/>
            <a:ext cx="1198245" cy="314325"/>
          </a:xfrm>
          <a:custGeom>
            <a:avLst/>
            <a:gdLst/>
            <a:ahLst/>
            <a:cxnLst/>
            <a:rect l="l" t="t" r="r" b="b"/>
            <a:pathLst>
              <a:path w="1198245" h="314325">
                <a:moveTo>
                  <a:pt x="0" y="52324"/>
                </a:moveTo>
                <a:lnTo>
                  <a:pt x="4103" y="31932"/>
                </a:lnTo>
                <a:lnTo>
                  <a:pt x="15303" y="15303"/>
                </a:lnTo>
                <a:lnTo>
                  <a:pt x="31932" y="4103"/>
                </a:lnTo>
                <a:lnTo>
                  <a:pt x="52324" y="0"/>
                </a:lnTo>
                <a:lnTo>
                  <a:pt x="1145540" y="0"/>
                </a:lnTo>
                <a:lnTo>
                  <a:pt x="1165931" y="4103"/>
                </a:lnTo>
                <a:lnTo>
                  <a:pt x="1182560" y="15303"/>
                </a:lnTo>
                <a:lnTo>
                  <a:pt x="1193760" y="31932"/>
                </a:lnTo>
                <a:lnTo>
                  <a:pt x="1197864" y="52324"/>
                </a:lnTo>
                <a:lnTo>
                  <a:pt x="1197864" y="261619"/>
                </a:lnTo>
                <a:lnTo>
                  <a:pt x="1193760" y="282011"/>
                </a:lnTo>
                <a:lnTo>
                  <a:pt x="1182560" y="298640"/>
                </a:lnTo>
                <a:lnTo>
                  <a:pt x="1165931" y="309840"/>
                </a:lnTo>
                <a:lnTo>
                  <a:pt x="1145540" y="313943"/>
                </a:lnTo>
                <a:lnTo>
                  <a:pt x="52324" y="313943"/>
                </a:lnTo>
                <a:lnTo>
                  <a:pt x="31932" y="309840"/>
                </a:lnTo>
                <a:lnTo>
                  <a:pt x="15303" y="298640"/>
                </a:lnTo>
                <a:lnTo>
                  <a:pt x="4103" y="282011"/>
                </a:lnTo>
                <a:lnTo>
                  <a:pt x="0" y="261619"/>
                </a:lnTo>
                <a:lnTo>
                  <a:pt x="0" y="52324"/>
                </a:lnTo>
                <a:close/>
              </a:path>
            </a:pathLst>
          </a:custGeom>
          <a:ln w="28956">
            <a:solidFill>
              <a:srgbClr val="13299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3127375" y="2789046"/>
            <a:ext cx="681100" cy="2898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solidFill>
                  <a:srgbClr val="13299F"/>
                </a:solidFill>
                <a:latin typeface="Tahoma"/>
                <a:cs typeface="Tahoma"/>
              </a:rPr>
              <a:t>Code</a:t>
            </a:r>
            <a:endParaRPr sz="1800" dirty="0">
              <a:latin typeface="Tahoma"/>
              <a:cs typeface="Tahoma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1347088" y="3096767"/>
            <a:ext cx="3970654" cy="1885314"/>
            <a:chOff x="1347088" y="3096767"/>
            <a:chExt cx="3970654" cy="1885314"/>
          </a:xfrm>
        </p:grpSpPr>
        <p:sp>
          <p:nvSpPr>
            <p:cNvPr id="14" name="object 14"/>
            <p:cNvSpPr/>
            <p:nvPr/>
          </p:nvSpPr>
          <p:spPr>
            <a:xfrm>
              <a:off x="3293363" y="3096767"/>
              <a:ext cx="76200" cy="255270"/>
            </a:xfrm>
            <a:custGeom>
              <a:avLst/>
              <a:gdLst/>
              <a:ahLst/>
              <a:cxnLst/>
              <a:rect l="l" t="t" r="r" b="b"/>
              <a:pathLst>
                <a:path w="76200" h="255270">
                  <a:moveTo>
                    <a:pt x="31750" y="178816"/>
                  </a:moveTo>
                  <a:lnTo>
                    <a:pt x="0" y="178816"/>
                  </a:lnTo>
                  <a:lnTo>
                    <a:pt x="38100" y="255016"/>
                  </a:lnTo>
                  <a:lnTo>
                    <a:pt x="69850" y="191516"/>
                  </a:lnTo>
                  <a:lnTo>
                    <a:pt x="31750" y="191516"/>
                  </a:lnTo>
                  <a:lnTo>
                    <a:pt x="31750" y="178816"/>
                  </a:lnTo>
                  <a:close/>
                </a:path>
                <a:path w="76200" h="255270">
                  <a:moveTo>
                    <a:pt x="44450" y="0"/>
                  </a:moveTo>
                  <a:lnTo>
                    <a:pt x="31750" y="0"/>
                  </a:lnTo>
                  <a:lnTo>
                    <a:pt x="31750" y="191516"/>
                  </a:lnTo>
                  <a:lnTo>
                    <a:pt x="44450" y="191516"/>
                  </a:lnTo>
                  <a:lnTo>
                    <a:pt x="44450" y="0"/>
                  </a:lnTo>
                  <a:close/>
                </a:path>
                <a:path w="76200" h="255270">
                  <a:moveTo>
                    <a:pt x="76200" y="178816"/>
                  </a:moveTo>
                  <a:lnTo>
                    <a:pt x="44450" y="178816"/>
                  </a:lnTo>
                  <a:lnTo>
                    <a:pt x="44450" y="191516"/>
                  </a:lnTo>
                  <a:lnTo>
                    <a:pt x="69850" y="191516"/>
                  </a:lnTo>
                  <a:lnTo>
                    <a:pt x="76200" y="178816"/>
                  </a:lnTo>
                  <a:close/>
                </a:path>
              </a:pathLst>
            </a:custGeom>
            <a:solidFill>
              <a:srgbClr val="13299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5" name="object 15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3294887" y="3390899"/>
              <a:ext cx="73152" cy="73151"/>
            </a:xfrm>
            <a:prstGeom prst="rect">
              <a:avLst/>
            </a:prstGeom>
          </p:spPr>
        </p:pic>
        <p:sp>
          <p:nvSpPr>
            <p:cNvPr id="16" name="object 16"/>
            <p:cNvSpPr/>
            <p:nvPr/>
          </p:nvSpPr>
          <p:spPr>
            <a:xfrm>
              <a:off x="3331463" y="3459479"/>
              <a:ext cx="0" cy="541655"/>
            </a:xfrm>
            <a:custGeom>
              <a:avLst/>
              <a:gdLst/>
              <a:ahLst/>
              <a:cxnLst/>
              <a:rect l="l" t="t" r="r" b="b"/>
              <a:pathLst>
                <a:path h="541654">
                  <a:moveTo>
                    <a:pt x="0" y="0"/>
                  </a:moveTo>
                  <a:lnTo>
                    <a:pt x="0" y="541401"/>
                  </a:lnTo>
                </a:path>
              </a:pathLst>
            </a:custGeom>
            <a:ln w="12192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2708910" y="4382261"/>
              <a:ext cx="1247140" cy="585470"/>
            </a:xfrm>
            <a:custGeom>
              <a:avLst/>
              <a:gdLst/>
              <a:ahLst/>
              <a:cxnLst/>
              <a:rect l="l" t="t" r="r" b="b"/>
              <a:pathLst>
                <a:path w="1247139" h="585470">
                  <a:moveTo>
                    <a:pt x="1149095" y="0"/>
                  </a:moveTo>
                  <a:lnTo>
                    <a:pt x="97535" y="0"/>
                  </a:lnTo>
                  <a:lnTo>
                    <a:pt x="59578" y="7667"/>
                  </a:lnTo>
                  <a:lnTo>
                    <a:pt x="28575" y="28575"/>
                  </a:lnTo>
                  <a:lnTo>
                    <a:pt x="7667" y="59578"/>
                  </a:lnTo>
                  <a:lnTo>
                    <a:pt x="0" y="97536"/>
                  </a:lnTo>
                  <a:lnTo>
                    <a:pt x="0" y="487680"/>
                  </a:lnTo>
                  <a:lnTo>
                    <a:pt x="7667" y="525637"/>
                  </a:lnTo>
                  <a:lnTo>
                    <a:pt x="28575" y="556640"/>
                  </a:lnTo>
                  <a:lnTo>
                    <a:pt x="59578" y="577548"/>
                  </a:lnTo>
                  <a:lnTo>
                    <a:pt x="97535" y="585215"/>
                  </a:lnTo>
                  <a:lnTo>
                    <a:pt x="1149095" y="585215"/>
                  </a:lnTo>
                  <a:lnTo>
                    <a:pt x="1187053" y="577548"/>
                  </a:lnTo>
                  <a:lnTo>
                    <a:pt x="1218056" y="556640"/>
                  </a:lnTo>
                  <a:lnTo>
                    <a:pt x="1238964" y="525637"/>
                  </a:lnTo>
                  <a:lnTo>
                    <a:pt x="1246631" y="487680"/>
                  </a:lnTo>
                  <a:lnTo>
                    <a:pt x="1246631" y="97536"/>
                  </a:lnTo>
                  <a:lnTo>
                    <a:pt x="1238964" y="59578"/>
                  </a:lnTo>
                  <a:lnTo>
                    <a:pt x="1218056" y="28575"/>
                  </a:lnTo>
                  <a:lnTo>
                    <a:pt x="1187053" y="7667"/>
                  </a:lnTo>
                  <a:lnTo>
                    <a:pt x="114909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2708910" y="4382261"/>
              <a:ext cx="1247140" cy="585470"/>
            </a:xfrm>
            <a:custGeom>
              <a:avLst/>
              <a:gdLst/>
              <a:ahLst/>
              <a:cxnLst/>
              <a:rect l="l" t="t" r="r" b="b"/>
              <a:pathLst>
                <a:path w="1247139" h="585470">
                  <a:moveTo>
                    <a:pt x="0" y="97536"/>
                  </a:moveTo>
                  <a:lnTo>
                    <a:pt x="7667" y="59578"/>
                  </a:lnTo>
                  <a:lnTo>
                    <a:pt x="28575" y="28575"/>
                  </a:lnTo>
                  <a:lnTo>
                    <a:pt x="59578" y="7667"/>
                  </a:lnTo>
                  <a:lnTo>
                    <a:pt x="97535" y="0"/>
                  </a:lnTo>
                  <a:lnTo>
                    <a:pt x="1149095" y="0"/>
                  </a:lnTo>
                  <a:lnTo>
                    <a:pt x="1187053" y="7667"/>
                  </a:lnTo>
                  <a:lnTo>
                    <a:pt x="1218056" y="28575"/>
                  </a:lnTo>
                  <a:lnTo>
                    <a:pt x="1238964" y="59578"/>
                  </a:lnTo>
                  <a:lnTo>
                    <a:pt x="1246631" y="97536"/>
                  </a:lnTo>
                  <a:lnTo>
                    <a:pt x="1246631" y="487680"/>
                  </a:lnTo>
                  <a:lnTo>
                    <a:pt x="1238964" y="525637"/>
                  </a:lnTo>
                  <a:lnTo>
                    <a:pt x="1218056" y="556640"/>
                  </a:lnTo>
                  <a:lnTo>
                    <a:pt x="1187053" y="577548"/>
                  </a:lnTo>
                  <a:lnTo>
                    <a:pt x="1149095" y="585215"/>
                  </a:lnTo>
                  <a:lnTo>
                    <a:pt x="97535" y="585215"/>
                  </a:lnTo>
                  <a:lnTo>
                    <a:pt x="59578" y="577548"/>
                  </a:lnTo>
                  <a:lnTo>
                    <a:pt x="28575" y="556640"/>
                  </a:lnTo>
                  <a:lnTo>
                    <a:pt x="7667" y="525637"/>
                  </a:lnTo>
                  <a:lnTo>
                    <a:pt x="0" y="487680"/>
                  </a:lnTo>
                  <a:lnTo>
                    <a:pt x="0" y="97536"/>
                  </a:lnTo>
                  <a:close/>
                </a:path>
              </a:pathLst>
            </a:custGeom>
            <a:ln w="28956">
              <a:solidFill>
                <a:srgbClr val="168DC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1361693" y="4382261"/>
              <a:ext cx="1247140" cy="585470"/>
            </a:xfrm>
            <a:custGeom>
              <a:avLst/>
              <a:gdLst/>
              <a:ahLst/>
              <a:cxnLst/>
              <a:rect l="l" t="t" r="r" b="b"/>
              <a:pathLst>
                <a:path w="1247139" h="585470">
                  <a:moveTo>
                    <a:pt x="1149095" y="0"/>
                  </a:moveTo>
                  <a:lnTo>
                    <a:pt x="97536" y="0"/>
                  </a:lnTo>
                  <a:lnTo>
                    <a:pt x="59578" y="7667"/>
                  </a:lnTo>
                  <a:lnTo>
                    <a:pt x="28575" y="28575"/>
                  </a:lnTo>
                  <a:lnTo>
                    <a:pt x="7667" y="59578"/>
                  </a:lnTo>
                  <a:lnTo>
                    <a:pt x="0" y="97536"/>
                  </a:lnTo>
                  <a:lnTo>
                    <a:pt x="0" y="487680"/>
                  </a:lnTo>
                  <a:lnTo>
                    <a:pt x="7667" y="525637"/>
                  </a:lnTo>
                  <a:lnTo>
                    <a:pt x="28575" y="556640"/>
                  </a:lnTo>
                  <a:lnTo>
                    <a:pt x="59578" y="577548"/>
                  </a:lnTo>
                  <a:lnTo>
                    <a:pt x="97536" y="585215"/>
                  </a:lnTo>
                  <a:lnTo>
                    <a:pt x="1149095" y="585215"/>
                  </a:lnTo>
                  <a:lnTo>
                    <a:pt x="1187053" y="577548"/>
                  </a:lnTo>
                  <a:lnTo>
                    <a:pt x="1218057" y="556640"/>
                  </a:lnTo>
                  <a:lnTo>
                    <a:pt x="1238964" y="525637"/>
                  </a:lnTo>
                  <a:lnTo>
                    <a:pt x="1246632" y="487680"/>
                  </a:lnTo>
                  <a:lnTo>
                    <a:pt x="1246632" y="97536"/>
                  </a:lnTo>
                  <a:lnTo>
                    <a:pt x="1238964" y="59578"/>
                  </a:lnTo>
                  <a:lnTo>
                    <a:pt x="1218057" y="28575"/>
                  </a:lnTo>
                  <a:lnTo>
                    <a:pt x="1187053" y="7667"/>
                  </a:lnTo>
                  <a:lnTo>
                    <a:pt x="114909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1361693" y="4382261"/>
              <a:ext cx="1247140" cy="585470"/>
            </a:xfrm>
            <a:custGeom>
              <a:avLst/>
              <a:gdLst/>
              <a:ahLst/>
              <a:cxnLst/>
              <a:rect l="l" t="t" r="r" b="b"/>
              <a:pathLst>
                <a:path w="1247139" h="585470">
                  <a:moveTo>
                    <a:pt x="0" y="97536"/>
                  </a:moveTo>
                  <a:lnTo>
                    <a:pt x="7667" y="59578"/>
                  </a:lnTo>
                  <a:lnTo>
                    <a:pt x="28575" y="28575"/>
                  </a:lnTo>
                  <a:lnTo>
                    <a:pt x="59578" y="7667"/>
                  </a:lnTo>
                  <a:lnTo>
                    <a:pt x="97536" y="0"/>
                  </a:lnTo>
                  <a:lnTo>
                    <a:pt x="1149095" y="0"/>
                  </a:lnTo>
                  <a:lnTo>
                    <a:pt x="1187053" y="7667"/>
                  </a:lnTo>
                  <a:lnTo>
                    <a:pt x="1218057" y="28575"/>
                  </a:lnTo>
                  <a:lnTo>
                    <a:pt x="1238964" y="59578"/>
                  </a:lnTo>
                  <a:lnTo>
                    <a:pt x="1246632" y="97536"/>
                  </a:lnTo>
                  <a:lnTo>
                    <a:pt x="1246632" y="487680"/>
                  </a:lnTo>
                  <a:lnTo>
                    <a:pt x="1238964" y="525637"/>
                  </a:lnTo>
                  <a:lnTo>
                    <a:pt x="1218057" y="556640"/>
                  </a:lnTo>
                  <a:lnTo>
                    <a:pt x="1187053" y="577548"/>
                  </a:lnTo>
                  <a:lnTo>
                    <a:pt x="1149095" y="585215"/>
                  </a:lnTo>
                  <a:lnTo>
                    <a:pt x="97536" y="585215"/>
                  </a:lnTo>
                  <a:lnTo>
                    <a:pt x="59578" y="577548"/>
                  </a:lnTo>
                  <a:lnTo>
                    <a:pt x="28575" y="556640"/>
                  </a:lnTo>
                  <a:lnTo>
                    <a:pt x="7667" y="525637"/>
                  </a:lnTo>
                  <a:lnTo>
                    <a:pt x="0" y="487680"/>
                  </a:lnTo>
                  <a:lnTo>
                    <a:pt x="0" y="97536"/>
                  </a:lnTo>
                  <a:close/>
                </a:path>
              </a:pathLst>
            </a:custGeom>
            <a:ln w="28956">
              <a:solidFill>
                <a:srgbClr val="1E547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1984247" y="3994403"/>
              <a:ext cx="1348740" cy="403225"/>
            </a:xfrm>
            <a:custGeom>
              <a:avLst/>
              <a:gdLst/>
              <a:ahLst/>
              <a:cxnLst/>
              <a:rect l="l" t="t" r="r" b="b"/>
              <a:pathLst>
                <a:path w="1348739" h="403225">
                  <a:moveTo>
                    <a:pt x="62991" y="329819"/>
                  </a:moveTo>
                  <a:lnTo>
                    <a:pt x="0" y="387223"/>
                  </a:lnTo>
                  <a:lnTo>
                    <a:pt x="83693" y="403098"/>
                  </a:lnTo>
                  <a:lnTo>
                    <a:pt x="76051" y="376047"/>
                  </a:lnTo>
                  <a:lnTo>
                    <a:pt x="62864" y="376047"/>
                  </a:lnTo>
                  <a:lnTo>
                    <a:pt x="59308" y="363855"/>
                  </a:lnTo>
                  <a:lnTo>
                    <a:pt x="71622" y="360370"/>
                  </a:lnTo>
                  <a:lnTo>
                    <a:pt x="62991" y="329819"/>
                  </a:lnTo>
                  <a:close/>
                </a:path>
                <a:path w="1348739" h="403225">
                  <a:moveTo>
                    <a:pt x="71622" y="360370"/>
                  </a:moveTo>
                  <a:lnTo>
                    <a:pt x="59308" y="363855"/>
                  </a:lnTo>
                  <a:lnTo>
                    <a:pt x="62864" y="376047"/>
                  </a:lnTo>
                  <a:lnTo>
                    <a:pt x="75075" y="372591"/>
                  </a:lnTo>
                  <a:lnTo>
                    <a:pt x="71622" y="360370"/>
                  </a:lnTo>
                  <a:close/>
                </a:path>
                <a:path w="1348739" h="403225">
                  <a:moveTo>
                    <a:pt x="75075" y="372591"/>
                  </a:moveTo>
                  <a:lnTo>
                    <a:pt x="62864" y="376047"/>
                  </a:lnTo>
                  <a:lnTo>
                    <a:pt x="76051" y="376047"/>
                  </a:lnTo>
                  <a:lnTo>
                    <a:pt x="75075" y="372591"/>
                  </a:lnTo>
                  <a:close/>
                </a:path>
                <a:path w="1348739" h="403225">
                  <a:moveTo>
                    <a:pt x="1345311" y="0"/>
                  </a:moveTo>
                  <a:lnTo>
                    <a:pt x="71622" y="360370"/>
                  </a:lnTo>
                  <a:lnTo>
                    <a:pt x="75075" y="372591"/>
                  </a:lnTo>
                  <a:lnTo>
                    <a:pt x="1348739" y="12192"/>
                  </a:lnTo>
                  <a:lnTo>
                    <a:pt x="1345311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4056125" y="4382261"/>
              <a:ext cx="1247140" cy="585470"/>
            </a:xfrm>
            <a:custGeom>
              <a:avLst/>
              <a:gdLst/>
              <a:ahLst/>
              <a:cxnLst/>
              <a:rect l="l" t="t" r="r" b="b"/>
              <a:pathLst>
                <a:path w="1247139" h="585470">
                  <a:moveTo>
                    <a:pt x="1149096" y="0"/>
                  </a:moveTo>
                  <a:lnTo>
                    <a:pt x="97536" y="0"/>
                  </a:lnTo>
                  <a:lnTo>
                    <a:pt x="59578" y="7667"/>
                  </a:lnTo>
                  <a:lnTo>
                    <a:pt x="28575" y="28575"/>
                  </a:lnTo>
                  <a:lnTo>
                    <a:pt x="7667" y="59578"/>
                  </a:lnTo>
                  <a:lnTo>
                    <a:pt x="0" y="97536"/>
                  </a:lnTo>
                  <a:lnTo>
                    <a:pt x="0" y="487680"/>
                  </a:lnTo>
                  <a:lnTo>
                    <a:pt x="7667" y="525637"/>
                  </a:lnTo>
                  <a:lnTo>
                    <a:pt x="28575" y="556640"/>
                  </a:lnTo>
                  <a:lnTo>
                    <a:pt x="59578" y="577548"/>
                  </a:lnTo>
                  <a:lnTo>
                    <a:pt x="97536" y="585215"/>
                  </a:lnTo>
                  <a:lnTo>
                    <a:pt x="1149096" y="585215"/>
                  </a:lnTo>
                  <a:lnTo>
                    <a:pt x="1187053" y="577548"/>
                  </a:lnTo>
                  <a:lnTo>
                    <a:pt x="1218057" y="556640"/>
                  </a:lnTo>
                  <a:lnTo>
                    <a:pt x="1238964" y="525637"/>
                  </a:lnTo>
                  <a:lnTo>
                    <a:pt x="1246632" y="487680"/>
                  </a:lnTo>
                  <a:lnTo>
                    <a:pt x="1246632" y="97536"/>
                  </a:lnTo>
                  <a:lnTo>
                    <a:pt x="1238964" y="59578"/>
                  </a:lnTo>
                  <a:lnTo>
                    <a:pt x="1218057" y="28575"/>
                  </a:lnTo>
                  <a:lnTo>
                    <a:pt x="1187053" y="7667"/>
                  </a:lnTo>
                  <a:lnTo>
                    <a:pt x="1149096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4056125" y="4382261"/>
              <a:ext cx="1247140" cy="585470"/>
            </a:xfrm>
            <a:custGeom>
              <a:avLst/>
              <a:gdLst/>
              <a:ahLst/>
              <a:cxnLst/>
              <a:rect l="l" t="t" r="r" b="b"/>
              <a:pathLst>
                <a:path w="1247139" h="585470">
                  <a:moveTo>
                    <a:pt x="0" y="97536"/>
                  </a:moveTo>
                  <a:lnTo>
                    <a:pt x="7667" y="59578"/>
                  </a:lnTo>
                  <a:lnTo>
                    <a:pt x="28575" y="28575"/>
                  </a:lnTo>
                  <a:lnTo>
                    <a:pt x="59578" y="7667"/>
                  </a:lnTo>
                  <a:lnTo>
                    <a:pt x="97536" y="0"/>
                  </a:lnTo>
                  <a:lnTo>
                    <a:pt x="1149096" y="0"/>
                  </a:lnTo>
                  <a:lnTo>
                    <a:pt x="1187053" y="7667"/>
                  </a:lnTo>
                  <a:lnTo>
                    <a:pt x="1218057" y="28575"/>
                  </a:lnTo>
                  <a:lnTo>
                    <a:pt x="1238964" y="59578"/>
                  </a:lnTo>
                  <a:lnTo>
                    <a:pt x="1246632" y="97536"/>
                  </a:lnTo>
                  <a:lnTo>
                    <a:pt x="1246632" y="487680"/>
                  </a:lnTo>
                  <a:lnTo>
                    <a:pt x="1238964" y="525637"/>
                  </a:lnTo>
                  <a:lnTo>
                    <a:pt x="1218057" y="556640"/>
                  </a:lnTo>
                  <a:lnTo>
                    <a:pt x="1187053" y="577548"/>
                  </a:lnTo>
                  <a:lnTo>
                    <a:pt x="1149096" y="585215"/>
                  </a:lnTo>
                  <a:lnTo>
                    <a:pt x="97536" y="585215"/>
                  </a:lnTo>
                  <a:lnTo>
                    <a:pt x="59578" y="577548"/>
                  </a:lnTo>
                  <a:lnTo>
                    <a:pt x="28575" y="556640"/>
                  </a:lnTo>
                  <a:lnTo>
                    <a:pt x="7667" y="525637"/>
                  </a:lnTo>
                  <a:lnTo>
                    <a:pt x="0" y="487680"/>
                  </a:lnTo>
                  <a:lnTo>
                    <a:pt x="0" y="97536"/>
                  </a:lnTo>
                  <a:close/>
                </a:path>
              </a:pathLst>
            </a:custGeom>
            <a:ln w="28955">
              <a:solidFill>
                <a:srgbClr val="E67B2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3293364" y="3994403"/>
              <a:ext cx="1385570" cy="403225"/>
            </a:xfrm>
            <a:custGeom>
              <a:avLst/>
              <a:gdLst/>
              <a:ahLst/>
              <a:cxnLst/>
              <a:rect l="l" t="t" r="r" b="b"/>
              <a:pathLst>
                <a:path w="1385570" h="403225">
                  <a:moveTo>
                    <a:pt x="1385189" y="387223"/>
                  </a:moveTo>
                  <a:lnTo>
                    <a:pt x="1372920" y="376047"/>
                  </a:lnTo>
                  <a:lnTo>
                    <a:pt x="1322197" y="329819"/>
                  </a:lnTo>
                  <a:lnTo>
                    <a:pt x="1313548" y="360413"/>
                  </a:lnTo>
                  <a:lnTo>
                    <a:pt x="39878" y="0"/>
                  </a:lnTo>
                  <a:lnTo>
                    <a:pt x="38100" y="6096"/>
                  </a:lnTo>
                  <a:lnTo>
                    <a:pt x="31750" y="6096"/>
                  </a:lnTo>
                  <a:lnTo>
                    <a:pt x="31750" y="311023"/>
                  </a:lnTo>
                  <a:lnTo>
                    <a:pt x="0" y="311023"/>
                  </a:lnTo>
                  <a:lnTo>
                    <a:pt x="38100" y="387223"/>
                  </a:lnTo>
                  <a:lnTo>
                    <a:pt x="69850" y="323723"/>
                  </a:lnTo>
                  <a:lnTo>
                    <a:pt x="76200" y="311023"/>
                  </a:lnTo>
                  <a:lnTo>
                    <a:pt x="44450" y="311023"/>
                  </a:lnTo>
                  <a:lnTo>
                    <a:pt x="44450" y="14503"/>
                  </a:lnTo>
                  <a:lnTo>
                    <a:pt x="1310106" y="372592"/>
                  </a:lnTo>
                  <a:lnTo>
                    <a:pt x="1301496" y="403098"/>
                  </a:lnTo>
                  <a:lnTo>
                    <a:pt x="1385189" y="387223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2526791" y="3677411"/>
              <a:ext cx="1609725" cy="425450"/>
            </a:xfrm>
            <a:custGeom>
              <a:avLst/>
              <a:gdLst/>
              <a:ahLst/>
              <a:cxnLst/>
              <a:rect l="l" t="t" r="r" b="b"/>
              <a:pathLst>
                <a:path w="1609725" h="425450">
                  <a:moveTo>
                    <a:pt x="1538478" y="0"/>
                  </a:moveTo>
                  <a:lnTo>
                    <a:pt x="70865" y="0"/>
                  </a:lnTo>
                  <a:lnTo>
                    <a:pt x="43291" y="5572"/>
                  </a:lnTo>
                  <a:lnTo>
                    <a:pt x="20764" y="20764"/>
                  </a:lnTo>
                  <a:lnTo>
                    <a:pt x="5572" y="43291"/>
                  </a:lnTo>
                  <a:lnTo>
                    <a:pt x="0" y="70865"/>
                  </a:lnTo>
                  <a:lnTo>
                    <a:pt x="0" y="354330"/>
                  </a:lnTo>
                  <a:lnTo>
                    <a:pt x="5572" y="381904"/>
                  </a:lnTo>
                  <a:lnTo>
                    <a:pt x="20764" y="404431"/>
                  </a:lnTo>
                  <a:lnTo>
                    <a:pt x="43291" y="419623"/>
                  </a:lnTo>
                  <a:lnTo>
                    <a:pt x="70865" y="425195"/>
                  </a:lnTo>
                  <a:lnTo>
                    <a:pt x="1538478" y="425195"/>
                  </a:lnTo>
                  <a:lnTo>
                    <a:pt x="1566052" y="419623"/>
                  </a:lnTo>
                  <a:lnTo>
                    <a:pt x="1588579" y="404431"/>
                  </a:lnTo>
                  <a:lnTo>
                    <a:pt x="1603771" y="381904"/>
                  </a:lnTo>
                  <a:lnTo>
                    <a:pt x="1609344" y="354330"/>
                  </a:lnTo>
                  <a:lnTo>
                    <a:pt x="1609344" y="70865"/>
                  </a:lnTo>
                  <a:lnTo>
                    <a:pt x="1603771" y="43291"/>
                  </a:lnTo>
                  <a:lnTo>
                    <a:pt x="1588579" y="20764"/>
                  </a:lnTo>
                  <a:lnTo>
                    <a:pt x="1566052" y="5572"/>
                  </a:lnTo>
                  <a:lnTo>
                    <a:pt x="1538478" y="0"/>
                  </a:lnTo>
                  <a:close/>
                </a:path>
              </a:pathLst>
            </a:custGeom>
            <a:solidFill>
              <a:srgbClr val="C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2526791" y="3677411"/>
              <a:ext cx="1609725" cy="425450"/>
            </a:xfrm>
            <a:custGeom>
              <a:avLst/>
              <a:gdLst/>
              <a:ahLst/>
              <a:cxnLst/>
              <a:rect l="l" t="t" r="r" b="b"/>
              <a:pathLst>
                <a:path w="1609725" h="425450">
                  <a:moveTo>
                    <a:pt x="0" y="70865"/>
                  </a:moveTo>
                  <a:lnTo>
                    <a:pt x="5572" y="43291"/>
                  </a:lnTo>
                  <a:lnTo>
                    <a:pt x="20764" y="20764"/>
                  </a:lnTo>
                  <a:lnTo>
                    <a:pt x="43291" y="5572"/>
                  </a:lnTo>
                  <a:lnTo>
                    <a:pt x="70865" y="0"/>
                  </a:lnTo>
                  <a:lnTo>
                    <a:pt x="1538478" y="0"/>
                  </a:lnTo>
                  <a:lnTo>
                    <a:pt x="1566052" y="5572"/>
                  </a:lnTo>
                  <a:lnTo>
                    <a:pt x="1588579" y="20764"/>
                  </a:lnTo>
                  <a:lnTo>
                    <a:pt x="1603771" y="43291"/>
                  </a:lnTo>
                  <a:lnTo>
                    <a:pt x="1609344" y="70865"/>
                  </a:lnTo>
                  <a:lnTo>
                    <a:pt x="1609344" y="354330"/>
                  </a:lnTo>
                  <a:lnTo>
                    <a:pt x="1603771" y="381904"/>
                  </a:lnTo>
                  <a:lnTo>
                    <a:pt x="1588579" y="404431"/>
                  </a:lnTo>
                  <a:lnTo>
                    <a:pt x="1566052" y="419623"/>
                  </a:lnTo>
                  <a:lnTo>
                    <a:pt x="1538478" y="425195"/>
                  </a:lnTo>
                  <a:lnTo>
                    <a:pt x="70865" y="425195"/>
                  </a:lnTo>
                  <a:lnTo>
                    <a:pt x="43291" y="419623"/>
                  </a:lnTo>
                  <a:lnTo>
                    <a:pt x="20764" y="404431"/>
                  </a:lnTo>
                  <a:lnTo>
                    <a:pt x="5572" y="381904"/>
                  </a:lnTo>
                  <a:lnTo>
                    <a:pt x="0" y="354330"/>
                  </a:lnTo>
                  <a:lnTo>
                    <a:pt x="0" y="70865"/>
                  </a:lnTo>
                  <a:close/>
                </a:path>
              </a:pathLst>
            </a:custGeom>
            <a:ln w="12191">
              <a:solidFill>
                <a:srgbClr val="40404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7" name="object 27"/>
          <p:cNvSpPr txBox="1"/>
          <p:nvPr/>
        </p:nvSpPr>
        <p:spPr>
          <a:xfrm>
            <a:off x="2698750" y="3762502"/>
            <a:ext cx="1357375" cy="17440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50" b="1" dirty="0">
                <a:solidFill>
                  <a:srgbClr val="FFFFFF"/>
                </a:solidFill>
                <a:latin typeface="Tahoma"/>
                <a:cs typeface="Tahoma"/>
              </a:rPr>
              <a:t>Multi-backend</a:t>
            </a:r>
            <a:r>
              <a:rPr sz="1050" b="1" spc="-10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050" b="1" spc="-210" dirty="0">
                <a:solidFill>
                  <a:srgbClr val="FFFFFF"/>
                </a:solidFill>
                <a:latin typeface="Tahoma"/>
                <a:cs typeface="Tahoma"/>
              </a:rPr>
              <a:t>Keras</a:t>
            </a:r>
            <a:endParaRPr sz="1050" dirty="0">
              <a:latin typeface="Tahoma"/>
              <a:cs typeface="Tahoma"/>
            </a:endParaRPr>
          </a:p>
        </p:txBody>
      </p:sp>
      <p:grpSp>
        <p:nvGrpSpPr>
          <p:cNvPr id="28" name="object 28"/>
          <p:cNvGrpSpPr/>
          <p:nvPr/>
        </p:nvGrpSpPr>
        <p:grpSpPr>
          <a:xfrm>
            <a:off x="1514855" y="4450079"/>
            <a:ext cx="3630295" cy="445134"/>
            <a:chOff x="1514855" y="4450079"/>
            <a:chExt cx="3630295" cy="445134"/>
          </a:xfrm>
        </p:grpSpPr>
        <p:pic>
          <p:nvPicPr>
            <p:cNvPr id="29" name="object 29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1514855" y="4524755"/>
              <a:ext cx="940307" cy="295656"/>
            </a:xfrm>
            <a:prstGeom prst="rect">
              <a:avLst/>
            </a:prstGeom>
          </p:spPr>
        </p:pic>
        <p:pic>
          <p:nvPicPr>
            <p:cNvPr id="30" name="object 30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2840736" y="4491227"/>
              <a:ext cx="967739" cy="364236"/>
            </a:xfrm>
            <a:prstGeom prst="rect">
              <a:avLst/>
            </a:prstGeom>
          </p:spPr>
        </p:pic>
        <p:pic>
          <p:nvPicPr>
            <p:cNvPr id="31" name="object 31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4212335" y="4450079"/>
              <a:ext cx="932688" cy="445007"/>
            </a:xfrm>
            <a:prstGeom prst="rect">
              <a:avLst/>
            </a:prstGeom>
          </p:spPr>
        </p:pic>
      </p:grpSp>
      <p:grpSp>
        <p:nvGrpSpPr>
          <p:cNvPr id="32" name="object 32"/>
          <p:cNvGrpSpPr/>
          <p:nvPr/>
        </p:nvGrpSpPr>
        <p:grpSpPr>
          <a:xfrm>
            <a:off x="5952490" y="3421379"/>
            <a:ext cx="2211070" cy="1467485"/>
            <a:chOff x="5952490" y="3421379"/>
            <a:chExt cx="2211070" cy="1467485"/>
          </a:xfrm>
        </p:grpSpPr>
        <p:pic>
          <p:nvPicPr>
            <p:cNvPr id="33" name="object 33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6297168" y="4450079"/>
              <a:ext cx="932688" cy="438161"/>
            </a:xfrm>
            <a:prstGeom prst="rect">
              <a:avLst/>
            </a:prstGeom>
          </p:spPr>
        </p:pic>
        <p:sp>
          <p:nvSpPr>
            <p:cNvPr id="34" name="object 34"/>
            <p:cNvSpPr/>
            <p:nvPr/>
          </p:nvSpPr>
          <p:spPr>
            <a:xfrm>
              <a:off x="6591300" y="3489959"/>
              <a:ext cx="76200" cy="869950"/>
            </a:xfrm>
            <a:custGeom>
              <a:avLst/>
              <a:gdLst/>
              <a:ahLst/>
              <a:cxnLst/>
              <a:rect l="l" t="t" r="r" b="b"/>
              <a:pathLst>
                <a:path w="76200" h="869950">
                  <a:moveTo>
                    <a:pt x="31750" y="793241"/>
                  </a:moveTo>
                  <a:lnTo>
                    <a:pt x="0" y="793241"/>
                  </a:lnTo>
                  <a:lnTo>
                    <a:pt x="38100" y="869441"/>
                  </a:lnTo>
                  <a:lnTo>
                    <a:pt x="69850" y="805941"/>
                  </a:lnTo>
                  <a:lnTo>
                    <a:pt x="31750" y="805941"/>
                  </a:lnTo>
                  <a:lnTo>
                    <a:pt x="31750" y="793241"/>
                  </a:lnTo>
                  <a:close/>
                </a:path>
                <a:path w="76200" h="869950">
                  <a:moveTo>
                    <a:pt x="44450" y="0"/>
                  </a:moveTo>
                  <a:lnTo>
                    <a:pt x="31750" y="0"/>
                  </a:lnTo>
                  <a:lnTo>
                    <a:pt x="31750" y="805941"/>
                  </a:lnTo>
                  <a:lnTo>
                    <a:pt x="44450" y="805941"/>
                  </a:lnTo>
                  <a:lnTo>
                    <a:pt x="44450" y="0"/>
                  </a:lnTo>
                  <a:close/>
                </a:path>
                <a:path w="76200" h="869950">
                  <a:moveTo>
                    <a:pt x="76200" y="793241"/>
                  </a:moveTo>
                  <a:lnTo>
                    <a:pt x="44450" y="793241"/>
                  </a:lnTo>
                  <a:lnTo>
                    <a:pt x="44450" y="805941"/>
                  </a:lnTo>
                  <a:lnTo>
                    <a:pt x="69850" y="805941"/>
                  </a:lnTo>
                  <a:lnTo>
                    <a:pt x="76200" y="793241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5" name="object 35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6589776" y="3421379"/>
              <a:ext cx="73151" cy="76200"/>
            </a:xfrm>
            <a:prstGeom prst="rect">
              <a:avLst/>
            </a:prstGeom>
          </p:spPr>
        </p:pic>
        <p:sp>
          <p:nvSpPr>
            <p:cNvPr id="36" name="object 36"/>
            <p:cNvSpPr/>
            <p:nvPr/>
          </p:nvSpPr>
          <p:spPr>
            <a:xfrm>
              <a:off x="6871716" y="3489959"/>
              <a:ext cx="76200" cy="869950"/>
            </a:xfrm>
            <a:custGeom>
              <a:avLst/>
              <a:gdLst/>
              <a:ahLst/>
              <a:cxnLst/>
              <a:rect l="l" t="t" r="r" b="b"/>
              <a:pathLst>
                <a:path w="76200" h="869950">
                  <a:moveTo>
                    <a:pt x="31750" y="793241"/>
                  </a:moveTo>
                  <a:lnTo>
                    <a:pt x="0" y="793241"/>
                  </a:lnTo>
                  <a:lnTo>
                    <a:pt x="38100" y="869441"/>
                  </a:lnTo>
                  <a:lnTo>
                    <a:pt x="69850" y="805941"/>
                  </a:lnTo>
                  <a:lnTo>
                    <a:pt x="31750" y="805941"/>
                  </a:lnTo>
                  <a:lnTo>
                    <a:pt x="31750" y="793241"/>
                  </a:lnTo>
                  <a:close/>
                </a:path>
                <a:path w="76200" h="869950">
                  <a:moveTo>
                    <a:pt x="44450" y="0"/>
                  </a:moveTo>
                  <a:lnTo>
                    <a:pt x="31750" y="0"/>
                  </a:lnTo>
                  <a:lnTo>
                    <a:pt x="31750" y="805941"/>
                  </a:lnTo>
                  <a:lnTo>
                    <a:pt x="44450" y="805941"/>
                  </a:lnTo>
                  <a:lnTo>
                    <a:pt x="44450" y="0"/>
                  </a:lnTo>
                  <a:close/>
                </a:path>
                <a:path w="76200" h="869950">
                  <a:moveTo>
                    <a:pt x="76200" y="793241"/>
                  </a:moveTo>
                  <a:lnTo>
                    <a:pt x="44450" y="793241"/>
                  </a:lnTo>
                  <a:lnTo>
                    <a:pt x="44450" y="805941"/>
                  </a:lnTo>
                  <a:lnTo>
                    <a:pt x="69850" y="805941"/>
                  </a:lnTo>
                  <a:lnTo>
                    <a:pt x="76200" y="793241"/>
                  </a:lnTo>
                  <a:close/>
                </a:path>
              </a:pathLst>
            </a:custGeom>
            <a:solidFill>
              <a:srgbClr val="E67B2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7" name="object 37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6870192" y="3421379"/>
              <a:ext cx="73151" cy="76200"/>
            </a:xfrm>
            <a:prstGeom prst="rect">
              <a:avLst/>
            </a:prstGeom>
          </p:spPr>
        </p:pic>
        <p:pic>
          <p:nvPicPr>
            <p:cNvPr id="38" name="object 38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7060692" y="3482314"/>
              <a:ext cx="1102613" cy="358927"/>
            </a:xfrm>
            <a:prstGeom prst="rect">
              <a:avLst/>
            </a:prstGeom>
          </p:spPr>
        </p:pic>
        <p:sp>
          <p:nvSpPr>
            <p:cNvPr id="39" name="object 39"/>
            <p:cNvSpPr/>
            <p:nvPr/>
          </p:nvSpPr>
          <p:spPr>
            <a:xfrm>
              <a:off x="5958840" y="3863339"/>
              <a:ext cx="1609725" cy="273050"/>
            </a:xfrm>
            <a:custGeom>
              <a:avLst/>
              <a:gdLst/>
              <a:ahLst/>
              <a:cxnLst/>
              <a:rect l="l" t="t" r="r" b="b"/>
              <a:pathLst>
                <a:path w="1609725" h="273050">
                  <a:moveTo>
                    <a:pt x="1563878" y="0"/>
                  </a:moveTo>
                  <a:lnTo>
                    <a:pt x="45465" y="0"/>
                  </a:lnTo>
                  <a:lnTo>
                    <a:pt x="27753" y="3567"/>
                  </a:lnTo>
                  <a:lnTo>
                    <a:pt x="13303" y="13303"/>
                  </a:lnTo>
                  <a:lnTo>
                    <a:pt x="3567" y="27753"/>
                  </a:lnTo>
                  <a:lnTo>
                    <a:pt x="0" y="45466"/>
                  </a:lnTo>
                  <a:lnTo>
                    <a:pt x="0" y="227330"/>
                  </a:lnTo>
                  <a:lnTo>
                    <a:pt x="3567" y="245042"/>
                  </a:lnTo>
                  <a:lnTo>
                    <a:pt x="13303" y="259492"/>
                  </a:lnTo>
                  <a:lnTo>
                    <a:pt x="27753" y="269228"/>
                  </a:lnTo>
                  <a:lnTo>
                    <a:pt x="45465" y="272796"/>
                  </a:lnTo>
                  <a:lnTo>
                    <a:pt x="1563878" y="272796"/>
                  </a:lnTo>
                  <a:lnTo>
                    <a:pt x="1581590" y="269228"/>
                  </a:lnTo>
                  <a:lnTo>
                    <a:pt x="1596040" y="259492"/>
                  </a:lnTo>
                  <a:lnTo>
                    <a:pt x="1605776" y="245042"/>
                  </a:lnTo>
                  <a:lnTo>
                    <a:pt x="1609343" y="227330"/>
                  </a:lnTo>
                  <a:lnTo>
                    <a:pt x="1609343" y="45466"/>
                  </a:lnTo>
                  <a:lnTo>
                    <a:pt x="1605776" y="27753"/>
                  </a:lnTo>
                  <a:lnTo>
                    <a:pt x="1596040" y="13303"/>
                  </a:lnTo>
                  <a:lnTo>
                    <a:pt x="1581590" y="3567"/>
                  </a:lnTo>
                  <a:lnTo>
                    <a:pt x="1563878" y="0"/>
                  </a:lnTo>
                  <a:close/>
                </a:path>
              </a:pathLst>
            </a:custGeom>
            <a:solidFill>
              <a:srgbClr val="C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5958840" y="3863339"/>
              <a:ext cx="1609725" cy="273050"/>
            </a:xfrm>
            <a:custGeom>
              <a:avLst/>
              <a:gdLst/>
              <a:ahLst/>
              <a:cxnLst/>
              <a:rect l="l" t="t" r="r" b="b"/>
              <a:pathLst>
                <a:path w="1609725" h="273050">
                  <a:moveTo>
                    <a:pt x="0" y="45466"/>
                  </a:moveTo>
                  <a:lnTo>
                    <a:pt x="3567" y="27753"/>
                  </a:lnTo>
                  <a:lnTo>
                    <a:pt x="13303" y="13303"/>
                  </a:lnTo>
                  <a:lnTo>
                    <a:pt x="27753" y="3567"/>
                  </a:lnTo>
                  <a:lnTo>
                    <a:pt x="45465" y="0"/>
                  </a:lnTo>
                  <a:lnTo>
                    <a:pt x="1563878" y="0"/>
                  </a:lnTo>
                  <a:lnTo>
                    <a:pt x="1581590" y="3567"/>
                  </a:lnTo>
                  <a:lnTo>
                    <a:pt x="1596040" y="13303"/>
                  </a:lnTo>
                  <a:lnTo>
                    <a:pt x="1605776" y="27753"/>
                  </a:lnTo>
                  <a:lnTo>
                    <a:pt x="1609343" y="45466"/>
                  </a:lnTo>
                  <a:lnTo>
                    <a:pt x="1609343" y="227330"/>
                  </a:lnTo>
                  <a:lnTo>
                    <a:pt x="1605776" y="245042"/>
                  </a:lnTo>
                  <a:lnTo>
                    <a:pt x="1596040" y="259492"/>
                  </a:lnTo>
                  <a:lnTo>
                    <a:pt x="1581590" y="269228"/>
                  </a:lnTo>
                  <a:lnTo>
                    <a:pt x="1563878" y="272796"/>
                  </a:lnTo>
                  <a:lnTo>
                    <a:pt x="45465" y="272796"/>
                  </a:lnTo>
                  <a:lnTo>
                    <a:pt x="27753" y="269228"/>
                  </a:lnTo>
                  <a:lnTo>
                    <a:pt x="13303" y="259492"/>
                  </a:lnTo>
                  <a:lnTo>
                    <a:pt x="3567" y="245042"/>
                  </a:lnTo>
                  <a:lnTo>
                    <a:pt x="0" y="227330"/>
                  </a:lnTo>
                  <a:lnTo>
                    <a:pt x="0" y="45466"/>
                  </a:lnTo>
                  <a:close/>
                </a:path>
              </a:pathLst>
            </a:custGeom>
            <a:ln w="12192">
              <a:solidFill>
                <a:srgbClr val="40404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41" name="object 41"/>
          <p:cNvPicPr/>
          <p:nvPr/>
        </p:nvPicPr>
        <p:blipFill>
          <a:blip r:embed="rId16" cstate="print"/>
          <a:stretch>
            <a:fillRect/>
          </a:stretch>
        </p:blipFill>
        <p:spPr>
          <a:xfrm>
            <a:off x="5943619" y="3640862"/>
            <a:ext cx="528046" cy="128751"/>
          </a:xfrm>
          <a:prstGeom prst="rect">
            <a:avLst/>
          </a:prstGeom>
        </p:spPr>
      </p:pic>
      <p:sp>
        <p:nvSpPr>
          <p:cNvPr id="42" name="object 42"/>
          <p:cNvSpPr/>
          <p:nvPr/>
        </p:nvSpPr>
        <p:spPr>
          <a:xfrm>
            <a:off x="6171438" y="2782061"/>
            <a:ext cx="1198245" cy="314325"/>
          </a:xfrm>
          <a:custGeom>
            <a:avLst/>
            <a:gdLst/>
            <a:ahLst/>
            <a:cxnLst/>
            <a:rect l="l" t="t" r="r" b="b"/>
            <a:pathLst>
              <a:path w="1198245" h="314325">
                <a:moveTo>
                  <a:pt x="0" y="52324"/>
                </a:moveTo>
                <a:lnTo>
                  <a:pt x="4103" y="31932"/>
                </a:lnTo>
                <a:lnTo>
                  <a:pt x="15303" y="15303"/>
                </a:lnTo>
                <a:lnTo>
                  <a:pt x="31932" y="4103"/>
                </a:lnTo>
                <a:lnTo>
                  <a:pt x="52324" y="0"/>
                </a:lnTo>
                <a:lnTo>
                  <a:pt x="1145539" y="0"/>
                </a:lnTo>
                <a:lnTo>
                  <a:pt x="1165931" y="4103"/>
                </a:lnTo>
                <a:lnTo>
                  <a:pt x="1182560" y="15303"/>
                </a:lnTo>
                <a:lnTo>
                  <a:pt x="1193760" y="31932"/>
                </a:lnTo>
                <a:lnTo>
                  <a:pt x="1197864" y="52324"/>
                </a:lnTo>
                <a:lnTo>
                  <a:pt x="1197864" y="261620"/>
                </a:lnTo>
                <a:lnTo>
                  <a:pt x="1193760" y="282011"/>
                </a:lnTo>
                <a:lnTo>
                  <a:pt x="1182560" y="298640"/>
                </a:lnTo>
                <a:lnTo>
                  <a:pt x="1165931" y="309840"/>
                </a:lnTo>
                <a:lnTo>
                  <a:pt x="1145539" y="313943"/>
                </a:lnTo>
                <a:lnTo>
                  <a:pt x="52324" y="313943"/>
                </a:lnTo>
                <a:lnTo>
                  <a:pt x="31932" y="309840"/>
                </a:lnTo>
                <a:lnTo>
                  <a:pt x="15303" y="298640"/>
                </a:lnTo>
                <a:lnTo>
                  <a:pt x="4103" y="282011"/>
                </a:lnTo>
                <a:lnTo>
                  <a:pt x="0" y="261620"/>
                </a:lnTo>
                <a:lnTo>
                  <a:pt x="0" y="52324"/>
                </a:lnTo>
                <a:close/>
              </a:path>
            </a:pathLst>
          </a:custGeom>
          <a:ln w="28956">
            <a:solidFill>
              <a:srgbClr val="13299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" name="object 43"/>
          <p:cNvSpPr txBox="1"/>
          <p:nvPr/>
        </p:nvSpPr>
        <p:spPr>
          <a:xfrm>
            <a:off x="6565772" y="2787141"/>
            <a:ext cx="664084" cy="2898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solidFill>
                  <a:srgbClr val="13299F"/>
                </a:solidFill>
                <a:latin typeface="Tahoma"/>
                <a:cs typeface="Tahoma"/>
              </a:rPr>
              <a:t>Code</a:t>
            </a:r>
            <a:endParaRPr sz="1800" dirty="0">
              <a:latin typeface="Tahoma"/>
              <a:cs typeface="Tahoma"/>
            </a:endParaRPr>
          </a:p>
        </p:txBody>
      </p:sp>
      <p:sp>
        <p:nvSpPr>
          <p:cNvPr id="44" name="object 44"/>
          <p:cNvSpPr/>
          <p:nvPr/>
        </p:nvSpPr>
        <p:spPr>
          <a:xfrm>
            <a:off x="6650469" y="3092830"/>
            <a:ext cx="234315" cy="276225"/>
          </a:xfrm>
          <a:custGeom>
            <a:avLst/>
            <a:gdLst/>
            <a:ahLst/>
            <a:cxnLst/>
            <a:rect l="l" t="t" r="r" b="b"/>
            <a:pathLst>
              <a:path w="234315" h="276225">
                <a:moveTo>
                  <a:pt x="233819" y="190881"/>
                </a:moveTo>
                <a:lnTo>
                  <a:pt x="204190" y="202488"/>
                </a:lnTo>
                <a:lnTo>
                  <a:pt x="125107" y="127"/>
                </a:lnTo>
                <a:lnTo>
                  <a:pt x="118833" y="2527"/>
                </a:lnTo>
                <a:lnTo>
                  <a:pt x="112661" y="0"/>
                </a:lnTo>
                <a:lnTo>
                  <a:pt x="29476" y="202869"/>
                </a:lnTo>
                <a:lnTo>
                  <a:pt x="0" y="190754"/>
                </a:lnTo>
                <a:lnTo>
                  <a:pt x="6350" y="275717"/>
                </a:lnTo>
                <a:lnTo>
                  <a:pt x="70497" y="219710"/>
                </a:lnTo>
                <a:lnTo>
                  <a:pt x="69875" y="219456"/>
                </a:lnTo>
                <a:lnTo>
                  <a:pt x="41173" y="207670"/>
                </a:lnTo>
                <a:lnTo>
                  <a:pt x="118706" y="18872"/>
                </a:lnTo>
                <a:lnTo>
                  <a:pt x="192354" y="207124"/>
                </a:lnTo>
                <a:lnTo>
                  <a:pt x="162826" y="218694"/>
                </a:lnTo>
                <a:lnTo>
                  <a:pt x="226072" y="275717"/>
                </a:lnTo>
                <a:lnTo>
                  <a:pt x="231254" y="218948"/>
                </a:lnTo>
                <a:lnTo>
                  <a:pt x="233819" y="190881"/>
                </a:lnTo>
                <a:close/>
              </a:path>
            </a:pathLst>
          </a:custGeom>
          <a:solidFill>
            <a:srgbClr val="13299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5" name="object 45"/>
          <p:cNvSpPr txBox="1"/>
          <p:nvPr/>
        </p:nvSpPr>
        <p:spPr>
          <a:xfrm>
            <a:off x="6318884" y="3870705"/>
            <a:ext cx="891540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spc="-10" dirty="0">
                <a:solidFill>
                  <a:srgbClr val="FFFFFF"/>
                </a:solidFill>
                <a:latin typeface="Lucida Console"/>
                <a:cs typeface="Lucida Console"/>
              </a:rPr>
              <a:t>tf.keras</a:t>
            </a:r>
            <a:endParaRPr sz="1400">
              <a:latin typeface="Lucida Console"/>
              <a:cs typeface="Lucida Console"/>
            </a:endParaRPr>
          </a:p>
        </p:txBody>
      </p:sp>
      <p:sp>
        <p:nvSpPr>
          <p:cNvPr id="46" name="object 46"/>
          <p:cNvSpPr/>
          <p:nvPr/>
        </p:nvSpPr>
        <p:spPr>
          <a:xfrm>
            <a:off x="5959602" y="3864102"/>
            <a:ext cx="1609725" cy="1103630"/>
          </a:xfrm>
          <a:custGeom>
            <a:avLst/>
            <a:gdLst/>
            <a:ahLst/>
            <a:cxnLst/>
            <a:rect l="l" t="t" r="r" b="b"/>
            <a:pathLst>
              <a:path w="1609725" h="1103629">
                <a:moveTo>
                  <a:pt x="0" y="75565"/>
                </a:moveTo>
                <a:lnTo>
                  <a:pt x="5949" y="46184"/>
                </a:lnTo>
                <a:lnTo>
                  <a:pt x="22161" y="22161"/>
                </a:lnTo>
                <a:lnTo>
                  <a:pt x="46184" y="5949"/>
                </a:lnTo>
                <a:lnTo>
                  <a:pt x="75564" y="0"/>
                </a:lnTo>
                <a:lnTo>
                  <a:pt x="1533778" y="0"/>
                </a:lnTo>
                <a:lnTo>
                  <a:pt x="1563159" y="5949"/>
                </a:lnTo>
                <a:lnTo>
                  <a:pt x="1587182" y="22161"/>
                </a:lnTo>
                <a:lnTo>
                  <a:pt x="1603394" y="46184"/>
                </a:lnTo>
                <a:lnTo>
                  <a:pt x="1609344" y="75565"/>
                </a:lnTo>
                <a:lnTo>
                  <a:pt x="1609344" y="1027811"/>
                </a:lnTo>
                <a:lnTo>
                  <a:pt x="1603394" y="1057191"/>
                </a:lnTo>
                <a:lnTo>
                  <a:pt x="1587182" y="1081214"/>
                </a:lnTo>
                <a:lnTo>
                  <a:pt x="1563159" y="1097426"/>
                </a:lnTo>
                <a:lnTo>
                  <a:pt x="1533778" y="1103376"/>
                </a:lnTo>
                <a:lnTo>
                  <a:pt x="75564" y="1103376"/>
                </a:lnTo>
                <a:lnTo>
                  <a:pt x="46184" y="1097426"/>
                </a:lnTo>
                <a:lnTo>
                  <a:pt x="22161" y="1081214"/>
                </a:lnTo>
                <a:lnTo>
                  <a:pt x="5949" y="1057191"/>
                </a:lnTo>
                <a:lnTo>
                  <a:pt x="0" y="1027811"/>
                </a:lnTo>
                <a:lnTo>
                  <a:pt x="0" y="75565"/>
                </a:lnTo>
                <a:close/>
              </a:path>
            </a:pathLst>
          </a:custGeom>
          <a:ln w="28956">
            <a:solidFill>
              <a:srgbClr val="E67B2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1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331604" y="6524434"/>
            <a:ext cx="113385" cy="90487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54151" y="6527292"/>
            <a:ext cx="1794510" cy="142494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862571" y="6521195"/>
            <a:ext cx="2327910" cy="118110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473963" y="1443177"/>
            <a:ext cx="5686806" cy="302564"/>
          </a:xfrm>
          <a:prstGeom prst="rect">
            <a:avLst/>
          </a:prstGeom>
        </p:spPr>
      </p:pic>
      <p:sp>
        <p:nvSpPr>
          <p:cNvPr id="6" name="object 6"/>
          <p:cNvSpPr/>
          <p:nvPr/>
        </p:nvSpPr>
        <p:spPr>
          <a:xfrm>
            <a:off x="559308" y="1914144"/>
            <a:ext cx="36830" cy="180340"/>
          </a:xfrm>
          <a:custGeom>
            <a:avLst/>
            <a:gdLst/>
            <a:ahLst/>
            <a:cxnLst/>
            <a:rect l="l" t="t" r="r" b="b"/>
            <a:pathLst>
              <a:path w="36829" h="180339">
                <a:moveTo>
                  <a:pt x="36576" y="0"/>
                </a:moveTo>
                <a:lnTo>
                  <a:pt x="0" y="0"/>
                </a:lnTo>
                <a:lnTo>
                  <a:pt x="0" y="179832"/>
                </a:lnTo>
                <a:lnTo>
                  <a:pt x="36576" y="179832"/>
                </a:lnTo>
                <a:lnTo>
                  <a:pt x="36576" y="0"/>
                </a:lnTo>
                <a:close/>
              </a:path>
            </a:pathLst>
          </a:custGeom>
          <a:solidFill>
            <a:srgbClr val="183DAF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7" name="object 7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719327" y="1937004"/>
            <a:ext cx="1924050" cy="176022"/>
          </a:xfrm>
          <a:prstGeom prst="rect">
            <a:avLst/>
          </a:prstGeom>
        </p:spPr>
      </p:pic>
      <p:grpSp>
        <p:nvGrpSpPr>
          <p:cNvPr id="8" name="object 8"/>
          <p:cNvGrpSpPr/>
          <p:nvPr/>
        </p:nvGrpSpPr>
        <p:grpSpPr>
          <a:xfrm>
            <a:off x="710183" y="2314955"/>
            <a:ext cx="5697855" cy="2193925"/>
            <a:chOff x="710183" y="2314955"/>
            <a:chExt cx="5697855" cy="2193925"/>
          </a:xfrm>
        </p:grpSpPr>
        <p:pic>
          <p:nvPicPr>
            <p:cNvPr id="9" name="object 9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710183" y="2314955"/>
              <a:ext cx="4717542" cy="2193798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3496055" y="3381755"/>
              <a:ext cx="2911602" cy="168401"/>
            </a:xfrm>
            <a:prstGeom prst="rect">
              <a:avLst/>
            </a:prstGeom>
          </p:spPr>
        </p:pic>
      </p:grpSp>
      <p:sp>
        <p:nvSpPr>
          <p:cNvPr id="11" name="object 11"/>
          <p:cNvSpPr txBox="1"/>
          <p:nvPr/>
        </p:nvSpPr>
        <p:spPr>
          <a:xfrm>
            <a:off x="437489" y="431419"/>
            <a:ext cx="391922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FFFFFF"/>
                </a:solidFill>
                <a:latin typeface="Ebrima"/>
                <a:cs typeface="Ebrima"/>
              </a:rPr>
              <a:t>2.3.</a:t>
            </a:r>
            <a:r>
              <a:rPr sz="1800" spc="-20" dirty="0">
                <a:solidFill>
                  <a:srgbClr val="FFFFFF"/>
                </a:solidFill>
                <a:latin typeface="Ebrima"/>
                <a:cs typeface="Ebrima"/>
              </a:rPr>
              <a:t> </a:t>
            </a:r>
            <a:r>
              <a:rPr sz="1800" dirty="0">
                <a:solidFill>
                  <a:srgbClr val="FFFFFF"/>
                </a:solidFill>
                <a:latin typeface="Ebrima"/>
                <a:cs typeface="Ebrima"/>
              </a:rPr>
              <a:t>Machine</a:t>
            </a:r>
            <a:r>
              <a:rPr sz="1800" spc="-30" dirty="0">
                <a:solidFill>
                  <a:srgbClr val="FFFFFF"/>
                </a:solidFill>
                <a:latin typeface="Ebrima"/>
                <a:cs typeface="Ebrima"/>
              </a:rPr>
              <a:t> </a:t>
            </a:r>
            <a:r>
              <a:rPr sz="1800" dirty="0">
                <a:solidFill>
                  <a:srgbClr val="FFFFFF"/>
                </a:solidFill>
                <a:latin typeface="Ebrima"/>
                <a:cs typeface="Ebrima"/>
              </a:rPr>
              <a:t>Learning</a:t>
            </a:r>
            <a:r>
              <a:rPr sz="1800" spc="-30" dirty="0">
                <a:solidFill>
                  <a:srgbClr val="FFFFFF"/>
                </a:solidFill>
                <a:latin typeface="Ebrima"/>
                <a:cs typeface="Ebrima"/>
              </a:rPr>
              <a:t> </a:t>
            </a:r>
            <a:r>
              <a:rPr sz="1800" dirty="0">
                <a:solidFill>
                  <a:srgbClr val="FFFFFF"/>
                </a:solidFill>
                <a:latin typeface="Ebrima"/>
                <a:cs typeface="Ebrima"/>
              </a:rPr>
              <a:t>with</a:t>
            </a:r>
            <a:r>
              <a:rPr sz="1800" spc="-10" dirty="0">
                <a:solidFill>
                  <a:srgbClr val="FFFFFF"/>
                </a:solidFill>
                <a:latin typeface="Ebrima"/>
                <a:cs typeface="Ebrima"/>
              </a:rPr>
              <a:t> TensorFlow</a:t>
            </a:r>
            <a:endParaRPr sz="1800">
              <a:latin typeface="Ebrima"/>
              <a:cs typeface="Ebrima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8671941" y="463677"/>
            <a:ext cx="80962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dirty="0">
                <a:solidFill>
                  <a:srgbClr val="D9D9D9"/>
                </a:solidFill>
                <a:latin typeface="Ebrima"/>
                <a:cs typeface="Ebrima"/>
              </a:rPr>
              <a:t>UNIT</a:t>
            </a:r>
            <a:r>
              <a:rPr sz="1600" spc="400" dirty="0">
                <a:solidFill>
                  <a:srgbClr val="D9D9D9"/>
                </a:solidFill>
                <a:latin typeface="Ebrima"/>
                <a:cs typeface="Ebrima"/>
              </a:rPr>
              <a:t> </a:t>
            </a:r>
            <a:r>
              <a:rPr sz="1600" spc="-35" dirty="0">
                <a:solidFill>
                  <a:srgbClr val="D9D9D9"/>
                </a:solidFill>
                <a:latin typeface="Ebrima"/>
                <a:cs typeface="Ebrima"/>
              </a:rPr>
              <a:t>02</a:t>
            </a:r>
            <a:endParaRPr sz="1600">
              <a:latin typeface="Ebrima"/>
              <a:cs typeface="Ebrima"/>
            </a:endParaRPr>
          </a:p>
        </p:txBody>
      </p:sp>
    </p:spTree>
  </p:cSld>
  <p:clrMapOvr>
    <a:masterClrMapping/>
  </p:clrMapOvr>
</p:sld>
</file>

<file path=ppt/slides/slide1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359084" y="6524434"/>
            <a:ext cx="85905" cy="90487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54151" y="6527292"/>
            <a:ext cx="1794510" cy="142494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862571" y="6521195"/>
            <a:ext cx="2327910" cy="118110"/>
          </a:xfrm>
          <a:prstGeom prst="rect">
            <a:avLst/>
          </a:prstGeom>
        </p:spPr>
      </p:pic>
      <p:sp>
        <p:nvSpPr>
          <p:cNvPr id="5" name="object 5"/>
          <p:cNvSpPr/>
          <p:nvPr/>
        </p:nvSpPr>
        <p:spPr>
          <a:xfrm>
            <a:off x="559308" y="1440180"/>
            <a:ext cx="36830" cy="180340"/>
          </a:xfrm>
          <a:custGeom>
            <a:avLst/>
            <a:gdLst/>
            <a:ahLst/>
            <a:cxnLst/>
            <a:rect l="l" t="t" r="r" b="b"/>
            <a:pathLst>
              <a:path w="36829" h="180340">
                <a:moveTo>
                  <a:pt x="36576" y="0"/>
                </a:moveTo>
                <a:lnTo>
                  <a:pt x="0" y="0"/>
                </a:lnTo>
                <a:lnTo>
                  <a:pt x="0" y="179832"/>
                </a:lnTo>
                <a:lnTo>
                  <a:pt x="36576" y="179832"/>
                </a:lnTo>
                <a:lnTo>
                  <a:pt x="36576" y="0"/>
                </a:lnTo>
                <a:close/>
              </a:path>
            </a:pathLst>
          </a:custGeom>
          <a:solidFill>
            <a:srgbClr val="183DAF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6" name="object 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719327" y="1464563"/>
            <a:ext cx="1924050" cy="174498"/>
          </a:xfrm>
          <a:prstGeom prst="rect">
            <a:avLst/>
          </a:prstGeom>
        </p:spPr>
      </p:pic>
      <p:grpSp>
        <p:nvGrpSpPr>
          <p:cNvPr id="7" name="object 7"/>
          <p:cNvGrpSpPr/>
          <p:nvPr/>
        </p:nvGrpSpPr>
        <p:grpSpPr>
          <a:xfrm>
            <a:off x="3140964" y="2667000"/>
            <a:ext cx="508000" cy="506095"/>
            <a:chOff x="3140964" y="2667000"/>
            <a:chExt cx="508000" cy="506095"/>
          </a:xfrm>
        </p:grpSpPr>
        <p:sp>
          <p:nvSpPr>
            <p:cNvPr id="8" name="object 8"/>
            <p:cNvSpPr/>
            <p:nvPr/>
          </p:nvSpPr>
          <p:spPr>
            <a:xfrm>
              <a:off x="3150870" y="2676905"/>
              <a:ext cx="487680" cy="486409"/>
            </a:xfrm>
            <a:custGeom>
              <a:avLst/>
              <a:gdLst/>
              <a:ahLst/>
              <a:cxnLst/>
              <a:rect l="l" t="t" r="r" b="b"/>
              <a:pathLst>
                <a:path w="487679" h="486410">
                  <a:moveTo>
                    <a:pt x="243840" y="0"/>
                  </a:moveTo>
                  <a:lnTo>
                    <a:pt x="194711" y="4938"/>
                  </a:lnTo>
                  <a:lnTo>
                    <a:pt x="148947" y="19103"/>
                  </a:lnTo>
                  <a:lnTo>
                    <a:pt x="107528" y="41516"/>
                  </a:lnTo>
                  <a:lnTo>
                    <a:pt x="71437" y="71199"/>
                  </a:lnTo>
                  <a:lnTo>
                    <a:pt x="41656" y="107174"/>
                  </a:lnTo>
                  <a:lnTo>
                    <a:pt x="19169" y="148464"/>
                  </a:lnTo>
                  <a:lnTo>
                    <a:pt x="4955" y="194091"/>
                  </a:lnTo>
                  <a:lnTo>
                    <a:pt x="0" y="243078"/>
                  </a:lnTo>
                  <a:lnTo>
                    <a:pt x="4955" y="292064"/>
                  </a:lnTo>
                  <a:lnTo>
                    <a:pt x="19169" y="337691"/>
                  </a:lnTo>
                  <a:lnTo>
                    <a:pt x="41656" y="378981"/>
                  </a:lnTo>
                  <a:lnTo>
                    <a:pt x="71437" y="414956"/>
                  </a:lnTo>
                  <a:lnTo>
                    <a:pt x="107528" y="444639"/>
                  </a:lnTo>
                  <a:lnTo>
                    <a:pt x="148947" y="467052"/>
                  </a:lnTo>
                  <a:lnTo>
                    <a:pt x="194711" y="481217"/>
                  </a:lnTo>
                  <a:lnTo>
                    <a:pt x="243840" y="486156"/>
                  </a:lnTo>
                  <a:lnTo>
                    <a:pt x="292968" y="481217"/>
                  </a:lnTo>
                  <a:lnTo>
                    <a:pt x="338732" y="467052"/>
                  </a:lnTo>
                  <a:lnTo>
                    <a:pt x="380151" y="444639"/>
                  </a:lnTo>
                  <a:lnTo>
                    <a:pt x="416242" y="414956"/>
                  </a:lnTo>
                  <a:lnTo>
                    <a:pt x="446023" y="378981"/>
                  </a:lnTo>
                  <a:lnTo>
                    <a:pt x="468510" y="337691"/>
                  </a:lnTo>
                  <a:lnTo>
                    <a:pt x="482724" y="292064"/>
                  </a:lnTo>
                  <a:lnTo>
                    <a:pt x="487680" y="243078"/>
                  </a:lnTo>
                  <a:lnTo>
                    <a:pt x="482724" y="194091"/>
                  </a:lnTo>
                  <a:lnTo>
                    <a:pt x="468510" y="148464"/>
                  </a:lnTo>
                  <a:lnTo>
                    <a:pt x="446023" y="107174"/>
                  </a:lnTo>
                  <a:lnTo>
                    <a:pt x="416242" y="71199"/>
                  </a:lnTo>
                  <a:lnTo>
                    <a:pt x="380151" y="41516"/>
                  </a:lnTo>
                  <a:lnTo>
                    <a:pt x="338732" y="19103"/>
                  </a:lnTo>
                  <a:lnTo>
                    <a:pt x="292968" y="4938"/>
                  </a:lnTo>
                  <a:lnTo>
                    <a:pt x="243840" y="0"/>
                  </a:lnTo>
                  <a:close/>
                </a:path>
              </a:pathLst>
            </a:custGeom>
            <a:solidFill>
              <a:srgbClr val="FF0000">
                <a:alpha val="30195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3150870" y="2676905"/>
              <a:ext cx="487680" cy="486409"/>
            </a:xfrm>
            <a:custGeom>
              <a:avLst/>
              <a:gdLst/>
              <a:ahLst/>
              <a:cxnLst/>
              <a:rect l="l" t="t" r="r" b="b"/>
              <a:pathLst>
                <a:path w="487679" h="486410">
                  <a:moveTo>
                    <a:pt x="0" y="243078"/>
                  </a:moveTo>
                  <a:lnTo>
                    <a:pt x="4955" y="194091"/>
                  </a:lnTo>
                  <a:lnTo>
                    <a:pt x="19169" y="148464"/>
                  </a:lnTo>
                  <a:lnTo>
                    <a:pt x="41656" y="107174"/>
                  </a:lnTo>
                  <a:lnTo>
                    <a:pt x="71437" y="71199"/>
                  </a:lnTo>
                  <a:lnTo>
                    <a:pt x="107528" y="41516"/>
                  </a:lnTo>
                  <a:lnTo>
                    <a:pt x="148947" y="19103"/>
                  </a:lnTo>
                  <a:lnTo>
                    <a:pt x="194711" y="4938"/>
                  </a:lnTo>
                  <a:lnTo>
                    <a:pt x="243840" y="0"/>
                  </a:lnTo>
                  <a:lnTo>
                    <a:pt x="292968" y="4938"/>
                  </a:lnTo>
                  <a:lnTo>
                    <a:pt x="338732" y="19103"/>
                  </a:lnTo>
                  <a:lnTo>
                    <a:pt x="380151" y="41516"/>
                  </a:lnTo>
                  <a:lnTo>
                    <a:pt x="416242" y="71199"/>
                  </a:lnTo>
                  <a:lnTo>
                    <a:pt x="446023" y="107174"/>
                  </a:lnTo>
                  <a:lnTo>
                    <a:pt x="468510" y="148464"/>
                  </a:lnTo>
                  <a:lnTo>
                    <a:pt x="482724" y="194091"/>
                  </a:lnTo>
                  <a:lnTo>
                    <a:pt x="487680" y="243078"/>
                  </a:lnTo>
                  <a:lnTo>
                    <a:pt x="482724" y="292064"/>
                  </a:lnTo>
                  <a:lnTo>
                    <a:pt x="468510" y="337691"/>
                  </a:lnTo>
                  <a:lnTo>
                    <a:pt x="446023" y="378981"/>
                  </a:lnTo>
                  <a:lnTo>
                    <a:pt x="416242" y="414956"/>
                  </a:lnTo>
                  <a:lnTo>
                    <a:pt x="380151" y="444639"/>
                  </a:lnTo>
                  <a:lnTo>
                    <a:pt x="338732" y="467052"/>
                  </a:lnTo>
                  <a:lnTo>
                    <a:pt x="292968" y="481217"/>
                  </a:lnTo>
                  <a:lnTo>
                    <a:pt x="243840" y="486156"/>
                  </a:lnTo>
                  <a:lnTo>
                    <a:pt x="194711" y="481217"/>
                  </a:lnTo>
                  <a:lnTo>
                    <a:pt x="148947" y="467052"/>
                  </a:lnTo>
                  <a:lnTo>
                    <a:pt x="107528" y="444639"/>
                  </a:lnTo>
                  <a:lnTo>
                    <a:pt x="71437" y="414956"/>
                  </a:lnTo>
                  <a:lnTo>
                    <a:pt x="41656" y="378981"/>
                  </a:lnTo>
                  <a:lnTo>
                    <a:pt x="19169" y="337691"/>
                  </a:lnTo>
                  <a:lnTo>
                    <a:pt x="4955" y="292064"/>
                  </a:lnTo>
                  <a:lnTo>
                    <a:pt x="0" y="243078"/>
                  </a:lnTo>
                  <a:close/>
                </a:path>
              </a:pathLst>
            </a:custGeom>
            <a:ln w="19812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0" name="object 10"/>
          <p:cNvGrpSpPr/>
          <p:nvPr/>
        </p:nvGrpSpPr>
        <p:grpSpPr>
          <a:xfrm>
            <a:off x="3136392" y="3246120"/>
            <a:ext cx="508000" cy="508000"/>
            <a:chOff x="3136392" y="3246120"/>
            <a:chExt cx="508000" cy="508000"/>
          </a:xfrm>
        </p:grpSpPr>
        <p:sp>
          <p:nvSpPr>
            <p:cNvPr id="11" name="object 11"/>
            <p:cNvSpPr/>
            <p:nvPr/>
          </p:nvSpPr>
          <p:spPr>
            <a:xfrm>
              <a:off x="3146298" y="3256026"/>
              <a:ext cx="487680" cy="487680"/>
            </a:xfrm>
            <a:custGeom>
              <a:avLst/>
              <a:gdLst/>
              <a:ahLst/>
              <a:cxnLst/>
              <a:rect l="l" t="t" r="r" b="b"/>
              <a:pathLst>
                <a:path w="487679" h="487679">
                  <a:moveTo>
                    <a:pt x="243839" y="0"/>
                  </a:moveTo>
                  <a:lnTo>
                    <a:pt x="194711" y="4955"/>
                  </a:lnTo>
                  <a:lnTo>
                    <a:pt x="148947" y="19169"/>
                  </a:lnTo>
                  <a:lnTo>
                    <a:pt x="107528" y="41656"/>
                  </a:lnTo>
                  <a:lnTo>
                    <a:pt x="71437" y="71437"/>
                  </a:lnTo>
                  <a:lnTo>
                    <a:pt x="41656" y="107528"/>
                  </a:lnTo>
                  <a:lnTo>
                    <a:pt x="19169" y="148947"/>
                  </a:lnTo>
                  <a:lnTo>
                    <a:pt x="4955" y="194711"/>
                  </a:lnTo>
                  <a:lnTo>
                    <a:pt x="0" y="243839"/>
                  </a:lnTo>
                  <a:lnTo>
                    <a:pt x="4955" y="292968"/>
                  </a:lnTo>
                  <a:lnTo>
                    <a:pt x="19169" y="338732"/>
                  </a:lnTo>
                  <a:lnTo>
                    <a:pt x="41656" y="380151"/>
                  </a:lnTo>
                  <a:lnTo>
                    <a:pt x="71437" y="416242"/>
                  </a:lnTo>
                  <a:lnTo>
                    <a:pt x="107528" y="446023"/>
                  </a:lnTo>
                  <a:lnTo>
                    <a:pt x="148947" y="468510"/>
                  </a:lnTo>
                  <a:lnTo>
                    <a:pt x="194711" y="482724"/>
                  </a:lnTo>
                  <a:lnTo>
                    <a:pt x="243839" y="487680"/>
                  </a:lnTo>
                  <a:lnTo>
                    <a:pt x="292968" y="482724"/>
                  </a:lnTo>
                  <a:lnTo>
                    <a:pt x="338732" y="468510"/>
                  </a:lnTo>
                  <a:lnTo>
                    <a:pt x="380151" y="446023"/>
                  </a:lnTo>
                  <a:lnTo>
                    <a:pt x="416242" y="416242"/>
                  </a:lnTo>
                  <a:lnTo>
                    <a:pt x="446023" y="380151"/>
                  </a:lnTo>
                  <a:lnTo>
                    <a:pt x="468510" y="338732"/>
                  </a:lnTo>
                  <a:lnTo>
                    <a:pt x="482724" y="292968"/>
                  </a:lnTo>
                  <a:lnTo>
                    <a:pt x="487679" y="243839"/>
                  </a:lnTo>
                  <a:lnTo>
                    <a:pt x="482724" y="194711"/>
                  </a:lnTo>
                  <a:lnTo>
                    <a:pt x="468510" y="148947"/>
                  </a:lnTo>
                  <a:lnTo>
                    <a:pt x="446023" y="107528"/>
                  </a:lnTo>
                  <a:lnTo>
                    <a:pt x="416242" y="71437"/>
                  </a:lnTo>
                  <a:lnTo>
                    <a:pt x="380151" y="41656"/>
                  </a:lnTo>
                  <a:lnTo>
                    <a:pt x="338732" y="19169"/>
                  </a:lnTo>
                  <a:lnTo>
                    <a:pt x="292968" y="4955"/>
                  </a:lnTo>
                  <a:lnTo>
                    <a:pt x="243839" y="0"/>
                  </a:lnTo>
                  <a:close/>
                </a:path>
              </a:pathLst>
            </a:custGeom>
            <a:solidFill>
              <a:srgbClr val="FF0000">
                <a:alpha val="30195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3146298" y="3256026"/>
              <a:ext cx="487680" cy="487680"/>
            </a:xfrm>
            <a:custGeom>
              <a:avLst/>
              <a:gdLst/>
              <a:ahLst/>
              <a:cxnLst/>
              <a:rect l="l" t="t" r="r" b="b"/>
              <a:pathLst>
                <a:path w="487679" h="487679">
                  <a:moveTo>
                    <a:pt x="0" y="243839"/>
                  </a:moveTo>
                  <a:lnTo>
                    <a:pt x="4955" y="194711"/>
                  </a:lnTo>
                  <a:lnTo>
                    <a:pt x="19169" y="148947"/>
                  </a:lnTo>
                  <a:lnTo>
                    <a:pt x="41656" y="107528"/>
                  </a:lnTo>
                  <a:lnTo>
                    <a:pt x="71437" y="71437"/>
                  </a:lnTo>
                  <a:lnTo>
                    <a:pt x="107528" y="41656"/>
                  </a:lnTo>
                  <a:lnTo>
                    <a:pt x="148947" y="19169"/>
                  </a:lnTo>
                  <a:lnTo>
                    <a:pt x="194711" y="4955"/>
                  </a:lnTo>
                  <a:lnTo>
                    <a:pt x="243839" y="0"/>
                  </a:lnTo>
                  <a:lnTo>
                    <a:pt x="292968" y="4955"/>
                  </a:lnTo>
                  <a:lnTo>
                    <a:pt x="338732" y="19169"/>
                  </a:lnTo>
                  <a:lnTo>
                    <a:pt x="380151" y="41656"/>
                  </a:lnTo>
                  <a:lnTo>
                    <a:pt x="416242" y="71437"/>
                  </a:lnTo>
                  <a:lnTo>
                    <a:pt x="446023" y="107528"/>
                  </a:lnTo>
                  <a:lnTo>
                    <a:pt x="468510" y="148947"/>
                  </a:lnTo>
                  <a:lnTo>
                    <a:pt x="482724" y="194711"/>
                  </a:lnTo>
                  <a:lnTo>
                    <a:pt x="487679" y="243839"/>
                  </a:lnTo>
                  <a:lnTo>
                    <a:pt x="482724" y="292968"/>
                  </a:lnTo>
                  <a:lnTo>
                    <a:pt x="468510" y="338732"/>
                  </a:lnTo>
                  <a:lnTo>
                    <a:pt x="446023" y="380151"/>
                  </a:lnTo>
                  <a:lnTo>
                    <a:pt x="416242" y="416242"/>
                  </a:lnTo>
                  <a:lnTo>
                    <a:pt x="380151" y="446023"/>
                  </a:lnTo>
                  <a:lnTo>
                    <a:pt x="338732" y="468510"/>
                  </a:lnTo>
                  <a:lnTo>
                    <a:pt x="292968" y="482724"/>
                  </a:lnTo>
                  <a:lnTo>
                    <a:pt x="243839" y="487680"/>
                  </a:lnTo>
                  <a:lnTo>
                    <a:pt x="194711" y="482724"/>
                  </a:lnTo>
                  <a:lnTo>
                    <a:pt x="148947" y="468510"/>
                  </a:lnTo>
                  <a:lnTo>
                    <a:pt x="107528" y="446023"/>
                  </a:lnTo>
                  <a:lnTo>
                    <a:pt x="71437" y="416242"/>
                  </a:lnTo>
                  <a:lnTo>
                    <a:pt x="41656" y="380151"/>
                  </a:lnTo>
                  <a:lnTo>
                    <a:pt x="19169" y="338732"/>
                  </a:lnTo>
                  <a:lnTo>
                    <a:pt x="4955" y="292968"/>
                  </a:lnTo>
                  <a:lnTo>
                    <a:pt x="0" y="243839"/>
                  </a:lnTo>
                  <a:close/>
                </a:path>
              </a:pathLst>
            </a:custGeom>
            <a:ln w="19812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3" name="object 13"/>
          <p:cNvGrpSpPr/>
          <p:nvPr/>
        </p:nvGrpSpPr>
        <p:grpSpPr>
          <a:xfrm>
            <a:off x="3144011" y="4357115"/>
            <a:ext cx="508000" cy="508000"/>
            <a:chOff x="3144011" y="4357115"/>
            <a:chExt cx="508000" cy="508000"/>
          </a:xfrm>
        </p:grpSpPr>
        <p:sp>
          <p:nvSpPr>
            <p:cNvPr id="14" name="object 14"/>
            <p:cNvSpPr/>
            <p:nvPr/>
          </p:nvSpPr>
          <p:spPr>
            <a:xfrm>
              <a:off x="3153917" y="4367021"/>
              <a:ext cx="487680" cy="487680"/>
            </a:xfrm>
            <a:custGeom>
              <a:avLst/>
              <a:gdLst/>
              <a:ahLst/>
              <a:cxnLst/>
              <a:rect l="l" t="t" r="r" b="b"/>
              <a:pathLst>
                <a:path w="487679" h="487679">
                  <a:moveTo>
                    <a:pt x="243840" y="0"/>
                  </a:moveTo>
                  <a:lnTo>
                    <a:pt x="194711" y="4955"/>
                  </a:lnTo>
                  <a:lnTo>
                    <a:pt x="148947" y="19169"/>
                  </a:lnTo>
                  <a:lnTo>
                    <a:pt x="107528" y="41656"/>
                  </a:lnTo>
                  <a:lnTo>
                    <a:pt x="71437" y="71437"/>
                  </a:lnTo>
                  <a:lnTo>
                    <a:pt x="41656" y="107528"/>
                  </a:lnTo>
                  <a:lnTo>
                    <a:pt x="19169" y="148947"/>
                  </a:lnTo>
                  <a:lnTo>
                    <a:pt x="4955" y="194711"/>
                  </a:lnTo>
                  <a:lnTo>
                    <a:pt x="0" y="243839"/>
                  </a:lnTo>
                  <a:lnTo>
                    <a:pt x="4955" y="292968"/>
                  </a:lnTo>
                  <a:lnTo>
                    <a:pt x="19169" y="338732"/>
                  </a:lnTo>
                  <a:lnTo>
                    <a:pt x="41656" y="380151"/>
                  </a:lnTo>
                  <a:lnTo>
                    <a:pt x="71437" y="416242"/>
                  </a:lnTo>
                  <a:lnTo>
                    <a:pt x="107528" y="446023"/>
                  </a:lnTo>
                  <a:lnTo>
                    <a:pt x="148947" y="468510"/>
                  </a:lnTo>
                  <a:lnTo>
                    <a:pt x="194711" y="482724"/>
                  </a:lnTo>
                  <a:lnTo>
                    <a:pt x="243840" y="487679"/>
                  </a:lnTo>
                  <a:lnTo>
                    <a:pt x="292968" y="482724"/>
                  </a:lnTo>
                  <a:lnTo>
                    <a:pt x="338732" y="468510"/>
                  </a:lnTo>
                  <a:lnTo>
                    <a:pt x="380151" y="446023"/>
                  </a:lnTo>
                  <a:lnTo>
                    <a:pt x="416242" y="416242"/>
                  </a:lnTo>
                  <a:lnTo>
                    <a:pt x="446023" y="380151"/>
                  </a:lnTo>
                  <a:lnTo>
                    <a:pt x="468510" y="338732"/>
                  </a:lnTo>
                  <a:lnTo>
                    <a:pt x="482724" y="292968"/>
                  </a:lnTo>
                  <a:lnTo>
                    <a:pt x="487680" y="243839"/>
                  </a:lnTo>
                  <a:lnTo>
                    <a:pt x="482724" y="194711"/>
                  </a:lnTo>
                  <a:lnTo>
                    <a:pt x="468510" y="148947"/>
                  </a:lnTo>
                  <a:lnTo>
                    <a:pt x="446023" y="107528"/>
                  </a:lnTo>
                  <a:lnTo>
                    <a:pt x="416242" y="71437"/>
                  </a:lnTo>
                  <a:lnTo>
                    <a:pt x="380151" y="41656"/>
                  </a:lnTo>
                  <a:lnTo>
                    <a:pt x="338732" y="19169"/>
                  </a:lnTo>
                  <a:lnTo>
                    <a:pt x="292968" y="4955"/>
                  </a:lnTo>
                  <a:lnTo>
                    <a:pt x="243840" y="0"/>
                  </a:lnTo>
                  <a:close/>
                </a:path>
              </a:pathLst>
            </a:custGeom>
            <a:solidFill>
              <a:srgbClr val="FF0000">
                <a:alpha val="30195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3153917" y="4367021"/>
              <a:ext cx="487680" cy="487680"/>
            </a:xfrm>
            <a:custGeom>
              <a:avLst/>
              <a:gdLst/>
              <a:ahLst/>
              <a:cxnLst/>
              <a:rect l="l" t="t" r="r" b="b"/>
              <a:pathLst>
                <a:path w="487679" h="487679">
                  <a:moveTo>
                    <a:pt x="0" y="243839"/>
                  </a:moveTo>
                  <a:lnTo>
                    <a:pt x="4955" y="194711"/>
                  </a:lnTo>
                  <a:lnTo>
                    <a:pt x="19169" y="148947"/>
                  </a:lnTo>
                  <a:lnTo>
                    <a:pt x="41656" y="107528"/>
                  </a:lnTo>
                  <a:lnTo>
                    <a:pt x="71437" y="71437"/>
                  </a:lnTo>
                  <a:lnTo>
                    <a:pt x="107528" y="41656"/>
                  </a:lnTo>
                  <a:lnTo>
                    <a:pt x="148947" y="19169"/>
                  </a:lnTo>
                  <a:lnTo>
                    <a:pt x="194711" y="4955"/>
                  </a:lnTo>
                  <a:lnTo>
                    <a:pt x="243840" y="0"/>
                  </a:lnTo>
                  <a:lnTo>
                    <a:pt x="292968" y="4955"/>
                  </a:lnTo>
                  <a:lnTo>
                    <a:pt x="338732" y="19169"/>
                  </a:lnTo>
                  <a:lnTo>
                    <a:pt x="380151" y="41656"/>
                  </a:lnTo>
                  <a:lnTo>
                    <a:pt x="416242" y="71437"/>
                  </a:lnTo>
                  <a:lnTo>
                    <a:pt x="446023" y="107528"/>
                  </a:lnTo>
                  <a:lnTo>
                    <a:pt x="468510" y="148947"/>
                  </a:lnTo>
                  <a:lnTo>
                    <a:pt x="482724" y="194711"/>
                  </a:lnTo>
                  <a:lnTo>
                    <a:pt x="487680" y="243839"/>
                  </a:lnTo>
                  <a:lnTo>
                    <a:pt x="482724" y="292968"/>
                  </a:lnTo>
                  <a:lnTo>
                    <a:pt x="468510" y="338732"/>
                  </a:lnTo>
                  <a:lnTo>
                    <a:pt x="446023" y="380151"/>
                  </a:lnTo>
                  <a:lnTo>
                    <a:pt x="416242" y="416242"/>
                  </a:lnTo>
                  <a:lnTo>
                    <a:pt x="380151" y="446023"/>
                  </a:lnTo>
                  <a:lnTo>
                    <a:pt x="338732" y="468510"/>
                  </a:lnTo>
                  <a:lnTo>
                    <a:pt x="292968" y="482724"/>
                  </a:lnTo>
                  <a:lnTo>
                    <a:pt x="243840" y="487679"/>
                  </a:lnTo>
                  <a:lnTo>
                    <a:pt x="194711" y="482724"/>
                  </a:lnTo>
                  <a:lnTo>
                    <a:pt x="148947" y="468510"/>
                  </a:lnTo>
                  <a:lnTo>
                    <a:pt x="107528" y="446023"/>
                  </a:lnTo>
                  <a:lnTo>
                    <a:pt x="71437" y="416242"/>
                  </a:lnTo>
                  <a:lnTo>
                    <a:pt x="41656" y="380151"/>
                  </a:lnTo>
                  <a:lnTo>
                    <a:pt x="19169" y="338732"/>
                  </a:lnTo>
                  <a:lnTo>
                    <a:pt x="4955" y="292968"/>
                  </a:lnTo>
                  <a:lnTo>
                    <a:pt x="0" y="243839"/>
                  </a:lnTo>
                  <a:close/>
                </a:path>
              </a:pathLst>
            </a:custGeom>
            <a:ln w="19812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16" name="object 16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3337559" y="2244851"/>
            <a:ext cx="114299" cy="112775"/>
          </a:xfrm>
          <a:prstGeom prst="rect">
            <a:avLst/>
          </a:prstGeom>
        </p:spPr>
      </p:pic>
      <p:pic>
        <p:nvPicPr>
          <p:cNvPr id="17" name="object 17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3275076" y="2830067"/>
            <a:ext cx="226313" cy="206501"/>
          </a:xfrm>
          <a:prstGeom prst="rect">
            <a:avLst/>
          </a:prstGeom>
        </p:spPr>
      </p:pic>
      <p:pic>
        <p:nvPicPr>
          <p:cNvPr id="18" name="object 18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3265932" y="3406140"/>
            <a:ext cx="229362" cy="206502"/>
          </a:xfrm>
          <a:prstGeom prst="rect">
            <a:avLst/>
          </a:prstGeom>
        </p:spPr>
      </p:pic>
      <p:pic>
        <p:nvPicPr>
          <p:cNvPr id="19" name="object 19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3258311" y="4532376"/>
            <a:ext cx="243077" cy="208025"/>
          </a:xfrm>
          <a:prstGeom prst="rect">
            <a:avLst/>
          </a:prstGeom>
        </p:spPr>
      </p:pic>
      <p:pic>
        <p:nvPicPr>
          <p:cNvPr id="20" name="object 20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3354650" y="3843552"/>
            <a:ext cx="29391" cy="418313"/>
          </a:xfrm>
          <a:prstGeom prst="rect">
            <a:avLst/>
          </a:prstGeom>
        </p:spPr>
      </p:pic>
      <p:grpSp>
        <p:nvGrpSpPr>
          <p:cNvPr id="21" name="object 21"/>
          <p:cNvGrpSpPr/>
          <p:nvPr/>
        </p:nvGrpSpPr>
        <p:grpSpPr>
          <a:xfrm>
            <a:off x="3421379" y="2237232"/>
            <a:ext cx="2795270" cy="2376805"/>
            <a:chOff x="3421379" y="2237232"/>
            <a:chExt cx="2795270" cy="2376805"/>
          </a:xfrm>
        </p:grpSpPr>
        <p:sp>
          <p:nvSpPr>
            <p:cNvPr id="22" name="object 22"/>
            <p:cNvSpPr/>
            <p:nvPr/>
          </p:nvSpPr>
          <p:spPr>
            <a:xfrm>
              <a:off x="5718809" y="3371850"/>
              <a:ext cx="487680" cy="486409"/>
            </a:xfrm>
            <a:custGeom>
              <a:avLst/>
              <a:gdLst/>
              <a:ahLst/>
              <a:cxnLst/>
              <a:rect l="l" t="t" r="r" b="b"/>
              <a:pathLst>
                <a:path w="487679" h="486410">
                  <a:moveTo>
                    <a:pt x="243839" y="0"/>
                  </a:moveTo>
                  <a:lnTo>
                    <a:pt x="194711" y="4938"/>
                  </a:lnTo>
                  <a:lnTo>
                    <a:pt x="148947" y="19103"/>
                  </a:lnTo>
                  <a:lnTo>
                    <a:pt x="107528" y="41516"/>
                  </a:lnTo>
                  <a:lnTo>
                    <a:pt x="71437" y="71199"/>
                  </a:lnTo>
                  <a:lnTo>
                    <a:pt x="41656" y="107174"/>
                  </a:lnTo>
                  <a:lnTo>
                    <a:pt x="19169" y="148464"/>
                  </a:lnTo>
                  <a:lnTo>
                    <a:pt x="4955" y="194091"/>
                  </a:lnTo>
                  <a:lnTo>
                    <a:pt x="0" y="243077"/>
                  </a:lnTo>
                  <a:lnTo>
                    <a:pt x="4955" y="292064"/>
                  </a:lnTo>
                  <a:lnTo>
                    <a:pt x="19169" y="337691"/>
                  </a:lnTo>
                  <a:lnTo>
                    <a:pt x="41656" y="378981"/>
                  </a:lnTo>
                  <a:lnTo>
                    <a:pt x="71437" y="414956"/>
                  </a:lnTo>
                  <a:lnTo>
                    <a:pt x="107528" y="444639"/>
                  </a:lnTo>
                  <a:lnTo>
                    <a:pt x="148947" y="467052"/>
                  </a:lnTo>
                  <a:lnTo>
                    <a:pt x="194711" y="481217"/>
                  </a:lnTo>
                  <a:lnTo>
                    <a:pt x="243839" y="486156"/>
                  </a:lnTo>
                  <a:lnTo>
                    <a:pt x="292968" y="481217"/>
                  </a:lnTo>
                  <a:lnTo>
                    <a:pt x="338732" y="467052"/>
                  </a:lnTo>
                  <a:lnTo>
                    <a:pt x="380151" y="444639"/>
                  </a:lnTo>
                  <a:lnTo>
                    <a:pt x="416242" y="414956"/>
                  </a:lnTo>
                  <a:lnTo>
                    <a:pt x="446023" y="378981"/>
                  </a:lnTo>
                  <a:lnTo>
                    <a:pt x="468510" y="337691"/>
                  </a:lnTo>
                  <a:lnTo>
                    <a:pt x="482724" y="292064"/>
                  </a:lnTo>
                  <a:lnTo>
                    <a:pt x="487679" y="243077"/>
                  </a:lnTo>
                  <a:lnTo>
                    <a:pt x="482724" y="194091"/>
                  </a:lnTo>
                  <a:lnTo>
                    <a:pt x="468510" y="148464"/>
                  </a:lnTo>
                  <a:lnTo>
                    <a:pt x="446023" y="107174"/>
                  </a:lnTo>
                  <a:lnTo>
                    <a:pt x="416242" y="71199"/>
                  </a:lnTo>
                  <a:lnTo>
                    <a:pt x="380151" y="41516"/>
                  </a:lnTo>
                  <a:lnTo>
                    <a:pt x="338732" y="19103"/>
                  </a:lnTo>
                  <a:lnTo>
                    <a:pt x="292968" y="4938"/>
                  </a:lnTo>
                  <a:lnTo>
                    <a:pt x="243839" y="0"/>
                  </a:lnTo>
                  <a:close/>
                </a:path>
              </a:pathLst>
            </a:custGeom>
            <a:solidFill>
              <a:srgbClr val="006FC0">
                <a:alpha val="30195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5718809" y="3371850"/>
              <a:ext cx="487680" cy="486409"/>
            </a:xfrm>
            <a:custGeom>
              <a:avLst/>
              <a:gdLst/>
              <a:ahLst/>
              <a:cxnLst/>
              <a:rect l="l" t="t" r="r" b="b"/>
              <a:pathLst>
                <a:path w="487679" h="486410">
                  <a:moveTo>
                    <a:pt x="0" y="243077"/>
                  </a:moveTo>
                  <a:lnTo>
                    <a:pt x="4955" y="194091"/>
                  </a:lnTo>
                  <a:lnTo>
                    <a:pt x="19169" y="148464"/>
                  </a:lnTo>
                  <a:lnTo>
                    <a:pt x="41656" y="107174"/>
                  </a:lnTo>
                  <a:lnTo>
                    <a:pt x="71437" y="71199"/>
                  </a:lnTo>
                  <a:lnTo>
                    <a:pt x="107528" y="41516"/>
                  </a:lnTo>
                  <a:lnTo>
                    <a:pt x="148947" y="19103"/>
                  </a:lnTo>
                  <a:lnTo>
                    <a:pt x="194711" y="4938"/>
                  </a:lnTo>
                  <a:lnTo>
                    <a:pt x="243839" y="0"/>
                  </a:lnTo>
                  <a:lnTo>
                    <a:pt x="292968" y="4938"/>
                  </a:lnTo>
                  <a:lnTo>
                    <a:pt x="338732" y="19103"/>
                  </a:lnTo>
                  <a:lnTo>
                    <a:pt x="380151" y="41516"/>
                  </a:lnTo>
                  <a:lnTo>
                    <a:pt x="416242" y="71199"/>
                  </a:lnTo>
                  <a:lnTo>
                    <a:pt x="446023" y="107174"/>
                  </a:lnTo>
                  <a:lnTo>
                    <a:pt x="468510" y="148464"/>
                  </a:lnTo>
                  <a:lnTo>
                    <a:pt x="482724" y="194091"/>
                  </a:lnTo>
                  <a:lnTo>
                    <a:pt x="487679" y="243077"/>
                  </a:lnTo>
                  <a:lnTo>
                    <a:pt x="482724" y="292064"/>
                  </a:lnTo>
                  <a:lnTo>
                    <a:pt x="468510" y="337691"/>
                  </a:lnTo>
                  <a:lnTo>
                    <a:pt x="446023" y="378981"/>
                  </a:lnTo>
                  <a:lnTo>
                    <a:pt x="416242" y="414956"/>
                  </a:lnTo>
                  <a:lnTo>
                    <a:pt x="380151" y="444639"/>
                  </a:lnTo>
                  <a:lnTo>
                    <a:pt x="338732" y="467052"/>
                  </a:lnTo>
                  <a:lnTo>
                    <a:pt x="292968" y="481217"/>
                  </a:lnTo>
                  <a:lnTo>
                    <a:pt x="243839" y="486156"/>
                  </a:lnTo>
                  <a:lnTo>
                    <a:pt x="194711" y="481217"/>
                  </a:lnTo>
                  <a:lnTo>
                    <a:pt x="148947" y="467052"/>
                  </a:lnTo>
                  <a:lnTo>
                    <a:pt x="107528" y="444639"/>
                  </a:lnTo>
                  <a:lnTo>
                    <a:pt x="71437" y="414956"/>
                  </a:lnTo>
                  <a:lnTo>
                    <a:pt x="41656" y="378981"/>
                  </a:lnTo>
                  <a:lnTo>
                    <a:pt x="19169" y="337691"/>
                  </a:lnTo>
                  <a:lnTo>
                    <a:pt x="4955" y="292064"/>
                  </a:lnTo>
                  <a:lnTo>
                    <a:pt x="0" y="243077"/>
                  </a:lnTo>
                  <a:close/>
                </a:path>
              </a:pathLst>
            </a:custGeom>
            <a:ln w="19811">
              <a:solidFill>
                <a:srgbClr val="183D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4" name="object 24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5779007" y="3572256"/>
              <a:ext cx="101346" cy="124205"/>
            </a:xfrm>
            <a:prstGeom prst="rect">
              <a:avLst/>
            </a:prstGeom>
          </p:spPr>
        </p:pic>
        <p:sp>
          <p:nvSpPr>
            <p:cNvPr id="25" name="object 25"/>
            <p:cNvSpPr/>
            <p:nvPr/>
          </p:nvSpPr>
          <p:spPr>
            <a:xfrm>
              <a:off x="3431285" y="2288286"/>
              <a:ext cx="2286000" cy="2315845"/>
            </a:xfrm>
            <a:custGeom>
              <a:avLst/>
              <a:gdLst/>
              <a:ahLst/>
              <a:cxnLst/>
              <a:rect l="l" t="t" r="r" b="b"/>
              <a:pathLst>
                <a:path w="2286000" h="2315845">
                  <a:moveTo>
                    <a:pt x="207263" y="670560"/>
                  </a:moveTo>
                  <a:lnTo>
                    <a:pt x="2285491" y="1341882"/>
                  </a:lnTo>
                </a:path>
                <a:path w="2286000" h="2315845">
                  <a:moveTo>
                    <a:pt x="0" y="0"/>
                  </a:moveTo>
                  <a:lnTo>
                    <a:pt x="2285238" y="1310386"/>
                  </a:lnTo>
                </a:path>
                <a:path w="2286000" h="2315845">
                  <a:moveTo>
                    <a:pt x="210312" y="1200912"/>
                  </a:moveTo>
                  <a:lnTo>
                    <a:pt x="2285618" y="1345183"/>
                  </a:lnTo>
                </a:path>
                <a:path w="2286000" h="2315845">
                  <a:moveTo>
                    <a:pt x="210312" y="2315718"/>
                  </a:moveTo>
                  <a:lnTo>
                    <a:pt x="2285618" y="1362456"/>
                  </a:lnTo>
                </a:path>
              </a:pathLst>
            </a:custGeom>
            <a:ln w="19812">
              <a:solidFill>
                <a:srgbClr val="7E7E7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6" name="object 26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3843527" y="2237232"/>
              <a:ext cx="96774" cy="150113"/>
            </a:xfrm>
            <a:prstGeom prst="rect">
              <a:avLst/>
            </a:prstGeom>
          </p:spPr>
        </p:pic>
      </p:grpSp>
      <p:pic>
        <p:nvPicPr>
          <p:cNvPr id="27" name="object 27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3329976" y="1976649"/>
            <a:ext cx="92165" cy="156188"/>
          </a:xfrm>
          <a:prstGeom prst="rect">
            <a:avLst/>
          </a:prstGeom>
        </p:spPr>
      </p:pic>
      <p:pic>
        <p:nvPicPr>
          <p:cNvPr id="28" name="object 28"/>
          <p:cNvPicPr/>
          <p:nvPr/>
        </p:nvPicPr>
        <p:blipFill>
          <a:blip r:embed="rId14" cstate="print"/>
          <a:stretch>
            <a:fillRect/>
          </a:stretch>
        </p:blipFill>
        <p:spPr>
          <a:xfrm>
            <a:off x="3787222" y="2785896"/>
            <a:ext cx="209467" cy="137897"/>
          </a:xfrm>
          <a:prstGeom prst="rect">
            <a:avLst/>
          </a:prstGeom>
        </p:spPr>
      </p:pic>
      <p:pic>
        <p:nvPicPr>
          <p:cNvPr id="29" name="object 29"/>
          <p:cNvPicPr/>
          <p:nvPr/>
        </p:nvPicPr>
        <p:blipFill>
          <a:blip r:embed="rId15" cstate="print"/>
          <a:stretch>
            <a:fillRect/>
          </a:stretch>
        </p:blipFill>
        <p:spPr>
          <a:xfrm>
            <a:off x="3793284" y="3322344"/>
            <a:ext cx="212549" cy="137897"/>
          </a:xfrm>
          <a:prstGeom prst="rect">
            <a:avLst/>
          </a:prstGeom>
        </p:spPr>
      </p:pic>
      <p:pic>
        <p:nvPicPr>
          <p:cNvPr id="30" name="object 30"/>
          <p:cNvPicPr/>
          <p:nvPr/>
        </p:nvPicPr>
        <p:blipFill>
          <a:blip r:embed="rId16" cstate="print"/>
          <a:stretch>
            <a:fillRect/>
          </a:stretch>
        </p:blipFill>
        <p:spPr>
          <a:xfrm>
            <a:off x="3788679" y="4258129"/>
            <a:ext cx="224774" cy="139372"/>
          </a:xfrm>
          <a:prstGeom prst="rect">
            <a:avLst/>
          </a:prstGeom>
        </p:spPr>
      </p:pic>
      <p:sp>
        <p:nvSpPr>
          <p:cNvPr id="31" name="object 31"/>
          <p:cNvSpPr/>
          <p:nvPr/>
        </p:nvSpPr>
        <p:spPr>
          <a:xfrm>
            <a:off x="6198742" y="3596640"/>
            <a:ext cx="342265" cy="76200"/>
          </a:xfrm>
          <a:custGeom>
            <a:avLst/>
            <a:gdLst/>
            <a:ahLst/>
            <a:cxnLst/>
            <a:rect l="l" t="t" r="r" b="b"/>
            <a:pathLst>
              <a:path w="342265" h="76200">
                <a:moveTo>
                  <a:pt x="266065" y="0"/>
                </a:moveTo>
                <a:lnTo>
                  <a:pt x="265829" y="28211"/>
                </a:lnTo>
                <a:lnTo>
                  <a:pt x="278511" y="28321"/>
                </a:lnTo>
                <a:lnTo>
                  <a:pt x="278384" y="48133"/>
                </a:lnTo>
                <a:lnTo>
                  <a:pt x="265663" y="48133"/>
                </a:lnTo>
                <a:lnTo>
                  <a:pt x="265430" y="76200"/>
                </a:lnTo>
                <a:lnTo>
                  <a:pt x="322800" y="48133"/>
                </a:lnTo>
                <a:lnTo>
                  <a:pt x="278384" y="48133"/>
                </a:lnTo>
                <a:lnTo>
                  <a:pt x="323026" y="48022"/>
                </a:lnTo>
                <a:lnTo>
                  <a:pt x="342011" y="38735"/>
                </a:lnTo>
                <a:lnTo>
                  <a:pt x="266065" y="0"/>
                </a:lnTo>
                <a:close/>
              </a:path>
              <a:path w="342265" h="76200">
                <a:moveTo>
                  <a:pt x="265829" y="28211"/>
                </a:moveTo>
                <a:lnTo>
                  <a:pt x="265664" y="48022"/>
                </a:lnTo>
                <a:lnTo>
                  <a:pt x="278384" y="48133"/>
                </a:lnTo>
                <a:lnTo>
                  <a:pt x="278511" y="28321"/>
                </a:lnTo>
                <a:lnTo>
                  <a:pt x="265829" y="28211"/>
                </a:lnTo>
                <a:close/>
              </a:path>
              <a:path w="342265" h="76200">
                <a:moveTo>
                  <a:pt x="254" y="25908"/>
                </a:moveTo>
                <a:lnTo>
                  <a:pt x="0" y="45720"/>
                </a:lnTo>
                <a:lnTo>
                  <a:pt x="265664" y="48022"/>
                </a:lnTo>
                <a:lnTo>
                  <a:pt x="265829" y="28211"/>
                </a:lnTo>
                <a:lnTo>
                  <a:pt x="254" y="25908"/>
                </a:lnTo>
                <a:close/>
              </a:path>
            </a:pathLst>
          </a:custGeom>
          <a:solidFill>
            <a:srgbClr val="7E7E7E">
              <a:alpha val="50195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2" name="object 32"/>
          <p:cNvGrpSpPr/>
          <p:nvPr/>
        </p:nvGrpSpPr>
        <p:grpSpPr>
          <a:xfrm>
            <a:off x="7764780" y="3381755"/>
            <a:ext cx="508000" cy="508000"/>
            <a:chOff x="7764780" y="3381755"/>
            <a:chExt cx="508000" cy="508000"/>
          </a:xfrm>
        </p:grpSpPr>
        <p:sp>
          <p:nvSpPr>
            <p:cNvPr id="33" name="object 33"/>
            <p:cNvSpPr/>
            <p:nvPr/>
          </p:nvSpPr>
          <p:spPr>
            <a:xfrm>
              <a:off x="7774686" y="3391661"/>
              <a:ext cx="487680" cy="487680"/>
            </a:xfrm>
            <a:custGeom>
              <a:avLst/>
              <a:gdLst/>
              <a:ahLst/>
              <a:cxnLst/>
              <a:rect l="l" t="t" r="r" b="b"/>
              <a:pathLst>
                <a:path w="487679" h="487679">
                  <a:moveTo>
                    <a:pt x="243840" y="0"/>
                  </a:moveTo>
                  <a:lnTo>
                    <a:pt x="194711" y="4955"/>
                  </a:lnTo>
                  <a:lnTo>
                    <a:pt x="148947" y="19169"/>
                  </a:lnTo>
                  <a:lnTo>
                    <a:pt x="107528" y="41656"/>
                  </a:lnTo>
                  <a:lnTo>
                    <a:pt x="71437" y="71437"/>
                  </a:lnTo>
                  <a:lnTo>
                    <a:pt x="41656" y="107528"/>
                  </a:lnTo>
                  <a:lnTo>
                    <a:pt x="19169" y="148947"/>
                  </a:lnTo>
                  <a:lnTo>
                    <a:pt x="4955" y="194711"/>
                  </a:lnTo>
                  <a:lnTo>
                    <a:pt x="0" y="243839"/>
                  </a:lnTo>
                  <a:lnTo>
                    <a:pt x="4955" y="292968"/>
                  </a:lnTo>
                  <a:lnTo>
                    <a:pt x="19169" y="338732"/>
                  </a:lnTo>
                  <a:lnTo>
                    <a:pt x="41656" y="380151"/>
                  </a:lnTo>
                  <a:lnTo>
                    <a:pt x="71437" y="416242"/>
                  </a:lnTo>
                  <a:lnTo>
                    <a:pt x="107528" y="446023"/>
                  </a:lnTo>
                  <a:lnTo>
                    <a:pt x="148947" y="468510"/>
                  </a:lnTo>
                  <a:lnTo>
                    <a:pt x="194711" y="482724"/>
                  </a:lnTo>
                  <a:lnTo>
                    <a:pt x="243840" y="487680"/>
                  </a:lnTo>
                  <a:lnTo>
                    <a:pt x="292968" y="482724"/>
                  </a:lnTo>
                  <a:lnTo>
                    <a:pt x="338732" y="468510"/>
                  </a:lnTo>
                  <a:lnTo>
                    <a:pt x="380151" y="446023"/>
                  </a:lnTo>
                  <a:lnTo>
                    <a:pt x="416242" y="416242"/>
                  </a:lnTo>
                  <a:lnTo>
                    <a:pt x="446023" y="380151"/>
                  </a:lnTo>
                  <a:lnTo>
                    <a:pt x="468510" y="338732"/>
                  </a:lnTo>
                  <a:lnTo>
                    <a:pt x="482724" y="292968"/>
                  </a:lnTo>
                  <a:lnTo>
                    <a:pt x="487680" y="243839"/>
                  </a:lnTo>
                  <a:lnTo>
                    <a:pt x="482724" y="194711"/>
                  </a:lnTo>
                  <a:lnTo>
                    <a:pt x="468510" y="148947"/>
                  </a:lnTo>
                  <a:lnTo>
                    <a:pt x="446023" y="107528"/>
                  </a:lnTo>
                  <a:lnTo>
                    <a:pt x="416242" y="71437"/>
                  </a:lnTo>
                  <a:lnTo>
                    <a:pt x="380151" y="41656"/>
                  </a:lnTo>
                  <a:lnTo>
                    <a:pt x="338732" y="19169"/>
                  </a:lnTo>
                  <a:lnTo>
                    <a:pt x="292968" y="4955"/>
                  </a:lnTo>
                  <a:lnTo>
                    <a:pt x="243840" y="0"/>
                  </a:lnTo>
                  <a:close/>
                </a:path>
              </a:pathLst>
            </a:custGeom>
            <a:solidFill>
              <a:srgbClr val="FFC000">
                <a:alpha val="30195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7774686" y="3391661"/>
              <a:ext cx="487680" cy="487680"/>
            </a:xfrm>
            <a:custGeom>
              <a:avLst/>
              <a:gdLst/>
              <a:ahLst/>
              <a:cxnLst/>
              <a:rect l="l" t="t" r="r" b="b"/>
              <a:pathLst>
                <a:path w="487679" h="487679">
                  <a:moveTo>
                    <a:pt x="0" y="243839"/>
                  </a:moveTo>
                  <a:lnTo>
                    <a:pt x="4955" y="194711"/>
                  </a:lnTo>
                  <a:lnTo>
                    <a:pt x="19169" y="148947"/>
                  </a:lnTo>
                  <a:lnTo>
                    <a:pt x="41656" y="107528"/>
                  </a:lnTo>
                  <a:lnTo>
                    <a:pt x="71437" y="71437"/>
                  </a:lnTo>
                  <a:lnTo>
                    <a:pt x="107528" y="41656"/>
                  </a:lnTo>
                  <a:lnTo>
                    <a:pt x="148947" y="19169"/>
                  </a:lnTo>
                  <a:lnTo>
                    <a:pt x="194711" y="4955"/>
                  </a:lnTo>
                  <a:lnTo>
                    <a:pt x="243840" y="0"/>
                  </a:lnTo>
                  <a:lnTo>
                    <a:pt x="292968" y="4955"/>
                  </a:lnTo>
                  <a:lnTo>
                    <a:pt x="338732" y="19169"/>
                  </a:lnTo>
                  <a:lnTo>
                    <a:pt x="380151" y="41656"/>
                  </a:lnTo>
                  <a:lnTo>
                    <a:pt x="416242" y="71437"/>
                  </a:lnTo>
                  <a:lnTo>
                    <a:pt x="446023" y="107528"/>
                  </a:lnTo>
                  <a:lnTo>
                    <a:pt x="468510" y="148947"/>
                  </a:lnTo>
                  <a:lnTo>
                    <a:pt x="482724" y="194711"/>
                  </a:lnTo>
                  <a:lnTo>
                    <a:pt x="487680" y="243839"/>
                  </a:lnTo>
                  <a:lnTo>
                    <a:pt x="482724" y="292968"/>
                  </a:lnTo>
                  <a:lnTo>
                    <a:pt x="468510" y="338732"/>
                  </a:lnTo>
                  <a:lnTo>
                    <a:pt x="446023" y="380151"/>
                  </a:lnTo>
                  <a:lnTo>
                    <a:pt x="416242" y="416242"/>
                  </a:lnTo>
                  <a:lnTo>
                    <a:pt x="380151" y="446023"/>
                  </a:lnTo>
                  <a:lnTo>
                    <a:pt x="338732" y="468510"/>
                  </a:lnTo>
                  <a:lnTo>
                    <a:pt x="292968" y="482724"/>
                  </a:lnTo>
                  <a:lnTo>
                    <a:pt x="243840" y="487680"/>
                  </a:lnTo>
                  <a:lnTo>
                    <a:pt x="194711" y="482724"/>
                  </a:lnTo>
                  <a:lnTo>
                    <a:pt x="148947" y="468510"/>
                  </a:lnTo>
                  <a:lnTo>
                    <a:pt x="107528" y="446023"/>
                  </a:lnTo>
                  <a:lnTo>
                    <a:pt x="71437" y="416242"/>
                  </a:lnTo>
                  <a:lnTo>
                    <a:pt x="41656" y="380151"/>
                  </a:lnTo>
                  <a:lnTo>
                    <a:pt x="19169" y="338732"/>
                  </a:lnTo>
                  <a:lnTo>
                    <a:pt x="4955" y="292968"/>
                  </a:lnTo>
                  <a:lnTo>
                    <a:pt x="0" y="243839"/>
                  </a:lnTo>
                  <a:close/>
                </a:path>
              </a:pathLst>
            </a:custGeom>
            <a:ln w="19812">
              <a:solidFill>
                <a:srgbClr val="FFC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5" name="object 35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7979664" y="3553967"/>
              <a:ext cx="130301" cy="159258"/>
            </a:xfrm>
            <a:prstGeom prst="rect">
              <a:avLst/>
            </a:prstGeom>
          </p:spPr>
        </p:pic>
      </p:grpSp>
      <p:pic>
        <p:nvPicPr>
          <p:cNvPr id="36" name="object 36"/>
          <p:cNvPicPr/>
          <p:nvPr/>
        </p:nvPicPr>
        <p:blipFill>
          <a:blip r:embed="rId18" cstate="print"/>
          <a:stretch>
            <a:fillRect/>
          </a:stretch>
        </p:blipFill>
        <p:spPr>
          <a:xfrm>
            <a:off x="5602223" y="4411954"/>
            <a:ext cx="406158" cy="305587"/>
          </a:xfrm>
          <a:prstGeom prst="rect">
            <a:avLst/>
          </a:prstGeom>
        </p:spPr>
      </p:pic>
      <p:sp>
        <p:nvSpPr>
          <p:cNvPr id="37" name="object 37"/>
          <p:cNvSpPr/>
          <p:nvPr/>
        </p:nvSpPr>
        <p:spPr>
          <a:xfrm>
            <a:off x="5814059" y="3950208"/>
            <a:ext cx="76200" cy="337820"/>
          </a:xfrm>
          <a:custGeom>
            <a:avLst/>
            <a:gdLst/>
            <a:ahLst/>
            <a:cxnLst/>
            <a:rect l="l" t="t" r="r" b="b"/>
            <a:pathLst>
              <a:path w="76200" h="337820">
                <a:moveTo>
                  <a:pt x="44450" y="63500"/>
                </a:moveTo>
                <a:lnTo>
                  <a:pt x="31750" y="63500"/>
                </a:lnTo>
                <a:lnTo>
                  <a:pt x="31750" y="337439"/>
                </a:lnTo>
                <a:lnTo>
                  <a:pt x="44450" y="337439"/>
                </a:lnTo>
                <a:lnTo>
                  <a:pt x="44450" y="63500"/>
                </a:lnTo>
                <a:close/>
              </a:path>
              <a:path w="76200" h="337820">
                <a:moveTo>
                  <a:pt x="38100" y="0"/>
                </a:moveTo>
                <a:lnTo>
                  <a:pt x="0" y="76200"/>
                </a:lnTo>
                <a:lnTo>
                  <a:pt x="31750" y="76200"/>
                </a:lnTo>
                <a:lnTo>
                  <a:pt x="31750" y="63500"/>
                </a:lnTo>
                <a:lnTo>
                  <a:pt x="69850" y="63500"/>
                </a:lnTo>
                <a:lnTo>
                  <a:pt x="38100" y="0"/>
                </a:lnTo>
                <a:close/>
              </a:path>
              <a:path w="76200" h="337820">
                <a:moveTo>
                  <a:pt x="69850" y="63500"/>
                </a:moveTo>
                <a:lnTo>
                  <a:pt x="44450" y="63500"/>
                </a:lnTo>
                <a:lnTo>
                  <a:pt x="44450" y="76200"/>
                </a:lnTo>
                <a:lnTo>
                  <a:pt x="76200" y="76200"/>
                </a:lnTo>
                <a:lnTo>
                  <a:pt x="69850" y="6350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38"/>
          <p:cNvSpPr/>
          <p:nvPr/>
        </p:nvSpPr>
        <p:spPr>
          <a:xfrm>
            <a:off x="3669791" y="2055876"/>
            <a:ext cx="434340" cy="2525395"/>
          </a:xfrm>
          <a:custGeom>
            <a:avLst/>
            <a:gdLst/>
            <a:ahLst/>
            <a:cxnLst/>
            <a:rect l="l" t="t" r="r" b="b"/>
            <a:pathLst>
              <a:path w="434339" h="2525395">
                <a:moveTo>
                  <a:pt x="0" y="1262634"/>
                </a:moveTo>
                <a:lnTo>
                  <a:pt x="396" y="1185715"/>
                </a:lnTo>
                <a:lnTo>
                  <a:pt x="1570" y="1110016"/>
                </a:lnTo>
                <a:lnTo>
                  <a:pt x="3500" y="1035667"/>
                </a:lnTo>
                <a:lnTo>
                  <a:pt x="6162" y="962802"/>
                </a:lnTo>
                <a:lnTo>
                  <a:pt x="9534" y="891553"/>
                </a:lnTo>
                <a:lnTo>
                  <a:pt x="13592" y="822050"/>
                </a:lnTo>
                <a:lnTo>
                  <a:pt x="18315" y="754427"/>
                </a:lnTo>
                <a:lnTo>
                  <a:pt x="23679" y="688816"/>
                </a:lnTo>
                <a:lnTo>
                  <a:pt x="29661" y="625348"/>
                </a:lnTo>
                <a:lnTo>
                  <a:pt x="36239" y="564155"/>
                </a:lnTo>
                <a:lnTo>
                  <a:pt x="43391" y="505370"/>
                </a:lnTo>
                <a:lnTo>
                  <a:pt x="51092" y="449125"/>
                </a:lnTo>
                <a:lnTo>
                  <a:pt x="59321" y="395551"/>
                </a:lnTo>
                <a:lnTo>
                  <a:pt x="68055" y="344781"/>
                </a:lnTo>
                <a:lnTo>
                  <a:pt x="77271" y="296947"/>
                </a:lnTo>
                <a:lnTo>
                  <a:pt x="86946" y="252181"/>
                </a:lnTo>
                <a:lnTo>
                  <a:pt x="97057" y="210615"/>
                </a:lnTo>
                <a:lnTo>
                  <a:pt x="107583" y="172381"/>
                </a:lnTo>
                <a:lnTo>
                  <a:pt x="129783" y="106436"/>
                </a:lnTo>
                <a:lnTo>
                  <a:pt x="153365" y="55404"/>
                </a:lnTo>
                <a:lnTo>
                  <a:pt x="178147" y="20341"/>
                </a:lnTo>
                <a:lnTo>
                  <a:pt x="217170" y="0"/>
                </a:lnTo>
                <a:lnTo>
                  <a:pt x="230394" y="2304"/>
                </a:lnTo>
                <a:lnTo>
                  <a:pt x="268722" y="35811"/>
                </a:lnTo>
                <a:lnTo>
                  <a:pt x="292926" y="78990"/>
                </a:lnTo>
                <a:lnTo>
                  <a:pt x="315840" y="137611"/>
                </a:lnTo>
                <a:lnTo>
                  <a:pt x="337282" y="210615"/>
                </a:lnTo>
                <a:lnTo>
                  <a:pt x="347393" y="252181"/>
                </a:lnTo>
                <a:lnTo>
                  <a:pt x="357068" y="296947"/>
                </a:lnTo>
                <a:lnTo>
                  <a:pt x="366284" y="344781"/>
                </a:lnTo>
                <a:lnTo>
                  <a:pt x="375018" y="395551"/>
                </a:lnTo>
                <a:lnTo>
                  <a:pt x="383247" y="449125"/>
                </a:lnTo>
                <a:lnTo>
                  <a:pt x="390948" y="505370"/>
                </a:lnTo>
                <a:lnTo>
                  <a:pt x="398100" y="564155"/>
                </a:lnTo>
                <a:lnTo>
                  <a:pt x="404678" y="625347"/>
                </a:lnTo>
                <a:lnTo>
                  <a:pt x="410660" y="688816"/>
                </a:lnTo>
                <a:lnTo>
                  <a:pt x="416024" y="754427"/>
                </a:lnTo>
                <a:lnTo>
                  <a:pt x="420747" y="822050"/>
                </a:lnTo>
                <a:lnTo>
                  <a:pt x="424805" y="891553"/>
                </a:lnTo>
                <a:lnTo>
                  <a:pt x="428177" y="962802"/>
                </a:lnTo>
                <a:lnTo>
                  <a:pt x="430839" y="1035667"/>
                </a:lnTo>
                <a:lnTo>
                  <a:pt x="432769" y="1110016"/>
                </a:lnTo>
                <a:lnTo>
                  <a:pt x="433943" y="1185715"/>
                </a:lnTo>
                <a:lnTo>
                  <a:pt x="434340" y="1262634"/>
                </a:lnTo>
                <a:lnTo>
                  <a:pt x="433943" y="1339552"/>
                </a:lnTo>
                <a:lnTo>
                  <a:pt x="432769" y="1415251"/>
                </a:lnTo>
                <a:lnTo>
                  <a:pt x="430839" y="1489600"/>
                </a:lnTo>
                <a:lnTo>
                  <a:pt x="428177" y="1562465"/>
                </a:lnTo>
                <a:lnTo>
                  <a:pt x="424805" y="1633714"/>
                </a:lnTo>
                <a:lnTo>
                  <a:pt x="420747" y="1703217"/>
                </a:lnTo>
                <a:lnTo>
                  <a:pt x="416024" y="1770840"/>
                </a:lnTo>
                <a:lnTo>
                  <a:pt x="410660" y="1836451"/>
                </a:lnTo>
                <a:lnTo>
                  <a:pt x="404678" y="1899920"/>
                </a:lnTo>
                <a:lnTo>
                  <a:pt x="398100" y="1961112"/>
                </a:lnTo>
                <a:lnTo>
                  <a:pt x="390948" y="2019897"/>
                </a:lnTo>
                <a:lnTo>
                  <a:pt x="383247" y="2076142"/>
                </a:lnTo>
                <a:lnTo>
                  <a:pt x="375018" y="2129716"/>
                </a:lnTo>
                <a:lnTo>
                  <a:pt x="366284" y="2180486"/>
                </a:lnTo>
                <a:lnTo>
                  <a:pt x="357068" y="2228320"/>
                </a:lnTo>
                <a:lnTo>
                  <a:pt x="347393" y="2273086"/>
                </a:lnTo>
                <a:lnTo>
                  <a:pt x="337282" y="2314652"/>
                </a:lnTo>
                <a:lnTo>
                  <a:pt x="326756" y="2352886"/>
                </a:lnTo>
                <a:lnTo>
                  <a:pt x="304556" y="2418831"/>
                </a:lnTo>
                <a:lnTo>
                  <a:pt x="280974" y="2469863"/>
                </a:lnTo>
                <a:lnTo>
                  <a:pt x="256192" y="2504926"/>
                </a:lnTo>
                <a:lnTo>
                  <a:pt x="217170" y="2525268"/>
                </a:lnTo>
                <a:lnTo>
                  <a:pt x="203945" y="2522963"/>
                </a:lnTo>
                <a:lnTo>
                  <a:pt x="165617" y="2489456"/>
                </a:lnTo>
                <a:lnTo>
                  <a:pt x="141413" y="2446277"/>
                </a:lnTo>
                <a:lnTo>
                  <a:pt x="118499" y="2387656"/>
                </a:lnTo>
                <a:lnTo>
                  <a:pt x="97057" y="2314652"/>
                </a:lnTo>
                <a:lnTo>
                  <a:pt x="86946" y="2273086"/>
                </a:lnTo>
                <a:lnTo>
                  <a:pt x="77271" y="2228320"/>
                </a:lnTo>
                <a:lnTo>
                  <a:pt x="68055" y="2180486"/>
                </a:lnTo>
                <a:lnTo>
                  <a:pt x="59321" y="2129716"/>
                </a:lnTo>
                <a:lnTo>
                  <a:pt x="51092" y="2076142"/>
                </a:lnTo>
                <a:lnTo>
                  <a:pt x="43391" y="2019897"/>
                </a:lnTo>
                <a:lnTo>
                  <a:pt x="36239" y="1961112"/>
                </a:lnTo>
                <a:lnTo>
                  <a:pt x="29661" y="1899920"/>
                </a:lnTo>
                <a:lnTo>
                  <a:pt x="23679" y="1836451"/>
                </a:lnTo>
                <a:lnTo>
                  <a:pt x="18315" y="1770840"/>
                </a:lnTo>
                <a:lnTo>
                  <a:pt x="13592" y="1703217"/>
                </a:lnTo>
                <a:lnTo>
                  <a:pt x="9534" y="1633714"/>
                </a:lnTo>
                <a:lnTo>
                  <a:pt x="6162" y="1562465"/>
                </a:lnTo>
                <a:lnTo>
                  <a:pt x="3500" y="1489600"/>
                </a:lnTo>
                <a:lnTo>
                  <a:pt x="1570" y="1415251"/>
                </a:lnTo>
                <a:lnTo>
                  <a:pt x="396" y="1339552"/>
                </a:lnTo>
                <a:lnTo>
                  <a:pt x="0" y="1262634"/>
                </a:lnTo>
                <a:close/>
              </a:path>
            </a:pathLst>
          </a:custGeom>
          <a:ln w="12192">
            <a:solidFill>
              <a:srgbClr val="FF0000"/>
            </a:solidFill>
            <a:prstDash val="sysDash"/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39" name="object 39"/>
          <p:cNvPicPr/>
          <p:nvPr/>
        </p:nvPicPr>
        <p:blipFill>
          <a:blip r:embed="rId19" cstate="print"/>
          <a:stretch>
            <a:fillRect/>
          </a:stretch>
        </p:blipFill>
        <p:spPr>
          <a:xfrm>
            <a:off x="4876806" y="4800628"/>
            <a:ext cx="563111" cy="119605"/>
          </a:xfrm>
          <a:prstGeom prst="rect">
            <a:avLst/>
          </a:prstGeom>
        </p:spPr>
      </p:pic>
      <p:sp>
        <p:nvSpPr>
          <p:cNvPr id="40" name="object 40"/>
          <p:cNvSpPr/>
          <p:nvPr/>
        </p:nvSpPr>
        <p:spPr>
          <a:xfrm>
            <a:off x="4018788" y="4595495"/>
            <a:ext cx="695325" cy="266065"/>
          </a:xfrm>
          <a:custGeom>
            <a:avLst/>
            <a:gdLst/>
            <a:ahLst/>
            <a:cxnLst/>
            <a:rect l="l" t="t" r="r" b="b"/>
            <a:pathLst>
              <a:path w="695325" h="266064">
                <a:moveTo>
                  <a:pt x="73856" y="29852"/>
                </a:moveTo>
                <a:lnTo>
                  <a:pt x="69563" y="41799"/>
                </a:lnTo>
                <a:lnTo>
                  <a:pt x="690752" y="265556"/>
                </a:lnTo>
                <a:lnTo>
                  <a:pt x="695071" y="253618"/>
                </a:lnTo>
                <a:lnTo>
                  <a:pt x="73856" y="29852"/>
                </a:lnTo>
                <a:close/>
              </a:path>
              <a:path w="695325" h="266064">
                <a:moveTo>
                  <a:pt x="84582" y="0"/>
                </a:moveTo>
                <a:lnTo>
                  <a:pt x="0" y="10032"/>
                </a:lnTo>
                <a:lnTo>
                  <a:pt x="58800" y="71754"/>
                </a:lnTo>
                <a:lnTo>
                  <a:pt x="69563" y="41799"/>
                </a:lnTo>
                <a:lnTo>
                  <a:pt x="57531" y="37464"/>
                </a:lnTo>
                <a:lnTo>
                  <a:pt x="61849" y="25526"/>
                </a:lnTo>
                <a:lnTo>
                  <a:pt x="75410" y="25526"/>
                </a:lnTo>
                <a:lnTo>
                  <a:pt x="84582" y="0"/>
                </a:lnTo>
                <a:close/>
              </a:path>
              <a:path w="695325" h="266064">
                <a:moveTo>
                  <a:pt x="61849" y="25526"/>
                </a:moveTo>
                <a:lnTo>
                  <a:pt x="57531" y="37464"/>
                </a:lnTo>
                <a:lnTo>
                  <a:pt x="69563" y="41799"/>
                </a:lnTo>
                <a:lnTo>
                  <a:pt x="73856" y="29852"/>
                </a:lnTo>
                <a:lnTo>
                  <a:pt x="61849" y="25526"/>
                </a:lnTo>
                <a:close/>
              </a:path>
              <a:path w="695325" h="266064">
                <a:moveTo>
                  <a:pt x="75410" y="25526"/>
                </a:moveTo>
                <a:lnTo>
                  <a:pt x="61849" y="25526"/>
                </a:lnTo>
                <a:lnTo>
                  <a:pt x="73856" y="29852"/>
                </a:lnTo>
                <a:lnTo>
                  <a:pt x="75410" y="25526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41" name="object 41"/>
          <p:cNvPicPr/>
          <p:nvPr/>
        </p:nvPicPr>
        <p:blipFill>
          <a:blip r:embed="rId20" cstate="print"/>
          <a:stretch>
            <a:fillRect/>
          </a:stretch>
        </p:blipFill>
        <p:spPr>
          <a:xfrm>
            <a:off x="7446410" y="3285770"/>
            <a:ext cx="117963" cy="128751"/>
          </a:xfrm>
          <a:prstGeom prst="rect">
            <a:avLst/>
          </a:prstGeom>
        </p:spPr>
      </p:pic>
      <p:pic>
        <p:nvPicPr>
          <p:cNvPr id="42" name="object 42"/>
          <p:cNvPicPr/>
          <p:nvPr/>
        </p:nvPicPr>
        <p:blipFill>
          <a:blip r:embed="rId21" cstate="print"/>
          <a:stretch>
            <a:fillRect/>
          </a:stretch>
        </p:blipFill>
        <p:spPr>
          <a:xfrm>
            <a:off x="6819900" y="4413503"/>
            <a:ext cx="942594" cy="148589"/>
          </a:xfrm>
          <a:prstGeom prst="rect">
            <a:avLst/>
          </a:prstGeom>
        </p:spPr>
      </p:pic>
      <p:sp>
        <p:nvSpPr>
          <p:cNvPr id="43" name="object 43"/>
          <p:cNvSpPr/>
          <p:nvPr/>
        </p:nvSpPr>
        <p:spPr>
          <a:xfrm>
            <a:off x="6842759" y="3950208"/>
            <a:ext cx="76200" cy="337820"/>
          </a:xfrm>
          <a:custGeom>
            <a:avLst/>
            <a:gdLst/>
            <a:ahLst/>
            <a:cxnLst/>
            <a:rect l="l" t="t" r="r" b="b"/>
            <a:pathLst>
              <a:path w="76200" h="337820">
                <a:moveTo>
                  <a:pt x="44450" y="63500"/>
                </a:moveTo>
                <a:lnTo>
                  <a:pt x="31750" y="63500"/>
                </a:lnTo>
                <a:lnTo>
                  <a:pt x="31750" y="337439"/>
                </a:lnTo>
                <a:lnTo>
                  <a:pt x="44450" y="337439"/>
                </a:lnTo>
                <a:lnTo>
                  <a:pt x="44450" y="63500"/>
                </a:lnTo>
                <a:close/>
              </a:path>
              <a:path w="76200" h="337820">
                <a:moveTo>
                  <a:pt x="38100" y="0"/>
                </a:moveTo>
                <a:lnTo>
                  <a:pt x="0" y="76200"/>
                </a:lnTo>
                <a:lnTo>
                  <a:pt x="31750" y="76200"/>
                </a:lnTo>
                <a:lnTo>
                  <a:pt x="31750" y="63500"/>
                </a:lnTo>
                <a:lnTo>
                  <a:pt x="69850" y="63500"/>
                </a:lnTo>
                <a:lnTo>
                  <a:pt x="38100" y="0"/>
                </a:lnTo>
                <a:close/>
              </a:path>
              <a:path w="76200" h="337820">
                <a:moveTo>
                  <a:pt x="69850" y="63500"/>
                </a:moveTo>
                <a:lnTo>
                  <a:pt x="44450" y="63500"/>
                </a:lnTo>
                <a:lnTo>
                  <a:pt x="44450" y="76200"/>
                </a:lnTo>
                <a:lnTo>
                  <a:pt x="76200" y="76200"/>
                </a:lnTo>
                <a:lnTo>
                  <a:pt x="69850" y="6350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4" name="object 44"/>
          <p:cNvSpPr/>
          <p:nvPr/>
        </p:nvSpPr>
        <p:spPr>
          <a:xfrm>
            <a:off x="5961888" y="3371088"/>
            <a:ext cx="0" cy="487045"/>
          </a:xfrm>
          <a:custGeom>
            <a:avLst/>
            <a:gdLst/>
            <a:ahLst/>
            <a:cxnLst/>
            <a:rect l="l" t="t" r="r" b="b"/>
            <a:pathLst>
              <a:path h="487045">
                <a:moveTo>
                  <a:pt x="0" y="0"/>
                </a:moveTo>
                <a:lnTo>
                  <a:pt x="0" y="486791"/>
                </a:lnTo>
              </a:path>
            </a:pathLst>
          </a:custGeom>
          <a:ln w="12192">
            <a:solidFill>
              <a:srgbClr val="183DA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5" name="object 45"/>
          <p:cNvSpPr/>
          <p:nvPr/>
        </p:nvSpPr>
        <p:spPr>
          <a:xfrm>
            <a:off x="6019800" y="2976372"/>
            <a:ext cx="76200" cy="336550"/>
          </a:xfrm>
          <a:custGeom>
            <a:avLst/>
            <a:gdLst/>
            <a:ahLst/>
            <a:cxnLst/>
            <a:rect l="l" t="t" r="r" b="b"/>
            <a:pathLst>
              <a:path w="76200" h="336550">
                <a:moveTo>
                  <a:pt x="31750" y="259841"/>
                </a:moveTo>
                <a:lnTo>
                  <a:pt x="0" y="259841"/>
                </a:lnTo>
                <a:lnTo>
                  <a:pt x="38100" y="336041"/>
                </a:lnTo>
                <a:lnTo>
                  <a:pt x="69850" y="272541"/>
                </a:lnTo>
                <a:lnTo>
                  <a:pt x="31750" y="272541"/>
                </a:lnTo>
                <a:lnTo>
                  <a:pt x="31750" y="259841"/>
                </a:lnTo>
                <a:close/>
              </a:path>
              <a:path w="76200" h="336550">
                <a:moveTo>
                  <a:pt x="44450" y="0"/>
                </a:moveTo>
                <a:lnTo>
                  <a:pt x="31750" y="0"/>
                </a:lnTo>
                <a:lnTo>
                  <a:pt x="31750" y="272541"/>
                </a:lnTo>
                <a:lnTo>
                  <a:pt x="44450" y="272541"/>
                </a:lnTo>
                <a:lnTo>
                  <a:pt x="44450" y="0"/>
                </a:lnTo>
                <a:close/>
              </a:path>
              <a:path w="76200" h="336550">
                <a:moveTo>
                  <a:pt x="76200" y="259841"/>
                </a:moveTo>
                <a:lnTo>
                  <a:pt x="44450" y="259841"/>
                </a:lnTo>
                <a:lnTo>
                  <a:pt x="44450" y="272541"/>
                </a:lnTo>
                <a:lnTo>
                  <a:pt x="69850" y="272541"/>
                </a:lnTo>
                <a:lnTo>
                  <a:pt x="76200" y="259841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46" name="object 46"/>
          <p:cNvPicPr/>
          <p:nvPr/>
        </p:nvPicPr>
        <p:blipFill>
          <a:blip r:embed="rId22" cstate="print"/>
          <a:stretch>
            <a:fillRect/>
          </a:stretch>
        </p:blipFill>
        <p:spPr>
          <a:xfrm>
            <a:off x="5631179" y="2554223"/>
            <a:ext cx="858774" cy="124205"/>
          </a:xfrm>
          <a:prstGeom prst="rect">
            <a:avLst/>
          </a:prstGeom>
        </p:spPr>
      </p:pic>
      <p:pic>
        <p:nvPicPr>
          <p:cNvPr id="47" name="object 47"/>
          <p:cNvPicPr/>
          <p:nvPr/>
        </p:nvPicPr>
        <p:blipFill>
          <a:blip r:embed="rId23" cstate="print"/>
          <a:stretch>
            <a:fillRect/>
          </a:stretch>
        </p:blipFill>
        <p:spPr>
          <a:xfrm>
            <a:off x="1883694" y="3547951"/>
            <a:ext cx="345155" cy="218614"/>
          </a:xfrm>
          <a:prstGeom prst="rect">
            <a:avLst/>
          </a:prstGeom>
        </p:spPr>
      </p:pic>
      <p:pic>
        <p:nvPicPr>
          <p:cNvPr id="48" name="object 48"/>
          <p:cNvPicPr/>
          <p:nvPr/>
        </p:nvPicPr>
        <p:blipFill>
          <a:blip r:embed="rId24" cstate="print"/>
          <a:stretch>
            <a:fillRect/>
          </a:stretch>
        </p:blipFill>
        <p:spPr>
          <a:xfrm>
            <a:off x="6682777" y="3547951"/>
            <a:ext cx="460972" cy="218614"/>
          </a:xfrm>
          <a:prstGeom prst="rect">
            <a:avLst/>
          </a:prstGeom>
        </p:spPr>
      </p:pic>
      <p:pic>
        <p:nvPicPr>
          <p:cNvPr id="49" name="object 49"/>
          <p:cNvPicPr/>
          <p:nvPr/>
        </p:nvPicPr>
        <p:blipFill>
          <a:blip r:embed="rId25" cstate="print"/>
          <a:stretch>
            <a:fillRect/>
          </a:stretch>
        </p:blipFill>
        <p:spPr>
          <a:xfrm>
            <a:off x="7322819" y="3546347"/>
            <a:ext cx="379475" cy="178307"/>
          </a:xfrm>
          <a:prstGeom prst="rect">
            <a:avLst/>
          </a:prstGeom>
        </p:spPr>
      </p:pic>
      <p:pic>
        <p:nvPicPr>
          <p:cNvPr id="50" name="object 50"/>
          <p:cNvPicPr/>
          <p:nvPr/>
        </p:nvPicPr>
        <p:blipFill>
          <a:blip r:embed="rId26" cstate="print"/>
          <a:stretch>
            <a:fillRect/>
          </a:stretch>
        </p:blipFill>
        <p:spPr>
          <a:xfrm>
            <a:off x="2520695" y="3491484"/>
            <a:ext cx="429768" cy="286511"/>
          </a:xfrm>
          <a:prstGeom prst="rect">
            <a:avLst/>
          </a:prstGeom>
        </p:spPr>
      </p:pic>
      <p:pic>
        <p:nvPicPr>
          <p:cNvPr id="51" name="object 51"/>
          <p:cNvPicPr/>
          <p:nvPr/>
        </p:nvPicPr>
        <p:blipFill>
          <a:blip r:embed="rId27" cstate="print"/>
          <a:stretch>
            <a:fillRect/>
          </a:stretch>
        </p:blipFill>
        <p:spPr>
          <a:xfrm>
            <a:off x="710183" y="5344667"/>
            <a:ext cx="4894326" cy="171450"/>
          </a:xfrm>
          <a:prstGeom prst="rect">
            <a:avLst/>
          </a:prstGeom>
        </p:spPr>
      </p:pic>
      <p:sp>
        <p:nvSpPr>
          <p:cNvPr id="52" name="object 52"/>
          <p:cNvSpPr txBox="1"/>
          <p:nvPr/>
        </p:nvSpPr>
        <p:spPr>
          <a:xfrm>
            <a:off x="437489" y="431419"/>
            <a:ext cx="391922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FFFFFF"/>
                </a:solidFill>
                <a:latin typeface="Ebrima"/>
                <a:cs typeface="Ebrima"/>
              </a:rPr>
              <a:t>2.3.</a:t>
            </a:r>
            <a:r>
              <a:rPr sz="1800" spc="-20" dirty="0">
                <a:solidFill>
                  <a:srgbClr val="FFFFFF"/>
                </a:solidFill>
                <a:latin typeface="Ebrima"/>
                <a:cs typeface="Ebrima"/>
              </a:rPr>
              <a:t> </a:t>
            </a:r>
            <a:r>
              <a:rPr sz="1800" dirty="0">
                <a:solidFill>
                  <a:srgbClr val="FFFFFF"/>
                </a:solidFill>
                <a:latin typeface="Ebrima"/>
                <a:cs typeface="Ebrima"/>
              </a:rPr>
              <a:t>Machine</a:t>
            </a:r>
            <a:r>
              <a:rPr sz="1800" spc="-30" dirty="0">
                <a:solidFill>
                  <a:srgbClr val="FFFFFF"/>
                </a:solidFill>
                <a:latin typeface="Ebrima"/>
                <a:cs typeface="Ebrima"/>
              </a:rPr>
              <a:t> </a:t>
            </a:r>
            <a:r>
              <a:rPr sz="1800" dirty="0">
                <a:solidFill>
                  <a:srgbClr val="FFFFFF"/>
                </a:solidFill>
                <a:latin typeface="Ebrima"/>
                <a:cs typeface="Ebrima"/>
              </a:rPr>
              <a:t>Learning</a:t>
            </a:r>
            <a:r>
              <a:rPr sz="1800" spc="-30" dirty="0">
                <a:solidFill>
                  <a:srgbClr val="FFFFFF"/>
                </a:solidFill>
                <a:latin typeface="Ebrima"/>
                <a:cs typeface="Ebrima"/>
              </a:rPr>
              <a:t> </a:t>
            </a:r>
            <a:r>
              <a:rPr sz="1800" dirty="0">
                <a:solidFill>
                  <a:srgbClr val="FFFFFF"/>
                </a:solidFill>
                <a:latin typeface="Ebrima"/>
                <a:cs typeface="Ebrima"/>
              </a:rPr>
              <a:t>with</a:t>
            </a:r>
            <a:r>
              <a:rPr sz="1800" spc="-10" dirty="0">
                <a:solidFill>
                  <a:srgbClr val="FFFFFF"/>
                </a:solidFill>
                <a:latin typeface="Ebrima"/>
                <a:cs typeface="Ebrima"/>
              </a:rPr>
              <a:t> TensorFlow</a:t>
            </a:r>
            <a:endParaRPr sz="1800">
              <a:latin typeface="Ebrima"/>
              <a:cs typeface="Ebrima"/>
            </a:endParaRPr>
          </a:p>
        </p:txBody>
      </p:sp>
      <p:sp>
        <p:nvSpPr>
          <p:cNvPr id="53" name="object 53"/>
          <p:cNvSpPr txBox="1"/>
          <p:nvPr/>
        </p:nvSpPr>
        <p:spPr>
          <a:xfrm>
            <a:off x="8671941" y="463677"/>
            <a:ext cx="80962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dirty="0">
                <a:solidFill>
                  <a:srgbClr val="D9D9D9"/>
                </a:solidFill>
                <a:latin typeface="Ebrima"/>
                <a:cs typeface="Ebrima"/>
              </a:rPr>
              <a:t>UNIT</a:t>
            </a:r>
            <a:r>
              <a:rPr sz="1600" spc="400" dirty="0">
                <a:solidFill>
                  <a:srgbClr val="D9D9D9"/>
                </a:solidFill>
                <a:latin typeface="Ebrima"/>
                <a:cs typeface="Ebrima"/>
              </a:rPr>
              <a:t> </a:t>
            </a:r>
            <a:r>
              <a:rPr sz="1600" spc="-35" dirty="0">
                <a:solidFill>
                  <a:srgbClr val="D9D9D9"/>
                </a:solidFill>
                <a:latin typeface="Ebrima"/>
                <a:cs typeface="Ebrima"/>
              </a:rPr>
              <a:t>02</a:t>
            </a:r>
            <a:endParaRPr sz="1600">
              <a:latin typeface="Ebrima"/>
              <a:cs typeface="Ebrima"/>
            </a:endParaRPr>
          </a:p>
        </p:txBody>
      </p:sp>
    </p:spTree>
  </p:cSld>
  <p:clrMapOvr>
    <a:masterClrMapping/>
  </p:clrMapOvr>
</p:sld>
</file>

<file path=ppt/slides/slide1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334658" y="6524434"/>
            <a:ext cx="108806" cy="90487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54151" y="6527292"/>
            <a:ext cx="1794510" cy="142494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862571" y="6521195"/>
            <a:ext cx="2327910" cy="118110"/>
          </a:xfrm>
          <a:prstGeom prst="rect">
            <a:avLst/>
          </a:prstGeom>
        </p:spPr>
      </p:pic>
      <p:sp>
        <p:nvSpPr>
          <p:cNvPr id="5" name="object 5"/>
          <p:cNvSpPr/>
          <p:nvPr/>
        </p:nvSpPr>
        <p:spPr>
          <a:xfrm>
            <a:off x="559308" y="1440180"/>
            <a:ext cx="36830" cy="180340"/>
          </a:xfrm>
          <a:custGeom>
            <a:avLst/>
            <a:gdLst/>
            <a:ahLst/>
            <a:cxnLst/>
            <a:rect l="l" t="t" r="r" b="b"/>
            <a:pathLst>
              <a:path w="36829" h="180340">
                <a:moveTo>
                  <a:pt x="36576" y="0"/>
                </a:moveTo>
                <a:lnTo>
                  <a:pt x="0" y="0"/>
                </a:lnTo>
                <a:lnTo>
                  <a:pt x="0" y="179832"/>
                </a:lnTo>
                <a:lnTo>
                  <a:pt x="36576" y="179832"/>
                </a:lnTo>
                <a:lnTo>
                  <a:pt x="36576" y="0"/>
                </a:lnTo>
                <a:close/>
              </a:path>
            </a:pathLst>
          </a:custGeom>
          <a:solidFill>
            <a:srgbClr val="183DAF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6" name="object 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719327" y="1464563"/>
            <a:ext cx="1924050" cy="174498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710183" y="1805939"/>
            <a:ext cx="6121145" cy="1187958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437489" y="431419"/>
            <a:ext cx="391922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FFFFFF"/>
                </a:solidFill>
                <a:latin typeface="Ebrima"/>
                <a:cs typeface="Ebrima"/>
              </a:rPr>
              <a:t>2.3.</a:t>
            </a:r>
            <a:r>
              <a:rPr sz="1800" spc="-20" dirty="0">
                <a:solidFill>
                  <a:srgbClr val="FFFFFF"/>
                </a:solidFill>
                <a:latin typeface="Ebrima"/>
                <a:cs typeface="Ebrima"/>
              </a:rPr>
              <a:t> </a:t>
            </a:r>
            <a:r>
              <a:rPr sz="1800" dirty="0">
                <a:solidFill>
                  <a:srgbClr val="FFFFFF"/>
                </a:solidFill>
                <a:latin typeface="Ebrima"/>
                <a:cs typeface="Ebrima"/>
              </a:rPr>
              <a:t>Machine</a:t>
            </a:r>
            <a:r>
              <a:rPr sz="1800" spc="-30" dirty="0">
                <a:solidFill>
                  <a:srgbClr val="FFFFFF"/>
                </a:solidFill>
                <a:latin typeface="Ebrima"/>
                <a:cs typeface="Ebrima"/>
              </a:rPr>
              <a:t> </a:t>
            </a:r>
            <a:r>
              <a:rPr sz="1800" dirty="0">
                <a:solidFill>
                  <a:srgbClr val="FFFFFF"/>
                </a:solidFill>
                <a:latin typeface="Ebrima"/>
                <a:cs typeface="Ebrima"/>
              </a:rPr>
              <a:t>Learning</a:t>
            </a:r>
            <a:r>
              <a:rPr sz="1800" spc="-30" dirty="0">
                <a:solidFill>
                  <a:srgbClr val="FFFFFF"/>
                </a:solidFill>
                <a:latin typeface="Ebrima"/>
                <a:cs typeface="Ebrima"/>
              </a:rPr>
              <a:t> </a:t>
            </a:r>
            <a:r>
              <a:rPr sz="1800" dirty="0">
                <a:solidFill>
                  <a:srgbClr val="FFFFFF"/>
                </a:solidFill>
                <a:latin typeface="Ebrima"/>
                <a:cs typeface="Ebrima"/>
              </a:rPr>
              <a:t>with</a:t>
            </a:r>
            <a:r>
              <a:rPr sz="1800" spc="-10" dirty="0">
                <a:solidFill>
                  <a:srgbClr val="FFFFFF"/>
                </a:solidFill>
                <a:latin typeface="Ebrima"/>
                <a:cs typeface="Ebrima"/>
              </a:rPr>
              <a:t> TensorFlow</a:t>
            </a:r>
            <a:endParaRPr sz="1800">
              <a:latin typeface="Ebrima"/>
              <a:cs typeface="Ebrim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8671941" y="463677"/>
            <a:ext cx="80962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dirty="0">
                <a:solidFill>
                  <a:srgbClr val="D9D9D9"/>
                </a:solidFill>
                <a:latin typeface="Ebrima"/>
                <a:cs typeface="Ebrima"/>
              </a:rPr>
              <a:t>UNIT</a:t>
            </a:r>
            <a:r>
              <a:rPr sz="1600" spc="400" dirty="0">
                <a:solidFill>
                  <a:srgbClr val="D9D9D9"/>
                </a:solidFill>
                <a:latin typeface="Ebrima"/>
                <a:cs typeface="Ebrima"/>
              </a:rPr>
              <a:t> </a:t>
            </a:r>
            <a:r>
              <a:rPr sz="1600" spc="-35" dirty="0">
                <a:solidFill>
                  <a:srgbClr val="D9D9D9"/>
                </a:solidFill>
                <a:latin typeface="Ebrima"/>
                <a:cs typeface="Ebrima"/>
              </a:rPr>
              <a:t>02</a:t>
            </a:r>
            <a:endParaRPr sz="1600">
              <a:latin typeface="Ebrima"/>
              <a:cs typeface="Ebrima"/>
            </a:endParaRPr>
          </a:p>
        </p:txBody>
      </p:sp>
    </p:spTree>
  </p:cSld>
  <p:clrMapOvr>
    <a:masterClrMapping/>
  </p:clrMapOvr>
</p:sld>
</file>

<file path=ppt/slides/slide1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331543" y="6524434"/>
            <a:ext cx="111922" cy="90487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54151" y="6527292"/>
            <a:ext cx="1794510" cy="142494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862571" y="6521195"/>
            <a:ext cx="2327910" cy="118110"/>
          </a:xfrm>
          <a:prstGeom prst="rect">
            <a:avLst/>
          </a:prstGeom>
        </p:spPr>
      </p:pic>
      <p:sp>
        <p:nvSpPr>
          <p:cNvPr id="5" name="object 5"/>
          <p:cNvSpPr/>
          <p:nvPr/>
        </p:nvSpPr>
        <p:spPr>
          <a:xfrm>
            <a:off x="559308" y="1440180"/>
            <a:ext cx="36830" cy="180340"/>
          </a:xfrm>
          <a:custGeom>
            <a:avLst/>
            <a:gdLst/>
            <a:ahLst/>
            <a:cxnLst/>
            <a:rect l="l" t="t" r="r" b="b"/>
            <a:pathLst>
              <a:path w="36829" h="180340">
                <a:moveTo>
                  <a:pt x="36576" y="0"/>
                </a:moveTo>
                <a:lnTo>
                  <a:pt x="0" y="0"/>
                </a:lnTo>
                <a:lnTo>
                  <a:pt x="0" y="179832"/>
                </a:lnTo>
                <a:lnTo>
                  <a:pt x="36576" y="179832"/>
                </a:lnTo>
                <a:lnTo>
                  <a:pt x="36576" y="0"/>
                </a:lnTo>
                <a:close/>
              </a:path>
            </a:pathLst>
          </a:custGeom>
          <a:solidFill>
            <a:srgbClr val="183DAF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6" name="object 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719327" y="1464563"/>
            <a:ext cx="2003298" cy="174498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710183" y="1812035"/>
            <a:ext cx="5039106" cy="3461766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3605529" y="2175510"/>
            <a:ext cx="2682240" cy="2393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r>
              <a:rPr sz="1400" dirty="0">
                <a:solidFill>
                  <a:srgbClr val="183DAF"/>
                </a:solidFill>
                <a:latin typeface="Cambria Math"/>
                <a:cs typeface="Cambria Math"/>
              </a:rPr>
              <a:t>𝑆</a:t>
            </a:r>
            <a:r>
              <a:rPr sz="1400" spc="85" dirty="0">
                <a:solidFill>
                  <a:srgbClr val="183DAF"/>
                </a:solidFill>
                <a:latin typeface="Cambria Math"/>
                <a:cs typeface="Cambria Math"/>
              </a:rPr>
              <a:t> </a:t>
            </a:r>
            <a:r>
              <a:rPr sz="1400" dirty="0">
                <a:latin typeface="Cambria Math"/>
                <a:cs typeface="Cambria Math"/>
              </a:rPr>
              <a:t>=</a:t>
            </a:r>
            <a:r>
              <a:rPr sz="1400" spc="70" dirty="0">
                <a:latin typeface="Cambria Math"/>
                <a:cs typeface="Cambria Math"/>
              </a:rPr>
              <a:t> </a:t>
            </a:r>
            <a:r>
              <a:rPr sz="1400" dirty="0">
                <a:solidFill>
                  <a:srgbClr val="FF0000"/>
                </a:solidFill>
                <a:latin typeface="Cambria Math"/>
                <a:cs typeface="Cambria Math"/>
              </a:rPr>
              <a:t>𝑏</a:t>
            </a:r>
            <a:r>
              <a:rPr sz="1400" spc="15" dirty="0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1400" dirty="0">
                <a:latin typeface="Cambria Math"/>
                <a:cs typeface="Cambria Math"/>
              </a:rPr>
              <a:t>+</a:t>
            </a:r>
            <a:r>
              <a:rPr sz="1400" spc="5" dirty="0">
                <a:latin typeface="Cambria Math"/>
                <a:cs typeface="Cambria Math"/>
              </a:rPr>
              <a:t> </a:t>
            </a:r>
            <a:r>
              <a:rPr sz="1400" dirty="0">
                <a:solidFill>
                  <a:srgbClr val="FF0000"/>
                </a:solidFill>
                <a:latin typeface="Cambria Math"/>
                <a:cs typeface="Cambria Math"/>
              </a:rPr>
              <a:t>𝑤</a:t>
            </a:r>
            <a:r>
              <a:rPr sz="1500" baseline="-16666" dirty="0">
                <a:solidFill>
                  <a:srgbClr val="FF0000"/>
                </a:solidFill>
                <a:latin typeface="Cambria Math"/>
                <a:cs typeface="Cambria Math"/>
              </a:rPr>
              <a:t>1</a:t>
            </a:r>
            <a:r>
              <a:rPr sz="1400" dirty="0">
                <a:solidFill>
                  <a:srgbClr val="183DAF"/>
                </a:solidFill>
                <a:latin typeface="Cambria Math"/>
                <a:cs typeface="Cambria Math"/>
              </a:rPr>
              <a:t>𝑋</a:t>
            </a:r>
            <a:r>
              <a:rPr sz="1500" baseline="-16666" dirty="0">
                <a:solidFill>
                  <a:srgbClr val="183DAF"/>
                </a:solidFill>
                <a:latin typeface="Cambria Math"/>
                <a:cs typeface="Cambria Math"/>
              </a:rPr>
              <a:t>1</a:t>
            </a:r>
            <a:r>
              <a:rPr sz="1500" spc="202" baseline="-16666" dirty="0">
                <a:solidFill>
                  <a:srgbClr val="183DAF"/>
                </a:solidFill>
                <a:latin typeface="Cambria Math"/>
                <a:cs typeface="Cambria Math"/>
              </a:rPr>
              <a:t> </a:t>
            </a:r>
            <a:r>
              <a:rPr sz="1400" dirty="0">
                <a:latin typeface="Cambria Math"/>
                <a:cs typeface="Cambria Math"/>
              </a:rPr>
              <a:t>+</a:t>
            </a:r>
            <a:r>
              <a:rPr sz="1400" spc="5" dirty="0">
                <a:latin typeface="Cambria Math"/>
                <a:cs typeface="Cambria Math"/>
              </a:rPr>
              <a:t> </a:t>
            </a:r>
            <a:r>
              <a:rPr sz="1400" dirty="0">
                <a:solidFill>
                  <a:srgbClr val="FF0000"/>
                </a:solidFill>
                <a:latin typeface="Cambria Math"/>
                <a:cs typeface="Cambria Math"/>
              </a:rPr>
              <a:t>𝑤</a:t>
            </a:r>
            <a:r>
              <a:rPr sz="1500" baseline="-16666" dirty="0">
                <a:solidFill>
                  <a:srgbClr val="FF0000"/>
                </a:solidFill>
                <a:latin typeface="Cambria Math"/>
                <a:cs typeface="Cambria Math"/>
              </a:rPr>
              <a:t>2</a:t>
            </a:r>
            <a:r>
              <a:rPr sz="1400" dirty="0">
                <a:solidFill>
                  <a:srgbClr val="183DAF"/>
                </a:solidFill>
                <a:latin typeface="Cambria Math"/>
                <a:cs typeface="Cambria Math"/>
              </a:rPr>
              <a:t>𝑋</a:t>
            </a:r>
            <a:r>
              <a:rPr sz="1500" baseline="-16666" dirty="0">
                <a:solidFill>
                  <a:srgbClr val="183DAF"/>
                </a:solidFill>
                <a:latin typeface="Cambria Math"/>
                <a:cs typeface="Cambria Math"/>
              </a:rPr>
              <a:t>2</a:t>
            </a:r>
            <a:r>
              <a:rPr sz="1500" spc="202" baseline="-16666" dirty="0">
                <a:solidFill>
                  <a:srgbClr val="183DAF"/>
                </a:solidFill>
                <a:latin typeface="Cambria Math"/>
                <a:cs typeface="Cambria Math"/>
              </a:rPr>
              <a:t> </a:t>
            </a:r>
            <a:r>
              <a:rPr sz="1400" dirty="0">
                <a:latin typeface="Cambria Math"/>
                <a:cs typeface="Cambria Math"/>
              </a:rPr>
              <a:t>+</a:t>
            </a:r>
            <a:r>
              <a:rPr sz="1400" spc="-10" dirty="0">
                <a:latin typeface="Cambria Math"/>
                <a:cs typeface="Cambria Math"/>
              </a:rPr>
              <a:t> </a:t>
            </a:r>
            <a:r>
              <a:rPr sz="1400" dirty="0">
                <a:latin typeface="Cambria Math"/>
                <a:cs typeface="Cambria Math"/>
              </a:rPr>
              <a:t>⋯</a:t>
            </a:r>
            <a:r>
              <a:rPr sz="1400" spc="-85" dirty="0">
                <a:latin typeface="Cambria Math"/>
                <a:cs typeface="Cambria Math"/>
              </a:rPr>
              <a:t> </a:t>
            </a:r>
            <a:r>
              <a:rPr sz="1400" dirty="0">
                <a:latin typeface="Cambria Math"/>
                <a:cs typeface="Cambria Math"/>
              </a:rPr>
              <a:t>+ </a:t>
            </a:r>
            <a:r>
              <a:rPr sz="1400" spc="-20" dirty="0">
                <a:solidFill>
                  <a:srgbClr val="FF0000"/>
                </a:solidFill>
                <a:latin typeface="Cambria Math"/>
                <a:cs typeface="Cambria Math"/>
              </a:rPr>
              <a:t>𝑤</a:t>
            </a:r>
            <a:r>
              <a:rPr sz="1500" spc="-30" baseline="-16666" dirty="0">
                <a:solidFill>
                  <a:srgbClr val="FF0000"/>
                </a:solidFill>
                <a:latin typeface="Cambria Math"/>
                <a:cs typeface="Cambria Math"/>
              </a:rPr>
              <a:t>𝑘</a:t>
            </a:r>
            <a:r>
              <a:rPr sz="1400" spc="-20" dirty="0">
                <a:solidFill>
                  <a:srgbClr val="183DAF"/>
                </a:solidFill>
                <a:latin typeface="Cambria Math"/>
                <a:cs typeface="Cambria Math"/>
              </a:rPr>
              <a:t>𝑋</a:t>
            </a:r>
            <a:r>
              <a:rPr sz="1500" spc="-30" baseline="-16666" dirty="0">
                <a:solidFill>
                  <a:srgbClr val="183DAF"/>
                </a:solidFill>
                <a:latin typeface="Cambria Math"/>
                <a:cs typeface="Cambria Math"/>
              </a:rPr>
              <a:t>𝑘</a:t>
            </a:r>
            <a:endParaRPr sz="1500" baseline="-16666">
              <a:latin typeface="Cambria Math"/>
              <a:cs typeface="Cambria Math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3213861" y="4021709"/>
            <a:ext cx="981075" cy="165100"/>
            <a:chOff x="3213861" y="4021709"/>
            <a:chExt cx="981075" cy="165100"/>
          </a:xfrm>
        </p:grpSpPr>
        <p:pic>
          <p:nvPicPr>
            <p:cNvPr id="10" name="object 10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3213861" y="4021709"/>
              <a:ext cx="214884" cy="165100"/>
            </a:xfrm>
            <a:prstGeom prst="rect">
              <a:avLst/>
            </a:prstGeom>
          </p:spPr>
        </p:pic>
        <p:sp>
          <p:nvSpPr>
            <p:cNvPr id="11" name="object 11"/>
            <p:cNvSpPr/>
            <p:nvPr/>
          </p:nvSpPr>
          <p:spPr>
            <a:xfrm>
              <a:off x="3675252" y="4097146"/>
              <a:ext cx="520065" cy="12700"/>
            </a:xfrm>
            <a:custGeom>
              <a:avLst/>
              <a:gdLst/>
              <a:ahLst/>
              <a:cxnLst/>
              <a:rect l="l" t="t" r="r" b="b"/>
              <a:pathLst>
                <a:path w="520064" h="12700">
                  <a:moveTo>
                    <a:pt x="519684" y="0"/>
                  </a:moveTo>
                  <a:lnTo>
                    <a:pt x="0" y="0"/>
                  </a:lnTo>
                  <a:lnTo>
                    <a:pt x="0" y="12192"/>
                  </a:lnTo>
                  <a:lnTo>
                    <a:pt x="519684" y="12192"/>
                  </a:lnTo>
                  <a:lnTo>
                    <a:pt x="51968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3050794" y="3761943"/>
            <a:ext cx="1186815" cy="5600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779780">
              <a:lnSpc>
                <a:spcPts val="1635"/>
              </a:lnSpc>
              <a:spcBef>
                <a:spcPts val="105"/>
              </a:spcBef>
            </a:pPr>
            <a:r>
              <a:rPr sz="2100" baseline="-19841" dirty="0">
                <a:latin typeface="Cambria Math"/>
                <a:cs typeface="Cambria Math"/>
              </a:rPr>
              <a:t>𝑒 </a:t>
            </a:r>
            <a:r>
              <a:rPr sz="1000" spc="-50" dirty="0">
                <a:solidFill>
                  <a:srgbClr val="183DAF"/>
                </a:solidFill>
                <a:latin typeface="Cambria Math"/>
                <a:cs typeface="Cambria Math"/>
              </a:rPr>
              <a:t>𝑆</a:t>
            </a:r>
            <a:endParaRPr sz="1000">
              <a:latin typeface="Cambria Math"/>
              <a:cs typeface="Cambria Math"/>
            </a:endParaRPr>
          </a:p>
          <a:p>
            <a:pPr marL="38100">
              <a:lnSpc>
                <a:spcPts val="1260"/>
              </a:lnSpc>
            </a:pPr>
            <a:r>
              <a:rPr sz="1400" dirty="0">
                <a:solidFill>
                  <a:srgbClr val="FF0000"/>
                </a:solidFill>
                <a:latin typeface="Cambria Math"/>
                <a:cs typeface="Cambria Math"/>
              </a:rPr>
              <a:t>𝜎</a:t>
            </a:r>
            <a:r>
              <a:rPr sz="1400" spc="315" dirty="0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1400" dirty="0">
                <a:solidFill>
                  <a:srgbClr val="183DAF"/>
                </a:solidFill>
                <a:latin typeface="Cambria Math"/>
                <a:cs typeface="Cambria Math"/>
              </a:rPr>
              <a:t>𝑆</a:t>
            </a:r>
            <a:r>
              <a:rPr sz="1400" spc="180" dirty="0">
                <a:solidFill>
                  <a:srgbClr val="183DAF"/>
                </a:solidFill>
                <a:latin typeface="Cambria Math"/>
                <a:cs typeface="Cambria Math"/>
              </a:rPr>
              <a:t>  </a:t>
            </a:r>
            <a:r>
              <a:rPr sz="1400" spc="-50" dirty="0">
                <a:latin typeface="Cambria Math"/>
                <a:cs typeface="Cambria Math"/>
              </a:rPr>
              <a:t>=</a:t>
            </a:r>
            <a:endParaRPr sz="1400">
              <a:latin typeface="Cambria Math"/>
              <a:cs typeface="Cambria Math"/>
            </a:endParaRPr>
          </a:p>
          <a:p>
            <a:pPr marL="624840">
              <a:lnSpc>
                <a:spcPts val="1310"/>
              </a:lnSpc>
            </a:pPr>
            <a:r>
              <a:rPr sz="1400" dirty="0">
                <a:latin typeface="Cambria Math"/>
                <a:cs typeface="Cambria Math"/>
              </a:rPr>
              <a:t>1</a:t>
            </a:r>
            <a:r>
              <a:rPr sz="1400" spc="-10" dirty="0">
                <a:latin typeface="Cambria Math"/>
                <a:cs typeface="Cambria Math"/>
              </a:rPr>
              <a:t> </a:t>
            </a:r>
            <a:r>
              <a:rPr sz="1400" dirty="0">
                <a:latin typeface="Cambria Math"/>
                <a:cs typeface="Cambria Math"/>
              </a:rPr>
              <a:t>+</a:t>
            </a:r>
            <a:r>
              <a:rPr sz="1400" spc="10" dirty="0">
                <a:latin typeface="Cambria Math"/>
                <a:cs typeface="Cambria Math"/>
              </a:rPr>
              <a:t> </a:t>
            </a:r>
            <a:r>
              <a:rPr sz="1400" dirty="0">
                <a:latin typeface="Cambria Math"/>
                <a:cs typeface="Cambria Math"/>
              </a:rPr>
              <a:t>𝑒 </a:t>
            </a:r>
            <a:r>
              <a:rPr sz="1500" spc="-75" baseline="22222" dirty="0">
                <a:solidFill>
                  <a:srgbClr val="183DAF"/>
                </a:solidFill>
                <a:latin typeface="Cambria Math"/>
                <a:cs typeface="Cambria Math"/>
              </a:rPr>
              <a:t>𝑆</a:t>
            </a:r>
            <a:endParaRPr sz="1500" baseline="22222">
              <a:latin typeface="Cambria Math"/>
              <a:cs typeface="Cambria Math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5241035" y="3425952"/>
            <a:ext cx="2270760" cy="1440180"/>
            <a:chOff x="5241035" y="3425952"/>
            <a:chExt cx="2270760" cy="1440180"/>
          </a:xfrm>
        </p:grpSpPr>
        <p:pic>
          <p:nvPicPr>
            <p:cNvPr id="14" name="object 14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5241035" y="3425952"/>
              <a:ext cx="2270760" cy="1440180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6443471" y="4073652"/>
              <a:ext cx="144018" cy="124206"/>
            </a:xfrm>
            <a:prstGeom prst="rect">
              <a:avLst/>
            </a:prstGeom>
          </p:spPr>
        </p:pic>
        <p:sp>
          <p:nvSpPr>
            <p:cNvPr id="16" name="object 16"/>
            <p:cNvSpPr/>
            <p:nvPr/>
          </p:nvSpPr>
          <p:spPr>
            <a:xfrm>
              <a:off x="6768083" y="3700272"/>
              <a:ext cx="304800" cy="190500"/>
            </a:xfrm>
            <a:custGeom>
              <a:avLst/>
              <a:gdLst/>
              <a:ahLst/>
              <a:cxnLst/>
              <a:rect l="l" t="t" r="r" b="b"/>
              <a:pathLst>
                <a:path w="304800" h="190500">
                  <a:moveTo>
                    <a:pt x="304800" y="0"/>
                  </a:moveTo>
                  <a:lnTo>
                    <a:pt x="0" y="0"/>
                  </a:lnTo>
                  <a:lnTo>
                    <a:pt x="0" y="190500"/>
                  </a:lnTo>
                  <a:lnTo>
                    <a:pt x="304800" y="190500"/>
                  </a:lnTo>
                  <a:lnTo>
                    <a:pt x="30480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" name="object 17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2.3.</a:t>
            </a:r>
            <a:r>
              <a:rPr spc="-25" dirty="0"/>
              <a:t> </a:t>
            </a:r>
            <a:r>
              <a:rPr dirty="0"/>
              <a:t>Machine</a:t>
            </a:r>
            <a:r>
              <a:rPr spc="-30" dirty="0"/>
              <a:t> </a:t>
            </a:r>
            <a:r>
              <a:rPr dirty="0"/>
              <a:t>Learning</a:t>
            </a:r>
            <a:r>
              <a:rPr spc="-30" dirty="0"/>
              <a:t> </a:t>
            </a:r>
            <a:r>
              <a:rPr dirty="0"/>
              <a:t>with</a:t>
            </a:r>
            <a:r>
              <a:rPr spc="-10" dirty="0"/>
              <a:t> TensorFlow</a:t>
            </a:r>
          </a:p>
        </p:txBody>
      </p:sp>
      <p:sp>
        <p:nvSpPr>
          <p:cNvPr id="18" name="object 18"/>
          <p:cNvSpPr txBox="1"/>
          <p:nvPr/>
        </p:nvSpPr>
        <p:spPr>
          <a:xfrm>
            <a:off x="8671941" y="463677"/>
            <a:ext cx="80962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dirty="0">
                <a:solidFill>
                  <a:srgbClr val="D9D9D9"/>
                </a:solidFill>
                <a:latin typeface="Ebrima"/>
                <a:cs typeface="Ebrima"/>
              </a:rPr>
              <a:t>UNIT</a:t>
            </a:r>
            <a:r>
              <a:rPr sz="1600" spc="400" dirty="0">
                <a:solidFill>
                  <a:srgbClr val="D9D9D9"/>
                </a:solidFill>
                <a:latin typeface="Ebrima"/>
                <a:cs typeface="Ebrima"/>
              </a:rPr>
              <a:t> </a:t>
            </a:r>
            <a:r>
              <a:rPr sz="1600" spc="-35" dirty="0">
                <a:solidFill>
                  <a:srgbClr val="D9D9D9"/>
                </a:solidFill>
                <a:latin typeface="Ebrima"/>
                <a:cs typeface="Ebrima"/>
              </a:rPr>
              <a:t>02</a:t>
            </a:r>
            <a:endParaRPr sz="1600">
              <a:latin typeface="Ebrima"/>
              <a:cs typeface="Ebrima"/>
            </a:endParaRPr>
          </a:p>
        </p:txBody>
      </p:sp>
    </p:spTree>
  </p:cSld>
  <p:clrMapOvr>
    <a:masterClrMapping/>
  </p:clrMapOvr>
</p:sld>
</file>

<file path=ppt/slides/slide1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337639" y="6524434"/>
            <a:ext cx="111922" cy="90487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54151" y="6527292"/>
            <a:ext cx="1794510" cy="142494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862571" y="6521195"/>
            <a:ext cx="2327910" cy="118110"/>
          </a:xfrm>
          <a:prstGeom prst="rect">
            <a:avLst/>
          </a:prstGeom>
        </p:spPr>
      </p:pic>
      <p:sp>
        <p:nvSpPr>
          <p:cNvPr id="5" name="object 5"/>
          <p:cNvSpPr/>
          <p:nvPr/>
        </p:nvSpPr>
        <p:spPr>
          <a:xfrm>
            <a:off x="559308" y="1440180"/>
            <a:ext cx="36830" cy="180340"/>
          </a:xfrm>
          <a:custGeom>
            <a:avLst/>
            <a:gdLst/>
            <a:ahLst/>
            <a:cxnLst/>
            <a:rect l="l" t="t" r="r" b="b"/>
            <a:pathLst>
              <a:path w="36829" h="180340">
                <a:moveTo>
                  <a:pt x="36576" y="0"/>
                </a:moveTo>
                <a:lnTo>
                  <a:pt x="0" y="0"/>
                </a:lnTo>
                <a:lnTo>
                  <a:pt x="0" y="179832"/>
                </a:lnTo>
                <a:lnTo>
                  <a:pt x="36576" y="179832"/>
                </a:lnTo>
                <a:lnTo>
                  <a:pt x="36576" y="0"/>
                </a:lnTo>
                <a:close/>
              </a:path>
            </a:pathLst>
          </a:custGeom>
          <a:solidFill>
            <a:srgbClr val="183DAF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6" name="object 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719327" y="1464563"/>
            <a:ext cx="2003298" cy="174498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710183" y="5341620"/>
            <a:ext cx="4737354" cy="172974"/>
          </a:xfrm>
          <a:prstGeom prst="rect">
            <a:avLst/>
          </a:prstGeom>
        </p:spPr>
      </p:pic>
      <p:grpSp>
        <p:nvGrpSpPr>
          <p:cNvPr id="8" name="object 8"/>
          <p:cNvGrpSpPr/>
          <p:nvPr/>
        </p:nvGrpSpPr>
        <p:grpSpPr>
          <a:xfrm>
            <a:off x="3057144" y="2667000"/>
            <a:ext cx="506095" cy="506095"/>
            <a:chOff x="3057144" y="2667000"/>
            <a:chExt cx="506095" cy="506095"/>
          </a:xfrm>
        </p:grpSpPr>
        <p:sp>
          <p:nvSpPr>
            <p:cNvPr id="9" name="object 9"/>
            <p:cNvSpPr/>
            <p:nvPr/>
          </p:nvSpPr>
          <p:spPr>
            <a:xfrm>
              <a:off x="3067050" y="2676905"/>
              <a:ext cx="486409" cy="486409"/>
            </a:xfrm>
            <a:custGeom>
              <a:avLst/>
              <a:gdLst/>
              <a:ahLst/>
              <a:cxnLst/>
              <a:rect l="l" t="t" r="r" b="b"/>
              <a:pathLst>
                <a:path w="486410" h="486410">
                  <a:moveTo>
                    <a:pt x="243077" y="0"/>
                  </a:moveTo>
                  <a:lnTo>
                    <a:pt x="194091" y="4938"/>
                  </a:lnTo>
                  <a:lnTo>
                    <a:pt x="148464" y="19103"/>
                  </a:lnTo>
                  <a:lnTo>
                    <a:pt x="107174" y="41516"/>
                  </a:lnTo>
                  <a:lnTo>
                    <a:pt x="71199" y="71199"/>
                  </a:lnTo>
                  <a:lnTo>
                    <a:pt x="41516" y="107174"/>
                  </a:lnTo>
                  <a:lnTo>
                    <a:pt x="19103" y="148464"/>
                  </a:lnTo>
                  <a:lnTo>
                    <a:pt x="4938" y="194091"/>
                  </a:lnTo>
                  <a:lnTo>
                    <a:pt x="0" y="243078"/>
                  </a:lnTo>
                  <a:lnTo>
                    <a:pt x="4938" y="292064"/>
                  </a:lnTo>
                  <a:lnTo>
                    <a:pt x="19103" y="337691"/>
                  </a:lnTo>
                  <a:lnTo>
                    <a:pt x="41516" y="378981"/>
                  </a:lnTo>
                  <a:lnTo>
                    <a:pt x="71199" y="414956"/>
                  </a:lnTo>
                  <a:lnTo>
                    <a:pt x="107174" y="444639"/>
                  </a:lnTo>
                  <a:lnTo>
                    <a:pt x="148464" y="467052"/>
                  </a:lnTo>
                  <a:lnTo>
                    <a:pt x="194091" y="481217"/>
                  </a:lnTo>
                  <a:lnTo>
                    <a:pt x="243077" y="486156"/>
                  </a:lnTo>
                  <a:lnTo>
                    <a:pt x="292064" y="481217"/>
                  </a:lnTo>
                  <a:lnTo>
                    <a:pt x="337691" y="467052"/>
                  </a:lnTo>
                  <a:lnTo>
                    <a:pt x="378981" y="444639"/>
                  </a:lnTo>
                  <a:lnTo>
                    <a:pt x="414956" y="414956"/>
                  </a:lnTo>
                  <a:lnTo>
                    <a:pt x="444639" y="378981"/>
                  </a:lnTo>
                  <a:lnTo>
                    <a:pt x="467052" y="337691"/>
                  </a:lnTo>
                  <a:lnTo>
                    <a:pt x="481217" y="292064"/>
                  </a:lnTo>
                  <a:lnTo>
                    <a:pt x="486155" y="243078"/>
                  </a:lnTo>
                  <a:lnTo>
                    <a:pt x="481217" y="194091"/>
                  </a:lnTo>
                  <a:lnTo>
                    <a:pt x="467052" y="148464"/>
                  </a:lnTo>
                  <a:lnTo>
                    <a:pt x="444639" y="107174"/>
                  </a:lnTo>
                  <a:lnTo>
                    <a:pt x="414956" y="71199"/>
                  </a:lnTo>
                  <a:lnTo>
                    <a:pt x="378981" y="41516"/>
                  </a:lnTo>
                  <a:lnTo>
                    <a:pt x="337691" y="19103"/>
                  </a:lnTo>
                  <a:lnTo>
                    <a:pt x="292064" y="4938"/>
                  </a:lnTo>
                  <a:lnTo>
                    <a:pt x="243077" y="0"/>
                  </a:lnTo>
                  <a:close/>
                </a:path>
              </a:pathLst>
            </a:custGeom>
            <a:solidFill>
              <a:srgbClr val="FF0000">
                <a:alpha val="30195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3067050" y="2676905"/>
              <a:ext cx="486409" cy="486409"/>
            </a:xfrm>
            <a:custGeom>
              <a:avLst/>
              <a:gdLst/>
              <a:ahLst/>
              <a:cxnLst/>
              <a:rect l="l" t="t" r="r" b="b"/>
              <a:pathLst>
                <a:path w="486410" h="486410">
                  <a:moveTo>
                    <a:pt x="0" y="243078"/>
                  </a:moveTo>
                  <a:lnTo>
                    <a:pt x="4938" y="194091"/>
                  </a:lnTo>
                  <a:lnTo>
                    <a:pt x="19103" y="148464"/>
                  </a:lnTo>
                  <a:lnTo>
                    <a:pt x="41516" y="107174"/>
                  </a:lnTo>
                  <a:lnTo>
                    <a:pt x="71199" y="71199"/>
                  </a:lnTo>
                  <a:lnTo>
                    <a:pt x="107174" y="41516"/>
                  </a:lnTo>
                  <a:lnTo>
                    <a:pt x="148464" y="19103"/>
                  </a:lnTo>
                  <a:lnTo>
                    <a:pt x="194091" y="4938"/>
                  </a:lnTo>
                  <a:lnTo>
                    <a:pt x="243077" y="0"/>
                  </a:lnTo>
                  <a:lnTo>
                    <a:pt x="292064" y="4938"/>
                  </a:lnTo>
                  <a:lnTo>
                    <a:pt x="337691" y="19103"/>
                  </a:lnTo>
                  <a:lnTo>
                    <a:pt x="378981" y="41516"/>
                  </a:lnTo>
                  <a:lnTo>
                    <a:pt x="414956" y="71199"/>
                  </a:lnTo>
                  <a:lnTo>
                    <a:pt x="444639" y="107174"/>
                  </a:lnTo>
                  <a:lnTo>
                    <a:pt x="467052" y="148464"/>
                  </a:lnTo>
                  <a:lnTo>
                    <a:pt x="481217" y="194091"/>
                  </a:lnTo>
                  <a:lnTo>
                    <a:pt x="486155" y="243078"/>
                  </a:lnTo>
                  <a:lnTo>
                    <a:pt x="481217" y="292064"/>
                  </a:lnTo>
                  <a:lnTo>
                    <a:pt x="467052" y="337691"/>
                  </a:lnTo>
                  <a:lnTo>
                    <a:pt x="444639" y="378981"/>
                  </a:lnTo>
                  <a:lnTo>
                    <a:pt x="414956" y="414956"/>
                  </a:lnTo>
                  <a:lnTo>
                    <a:pt x="378981" y="444639"/>
                  </a:lnTo>
                  <a:lnTo>
                    <a:pt x="337691" y="467052"/>
                  </a:lnTo>
                  <a:lnTo>
                    <a:pt x="292064" y="481217"/>
                  </a:lnTo>
                  <a:lnTo>
                    <a:pt x="243077" y="486156"/>
                  </a:lnTo>
                  <a:lnTo>
                    <a:pt x="194091" y="481217"/>
                  </a:lnTo>
                  <a:lnTo>
                    <a:pt x="148464" y="467052"/>
                  </a:lnTo>
                  <a:lnTo>
                    <a:pt x="107174" y="444639"/>
                  </a:lnTo>
                  <a:lnTo>
                    <a:pt x="71199" y="414956"/>
                  </a:lnTo>
                  <a:lnTo>
                    <a:pt x="41516" y="378981"/>
                  </a:lnTo>
                  <a:lnTo>
                    <a:pt x="19103" y="337691"/>
                  </a:lnTo>
                  <a:lnTo>
                    <a:pt x="4938" y="292064"/>
                  </a:lnTo>
                  <a:lnTo>
                    <a:pt x="0" y="243078"/>
                  </a:lnTo>
                  <a:close/>
                </a:path>
              </a:pathLst>
            </a:custGeom>
            <a:ln w="19812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1" name="object 11"/>
          <p:cNvGrpSpPr/>
          <p:nvPr/>
        </p:nvGrpSpPr>
        <p:grpSpPr>
          <a:xfrm>
            <a:off x="3052572" y="3246120"/>
            <a:ext cx="506095" cy="508000"/>
            <a:chOff x="3052572" y="3246120"/>
            <a:chExt cx="506095" cy="508000"/>
          </a:xfrm>
        </p:grpSpPr>
        <p:sp>
          <p:nvSpPr>
            <p:cNvPr id="12" name="object 12"/>
            <p:cNvSpPr/>
            <p:nvPr/>
          </p:nvSpPr>
          <p:spPr>
            <a:xfrm>
              <a:off x="3062478" y="3256026"/>
              <a:ext cx="486409" cy="487680"/>
            </a:xfrm>
            <a:custGeom>
              <a:avLst/>
              <a:gdLst/>
              <a:ahLst/>
              <a:cxnLst/>
              <a:rect l="l" t="t" r="r" b="b"/>
              <a:pathLst>
                <a:path w="486410" h="487679">
                  <a:moveTo>
                    <a:pt x="243077" y="0"/>
                  </a:moveTo>
                  <a:lnTo>
                    <a:pt x="194091" y="4955"/>
                  </a:lnTo>
                  <a:lnTo>
                    <a:pt x="148464" y="19169"/>
                  </a:lnTo>
                  <a:lnTo>
                    <a:pt x="107174" y="41656"/>
                  </a:lnTo>
                  <a:lnTo>
                    <a:pt x="71199" y="71437"/>
                  </a:lnTo>
                  <a:lnTo>
                    <a:pt x="41516" y="107528"/>
                  </a:lnTo>
                  <a:lnTo>
                    <a:pt x="19103" y="148947"/>
                  </a:lnTo>
                  <a:lnTo>
                    <a:pt x="4938" y="194711"/>
                  </a:lnTo>
                  <a:lnTo>
                    <a:pt x="0" y="243839"/>
                  </a:lnTo>
                  <a:lnTo>
                    <a:pt x="4938" y="292968"/>
                  </a:lnTo>
                  <a:lnTo>
                    <a:pt x="19103" y="338732"/>
                  </a:lnTo>
                  <a:lnTo>
                    <a:pt x="41516" y="380151"/>
                  </a:lnTo>
                  <a:lnTo>
                    <a:pt x="71199" y="416242"/>
                  </a:lnTo>
                  <a:lnTo>
                    <a:pt x="107174" y="446023"/>
                  </a:lnTo>
                  <a:lnTo>
                    <a:pt x="148464" y="468510"/>
                  </a:lnTo>
                  <a:lnTo>
                    <a:pt x="194091" y="482724"/>
                  </a:lnTo>
                  <a:lnTo>
                    <a:pt x="243077" y="487680"/>
                  </a:lnTo>
                  <a:lnTo>
                    <a:pt x="292064" y="482724"/>
                  </a:lnTo>
                  <a:lnTo>
                    <a:pt x="337691" y="468510"/>
                  </a:lnTo>
                  <a:lnTo>
                    <a:pt x="378981" y="446023"/>
                  </a:lnTo>
                  <a:lnTo>
                    <a:pt x="414956" y="416242"/>
                  </a:lnTo>
                  <a:lnTo>
                    <a:pt x="444639" y="380151"/>
                  </a:lnTo>
                  <a:lnTo>
                    <a:pt x="467052" y="338732"/>
                  </a:lnTo>
                  <a:lnTo>
                    <a:pt x="481217" y="292968"/>
                  </a:lnTo>
                  <a:lnTo>
                    <a:pt x="486156" y="243839"/>
                  </a:lnTo>
                  <a:lnTo>
                    <a:pt x="481217" y="194711"/>
                  </a:lnTo>
                  <a:lnTo>
                    <a:pt x="467052" y="148947"/>
                  </a:lnTo>
                  <a:lnTo>
                    <a:pt x="444639" y="107528"/>
                  </a:lnTo>
                  <a:lnTo>
                    <a:pt x="414956" y="71437"/>
                  </a:lnTo>
                  <a:lnTo>
                    <a:pt x="378981" y="41656"/>
                  </a:lnTo>
                  <a:lnTo>
                    <a:pt x="337691" y="19169"/>
                  </a:lnTo>
                  <a:lnTo>
                    <a:pt x="292064" y="4955"/>
                  </a:lnTo>
                  <a:lnTo>
                    <a:pt x="243077" y="0"/>
                  </a:lnTo>
                  <a:close/>
                </a:path>
              </a:pathLst>
            </a:custGeom>
            <a:solidFill>
              <a:srgbClr val="FF0000">
                <a:alpha val="30195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3062478" y="3256026"/>
              <a:ext cx="486409" cy="487680"/>
            </a:xfrm>
            <a:custGeom>
              <a:avLst/>
              <a:gdLst/>
              <a:ahLst/>
              <a:cxnLst/>
              <a:rect l="l" t="t" r="r" b="b"/>
              <a:pathLst>
                <a:path w="486410" h="487679">
                  <a:moveTo>
                    <a:pt x="0" y="243839"/>
                  </a:moveTo>
                  <a:lnTo>
                    <a:pt x="4938" y="194711"/>
                  </a:lnTo>
                  <a:lnTo>
                    <a:pt x="19103" y="148947"/>
                  </a:lnTo>
                  <a:lnTo>
                    <a:pt x="41516" y="107528"/>
                  </a:lnTo>
                  <a:lnTo>
                    <a:pt x="71199" y="71437"/>
                  </a:lnTo>
                  <a:lnTo>
                    <a:pt x="107174" y="41656"/>
                  </a:lnTo>
                  <a:lnTo>
                    <a:pt x="148464" y="19169"/>
                  </a:lnTo>
                  <a:lnTo>
                    <a:pt x="194091" y="4955"/>
                  </a:lnTo>
                  <a:lnTo>
                    <a:pt x="243077" y="0"/>
                  </a:lnTo>
                  <a:lnTo>
                    <a:pt x="292064" y="4955"/>
                  </a:lnTo>
                  <a:lnTo>
                    <a:pt x="337691" y="19169"/>
                  </a:lnTo>
                  <a:lnTo>
                    <a:pt x="378981" y="41656"/>
                  </a:lnTo>
                  <a:lnTo>
                    <a:pt x="414956" y="71437"/>
                  </a:lnTo>
                  <a:lnTo>
                    <a:pt x="444639" y="107528"/>
                  </a:lnTo>
                  <a:lnTo>
                    <a:pt x="467052" y="148947"/>
                  </a:lnTo>
                  <a:lnTo>
                    <a:pt x="481217" y="194711"/>
                  </a:lnTo>
                  <a:lnTo>
                    <a:pt x="486156" y="243839"/>
                  </a:lnTo>
                  <a:lnTo>
                    <a:pt x="481217" y="292968"/>
                  </a:lnTo>
                  <a:lnTo>
                    <a:pt x="467052" y="338732"/>
                  </a:lnTo>
                  <a:lnTo>
                    <a:pt x="444639" y="380151"/>
                  </a:lnTo>
                  <a:lnTo>
                    <a:pt x="414956" y="416242"/>
                  </a:lnTo>
                  <a:lnTo>
                    <a:pt x="378981" y="446023"/>
                  </a:lnTo>
                  <a:lnTo>
                    <a:pt x="337691" y="468510"/>
                  </a:lnTo>
                  <a:lnTo>
                    <a:pt x="292064" y="482724"/>
                  </a:lnTo>
                  <a:lnTo>
                    <a:pt x="243077" y="487680"/>
                  </a:lnTo>
                  <a:lnTo>
                    <a:pt x="194091" y="482724"/>
                  </a:lnTo>
                  <a:lnTo>
                    <a:pt x="148464" y="468510"/>
                  </a:lnTo>
                  <a:lnTo>
                    <a:pt x="107174" y="446023"/>
                  </a:lnTo>
                  <a:lnTo>
                    <a:pt x="71199" y="416242"/>
                  </a:lnTo>
                  <a:lnTo>
                    <a:pt x="41516" y="380151"/>
                  </a:lnTo>
                  <a:lnTo>
                    <a:pt x="19103" y="338732"/>
                  </a:lnTo>
                  <a:lnTo>
                    <a:pt x="4938" y="292968"/>
                  </a:lnTo>
                  <a:lnTo>
                    <a:pt x="0" y="243839"/>
                  </a:lnTo>
                  <a:close/>
                </a:path>
              </a:pathLst>
            </a:custGeom>
            <a:ln w="19812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4" name="object 14"/>
          <p:cNvGrpSpPr/>
          <p:nvPr/>
        </p:nvGrpSpPr>
        <p:grpSpPr>
          <a:xfrm>
            <a:off x="3060192" y="4357115"/>
            <a:ext cx="506095" cy="508000"/>
            <a:chOff x="3060192" y="4357115"/>
            <a:chExt cx="506095" cy="508000"/>
          </a:xfrm>
        </p:grpSpPr>
        <p:sp>
          <p:nvSpPr>
            <p:cNvPr id="15" name="object 15"/>
            <p:cNvSpPr/>
            <p:nvPr/>
          </p:nvSpPr>
          <p:spPr>
            <a:xfrm>
              <a:off x="3070098" y="4367021"/>
              <a:ext cx="486409" cy="487680"/>
            </a:xfrm>
            <a:custGeom>
              <a:avLst/>
              <a:gdLst/>
              <a:ahLst/>
              <a:cxnLst/>
              <a:rect l="l" t="t" r="r" b="b"/>
              <a:pathLst>
                <a:path w="486410" h="487679">
                  <a:moveTo>
                    <a:pt x="243077" y="0"/>
                  </a:moveTo>
                  <a:lnTo>
                    <a:pt x="194091" y="4955"/>
                  </a:lnTo>
                  <a:lnTo>
                    <a:pt x="148464" y="19169"/>
                  </a:lnTo>
                  <a:lnTo>
                    <a:pt x="107174" y="41656"/>
                  </a:lnTo>
                  <a:lnTo>
                    <a:pt x="71199" y="71437"/>
                  </a:lnTo>
                  <a:lnTo>
                    <a:pt x="41516" y="107528"/>
                  </a:lnTo>
                  <a:lnTo>
                    <a:pt x="19103" y="148947"/>
                  </a:lnTo>
                  <a:lnTo>
                    <a:pt x="4938" y="194711"/>
                  </a:lnTo>
                  <a:lnTo>
                    <a:pt x="0" y="243839"/>
                  </a:lnTo>
                  <a:lnTo>
                    <a:pt x="4938" y="292968"/>
                  </a:lnTo>
                  <a:lnTo>
                    <a:pt x="19103" y="338732"/>
                  </a:lnTo>
                  <a:lnTo>
                    <a:pt x="41516" y="380151"/>
                  </a:lnTo>
                  <a:lnTo>
                    <a:pt x="71199" y="416242"/>
                  </a:lnTo>
                  <a:lnTo>
                    <a:pt x="107174" y="446023"/>
                  </a:lnTo>
                  <a:lnTo>
                    <a:pt x="148464" y="468510"/>
                  </a:lnTo>
                  <a:lnTo>
                    <a:pt x="194091" y="482724"/>
                  </a:lnTo>
                  <a:lnTo>
                    <a:pt x="243077" y="487679"/>
                  </a:lnTo>
                  <a:lnTo>
                    <a:pt x="292064" y="482724"/>
                  </a:lnTo>
                  <a:lnTo>
                    <a:pt x="337691" y="468510"/>
                  </a:lnTo>
                  <a:lnTo>
                    <a:pt x="378981" y="446023"/>
                  </a:lnTo>
                  <a:lnTo>
                    <a:pt x="414956" y="416242"/>
                  </a:lnTo>
                  <a:lnTo>
                    <a:pt x="444639" y="380151"/>
                  </a:lnTo>
                  <a:lnTo>
                    <a:pt x="467052" y="338732"/>
                  </a:lnTo>
                  <a:lnTo>
                    <a:pt x="481217" y="292968"/>
                  </a:lnTo>
                  <a:lnTo>
                    <a:pt x="486155" y="243839"/>
                  </a:lnTo>
                  <a:lnTo>
                    <a:pt x="481217" y="194711"/>
                  </a:lnTo>
                  <a:lnTo>
                    <a:pt x="467052" y="148947"/>
                  </a:lnTo>
                  <a:lnTo>
                    <a:pt x="444639" y="107528"/>
                  </a:lnTo>
                  <a:lnTo>
                    <a:pt x="414956" y="71437"/>
                  </a:lnTo>
                  <a:lnTo>
                    <a:pt x="378981" y="41656"/>
                  </a:lnTo>
                  <a:lnTo>
                    <a:pt x="337691" y="19169"/>
                  </a:lnTo>
                  <a:lnTo>
                    <a:pt x="292064" y="4955"/>
                  </a:lnTo>
                  <a:lnTo>
                    <a:pt x="243077" y="0"/>
                  </a:lnTo>
                  <a:close/>
                </a:path>
              </a:pathLst>
            </a:custGeom>
            <a:solidFill>
              <a:srgbClr val="FF0000">
                <a:alpha val="30195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3070098" y="4367021"/>
              <a:ext cx="486409" cy="487680"/>
            </a:xfrm>
            <a:custGeom>
              <a:avLst/>
              <a:gdLst/>
              <a:ahLst/>
              <a:cxnLst/>
              <a:rect l="l" t="t" r="r" b="b"/>
              <a:pathLst>
                <a:path w="486410" h="487679">
                  <a:moveTo>
                    <a:pt x="0" y="243839"/>
                  </a:moveTo>
                  <a:lnTo>
                    <a:pt x="4938" y="194711"/>
                  </a:lnTo>
                  <a:lnTo>
                    <a:pt x="19103" y="148947"/>
                  </a:lnTo>
                  <a:lnTo>
                    <a:pt x="41516" y="107528"/>
                  </a:lnTo>
                  <a:lnTo>
                    <a:pt x="71199" y="71437"/>
                  </a:lnTo>
                  <a:lnTo>
                    <a:pt x="107174" y="41656"/>
                  </a:lnTo>
                  <a:lnTo>
                    <a:pt x="148464" y="19169"/>
                  </a:lnTo>
                  <a:lnTo>
                    <a:pt x="194091" y="4955"/>
                  </a:lnTo>
                  <a:lnTo>
                    <a:pt x="243077" y="0"/>
                  </a:lnTo>
                  <a:lnTo>
                    <a:pt x="292064" y="4955"/>
                  </a:lnTo>
                  <a:lnTo>
                    <a:pt x="337691" y="19169"/>
                  </a:lnTo>
                  <a:lnTo>
                    <a:pt x="378981" y="41656"/>
                  </a:lnTo>
                  <a:lnTo>
                    <a:pt x="414956" y="71437"/>
                  </a:lnTo>
                  <a:lnTo>
                    <a:pt x="444639" y="107528"/>
                  </a:lnTo>
                  <a:lnTo>
                    <a:pt x="467052" y="148947"/>
                  </a:lnTo>
                  <a:lnTo>
                    <a:pt x="481217" y="194711"/>
                  </a:lnTo>
                  <a:lnTo>
                    <a:pt x="486155" y="243839"/>
                  </a:lnTo>
                  <a:lnTo>
                    <a:pt x="481217" y="292968"/>
                  </a:lnTo>
                  <a:lnTo>
                    <a:pt x="467052" y="338732"/>
                  </a:lnTo>
                  <a:lnTo>
                    <a:pt x="444639" y="380151"/>
                  </a:lnTo>
                  <a:lnTo>
                    <a:pt x="414956" y="416242"/>
                  </a:lnTo>
                  <a:lnTo>
                    <a:pt x="378981" y="446023"/>
                  </a:lnTo>
                  <a:lnTo>
                    <a:pt x="337691" y="468510"/>
                  </a:lnTo>
                  <a:lnTo>
                    <a:pt x="292064" y="482724"/>
                  </a:lnTo>
                  <a:lnTo>
                    <a:pt x="243077" y="487679"/>
                  </a:lnTo>
                  <a:lnTo>
                    <a:pt x="194091" y="482724"/>
                  </a:lnTo>
                  <a:lnTo>
                    <a:pt x="148464" y="468510"/>
                  </a:lnTo>
                  <a:lnTo>
                    <a:pt x="107174" y="446023"/>
                  </a:lnTo>
                  <a:lnTo>
                    <a:pt x="71199" y="416242"/>
                  </a:lnTo>
                  <a:lnTo>
                    <a:pt x="41516" y="380151"/>
                  </a:lnTo>
                  <a:lnTo>
                    <a:pt x="19103" y="338732"/>
                  </a:lnTo>
                  <a:lnTo>
                    <a:pt x="4938" y="292968"/>
                  </a:lnTo>
                  <a:lnTo>
                    <a:pt x="0" y="243839"/>
                  </a:lnTo>
                  <a:close/>
                </a:path>
              </a:pathLst>
            </a:custGeom>
            <a:ln w="19812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17" name="object 17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3253740" y="2244851"/>
            <a:ext cx="112775" cy="112775"/>
          </a:xfrm>
          <a:prstGeom prst="rect">
            <a:avLst/>
          </a:prstGeom>
        </p:spPr>
      </p:pic>
      <p:pic>
        <p:nvPicPr>
          <p:cNvPr id="18" name="object 18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3191255" y="2830067"/>
            <a:ext cx="226314" cy="206501"/>
          </a:xfrm>
          <a:prstGeom prst="rect">
            <a:avLst/>
          </a:prstGeom>
        </p:spPr>
      </p:pic>
      <p:pic>
        <p:nvPicPr>
          <p:cNvPr id="19" name="object 19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3182111" y="3406140"/>
            <a:ext cx="227837" cy="206502"/>
          </a:xfrm>
          <a:prstGeom prst="rect">
            <a:avLst/>
          </a:prstGeom>
        </p:spPr>
      </p:pic>
      <p:pic>
        <p:nvPicPr>
          <p:cNvPr id="20" name="object 20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3174492" y="4532376"/>
            <a:ext cx="243078" cy="208025"/>
          </a:xfrm>
          <a:prstGeom prst="rect">
            <a:avLst/>
          </a:prstGeom>
        </p:spPr>
      </p:pic>
      <p:pic>
        <p:nvPicPr>
          <p:cNvPr id="21" name="object 21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3270612" y="3843552"/>
            <a:ext cx="28085" cy="418313"/>
          </a:xfrm>
          <a:prstGeom prst="rect">
            <a:avLst/>
          </a:prstGeom>
        </p:spPr>
      </p:pic>
      <p:grpSp>
        <p:nvGrpSpPr>
          <p:cNvPr id="22" name="object 22"/>
          <p:cNvGrpSpPr/>
          <p:nvPr/>
        </p:nvGrpSpPr>
        <p:grpSpPr>
          <a:xfrm>
            <a:off x="3336035" y="2237232"/>
            <a:ext cx="2795270" cy="2376805"/>
            <a:chOff x="3336035" y="2237232"/>
            <a:chExt cx="2795270" cy="2376805"/>
          </a:xfrm>
        </p:grpSpPr>
        <p:sp>
          <p:nvSpPr>
            <p:cNvPr id="23" name="object 23"/>
            <p:cNvSpPr/>
            <p:nvPr/>
          </p:nvSpPr>
          <p:spPr>
            <a:xfrm>
              <a:off x="5634989" y="3371850"/>
              <a:ext cx="486409" cy="486409"/>
            </a:xfrm>
            <a:custGeom>
              <a:avLst/>
              <a:gdLst/>
              <a:ahLst/>
              <a:cxnLst/>
              <a:rect l="l" t="t" r="r" b="b"/>
              <a:pathLst>
                <a:path w="486410" h="486410">
                  <a:moveTo>
                    <a:pt x="243077" y="0"/>
                  </a:moveTo>
                  <a:lnTo>
                    <a:pt x="194091" y="4938"/>
                  </a:lnTo>
                  <a:lnTo>
                    <a:pt x="148464" y="19103"/>
                  </a:lnTo>
                  <a:lnTo>
                    <a:pt x="107174" y="41516"/>
                  </a:lnTo>
                  <a:lnTo>
                    <a:pt x="71199" y="71199"/>
                  </a:lnTo>
                  <a:lnTo>
                    <a:pt x="41516" y="107174"/>
                  </a:lnTo>
                  <a:lnTo>
                    <a:pt x="19103" y="148464"/>
                  </a:lnTo>
                  <a:lnTo>
                    <a:pt x="4938" y="194091"/>
                  </a:lnTo>
                  <a:lnTo>
                    <a:pt x="0" y="243077"/>
                  </a:lnTo>
                  <a:lnTo>
                    <a:pt x="4938" y="292064"/>
                  </a:lnTo>
                  <a:lnTo>
                    <a:pt x="19103" y="337691"/>
                  </a:lnTo>
                  <a:lnTo>
                    <a:pt x="41516" y="378981"/>
                  </a:lnTo>
                  <a:lnTo>
                    <a:pt x="71199" y="414956"/>
                  </a:lnTo>
                  <a:lnTo>
                    <a:pt x="107174" y="444639"/>
                  </a:lnTo>
                  <a:lnTo>
                    <a:pt x="148464" y="467052"/>
                  </a:lnTo>
                  <a:lnTo>
                    <a:pt x="194091" y="481217"/>
                  </a:lnTo>
                  <a:lnTo>
                    <a:pt x="243077" y="486156"/>
                  </a:lnTo>
                  <a:lnTo>
                    <a:pt x="292064" y="481217"/>
                  </a:lnTo>
                  <a:lnTo>
                    <a:pt x="337691" y="467052"/>
                  </a:lnTo>
                  <a:lnTo>
                    <a:pt x="378981" y="444639"/>
                  </a:lnTo>
                  <a:lnTo>
                    <a:pt x="414956" y="414956"/>
                  </a:lnTo>
                  <a:lnTo>
                    <a:pt x="444639" y="378981"/>
                  </a:lnTo>
                  <a:lnTo>
                    <a:pt x="467052" y="337691"/>
                  </a:lnTo>
                  <a:lnTo>
                    <a:pt x="481217" y="292064"/>
                  </a:lnTo>
                  <a:lnTo>
                    <a:pt x="486156" y="243077"/>
                  </a:lnTo>
                  <a:lnTo>
                    <a:pt x="481217" y="194091"/>
                  </a:lnTo>
                  <a:lnTo>
                    <a:pt x="467052" y="148464"/>
                  </a:lnTo>
                  <a:lnTo>
                    <a:pt x="444639" y="107174"/>
                  </a:lnTo>
                  <a:lnTo>
                    <a:pt x="414956" y="71199"/>
                  </a:lnTo>
                  <a:lnTo>
                    <a:pt x="378981" y="41516"/>
                  </a:lnTo>
                  <a:lnTo>
                    <a:pt x="337691" y="19103"/>
                  </a:lnTo>
                  <a:lnTo>
                    <a:pt x="292064" y="4938"/>
                  </a:lnTo>
                  <a:lnTo>
                    <a:pt x="243077" y="0"/>
                  </a:lnTo>
                  <a:close/>
                </a:path>
              </a:pathLst>
            </a:custGeom>
            <a:solidFill>
              <a:srgbClr val="006FC0">
                <a:alpha val="30195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5634989" y="3371850"/>
              <a:ext cx="486409" cy="486409"/>
            </a:xfrm>
            <a:custGeom>
              <a:avLst/>
              <a:gdLst/>
              <a:ahLst/>
              <a:cxnLst/>
              <a:rect l="l" t="t" r="r" b="b"/>
              <a:pathLst>
                <a:path w="486410" h="486410">
                  <a:moveTo>
                    <a:pt x="0" y="243077"/>
                  </a:moveTo>
                  <a:lnTo>
                    <a:pt x="4938" y="194091"/>
                  </a:lnTo>
                  <a:lnTo>
                    <a:pt x="19103" y="148464"/>
                  </a:lnTo>
                  <a:lnTo>
                    <a:pt x="41516" y="107174"/>
                  </a:lnTo>
                  <a:lnTo>
                    <a:pt x="71199" y="71199"/>
                  </a:lnTo>
                  <a:lnTo>
                    <a:pt x="107174" y="41516"/>
                  </a:lnTo>
                  <a:lnTo>
                    <a:pt x="148464" y="19103"/>
                  </a:lnTo>
                  <a:lnTo>
                    <a:pt x="194091" y="4938"/>
                  </a:lnTo>
                  <a:lnTo>
                    <a:pt x="243077" y="0"/>
                  </a:lnTo>
                  <a:lnTo>
                    <a:pt x="292064" y="4938"/>
                  </a:lnTo>
                  <a:lnTo>
                    <a:pt x="337691" y="19103"/>
                  </a:lnTo>
                  <a:lnTo>
                    <a:pt x="378981" y="41516"/>
                  </a:lnTo>
                  <a:lnTo>
                    <a:pt x="414956" y="71199"/>
                  </a:lnTo>
                  <a:lnTo>
                    <a:pt x="444639" y="107174"/>
                  </a:lnTo>
                  <a:lnTo>
                    <a:pt x="467052" y="148464"/>
                  </a:lnTo>
                  <a:lnTo>
                    <a:pt x="481217" y="194091"/>
                  </a:lnTo>
                  <a:lnTo>
                    <a:pt x="486156" y="243077"/>
                  </a:lnTo>
                  <a:lnTo>
                    <a:pt x="481217" y="292064"/>
                  </a:lnTo>
                  <a:lnTo>
                    <a:pt x="467052" y="337691"/>
                  </a:lnTo>
                  <a:lnTo>
                    <a:pt x="444639" y="378981"/>
                  </a:lnTo>
                  <a:lnTo>
                    <a:pt x="414956" y="414956"/>
                  </a:lnTo>
                  <a:lnTo>
                    <a:pt x="378981" y="444639"/>
                  </a:lnTo>
                  <a:lnTo>
                    <a:pt x="337691" y="467052"/>
                  </a:lnTo>
                  <a:lnTo>
                    <a:pt x="292064" y="481217"/>
                  </a:lnTo>
                  <a:lnTo>
                    <a:pt x="243077" y="486156"/>
                  </a:lnTo>
                  <a:lnTo>
                    <a:pt x="194091" y="481217"/>
                  </a:lnTo>
                  <a:lnTo>
                    <a:pt x="148464" y="467052"/>
                  </a:lnTo>
                  <a:lnTo>
                    <a:pt x="107174" y="444639"/>
                  </a:lnTo>
                  <a:lnTo>
                    <a:pt x="71199" y="414956"/>
                  </a:lnTo>
                  <a:lnTo>
                    <a:pt x="41516" y="378981"/>
                  </a:lnTo>
                  <a:lnTo>
                    <a:pt x="19103" y="337691"/>
                  </a:lnTo>
                  <a:lnTo>
                    <a:pt x="4938" y="292064"/>
                  </a:lnTo>
                  <a:lnTo>
                    <a:pt x="0" y="243077"/>
                  </a:lnTo>
                  <a:close/>
                </a:path>
              </a:pathLst>
            </a:custGeom>
            <a:ln w="19812">
              <a:solidFill>
                <a:srgbClr val="183D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5" name="object 25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5693663" y="3572256"/>
              <a:ext cx="101346" cy="124205"/>
            </a:xfrm>
            <a:prstGeom prst="rect">
              <a:avLst/>
            </a:prstGeom>
          </p:spPr>
        </p:pic>
        <p:sp>
          <p:nvSpPr>
            <p:cNvPr id="26" name="object 26"/>
            <p:cNvSpPr/>
            <p:nvPr/>
          </p:nvSpPr>
          <p:spPr>
            <a:xfrm>
              <a:off x="3345941" y="2288286"/>
              <a:ext cx="2286000" cy="2315845"/>
            </a:xfrm>
            <a:custGeom>
              <a:avLst/>
              <a:gdLst/>
              <a:ahLst/>
              <a:cxnLst/>
              <a:rect l="l" t="t" r="r" b="b"/>
              <a:pathLst>
                <a:path w="2286000" h="2315845">
                  <a:moveTo>
                    <a:pt x="207263" y="670560"/>
                  </a:moveTo>
                  <a:lnTo>
                    <a:pt x="2285492" y="1341882"/>
                  </a:lnTo>
                </a:path>
                <a:path w="2286000" h="2315845">
                  <a:moveTo>
                    <a:pt x="0" y="0"/>
                  </a:moveTo>
                  <a:lnTo>
                    <a:pt x="2285238" y="1310386"/>
                  </a:lnTo>
                </a:path>
                <a:path w="2286000" h="2315845">
                  <a:moveTo>
                    <a:pt x="210312" y="1200912"/>
                  </a:moveTo>
                  <a:lnTo>
                    <a:pt x="2285619" y="1345183"/>
                  </a:lnTo>
                </a:path>
                <a:path w="2286000" h="2315845">
                  <a:moveTo>
                    <a:pt x="210312" y="2315718"/>
                  </a:moveTo>
                  <a:lnTo>
                    <a:pt x="2285619" y="1362456"/>
                  </a:lnTo>
                </a:path>
              </a:pathLst>
            </a:custGeom>
            <a:ln w="19812">
              <a:solidFill>
                <a:srgbClr val="7E7E7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7" name="object 27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3759707" y="2237232"/>
              <a:ext cx="96774" cy="150113"/>
            </a:xfrm>
            <a:prstGeom prst="rect">
              <a:avLst/>
            </a:prstGeom>
          </p:spPr>
        </p:pic>
      </p:grpSp>
      <p:pic>
        <p:nvPicPr>
          <p:cNvPr id="28" name="object 28"/>
          <p:cNvPicPr/>
          <p:nvPr/>
        </p:nvPicPr>
        <p:blipFill>
          <a:blip r:embed="rId14" cstate="print"/>
          <a:stretch>
            <a:fillRect/>
          </a:stretch>
        </p:blipFill>
        <p:spPr>
          <a:xfrm>
            <a:off x="3246310" y="1976649"/>
            <a:ext cx="90487" cy="156188"/>
          </a:xfrm>
          <a:prstGeom prst="rect">
            <a:avLst/>
          </a:prstGeom>
        </p:spPr>
      </p:pic>
      <p:pic>
        <p:nvPicPr>
          <p:cNvPr id="29" name="object 29"/>
          <p:cNvPicPr/>
          <p:nvPr/>
        </p:nvPicPr>
        <p:blipFill>
          <a:blip r:embed="rId15" cstate="print"/>
          <a:stretch>
            <a:fillRect/>
          </a:stretch>
        </p:blipFill>
        <p:spPr>
          <a:xfrm>
            <a:off x="3703403" y="2785896"/>
            <a:ext cx="209467" cy="137897"/>
          </a:xfrm>
          <a:prstGeom prst="rect">
            <a:avLst/>
          </a:prstGeom>
        </p:spPr>
      </p:pic>
      <p:pic>
        <p:nvPicPr>
          <p:cNvPr id="30" name="object 30"/>
          <p:cNvPicPr/>
          <p:nvPr/>
        </p:nvPicPr>
        <p:blipFill>
          <a:blip r:embed="rId16" cstate="print"/>
          <a:stretch>
            <a:fillRect/>
          </a:stretch>
        </p:blipFill>
        <p:spPr>
          <a:xfrm>
            <a:off x="3709464" y="3322344"/>
            <a:ext cx="212549" cy="137897"/>
          </a:xfrm>
          <a:prstGeom prst="rect">
            <a:avLst/>
          </a:prstGeom>
        </p:spPr>
      </p:pic>
      <p:pic>
        <p:nvPicPr>
          <p:cNvPr id="31" name="object 31"/>
          <p:cNvPicPr/>
          <p:nvPr/>
        </p:nvPicPr>
        <p:blipFill>
          <a:blip r:embed="rId17" cstate="print"/>
          <a:stretch>
            <a:fillRect/>
          </a:stretch>
        </p:blipFill>
        <p:spPr>
          <a:xfrm>
            <a:off x="3704859" y="4258129"/>
            <a:ext cx="224774" cy="139372"/>
          </a:xfrm>
          <a:prstGeom prst="rect">
            <a:avLst/>
          </a:prstGeom>
        </p:spPr>
      </p:pic>
      <p:sp>
        <p:nvSpPr>
          <p:cNvPr id="32" name="object 32"/>
          <p:cNvSpPr/>
          <p:nvPr/>
        </p:nvSpPr>
        <p:spPr>
          <a:xfrm>
            <a:off x="6114922" y="3596640"/>
            <a:ext cx="342265" cy="76200"/>
          </a:xfrm>
          <a:custGeom>
            <a:avLst/>
            <a:gdLst/>
            <a:ahLst/>
            <a:cxnLst/>
            <a:rect l="l" t="t" r="r" b="b"/>
            <a:pathLst>
              <a:path w="342264" h="76200">
                <a:moveTo>
                  <a:pt x="266064" y="0"/>
                </a:moveTo>
                <a:lnTo>
                  <a:pt x="265829" y="28211"/>
                </a:lnTo>
                <a:lnTo>
                  <a:pt x="278511" y="28321"/>
                </a:lnTo>
                <a:lnTo>
                  <a:pt x="278384" y="48133"/>
                </a:lnTo>
                <a:lnTo>
                  <a:pt x="265663" y="48133"/>
                </a:lnTo>
                <a:lnTo>
                  <a:pt x="265429" y="76200"/>
                </a:lnTo>
                <a:lnTo>
                  <a:pt x="322800" y="48133"/>
                </a:lnTo>
                <a:lnTo>
                  <a:pt x="278384" y="48133"/>
                </a:lnTo>
                <a:lnTo>
                  <a:pt x="323026" y="48022"/>
                </a:lnTo>
                <a:lnTo>
                  <a:pt x="342011" y="38735"/>
                </a:lnTo>
                <a:lnTo>
                  <a:pt x="266064" y="0"/>
                </a:lnTo>
                <a:close/>
              </a:path>
              <a:path w="342264" h="76200">
                <a:moveTo>
                  <a:pt x="265829" y="28211"/>
                </a:moveTo>
                <a:lnTo>
                  <a:pt x="265664" y="48022"/>
                </a:lnTo>
                <a:lnTo>
                  <a:pt x="278384" y="48133"/>
                </a:lnTo>
                <a:lnTo>
                  <a:pt x="278511" y="28321"/>
                </a:lnTo>
                <a:lnTo>
                  <a:pt x="265829" y="28211"/>
                </a:lnTo>
                <a:close/>
              </a:path>
              <a:path w="342264" h="76200">
                <a:moveTo>
                  <a:pt x="253" y="25908"/>
                </a:moveTo>
                <a:lnTo>
                  <a:pt x="0" y="45720"/>
                </a:lnTo>
                <a:lnTo>
                  <a:pt x="265664" y="48022"/>
                </a:lnTo>
                <a:lnTo>
                  <a:pt x="265829" y="28211"/>
                </a:lnTo>
                <a:lnTo>
                  <a:pt x="253" y="25908"/>
                </a:lnTo>
                <a:close/>
              </a:path>
            </a:pathLst>
          </a:custGeom>
          <a:solidFill>
            <a:srgbClr val="7E7E7E">
              <a:alpha val="50195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33" name="object 33"/>
          <p:cNvPicPr/>
          <p:nvPr/>
        </p:nvPicPr>
        <p:blipFill>
          <a:blip r:embed="rId18" cstate="print"/>
          <a:stretch>
            <a:fillRect/>
          </a:stretch>
        </p:blipFill>
        <p:spPr>
          <a:xfrm>
            <a:off x="1798370" y="3547951"/>
            <a:ext cx="346659" cy="218614"/>
          </a:xfrm>
          <a:prstGeom prst="rect">
            <a:avLst/>
          </a:prstGeom>
        </p:spPr>
      </p:pic>
      <p:pic>
        <p:nvPicPr>
          <p:cNvPr id="34" name="object 34"/>
          <p:cNvPicPr/>
          <p:nvPr/>
        </p:nvPicPr>
        <p:blipFill>
          <a:blip r:embed="rId19" cstate="print"/>
          <a:stretch>
            <a:fillRect/>
          </a:stretch>
        </p:blipFill>
        <p:spPr>
          <a:xfrm>
            <a:off x="6597403" y="3547951"/>
            <a:ext cx="462526" cy="218614"/>
          </a:xfrm>
          <a:prstGeom prst="rect">
            <a:avLst/>
          </a:prstGeom>
        </p:spPr>
      </p:pic>
      <p:grpSp>
        <p:nvGrpSpPr>
          <p:cNvPr id="35" name="object 35"/>
          <p:cNvGrpSpPr/>
          <p:nvPr/>
        </p:nvGrpSpPr>
        <p:grpSpPr>
          <a:xfrm>
            <a:off x="7680959" y="3381755"/>
            <a:ext cx="506095" cy="508000"/>
            <a:chOff x="7680959" y="3381755"/>
            <a:chExt cx="506095" cy="508000"/>
          </a:xfrm>
        </p:grpSpPr>
        <p:sp>
          <p:nvSpPr>
            <p:cNvPr id="36" name="object 36"/>
            <p:cNvSpPr/>
            <p:nvPr/>
          </p:nvSpPr>
          <p:spPr>
            <a:xfrm>
              <a:off x="7690865" y="3391661"/>
              <a:ext cx="486409" cy="487680"/>
            </a:xfrm>
            <a:custGeom>
              <a:avLst/>
              <a:gdLst/>
              <a:ahLst/>
              <a:cxnLst/>
              <a:rect l="l" t="t" r="r" b="b"/>
              <a:pathLst>
                <a:path w="486409" h="487679">
                  <a:moveTo>
                    <a:pt x="243077" y="0"/>
                  </a:moveTo>
                  <a:lnTo>
                    <a:pt x="194091" y="4955"/>
                  </a:lnTo>
                  <a:lnTo>
                    <a:pt x="148464" y="19169"/>
                  </a:lnTo>
                  <a:lnTo>
                    <a:pt x="107174" y="41656"/>
                  </a:lnTo>
                  <a:lnTo>
                    <a:pt x="71199" y="71437"/>
                  </a:lnTo>
                  <a:lnTo>
                    <a:pt x="41516" y="107528"/>
                  </a:lnTo>
                  <a:lnTo>
                    <a:pt x="19103" y="148947"/>
                  </a:lnTo>
                  <a:lnTo>
                    <a:pt x="4938" y="194711"/>
                  </a:lnTo>
                  <a:lnTo>
                    <a:pt x="0" y="243839"/>
                  </a:lnTo>
                  <a:lnTo>
                    <a:pt x="4938" y="292968"/>
                  </a:lnTo>
                  <a:lnTo>
                    <a:pt x="19103" y="338732"/>
                  </a:lnTo>
                  <a:lnTo>
                    <a:pt x="41516" y="380151"/>
                  </a:lnTo>
                  <a:lnTo>
                    <a:pt x="71199" y="416242"/>
                  </a:lnTo>
                  <a:lnTo>
                    <a:pt x="107174" y="446023"/>
                  </a:lnTo>
                  <a:lnTo>
                    <a:pt x="148464" y="468510"/>
                  </a:lnTo>
                  <a:lnTo>
                    <a:pt x="194091" y="482724"/>
                  </a:lnTo>
                  <a:lnTo>
                    <a:pt x="243077" y="487680"/>
                  </a:lnTo>
                  <a:lnTo>
                    <a:pt x="292064" y="482724"/>
                  </a:lnTo>
                  <a:lnTo>
                    <a:pt x="337691" y="468510"/>
                  </a:lnTo>
                  <a:lnTo>
                    <a:pt x="378981" y="446023"/>
                  </a:lnTo>
                  <a:lnTo>
                    <a:pt x="414956" y="416242"/>
                  </a:lnTo>
                  <a:lnTo>
                    <a:pt x="444639" y="380151"/>
                  </a:lnTo>
                  <a:lnTo>
                    <a:pt x="467052" y="338732"/>
                  </a:lnTo>
                  <a:lnTo>
                    <a:pt x="481217" y="292968"/>
                  </a:lnTo>
                  <a:lnTo>
                    <a:pt x="486155" y="243839"/>
                  </a:lnTo>
                  <a:lnTo>
                    <a:pt x="481217" y="194711"/>
                  </a:lnTo>
                  <a:lnTo>
                    <a:pt x="467052" y="148947"/>
                  </a:lnTo>
                  <a:lnTo>
                    <a:pt x="444639" y="107528"/>
                  </a:lnTo>
                  <a:lnTo>
                    <a:pt x="414956" y="71437"/>
                  </a:lnTo>
                  <a:lnTo>
                    <a:pt x="378981" y="41656"/>
                  </a:lnTo>
                  <a:lnTo>
                    <a:pt x="337691" y="19169"/>
                  </a:lnTo>
                  <a:lnTo>
                    <a:pt x="292064" y="4955"/>
                  </a:lnTo>
                  <a:lnTo>
                    <a:pt x="243077" y="0"/>
                  </a:lnTo>
                  <a:close/>
                </a:path>
              </a:pathLst>
            </a:custGeom>
            <a:solidFill>
              <a:srgbClr val="FFC000">
                <a:alpha val="30195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7690865" y="3391661"/>
              <a:ext cx="486409" cy="487680"/>
            </a:xfrm>
            <a:custGeom>
              <a:avLst/>
              <a:gdLst/>
              <a:ahLst/>
              <a:cxnLst/>
              <a:rect l="l" t="t" r="r" b="b"/>
              <a:pathLst>
                <a:path w="486409" h="487679">
                  <a:moveTo>
                    <a:pt x="0" y="243839"/>
                  </a:moveTo>
                  <a:lnTo>
                    <a:pt x="4938" y="194711"/>
                  </a:lnTo>
                  <a:lnTo>
                    <a:pt x="19103" y="148947"/>
                  </a:lnTo>
                  <a:lnTo>
                    <a:pt x="41516" y="107528"/>
                  </a:lnTo>
                  <a:lnTo>
                    <a:pt x="71199" y="71437"/>
                  </a:lnTo>
                  <a:lnTo>
                    <a:pt x="107174" y="41656"/>
                  </a:lnTo>
                  <a:lnTo>
                    <a:pt x="148464" y="19169"/>
                  </a:lnTo>
                  <a:lnTo>
                    <a:pt x="194091" y="4955"/>
                  </a:lnTo>
                  <a:lnTo>
                    <a:pt x="243077" y="0"/>
                  </a:lnTo>
                  <a:lnTo>
                    <a:pt x="292064" y="4955"/>
                  </a:lnTo>
                  <a:lnTo>
                    <a:pt x="337691" y="19169"/>
                  </a:lnTo>
                  <a:lnTo>
                    <a:pt x="378981" y="41656"/>
                  </a:lnTo>
                  <a:lnTo>
                    <a:pt x="414956" y="71437"/>
                  </a:lnTo>
                  <a:lnTo>
                    <a:pt x="444639" y="107528"/>
                  </a:lnTo>
                  <a:lnTo>
                    <a:pt x="467052" y="148947"/>
                  </a:lnTo>
                  <a:lnTo>
                    <a:pt x="481217" y="194711"/>
                  </a:lnTo>
                  <a:lnTo>
                    <a:pt x="486155" y="243839"/>
                  </a:lnTo>
                  <a:lnTo>
                    <a:pt x="481217" y="292968"/>
                  </a:lnTo>
                  <a:lnTo>
                    <a:pt x="467052" y="338732"/>
                  </a:lnTo>
                  <a:lnTo>
                    <a:pt x="444639" y="380151"/>
                  </a:lnTo>
                  <a:lnTo>
                    <a:pt x="414956" y="416242"/>
                  </a:lnTo>
                  <a:lnTo>
                    <a:pt x="378981" y="446023"/>
                  </a:lnTo>
                  <a:lnTo>
                    <a:pt x="337691" y="468510"/>
                  </a:lnTo>
                  <a:lnTo>
                    <a:pt x="292064" y="482724"/>
                  </a:lnTo>
                  <a:lnTo>
                    <a:pt x="243077" y="487680"/>
                  </a:lnTo>
                  <a:lnTo>
                    <a:pt x="194091" y="482724"/>
                  </a:lnTo>
                  <a:lnTo>
                    <a:pt x="148464" y="468510"/>
                  </a:lnTo>
                  <a:lnTo>
                    <a:pt x="107174" y="446023"/>
                  </a:lnTo>
                  <a:lnTo>
                    <a:pt x="71199" y="416242"/>
                  </a:lnTo>
                  <a:lnTo>
                    <a:pt x="41516" y="380151"/>
                  </a:lnTo>
                  <a:lnTo>
                    <a:pt x="19103" y="338732"/>
                  </a:lnTo>
                  <a:lnTo>
                    <a:pt x="4938" y="292968"/>
                  </a:lnTo>
                  <a:lnTo>
                    <a:pt x="0" y="243839"/>
                  </a:lnTo>
                  <a:close/>
                </a:path>
              </a:pathLst>
            </a:custGeom>
            <a:ln w="19812">
              <a:solidFill>
                <a:srgbClr val="FFC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8" name="object 38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7894319" y="3553967"/>
              <a:ext cx="131825" cy="159258"/>
            </a:xfrm>
            <a:prstGeom prst="rect">
              <a:avLst/>
            </a:prstGeom>
          </p:spPr>
        </p:pic>
      </p:grpSp>
      <p:pic>
        <p:nvPicPr>
          <p:cNvPr id="39" name="object 39"/>
          <p:cNvPicPr/>
          <p:nvPr/>
        </p:nvPicPr>
        <p:blipFill>
          <a:blip r:embed="rId21" cstate="print"/>
          <a:stretch>
            <a:fillRect/>
          </a:stretch>
        </p:blipFill>
        <p:spPr>
          <a:xfrm>
            <a:off x="7239000" y="3546347"/>
            <a:ext cx="379475" cy="178307"/>
          </a:xfrm>
          <a:prstGeom prst="rect">
            <a:avLst/>
          </a:prstGeom>
        </p:spPr>
      </p:pic>
      <p:pic>
        <p:nvPicPr>
          <p:cNvPr id="40" name="object 40"/>
          <p:cNvPicPr/>
          <p:nvPr/>
        </p:nvPicPr>
        <p:blipFill>
          <a:blip r:embed="rId22" cstate="print"/>
          <a:stretch>
            <a:fillRect/>
          </a:stretch>
        </p:blipFill>
        <p:spPr>
          <a:xfrm>
            <a:off x="5518403" y="4364735"/>
            <a:ext cx="413765" cy="125730"/>
          </a:xfrm>
          <a:prstGeom prst="rect">
            <a:avLst/>
          </a:prstGeom>
        </p:spPr>
      </p:pic>
      <p:sp>
        <p:nvSpPr>
          <p:cNvPr id="41" name="object 41"/>
          <p:cNvSpPr/>
          <p:nvPr/>
        </p:nvSpPr>
        <p:spPr>
          <a:xfrm>
            <a:off x="5728715" y="3950208"/>
            <a:ext cx="76200" cy="337820"/>
          </a:xfrm>
          <a:custGeom>
            <a:avLst/>
            <a:gdLst/>
            <a:ahLst/>
            <a:cxnLst/>
            <a:rect l="l" t="t" r="r" b="b"/>
            <a:pathLst>
              <a:path w="76200" h="337820">
                <a:moveTo>
                  <a:pt x="44450" y="63500"/>
                </a:moveTo>
                <a:lnTo>
                  <a:pt x="31750" y="63500"/>
                </a:lnTo>
                <a:lnTo>
                  <a:pt x="31750" y="337439"/>
                </a:lnTo>
                <a:lnTo>
                  <a:pt x="44450" y="337439"/>
                </a:lnTo>
                <a:lnTo>
                  <a:pt x="44450" y="63500"/>
                </a:lnTo>
                <a:close/>
              </a:path>
              <a:path w="76200" h="337820">
                <a:moveTo>
                  <a:pt x="38100" y="0"/>
                </a:moveTo>
                <a:lnTo>
                  <a:pt x="0" y="76200"/>
                </a:lnTo>
                <a:lnTo>
                  <a:pt x="31750" y="76200"/>
                </a:lnTo>
                <a:lnTo>
                  <a:pt x="31750" y="63500"/>
                </a:lnTo>
                <a:lnTo>
                  <a:pt x="69850" y="63500"/>
                </a:lnTo>
                <a:lnTo>
                  <a:pt x="38100" y="0"/>
                </a:lnTo>
                <a:close/>
              </a:path>
              <a:path w="76200" h="337820">
                <a:moveTo>
                  <a:pt x="69850" y="63500"/>
                </a:moveTo>
                <a:lnTo>
                  <a:pt x="44450" y="63500"/>
                </a:lnTo>
                <a:lnTo>
                  <a:pt x="44450" y="76200"/>
                </a:lnTo>
                <a:lnTo>
                  <a:pt x="76200" y="76200"/>
                </a:lnTo>
                <a:lnTo>
                  <a:pt x="69850" y="6350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" name="object 42"/>
          <p:cNvSpPr/>
          <p:nvPr/>
        </p:nvSpPr>
        <p:spPr>
          <a:xfrm>
            <a:off x="3585971" y="2055876"/>
            <a:ext cx="434340" cy="2525395"/>
          </a:xfrm>
          <a:custGeom>
            <a:avLst/>
            <a:gdLst/>
            <a:ahLst/>
            <a:cxnLst/>
            <a:rect l="l" t="t" r="r" b="b"/>
            <a:pathLst>
              <a:path w="434339" h="2525395">
                <a:moveTo>
                  <a:pt x="0" y="1262634"/>
                </a:moveTo>
                <a:lnTo>
                  <a:pt x="396" y="1185715"/>
                </a:lnTo>
                <a:lnTo>
                  <a:pt x="1570" y="1110016"/>
                </a:lnTo>
                <a:lnTo>
                  <a:pt x="3500" y="1035667"/>
                </a:lnTo>
                <a:lnTo>
                  <a:pt x="6162" y="962802"/>
                </a:lnTo>
                <a:lnTo>
                  <a:pt x="9534" y="891553"/>
                </a:lnTo>
                <a:lnTo>
                  <a:pt x="13592" y="822050"/>
                </a:lnTo>
                <a:lnTo>
                  <a:pt x="18315" y="754427"/>
                </a:lnTo>
                <a:lnTo>
                  <a:pt x="23679" y="688816"/>
                </a:lnTo>
                <a:lnTo>
                  <a:pt x="29661" y="625348"/>
                </a:lnTo>
                <a:lnTo>
                  <a:pt x="36239" y="564155"/>
                </a:lnTo>
                <a:lnTo>
                  <a:pt x="43391" y="505370"/>
                </a:lnTo>
                <a:lnTo>
                  <a:pt x="51092" y="449125"/>
                </a:lnTo>
                <a:lnTo>
                  <a:pt x="59321" y="395551"/>
                </a:lnTo>
                <a:lnTo>
                  <a:pt x="68055" y="344781"/>
                </a:lnTo>
                <a:lnTo>
                  <a:pt x="77271" y="296947"/>
                </a:lnTo>
                <a:lnTo>
                  <a:pt x="86946" y="252181"/>
                </a:lnTo>
                <a:lnTo>
                  <a:pt x="97057" y="210615"/>
                </a:lnTo>
                <a:lnTo>
                  <a:pt x="107583" y="172381"/>
                </a:lnTo>
                <a:lnTo>
                  <a:pt x="129783" y="106436"/>
                </a:lnTo>
                <a:lnTo>
                  <a:pt x="153365" y="55404"/>
                </a:lnTo>
                <a:lnTo>
                  <a:pt x="178147" y="20341"/>
                </a:lnTo>
                <a:lnTo>
                  <a:pt x="217169" y="0"/>
                </a:lnTo>
                <a:lnTo>
                  <a:pt x="230394" y="2304"/>
                </a:lnTo>
                <a:lnTo>
                  <a:pt x="268722" y="35811"/>
                </a:lnTo>
                <a:lnTo>
                  <a:pt x="292926" y="78990"/>
                </a:lnTo>
                <a:lnTo>
                  <a:pt x="315840" y="137611"/>
                </a:lnTo>
                <a:lnTo>
                  <a:pt x="337282" y="210615"/>
                </a:lnTo>
                <a:lnTo>
                  <a:pt x="347393" y="252181"/>
                </a:lnTo>
                <a:lnTo>
                  <a:pt x="357068" y="296947"/>
                </a:lnTo>
                <a:lnTo>
                  <a:pt x="366284" y="344781"/>
                </a:lnTo>
                <a:lnTo>
                  <a:pt x="375018" y="395551"/>
                </a:lnTo>
                <a:lnTo>
                  <a:pt x="383247" y="449125"/>
                </a:lnTo>
                <a:lnTo>
                  <a:pt x="390948" y="505370"/>
                </a:lnTo>
                <a:lnTo>
                  <a:pt x="398100" y="564155"/>
                </a:lnTo>
                <a:lnTo>
                  <a:pt x="404678" y="625347"/>
                </a:lnTo>
                <a:lnTo>
                  <a:pt x="410660" y="688816"/>
                </a:lnTo>
                <a:lnTo>
                  <a:pt x="416024" y="754427"/>
                </a:lnTo>
                <a:lnTo>
                  <a:pt x="420747" y="822050"/>
                </a:lnTo>
                <a:lnTo>
                  <a:pt x="424805" y="891553"/>
                </a:lnTo>
                <a:lnTo>
                  <a:pt x="428177" y="962802"/>
                </a:lnTo>
                <a:lnTo>
                  <a:pt x="430839" y="1035667"/>
                </a:lnTo>
                <a:lnTo>
                  <a:pt x="432769" y="1110016"/>
                </a:lnTo>
                <a:lnTo>
                  <a:pt x="433943" y="1185715"/>
                </a:lnTo>
                <a:lnTo>
                  <a:pt x="434339" y="1262634"/>
                </a:lnTo>
                <a:lnTo>
                  <a:pt x="433943" y="1339552"/>
                </a:lnTo>
                <a:lnTo>
                  <a:pt x="432769" y="1415251"/>
                </a:lnTo>
                <a:lnTo>
                  <a:pt x="430839" y="1489600"/>
                </a:lnTo>
                <a:lnTo>
                  <a:pt x="428177" y="1562465"/>
                </a:lnTo>
                <a:lnTo>
                  <a:pt x="424805" y="1633714"/>
                </a:lnTo>
                <a:lnTo>
                  <a:pt x="420747" y="1703217"/>
                </a:lnTo>
                <a:lnTo>
                  <a:pt x="416024" y="1770840"/>
                </a:lnTo>
                <a:lnTo>
                  <a:pt x="410660" y="1836451"/>
                </a:lnTo>
                <a:lnTo>
                  <a:pt x="404678" y="1899920"/>
                </a:lnTo>
                <a:lnTo>
                  <a:pt x="398100" y="1961112"/>
                </a:lnTo>
                <a:lnTo>
                  <a:pt x="390948" y="2019897"/>
                </a:lnTo>
                <a:lnTo>
                  <a:pt x="383247" y="2076142"/>
                </a:lnTo>
                <a:lnTo>
                  <a:pt x="375018" y="2129716"/>
                </a:lnTo>
                <a:lnTo>
                  <a:pt x="366284" y="2180486"/>
                </a:lnTo>
                <a:lnTo>
                  <a:pt x="357068" y="2228320"/>
                </a:lnTo>
                <a:lnTo>
                  <a:pt x="347393" y="2273086"/>
                </a:lnTo>
                <a:lnTo>
                  <a:pt x="337282" y="2314652"/>
                </a:lnTo>
                <a:lnTo>
                  <a:pt x="326756" y="2352886"/>
                </a:lnTo>
                <a:lnTo>
                  <a:pt x="304556" y="2418831"/>
                </a:lnTo>
                <a:lnTo>
                  <a:pt x="280974" y="2469863"/>
                </a:lnTo>
                <a:lnTo>
                  <a:pt x="256192" y="2504926"/>
                </a:lnTo>
                <a:lnTo>
                  <a:pt x="217169" y="2525268"/>
                </a:lnTo>
                <a:lnTo>
                  <a:pt x="203945" y="2522963"/>
                </a:lnTo>
                <a:lnTo>
                  <a:pt x="165617" y="2489456"/>
                </a:lnTo>
                <a:lnTo>
                  <a:pt x="141413" y="2446277"/>
                </a:lnTo>
                <a:lnTo>
                  <a:pt x="118499" y="2387656"/>
                </a:lnTo>
                <a:lnTo>
                  <a:pt x="97057" y="2314652"/>
                </a:lnTo>
                <a:lnTo>
                  <a:pt x="86946" y="2273086"/>
                </a:lnTo>
                <a:lnTo>
                  <a:pt x="77271" y="2228320"/>
                </a:lnTo>
                <a:lnTo>
                  <a:pt x="68055" y="2180486"/>
                </a:lnTo>
                <a:lnTo>
                  <a:pt x="59321" y="2129716"/>
                </a:lnTo>
                <a:lnTo>
                  <a:pt x="51092" y="2076142"/>
                </a:lnTo>
                <a:lnTo>
                  <a:pt x="43391" y="2019897"/>
                </a:lnTo>
                <a:lnTo>
                  <a:pt x="36239" y="1961112"/>
                </a:lnTo>
                <a:lnTo>
                  <a:pt x="29661" y="1899920"/>
                </a:lnTo>
                <a:lnTo>
                  <a:pt x="23679" y="1836451"/>
                </a:lnTo>
                <a:lnTo>
                  <a:pt x="18315" y="1770840"/>
                </a:lnTo>
                <a:lnTo>
                  <a:pt x="13592" y="1703217"/>
                </a:lnTo>
                <a:lnTo>
                  <a:pt x="9534" y="1633714"/>
                </a:lnTo>
                <a:lnTo>
                  <a:pt x="6162" y="1562465"/>
                </a:lnTo>
                <a:lnTo>
                  <a:pt x="3500" y="1489600"/>
                </a:lnTo>
                <a:lnTo>
                  <a:pt x="1570" y="1415251"/>
                </a:lnTo>
                <a:lnTo>
                  <a:pt x="396" y="1339552"/>
                </a:lnTo>
                <a:lnTo>
                  <a:pt x="0" y="1262634"/>
                </a:lnTo>
                <a:close/>
              </a:path>
            </a:pathLst>
          </a:custGeom>
          <a:ln w="12192">
            <a:solidFill>
              <a:srgbClr val="FF0000"/>
            </a:solidFill>
            <a:prstDash val="sysDash"/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43" name="object 43"/>
          <p:cNvPicPr/>
          <p:nvPr/>
        </p:nvPicPr>
        <p:blipFill>
          <a:blip r:embed="rId23" cstate="print"/>
          <a:stretch>
            <a:fillRect/>
          </a:stretch>
        </p:blipFill>
        <p:spPr>
          <a:xfrm>
            <a:off x="4793010" y="4800628"/>
            <a:ext cx="561563" cy="119605"/>
          </a:xfrm>
          <a:prstGeom prst="rect">
            <a:avLst/>
          </a:prstGeom>
        </p:spPr>
      </p:pic>
      <p:sp>
        <p:nvSpPr>
          <p:cNvPr id="44" name="object 44"/>
          <p:cNvSpPr/>
          <p:nvPr/>
        </p:nvSpPr>
        <p:spPr>
          <a:xfrm>
            <a:off x="3934967" y="4595495"/>
            <a:ext cx="695325" cy="266065"/>
          </a:xfrm>
          <a:custGeom>
            <a:avLst/>
            <a:gdLst/>
            <a:ahLst/>
            <a:cxnLst/>
            <a:rect l="l" t="t" r="r" b="b"/>
            <a:pathLst>
              <a:path w="695325" h="266064">
                <a:moveTo>
                  <a:pt x="73856" y="29852"/>
                </a:moveTo>
                <a:lnTo>
                  <a:pt x="69563" y="41799"/>
                </a:lnTo>
                <a:lnTo>
                  <a:pt x="690753" y="265556"/>
                </a:lnTo>
                <a:lnTo>
                  <a:pt x="695071" y="253618"/>
                </a:lnTo>
                <a:lnTo>
                  <a:pt x="73856" y="29852"/>
                </a:lnTo>
                <a:close/>
              </a:path>
              <a:path w="695325" h="266064">
                <a:moveTo>
                  <a:pt x="84582" y="0"/>
                </a:moveTo>
                <a:lnTo>
                  <a:pt x="0" y="10032"/>
                </a:lnTo>
                <a:lnTo>
                  <a:pt x="58801" y="71754"/>
                </a:lnTo>
                <a:lnTo>
                  <a:pt x="69563" y="41799"/>
                </a:lnTo>
                <a:lnTo>
                  <a:pt x="57531" y="37464"/>
                </a:lnTo>
                <a:lnTo>
                  <a:pt x="61849" y="25526"/>
                </a:lnTo>
                <a:lnTo>
                  <a:pt x="75410" y="25526"/>
                </a:lnTo>
                <a:lnTo>
                  <a:pt x="84582" y="0"/>
                </a:lnTo>
                <a:close/>
              </a:path>
              <a:path w="695325" h="266064">
                <a:moveTo>
                  <a:pt x="61849" y="25526"/>
                </a:moveTo>
                <a:lnTo>
                  <a:pt x="57531" y="37464"/>
                </a:lnTo>
                <a:lnTo>
                  <a:pt x="69563" y="41799"/>
                </a:lnTo>
                <a:lnTo>
                  <a:pt x="73856" y="29852"/>
                </a:lnTo>
                <a:lnTo>
                  <a:pt x="61849" y="25526"/>
                </a:lnTo>
                <a:close/>
              </a:path>
              <a:path w="695325" h="266064">
                <a:moveTo>
                  <a:pt x="75410" y="25526"/>
                </a:moveTo>
                <a:lnTo>
                  <a:pt x="61849" y="25526"/>
                </a:lnTo>
                <a:lnTo>
                  <a:pt x="73856" y="29852"/>
                </a:lnTo>
                <a:lnTo>
                  <a:pt x="75410" y="25526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45" name="object 45"/>
          <p:cNvPicPr/>
          <p:nvPr/>
        </p:nvPicPr>
        <p:blipFill>
          <a:blip r:embed="rId24" cstate="print"/>
          <a:stretch>
            <a:fillRect/>
          </a:stretch>
        </p:blipFill>
        <p:spPr>
          <a:xfrm>
            <a:off x="7360948" y="3285770"/>
            <a:ext cx="119605" cy="128751"/>
          </a:xfrm>
          <a:prstGeom prst="rect">
            <a:avLst/>
          </a:prstGeom>
        </p:spPr>
      </p:pic>
      <p:pic>
        <p:nvPicPr>
          <p:cNvPr id="46" name="object 46"/>
          <p:cNvPicPr/>
          <p:nvPr/>
        </p:nvPicPr>
        <p:blipFill>
          <a:blip r:embed="rId25" cstate="print"/>
          <a:stretch>
            <a:fillRect/>
          </a:stretch>
        </p:blipFill>
        <p:spPr>
          <a:xfrm>
            <a:off x="6259067" y="4367784"/>
            <a:ext cx="1270254" cy="153162"/>
          </a:xfrm>
          <a:prstGeom prst="rect">
            <a:avLst/>
          </a:prstGeom>
        </p:spPr>
      </p:pic>
      <p:sp>
        <p:nvSpPr>
          <p:cNvPr id="47" name="object 47"/>
          <p:cNvSpPr/>
          <p:nvPr/>
        </p:nvSpPr>
        <p:spPr>
          <a:xfrm>
            <a:off x="6757416" y="3950208"/>
            <a:ext cx="76200" cy="337820"/>
          </a:xfrm>
          <a:custGeom>
            <a:avLst/>
            <a:gdLst/>
            <a:ahLst/>
            <a:cxnLst/>
            <a:rect l="l" t="t" r="r" b="b"/>
            <a:pathLst>
              <a:path w="76200" h="337820">
                <a:moveTo>
                  <a:pt x="44450" y="63500"/>
                </a:moveTo>
                <a:lnTo>
                  <a:pt x="31750" y="63500"/>
                </a:lnTo>
                <a:lnTo>
                  <a:pt x="31750" y="337439"/>
                </a:lnTo>
                <a:lnTo>
                  <a:pt x="44450" y="337439"/>
                </a:lnTo>
                <a:lnTo>
                  <a:pt x="44450" y="63500"/>
                </a:lnTo>
                <a:close/>
              </a:path>
              <a:path w="76200" h="337820">
                <a:moveTo>
                  <a:pt x="38100" y="0"/>
                </a:moveTo>
                <a:lnTo>
                  <a:pt x="0" y="76200"/>
                </a:lnTo>
                <a:lnTo>
                  <a:pt x="31750" y="76200"/>
                </a:lnTo>
                <a:lnTo>
                  <a:pt x="31750" y="63500"/>
                </a:lnTo>
                <a:lnTo>
                  <a:pt x="69850" y="63500"/>
                </a:lnTo>
                <a:lnTo>
                  <a:pt x="38100" y="0"/>
                </a:lnTo>
                <a:close/>
              </a:path>
              <a:path w="76200" h="337820">
                <a:moveTo>
                  <a:pt x="69850" y="63500"/>
                </a:moveTo>
                <a:lnTo>
                  <a:pt x="44450" y="63500"/>
                </a:lnTo>
                <a:lnTo>
                  <a:pt x="44450" y="76200"/>
                </a:lnTo>
                <a:lnTo>
                  <a:pt x="76200" y="76200"/>
                </a:lnTo>
                <a:lnTo>
                  <a:pt x="69850" y="6350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8" name="object 48"/>
          <p:cNvSpPr/>
          <p:nvPr/>
        </p:nvSpPr>
        <p:spPr>
          <a:xfrm>
            <a:off x="5878067" y="3371088"/>
            <a:ext cx="0" cy="487045"/>
          </a:xfrm>
          <a:custGeom>
            <a:avLst/>
            <a:gdLst/>
            <a:ahLst/>
            <a:cxnLst/>
            <a:rect l="l" t="t" r="r" b="b"/>
            <a:pathLst>
              <a:path h="487045">
                <a:moveTo>
                  <a:pt x="0" y="0"/>
                </a:moveTo>
                <a:lnTo>
                  <a:pt x="0" y="486791"/>
                </a:lnTo>
              </a:path>
            </a:pathLst>
          </a:custGeom>
          <a:ln w="12192">
            <a:solidFill>
              <a:srgbClr val="183DA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9" name="object 49"/>
          <p:cNvSpPr/>
          <p:nvPr/>
        </p:nvSpPr>
        <p:spPr>
          <a:xfrm>
            <a:off x="5935979" y="2976372"/>
            <a:ext cx="76200" cy="336550"/>
          </a:xfrm>
          <a:custGeom>
            <a:avLst/>
            <a:gdLst/>
            <a:ahLst/>
            <a:cxnLst/>
            <a:rect l="l" t="t" r="r" b="b"/>
            <a:pathLst>
              <a:path w="76200" h="336550">
                <a:moveTo>
                  <a:pt x="31750" y="259841"/>
                </a:moveTo>
                <a:lnTo>
                  <a:pt x="0" y="259841"/>
                </a:lnTo>
                <a:lnTo>
                  <a:pt x="38100" y="336041"/>
                </a:lnTo>
                <a:lnTo>
                  <a:pt x="69850" y="272541"/>
                </a:lnTo>
                <a:lnTo>
                  <a:pt x="31750" y="272541"/>
                </a:lnTo>
                <a:lnTo>
                  <a:pt x="31750" y="259841"/>
                </a:lnTo>
                <a:close/>
              </a:path>
              <a:path w="76200" h="336550">
                <a:moveTo>
                  <a:pt x="44450" y="0"/>
                </a:moveTo>
                <a:lnTo>
                  <a:pt x="31750" y="0"/>
                </a:lnTo>
                <a:lnTo>
                  <a:pt x="31750" y="272541"/>
                </a:lnTo>
                <a:lnTo>
                  <a:pt x="44450" y="272541"/>
                </a:lnTo>
                <a:lnTo>
                  <a:pt x="44450" y="0"/>
                </a:lnTo>
                <a:close/>
              </a:path>
              <a:path w="76200" h="336550">
                <a:moveTo>
                  <a:pt x="76200" y="259841"/>
                </a:moveTo>
                <a:lnTo>
                  <a:pt x="44450" y="259841"/>
                </a:lnTo>
                <a:lnTo>
                  <a:pt x="44450" y="272541"/>
                </a:lnTo>
                <a:lnTo>
                  <a:pt x="69850" y="272541"/>
                </a:lnTo>
                <a:lnTo>
                  <a:pt x="76200" y="259841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50" name="object 50"/>
          <p:cNvPicPr/>
          <p:nvPr/>
        </p:nvPicPr>
        <p:blipFill>
          <a:blip r:embed="rId26" cstate="print"/>
          <a:stretch>
            <a:fillRect/>
          </a:stretch>
        </p:blipFill>
        <p:spPr>
          <a:xfrm>
            <a:off x="5721096" y="2554198"/>
            <a:ext cx="505231" cy="305587"/>
          </a:xfrm>
          <a:prstGeom prst="rect">
            <a:avLst/>
          </a:prstGeom>
        </p:spPr>
      </p:pic>
      <p:sp>
        <p:nvSpPr>
          <p:cNvPr id="51" name="object 51"/>
          <p:cNvSpPr/>
          <p:nvPr/>
        </p:nvSpPr>
        <p:spPr>
          <a:xfrm>
            <a:off x="7895843" y="2976372"/>
            <a:ext cx="76200" cy="336550"/>
          </a:xfrm>
          <a:custGeom>
            <a:avLst/>
            <a:gdLst/>
            <a:ahLst/>
            <a:cxnLst/>
            <a:rect l="l" t="t" r="r" b="b"/>
            <a:pathLst>
              <a:path w="76200" h="336550">
                <a:moveTo>
                  <a:pt x="31750" y="259841"/>
                </a:moveTo>
                <a:lnTo>
                  <a:pt x="0" y="259841"/>
                </a:lnTo>
                <a:lnTo>
                  <a:pt x="38100" y="336041"/>
                </a:lnTo>
                <a:lnTo>
                  <a:pt x="69850" y="272541"/>
                </a:lnTo>
                <a:lnTo>
                  <a:pt x="31750" y="272541"/>
                </a:lnTo>
                <a:lnTo>
                  <a:pt x="31750" y="259841"/>
                </a:lnTo>
                <a:close/>
              </a:path>
              <a:path w="76200" h="336550">
                <a:moveTo>
                  <a:pt x="44450" y="0"/>
                </a:moveTo>
                <a:lnTo>
                  <a:pt x="31750" y="0"/>
                </a:lnTo>
                <a:lnTo>
                  <a:pt x="31750" y="272541"/>
                </a:lnTo>
                <a:lnTo>
                  <a:pt x="44450" y="272541"/>
                </a:lnTo>
                <a:lnTo>
                  <a:pt x="44450" y="0"/>
                </a:lnTo>
                <a:close/>
              </a:path>
              <a:path w="76200" h="336550">
                <a:moveTo>
                  <a:pt x="76200" y="259841"/>
                </a:moveTo>
                <a:lnTo>
                  <a:pt x="44450" y="259841"/>
                </a:lnTo>
                <a:lnTo>
                  <a:pt x="44450" y="272541"/>
                </a:lnTo>
                <a:lnTo>
                  <a:pt x="69850" y="272541"/>
                </a:lnTo>
                <a:lnTo>
                  <a:pt x="76200" y="259841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52" name="object 52"/>
          <p:cNvPicPr/>
          <p:nvPr/>
        </p:nvPicPr>
        <p:blipFill>
          <a:blip r:embed="rId27" cstate="print"/>
          <a:stretch>
            <a:fillRect/>
          </a:stretch>
        </p:blipFill>
        <p:spPr>
          <a:xfrm>
            <a:off x="7603235" y="2741676"/>
            <a:ext cx="666750" cy="134874"/>
          </a:xfrm>
          <a:prstGeom prst="rect">
            <a:avLst/>
          </a:prstGeom>
        </p:spPr>
      </p:pic>
      <p:pic>
        <p:nvPicPr>
          <p:cNvPr id="53" name="object 53"/>
          <p:cNvPicPr/>
          <p:nvPr/>
        </p:nvPicPr>
        <p:blipFill>
          <a:blip r:embed="rId28" cstate="print"/>
          <a:stretch>
            <a:fillRect/>
          </a:stretch>
        </p:blipFill>
        <p:spPr>
          <a:xfrm>
            <a:off x="5899403" y="3538728"/>
            <a:ext cx="176783" cy="175259"/>
          </a:xfrm>
          <a:prstGeom prst="rect">
            <a:avLst/>
          </a:prstGeom>
        </p:spPr>
      </p:pic>
      <p:pic>
        <p:nvPicPr>
          <p:cNvPr id="54" name="object 54"/>
          <p:cNvPicPr/>
          <p:nvPr/>
        </p:nvPicPr>
        <p:blipFill>
          <a:blip r:embed="rId29" cstate="print"/>
          <a:stretch>
            <a:fillRect/>
          </a:stretch>
        </p:blipFill>
        <p:spPr>
          <a:xfrm>
            <a:off x="2436876" y="3491484"/>
            <a:ext cx="428244" cy="286511"/>
          </a:xfrm>
          <a:prstGeom prst="rect">
            <a:avLst/>
          </a:prstGeom>
        </p:spPr>
      </p:pic>
      <p:sp>
        <p:nvSpPr>
          <p:cNvPr id="55" name="object 55"/>
          <p:cNvSpPr txBox="1"/>
          <p:nvPr/>
        </p:nvSpPr>
        <p:spPr>
          <a:xfrm>
            <a:off x="437489" y="431419"/>
            <a:ext cx="391922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FFFFFF"/>
                </a:solidFill>
                <a:latin typeface="Ebrima"/>
                <a:cs typeface="Ebrima"/>
              </a:rPr>
              <a:t>2.3.</a:t>
            </a:r>
            <a:r>
              <a:rPr sz="1800" spc="-20" dirty="0">
                <a:solidFill>
                  <a:srgbClr val="FFFFFF"/>
                </a:solidFill>
                <a:latin typeface="Ebrima"/>
                <a:cs typeface="Ebrima"/>
              </a:rPr>
              <a:t> </a:t>
            </a:r>
            <a:r>
              <a:rPr sz="1800" dirty="0">
                <a:solidFill>
                  <a:srgbClr val="FFFFFF"/>
                </a:solidFill>
                <a:latin typeface="Ebrima"/>
                <a:cs typeface="Ebrima"/>
              </a:rPr>
              <a:t>Machine</a:t>
            </a:r>
            <a:r>
              <a:rPr sz="1800" spc="-30" dirty="0">
                <a:solidFill>
                  <a:srgbClr val="FFFFFF"/>
                </a:solidFill>
                <a:latin typeface="Ebrima"/>
                <a:cs typeface="Ebrima"/>
              </a:rPr>
              <a:t> </a:t>
            </a:r>
            <a:r>
              <a:rPr sz="1800" dirty="0">
                <a:solidFill>
                  <a:srgbClr val="FFFFFF"/>
                </a:solidFill>
                <a:latin typeface="Ebrima"/>
                <a:cs typeface="Ebrima"/>
              </a:rPr>
              <a:t>Learning</a:t>
            </a:r>
            <a:r>
              <a:rPr sz="1800" spc="-30" dirty="0">
                <a:solidFill>
                  <a:srgbClr val="FFFFFF"/>
                </a:solidFill>
                <a:latin typeface="Ebrima"/>
                <a:cs typeface="Ebrima"/>
              </a:rPr>
              <a:t> </a:t>
            </a:r>
            <a:r>
              <a:rPr sz="1800" dirty="0">
                <a:solidFill>
                  <a:srgbClr val="FFFFFF"/>
                </a:solidFill>
                <a:latin typeface="Ebrima"/>
                <a:cs typeface="Ebrima"/>
              </a:rPr>
              <a:t>with</a:t>
            </a:r>
            <a:r>
              <a:rPr sz="1800" spc="-10" dirty="0">
                <a:solidFill>
                  <a:srgbClr val="FFFFFF"/>
                </a:solidFill>
                <a:latin typeface="Ebrima"/>
                <a:cs typeface="Ebrima"/>
              </a:rPr>
              <a:t> TensorFlow</a:t>
            </a:r>
            <a:endParaRPr sz="1800">
              <a:latin typeface="Ebrima"/>
              <a:cs typeface="Ebrima"/>
            </a:endParaRPr>
          </a:p>
        </p:txBody>
      </p:sp>
      <p:sp>
        <p:nvSpPr>
          <p:cNvPr id="56" name="object 56"/>
          <p:cNvSpPr txBox="1"/>
          <p:nvPr/>
        </p:nvSpPr>
        <p:spPr>
          <a:xfrm>
            <a:off x="8671941" y="463677"/>
            <a:ext cx="80962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dirty="0">
                <a:solidFill>
                  <a:srgbClr val="D9D9D9"/>
                </a:solidFill>
                <a:latin typeface="Ebrima"/>
                <a:cs typeface="Ebrima"/>
              </a:rPr>
              <a:t>UNIT</a:t>
            </a:r>
            <a:r>
              <a:rPr sz="1600" spc="400" dirty="0">
                <a:solidFill>
                  <a:srgbClr val="D9D9D9"/>
                </a:solidFill>
                <a:latin typeface="Ebrima"/>
                <a:cs typeface="Ebrima"/>
              </a:rPr>
              <a:t> </a:t>
            </a:r>
            <a:r>
              <a:rPr sz="1600" spc="-35" dirty="0">
                <a:solidFill>
                  <a:srgbClr val="D9D9D9"/>
                </a:solidFill>
                <a:latin typeface="Ebrima"/>
                <a:cs typeface="Ebrima"/>
              </a:rPr>
              <a:t>02</a:t>
            </a:r>
            <a:endParaRPr sz="1600">
              <a:latin typeface="Ebrima"/>
              <a:cs typeface="Ebrima"/>
            </a:endParaRPr>
          </a:p>
        </p:txBody>
      </p:sp>
    </p:spTree>
  </p:cSld>
  <p:clrMapOvr>
    <a:masterClrMapping/>
  </p:clrMapOvr>
</p:sld>
</file>

<file path=ppt/slides/slide1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331482" y="6524434"/>
            <a:ext cx="110459" cy="90487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54151" y="6527292"/>
            <a:ext cx="1794510" cy="142494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862571" y="6521195"/>
            <a:ext cx="2327910" cy="118110"/>
          </a:xfrm>
          <a:prstGeom prst="rect">
            <a:avLst/>
          </a:prstGeom>
        </p:spPr>
      </p:pic>
      <p:sp>
        <p:nvSpPr>
          <p:cNvPr id="5" name="object 5"/>
          <p:cNvSpPr/>
          <p:nvPr/>
        </p:nvSpPr>
        <p:spPr>
          <a:xfrm>
            <a:off x="559308" y="1440180"/>
            <a:ext cx="36830" cy="180340"/>
          </a:xfrm>
          <a:custGeom>
            <a:avLst/>
            <a:gdLst/>
            <a:ahLst/>
            <a:cxnLst/>
            <a:rect l="l" t="t" r="r" b="b"/>
            <a:pathLst>
              <a:path w="36829" h="180340">
                <a:moveTo>
                  <a:pt x="36576" y="0"/>
                </a:moveTo>
                <a:lnTo>
                  <a:pt x="0" y="0"/>
                </a:lnTo>
                <a:lnTo>
                  <a:pt x="0" y="179832"/>
                </a:lnTo>
                <a:lnTo>
                  <a:pt x="36576" y="179832"/>
                </a:lnTo>
                <a:lnTo>
                  <a:pt x="36576" y="0"/>
                </a:lnTo>
                <a:close/>
              </a:path>
            </a:pathLst>
          </a:custGeom>
          <a:solidFill>
            <a:srgbClr val="183DAF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6" name="object 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719327" y="1464563"/>
            <a:ext cx="2003298" cy="174498"/>
          </a:xfrm>
          <a:prstGeom prst="rect">
            <a:avLst/>
          </a:prstGeom>
        </p:spPr>
      </p:pic>
      <p:grpSp>
        <p:nvGrpSpPr>
          <p:cNvPr id="7" name="object 7"/>
          <p:cNvGrpSpPr/>
          <p:nvPr/>
        </p:nvGrpSpPr>
        <p:grpSpPr>
          <a:xfrm>
            <a:off x="710183" y="1802892"/>
            <a:ext cx="8200390" cy="3590545"/>
            <a:chOff x="710183" y="1802892"/>
            <a:chExt cx="8200390" cy="3382645"/>
          </a:xfrm>
        </p:grpSpPr>
        <p:pic>
          <p:nvPicPr>
            <p:cNvPr id="8" name="object 8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710183" y="1802892"/>
              <a:ext cx="8199882" cy="3382517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4888864" y="2329815"/>
              <a:ext cx="858519" cy="165100"/>
            </a:xfrm>
            <a:custGeom>
              <a:avLst/>
              <a:gdLst/>
              <a:ahLst/>
              <a:cxnLst/>
              <a:rect l="l" t="t" r="r" b="b"/>
              <a:pathLst>
                <a:path w="858520" h="165100">
                  <a:moveTo>
                    <a:pt x="805307" y="0"/>
                  </a:moveTo>
                  <a:lnTo>
                    <a:pt x="803021" y="6604"/>
                  </a:lnTo>
                  <a:lnTo>
                    <a:pt x="812547" y="10798"/>
                  </a:lnTo>
                  <a:lnTo>
                    <a:pt x="820753" y="16541"/>
                  </a:lnTo>
                  <a:lnTo>
                    <a:pt x="840501" y="54737"/>
                  </a:lnTo>
                  <a:lnTo>
                    <a:pt x="842899" y="81661"/>
                  </a:lnTo>
                  <a:lnTo>
                    <a:pt x="842299" y="96234"/>
                  </a:lnTo>
                  <a:lnTo>
                    <a:pt x="827599" y="141027"/>
                  </a:lnTo>
                  <a:lnTo>
                    <a:pt x="803275" y="158369"/>
                  </a:lnTo>
                  <a:lnTo>
                    <a:pt x="805307" y="165100"/>
                  </a:lnTo>
                  <a:lnTo>
                    <a:pt x="844423" y="136271"/>
                  </a:lnTo>
                  <a:lnTo>
                    <a:pt x="857156" y="97748"/>
                  </a:lnTo>
                  <a:lnTo>
                    <a:pt x="858012" y="82550"/>
                  </a:lnTo>
                  <a:lnTo>
                    <a:pt x="857156" y="67405"/>
                  </a:lnTo>
                  <a:lnTo>
                    <a:pt x="844423" y="28829"/>
                  </a:lnTo>
                  <a:lnTo>
                    <a:pt x="817312" y="4308"/>
                  </a:lnTo>
                  <a:lnTo>
                    <a:pt x="805307" y="0"/>
                  </a:lnTo>
                  <a:close/>
                </a:path>
                <a:path w="858520" h="165100">
                  <a:moveTo>
                    <a:pt x="52705" y="0"/>
                  </a:moveTo>
                  <a:lnTo>
                    <a:pt x="13588" y="28829"/>
                  </a:lnTo>
                  <a:lnTo>
                    <a:pt x="855" y="67405"/>
                  </a:lnTo>
                  <a:lnTo>
                    <a:pt x="0" y="82550"/>
                  </a:lnTo>
                  <a:lnTo>
                    <a:pt x="855" y="97748"/>
                  </a:lnTo>
                  <a:lnTo>
                    <a:pt x="13588" y="136271"/>
                  </a:lnTo>
                  <a:lnTo>
                    <a:pt x="52705" y="165100"/>
                  </a:lnTo>
                  <a:lnTo>
                    <a:pt x="54737" y="158369"/>
                  </a:lnTo>
                  <a:lnTo>
                    <a:pt x="45358" y="154223"/>
                  </a:lnTo>
                  <a:lnTo>
                    <a:pt x="37242" y="148447"/>
                  </a:lnTo>
                  <a:lnTo>
                    <a:pt x="17525" y="109474"/>
                  </a:lnTo>
                  <a:lnTo>
                    <a:pt x="15112" y="81661"/>
                  </a:lnTo>
                  <a:lnTo>
                    <a:pt x="15712" y="67591"/>
                  </a:lnTo>
                  <a:lnTo>
                    <a:pt x="30416" y="23856"/>
                  </a:lnTo>
                  <a:lnTo>
                    <a:pt x="54990" y="6604"/>
                  </a:lnTo>
                  <a:lnTo>
                    <a:pt x="52705" y="0"/>
                  </a:lnTo>
                  <a:close/>
                </a:path>
              </a:pathLst>
            </a:custGeom>
            <a:solidFill>
              <a:srgbClr val="25252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4104132" y="2009338"/>
            <a:ext cx="1612900" cy="720725"/>
          </a:xfrm>
          <a:prstGeom prst="rect">
            <a:avLst/>
          </a:prstGeom>
        </p:spPr>
        <p:txBody>
          <a:bodyPr vert="horz" wrap="square" lIns="0" tIns="60325" rIns="0" bIns="0" rtlCol="0">
            <a:spAutoFit/>
          </a:bodyPr>
          <a:lstStyle/>
          <a:p>
            <a:pPr marR="969010" algn="ctr">
              <a:lnSpc>
                <a:spcPct val="100000"/>
              </a:lnSpc>
              <a:spcBef>
                <a:spcPts val="475"/>
              </a:spcBef>
            </a:pPr>
            <a:r>
              <a:rPr sz="1000" spc="35" dirty="0">
                <a:solidFill>
                  <a:srgbClr val="252525"/>
                </a:solidFill>
                <a:latin typeface="Cambria Math"/>
                <a:cs typeface="Cambria Math"/>
              </a:rPr>
              <a:t>𝑛</a:t>
            </a:r>
            <a:endParaRPr sz="1000">
              <a:latin typeface="Cambria Math"/>
              <a:cs typeface="Cambria Math"/>
            </a:endParaRPr>
          </a:p>
          <a:p>
            <a:pPr marL="38100">
              <a:lnSpc>
                <a:spcPct val="100000"/>
              </a:lnSpc>
              <a:spcBef>
                <a:spcPts val="500"/>
              </a:spcBef>
            </a:pPr>
            <a:r>
              <a:rPr sz="1400" dirty="0">
                <a:solidFill>
                  <a:srgbClr val="252525"/>
                </a:solidFill>
                <a:latin typeface="Cambria Math"/>
                <a:cs typeface="Cambria Math"/>
              </a:rPr>
              <a:t>−</a:t>
            </a:r>
            <a:r>
              <a:rPr sz="1400" spc="-80" dirty="0">
                <a:solidFill>
                  <a:srgbClr val="252525"/>
                </a:solidFill>
                <a:latin typeface="Cambria Math"/>
                <a:cs typeface="Cambria Math"/>
              </a:rPr>
              <a:t> </a:t>
            </a:r>
            <a:r>
              <a:rPr sz="1400" spc="1410" dirty="0">
                <a:solidFill>
                  <a:srgbClr val="252525"/>
                </a:solidFill>
                <a:latin typeface="Cambria Math"/>
                <a:cs typeface="Cambria Math"/>
              </a:rPr>
              <a:t>෍</a:t>
            </a:r>
            <a:r>
              <a:rPr sz="1400" spc="-85" dirty="0">
                <a:solidFill>
                  <a:srgbClr val="252525"/>
                </a:solidFill>
                <a:latin typeface="Cambria Math"/>
                <a:cs typeface="Cambria Math"/>
              </a:rPr>
              <a:t> </a:t>
            </a:r>
            <a:r>
              <a:rPr sz="1400" dirty="0">
                <a:solidFill>
                  <a:srgbClr val="252525"/>
                </a:solidFill>
                <a:latin typeface="Cambria Math"/>
                <a:cs typeface="Cambria Math"/>
              </a:rPr>
              <a:t>𝐿𝑜𝑔</a:t>
            </a:r>
            <a:r>
              <a:rPr sz="1400" spc="315" dirty="0">
                <a:solidFill>
                  <a:srgbClr val="252525"/>
                </a:solidFill>
                <a:latin typeface="Cambria Math"/>
                <a:cs typeface="Cambria Math"/>
              </a:rPr>
              <a:t> </a:t>
            </a:r>
            <a:r>
              <a:rPr sz="1400" dirty="0">
                <a:solidFill>
                  <a:srgbClr val="252525"/>
                </a:solidFill>
                <a:latin typeface="Cambria Math"/>
                <a:cs typeface="Cambria Math"/>
              </a:rPr>
              <a:t>1</a:t>
            </a:r>
            <a:r>
              <a:rPr sz="1400" spc="-20" dirty="0">
                <a:solidFill>
                  <a:srgbClr val="252525"/>
                </a:solidFill>
                <a:latin typeface="Cambria Math"/>
                <a:cs typeface="Cambria Math"/>
              </a:rPr>
              <a:t> </a:t>
            </a:r>
            <a:r>
              <a:rPr sz="1400" dirty="0">
                <a:solidFill>
                  <a:srgbClr val="252525"/>
                </a:solidFill>
                <a:latin typeface="Cambria Math"/>
                <a:cs typeface="Cambria Math"/>
              </a:rPr>
              <a:t>+</a:t>
            </a:r>
            <a:r>
              <a:rPr sz="1400" spc="5" dirty="0">
                <a:solidFill>
                  <a:srgbClr val="252525"/>
                </a:solidFill>
                <a:latin typeface="Cambria Math"/>
                <a:cs typeface="Cambria Math"/>
              </a:rPr>
              <a:t> </a:t>
            </a:r>
            <a:r>
              <a:rPr sz="1400" spc="30" dirty="0">
                <a:solidFill>
                  <a:srgbClr val="252525"/>
                </a:solidFill>
                <a:latin typeface="Cambria Math"/>
                <a:cs typeface="Cambria Math"/>
              </a:rPr>
              <a:t>𝑒</a:t>
            </a:r>
            <a:r>
              <a:rPr sz="1500" spc="44" baseline="30555" dirty="0">
                <a:solidFill>
                  <a:srgbClr val="252525"/>
                </a:solidFill>
                <a:latin typeface="Cambria Math"/>
                <a:cs typeface="Cambria Math"/>
              </a:rPr>
              <a:t>−𝑦</a:t>
            </a:r>
            <a:r>
              <a:rPr sz="1275" spc="44" baseline="19607" dirty="0">
                <a:solidFill>
                  <a:srgbClr val="252525"/>
                </a:solidFill>
                <a:latin typeface="Cambria Math"/>
                <a:cs typeface="Cambria Math"/>
              </a:rPr>
              <a:t>𝑖 </a:t>
            </a:r>
            <a:r>
              <a:rPr sz="1500" spc="-37" baseline="30555" dirty="0">
                <a:solidFill>
                  <a:srgbClr val="252525"/>
                </a:solidFill>
                <a:latin typeface="Cambria Math"/>
                <a:cs typeface="Cambria Math"/>
              </a:rPr>
              <a:t>𝑆</a:t>
            </a:r>
            <a:endParaRPr sz="1500" baseline="30555">
              <a:latin typeface="Cambria Math"/>
              <a:cs typeface="Cambria Math"/>
            </a:endParaRPr>
          </a:p>
          <a:p>
            <a:pPr marR="967105" algn="ctr">
              <a:lnSpc>
                <a:spcPct val="100000"/>
              </a:lnSpc>
              <a:spcBef>
                <a:spcPts val="509"/>
              </a:spcBef>
            </a:pPr>
            <a:r>
              <a:rPr sz="1000" spc="-25" dirty="0">
                <a:solidFill>
                  <a:srgbClr val="252525"/>
                </a:solidFill>
                <a:latin typeface="Cambria Math"/>
                <a:cs typeface="Cambria Math"/>
              </a:rPr>
              <a:t>𝑖=1</a:t>
            </a:r>
            <a:endParaRPr sz="1000">
              <a:latin typeface="Cambria Math"/>
              <a:cs typeface="Cambria Math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3667759" y="3627627"/>
            <a:ext cx="105410" cy="12700"/>
          </a:xfrm>
          <a:custGeom>
            <a:avLst/>
            <a:gdLst/>
            <a:ahLst/>
            <a:cxnLst/>
            <a:rect l="l" t="t" r="r" b="b"/>
            <a:pathLst>
              <a:path w="105410" h="12700">
                <a:moveTo>
                  <a:pt x="105155" y="0"/>
                </a:moveTo>
                <a:lnTo>
                  <a:pt x="0" y="0"/>
                </a:lnTo>
                <a:lnTo>
                  <a:pt x="0" y="12192"/>
                </a:lnTo>
                <a:lnTo>
                  <a:pt x="105155" y="12192"/>
                </a:lnTo>
                <a:lnTo>
                  <a:pt x="105155" y="0"/>
                </a:lnTo>
                <a:close/>
              </a:path>
            </a:pathLst>
          </a:custGeom>
          <a:solidFill>
            <a:srgbClr val="25252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3658615" y="3358388"/>
            <a:ext cx="124460" cy="22890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dirty="0">
                <a:solidFill>
                  <a:srgbClr val="252525"/>
                </a:solidFill>
                <a:latin typeface="Cambria Math"/>
                <a:cs typeface="Cambria Math"/>
              </a:rPr>
              <a:t>1</a:t>
            </a:r>
            <a:endParaRPr sz="1400">
              <a:latin typeface="Cambria Math"/>
              <a:cs typeface="Cambria Math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3864355" y="3277057"/>
            <a:ext cx="109855" cy="169277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000" dirty="0">
                <a:solidFill>
                  <a:srgbClr val="252525"/>
                </a:solidFill>
                <a:latin typeface="Cambria Math"/>
                <a:cs typeface="Cambria Math"/>
              </a:rPr>
              <a:t>𝑛</a:t>
            </a:r>
            <a:endParaRPr sz="1000">
              <a:latin typeface="Cambria Math"/>
              <a:cs typeface="Cambria Math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4053713" y="3552063"/>
            <a:ext cx="2661285" cy="165735"/>
          </a:xfrm>
          <a:custGeom>
            <a:avLst/>
            <a:gdLst/>
            <a:ahLst/>
            <a:cxnLst/>
            <a:rect l="l" t="t" r="r" b="b"/>
            <a:pathLst>
              <a:path w="2661284" h="165735">
                <a:moveTo>
                  <a:pt x="55118" y="6743"/>
                </a:moveTo>
                <a:lnTo>
                  <a:pt x="52705" y="0"/>
                </a:lnTo>
                <a:lnTo>
                  <a:pt x="40754" y="4318"/>
                </a:lnTo>
                <a:lnTo>
                  <a:pt x="30251" y="10579"/>
                </a:lnTo>
                <a:lnTo>
                  <a:pt x="3429" y="53530"/>
                </a:lnTo>
                <a:lnTo>
                  <a:pt x="0" y="82677"/>
                </a:lnTo>
                <a:lnTo>
                  <a:pt x="850" y="97828"/>
                </a:lnTo>
                <a:lnTo>
                  <a:pt x="13589" y="136398"/>
                </a:lnTo>
                <a:lnTo>
                  <a:pt x="52705" y="165227"/>
                </a:lnTo>
                <a:lnTo>
                  <a:pt x="54864" y="158496"/>
                </a:lnTo>
                <a:lnTo>
                  <a:pt x="45427" y="154343"/>
                </a:lnTo>
                <a:lnTo>
                  <a:pt x="37299" y="148526"/>
                </a:lnTo>
                <a:lnTo>
                  <a:pt x="17564" y="109613"/>
                </a:lnTo>
                <a:lnTo>
                  <a:pt x="15113" y="81788"/>
                </a:lnTo>
                <a:lnTo>
                  <a:pt x="15722" y="67729"/>
                </a:lnTo>
                <a:lnTo>
                  <a:pt x="30480" y="23977"/>
                </a:lnTo>
                <a:lnTo>
                  <a:pt x="45580" y="10883"/>
                </a:lnTo>
                <a:lnTo>
                  <a:pt x="55118" y="6743"/>
                </a:lnTo>
                <a:close/>
              </a:path>
              <a:path w="2661284" h="165735">
                <a:moveTo>
                  <a:pt x="544322" y="6743"/>
                </a:moveTo>
                <a:lnTo>
                  <a:pt x="541909" y="0"/>
                </a:lnTo>
                <a:lnTo>
                  <a:pt x="529958" y="4318"/>
                </a:lnTo>
                <a:lnTo>
                  <a:pt x="519455" y="10579"/>
                </a:lnTo>
                <a:lnTo>
                  <a:pt x="492620" y="53530"/>
                </a:lnTo>
                <a:lnTo>
                  <a:pt x="489204" y="82677"/>
                </a:lnTo>
                <a:lnTo>
                  <a:pt x="490054" y="97828"/>
                </a:lnTo>
                <a:lnTo>
                  <a:pt x="502793" y="136398"/>
                </a:lnTo>
                <a:lnTo>
                  <a:pt x="541909" y="165227"/>
                </a:lnTo>
                <a:lnTo>
                  <a:pt x="544068" y="158496"/>
                </a:lnTo>
                <a:lnTo>
                  <a:pt x="534631" y="154343"/>
                </a:lnTo>
                <a:lnTo>
                  <a:pt x="526503" y="148526"/>
                </a:lnTo>
                <a:lnTo>
                  <a:pt x="506768" y="109613"/>
                </a:lnTo>
                <a:lnTo>
                  <a:pt x="504317" y="81788"/>
                </a:lnTo>
                <a:lnTo>
                  <a:pt x="504926" y="67729"/>
                </a:lnTo>
                <a:lnTo>
                  <a:pt x="519684" y="23977"/>
                </a:lnTo>
                <a:lnTo>
                  <a:pt x="534784" y="10883"/>
                </a:lnTo>
                <a:lnTo>
                  <a:pt x="544322" y="6743"/>
                </a:lnTo>
                <a:close/>
              </a:path>
              <a:path w="2661284" h="165735">
                <a:moveTo>
                  <a:pt x="804672" y="82677"/>
                </a:moveTo>
                <a:lnTo>
                  <a:pt x="797052" y="40678"/>
                </a:lnTo>
                <a:lnTo>
                  <a:pt x="764032" y="4318"/>
                </a:lnTo>
                <a:lnTo>
                  <a:pt x="752094" y="0"/>
                </a:lnTo>
                <a:lnTo>
                  <a:pt x="749681" y="6743"/>
                </a:lnTo>
                <a:lnTo>
                  <a:pt x="759218" y="10883"/>
                </a:lnTo>
                <a:lnTo>
                  <a:pt x="767461" y="16624"/>
                </a:lnTo>
                <a:lnTo>
                  <a:pt x="787222" y="54864"/>
                </a:lnTo>
                <a:lnTo>
                  <a:pt x="789686" y="81788"/>
                </a:lnTo>
                <a:lnTo>
                  <a:pt x="789063" y="96367"/>
                </a:lnTo>
                <a:lnTo>
                  <a:pt x="774319" y="141109"/>
                </a:lnTo>
                <a:lnTo>
                  <a:pt x="749935" y="158496"/>
                </a:lnTo>
                <a:lnTo>
                  <a:pt x="752094" y="165227"/>
                </a:lnTo>
                <a:lnTo>
                  <a:pt x="791083" y="136398"/>
                </a:lnTo>
                <a:lnTo>
                  <a:pt x="803833" y="97828"/>
                </a:lnTo>
                <a:lnTo>
                  <a:pt x="804672" y="82677"/>
                </a:lnTo>
                <a:close/>
              </a:path>
              <a:path w="2661284" h="165735">
                <a:moveTo>
                  <a:pt x="1102106" y="6743"/>
                </a:moveTo>
                <a:lnTo>
                  <a:pt x="1099693" y="0"/>
                </a:lnTo>
                <a:lnTo>
                  <a:pt x="1087742" y="4318"/>
                </a:lnTo>
                <a:lnTo>
                  <a:pt x="1077239" y="10579"/>
                </a:lnTo>
                <a:lnTo>
                  <a:pt x="1050417" y="53530"/>
                </a:lnTo>
                <a:lnTo>
                  <a:pt x="1046988" y="82677"/>
                </a:lnTo>
                <a:lnTo>
                  <a:pt x="1047838" y="97828"/>
                </a:lnTo>
                <a:lnTo>
                  <a:pt x="1060577" y="136398"/>
                </a:lnTo>
                <a:lnTo>
                  <a:pt x="1099693" y="165227"/>
                </a:lnTo>
                <a:lnTo>
                  <a:pt x="1101852" y="158496"/>
                </a:lnTo>
                <a:lnTo>
                  <a:pt x="1092415" y="154343"/>
                </a:lnTo>
                <a:lnTo>
                  <a:pt x="1084287" y="148526"/>
                </a:lnTo>
                <a:lnTo>
                  <a:pt x="1064552" y="109613"/>
                </a:lnTo>
                <a:lnTo>
                  <a:pt x="1062101" y="81788"/>
                </a:lnTo>
                <a:lnTo>
                  <a:pt x="1062710" y="67729"/>
                </a:lnTo>
                <a:lnTo>
                  <a:pt x="1077468" y="23977"/>
                </a:lnTo>
                <a:lnTo>
                  <a:pt x="1092568" y="10883"/>
                </a:lnTo>
                <a:lnTo>
                  <a:pt x="1102106" y="6743"/>
                </a:lnTo>
                <a:close/>
              </a:path>
              <a:path w="2661284" h="165735">
                <a:moveTo>
                  <a:pt x="1627632" y="82677"/>
                </a:moveTo>
                <a:lnTo>
                  <a:pt x="1620012" y="40678"/>
                </a:lnTo>
                <a:lnTo>
                  <a:pt x="1586992" y="4318"/>
                </a:lnTo>
                <a:lnTo>
                  <a:pt x="1575054" y="0"/>
                </a:lnTo>
                <a:lnTo>
                  <a:pt x="1572641" y="6743"/>
                </a:lnTo>
                <a:lnTo>
                  <a:pt x="1582178" y="10883"/>
                </a:lnTo>
                <a:lnTo>
                  <a:pt x="1590421" y="16624"/>
                </a:lnTo>
                <a:lnTo>
                  <a:pt x="1610182" y="54864"/>
                </a:lnTo>
                <a:lnTo>
                  <a:pt x="1612646" y="81788"/>
                </a:lnTo>
                <a:lnTo>
                  <a:pt x="1612023" y="96367"/>
                </a:lnTo>
                <a:lnTo>
                  <a:pt x="1597279" y="141109"/>
                </a:lnTo>
                <a:lnTo>
                  <a:pt x="1572895" y="158496"/>
                </a:lnTo>
                <a:lnTo>
                  <a:pt x="1575054" y="165227"/>
                </a:lnTo>
                <a:lnTo>
                  <a:pt x="1614043" y="136398"/>
                </a:lnTo>
                <a:lnTo>
                  <a:pt x="1626793" y="97828"/>
                </a:lnTo>
                <a:lnTo>
                  <a:pt x="1627632" y="82677"/>
                </a:lnTo>
                <a:close/>
              </a:path>
              <a:path w="2661284" h="165735">
                <a:moveTo>
                  <a:pt x="2660904" y="82677"/>
                </a:moveTo>
                <a:lnTo>
                  <a:pt x="2653284" y="40678"/>
                </a:lnTo>
                <a:lnTo>
                  <a:pt x="2620264" y="4318"/>
                </a:lnTo>
                <a:lnTo>
                  <a:pt x="2608326" y="0"/>
                </a:lnTo>
                <a:lnTo>
                  <a:pt x="2605913" y="6743"/>
                </a:lnTo>
                <a:lnTo>
                  <a:pt x="2615450" y="10883"/>
                </a:lnTo>
                <a:lnTo>
                  <a:pt x="2623693" y="16624"/>
                </a:lnTo>
                <a:lnTo>
                  <a:pt x="2643454" y="54864"/>
                </a:lnTo>
                <a:lnTo>
                  <a:pt x="2645918" y="81788"/>
                </a:lnTo>
                <a:lnTo>
                  <a:pt x="2645295" y="96367"/>
                </a:lnTo>
                <a:lnTo>
                  <a:pt x="2630551" y="141109"/>
                </a:lnTo>
                <a:lnTo>
                  <a:pt x="2606167" y="158496"/>
                </a:lnTo>
                <a:lnTo>
                  <a:pt x="2608326" y="165227"/>
                </a:lnTo>
                <a:lnTo>
                  <a:pt x="2647315" y="136398"/>
                </a:lnTo>
                <a:lnTo>
                  <a:pt x="2660065" y="97828"/>
                </a:lnTo>
                <a:lnTo>
                  <a:pt x="2660904" y="82677"/>
                </a:lnTo>
                <a:close/>
              </a:path>
            </a:pathLst>
          </a:custGeom>
          <a:solidFill>
            <a:srgbClr val="25252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3136391" y="3495547"/>
            <a:ext cx="3965421" cy="449482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ts val="1300"/>
              </a:lnSpc>
              <a:spcBef>
                <a:spcPts val="105"/>
              </a:spcBef>
              <a:tabLst>
                <a:tab pos="665480" algn="l"/>
                <a:tab pos="2601595" algn="l"/>
              </a:tabLst>
            </a:pPr>
            <a:r>
              <a:rPr sz="1400" dirty="0">
                <a:solidFill>
                  <a:srgbClr val="252525"/>
                </a:solidFill>
                <a:latin typeface="Cambria Math"/>
                <a:cs typeface="Cambria Math"/>
              </a:rPr>
              <a:t>𝐿 = −	෍ 𝑦</a:t>
            </a:r>
            <a:r>
              <a:rPr sz="1500" baseline="-16666" dirty="0">
                <a:solidFill>
                  <a:srgbClr val="252525"/>
                </a:solidFill>
                <a:latin typeface="Cambria Math"/>
                <a:cs typeface="Cambria Math"/>
              </a:rPr>
              <a:t>𝑖</a:t>
            </a:r>
            <a:r>
              <a:rPr sz="1400" dirty="0">
                <a:solidFill>
                  <a:srgbClr val="252525"/>
                </a:solidFill>
                <a:latin typeface="Cambria Math"/>
                <a:cs typeface="Cambria Math"/>
              </a:rPr>
              <a:t>𝑙𝑜𝑔 𝑝ෝ </a:t>
            </a:r>
            <a:r>
              <a:rPr sz="1500" baseline="-16666" dirty="0">
                <a:solidFill>
                  <a:srgbClr val="252525"/>
                </a:solidFill>
                <a:latin typeface="Cambria Math"/>
                <a:cs typeface="Cambria Math"/>
              </a:rPr>
              <a:t>𝑖 </a:t>
            </a:r>
            <a:r>
              <a:rPr sz="1400" dirty="0">
                <a:solidFill>
                  <a:srgbClr val="252525"/>
                </a:solidFill>
                <a:latin typeface="Cambria Math"/>
                <a:cs typeface="Cambria Math"/>
              </a:rPr>
              <a:t>+ 1 − 𝑦</a:t>
            </a:r>
            <a:r>
              <a:rPr sz="1500" baseline="-16666" dirty="0">
                <a:solidFill>
                  <a:srgbClr val="252525"/>
                </a:solidFill>
                <a:latin typeface="Cambria Math"/>
                <a:cs typeface="Cambria Math"/>
              </a:rPr>
              <a:t>𝑖	</a:t>
            </a:r>
            <a:r>
              <a:rPr sz="1400" dirty="0">
                <a:solidFill>
                  <a:srgbClr val="252525"/>
                </a:solidFill>
                <a:latin typeface="Cambria Math"/>
                <a:cs typeface="Cambria Math"/>
              </a:rPr>
              <a:t>𝑙𝑜𝑔(1 − 𝑝ෝ </a:t>
            </a:r>
            <a:r>
              <a:rPr sz="1500" baseline="-16666" dirty="0">
                <a:solidFill>
                  <a:srgbClr val="252525"/>
                </a:solidFill>
                <a:latin typeface="Cambria Math"/>
                <a:cs typeface="Cambria Math"/>
              </a:rPr>
              <a:t>𝑖</a:t>
            </a:r>
            <a:r>
              <a:rPr sz="1400" dirty="0">
                <a:solidFill>
                  <a:srgbClr val="252525"/>
                </a:solidFill>
                <a:latin typeface="Cambria Math"/>
                <a:cs typeface="Cambria Math"/>
              </a:rPr>
              <a:t>)</a:t>
            </a:r>
            <a:endParaRPr sz="1400" dirty="0">
              <a:latin typeface="Cambria Math"/>
              <a:cs typeface="Cambria Math"/>
            </a:endParaRPr>
          </a:p>
          <a:p>
            <a:pPr marL="531495">
              <a:lnSpc>
                <a:spcPts val="1095"/>
              </a:lnSpc>
            </a:pPr>
            <a:r>
              <a:rPr sz="1400" dirty="0">
                <a:solidFill>
                  <a:srgbClr val="252525"/>
                </a:solidFill>
                <a:latin typeface="Cambria Math"/>
                <a:cs typeface="Cambria Math"/>
              </a:rPr>
              <a:t>𝑛</a:t>
            </a:r>
            <a:endParaRPr sz="1400" dirty="0">
              <a:latin typeface="Cambria Math"/>
              <a:cs typeface="Cambria Math"/>
            </a:endParaRPr>
          </a:p>
          <a:p>
            <a:pPr marL="673100">
              <a:lnSpc>
                <a:spcPts val="990"/>
              </a:lnSpc>
            </a:pPr>
            <a:r>
              <a:rPr sz="1000" dirty="0">
                <a:solidFill>
                  <a:srgbClr val="252525"/>
                </a:solidFill>
                <a:latin typeface="Cambria Math"/>
                <a:cs typeface="Cambria Math"/>
              </a:rPr>
              <a:t>𝑖=1</a:t>
            </a:r>
            <a:endParaRPr sz="1000" dirty="0">
              <a:latin typeface="Cambria Math"/>
              <a:cs typeface="Cambria Math"/>
            </a:endParaRPr>
          </a:p>
        </p:txBody>
      </p:sp>
      <p:sp>
        <p:nvSpPr>
          <p:cNvPr id="16" name="object 1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2.3.</a:t>
            </a:r>
            <a:r>
              <a:rPr spc="-20" dirty="0"/>
              <a:t> </a:t>
            </a:r>
            <a:r>
              <a:rPr dirty="0"/>
              <a:t>Machine</a:t>
            </a:r>
            <a:r>
              <a:rPr spc="-30" dirty="0"/>
              <a:t> </a:t>
            </a:r>
            <a:r>
              <a:rPr dirty="0"/>
              <a:t>Learning</a:t>
            </a:r>
            <a:r>
              <a:rPr spc="-30" dirty="0"/>
              <a:t> </a:t>
            </a:r>
            <a:r>
              <a:rPr dirty="0"/>
              <a:t>with</a:t>
            </a:r>
            <a:r>
              <a:rPr spc="-10" dirty="0"/>
              <a:t> TensorFlow</a:t>
            </a:r>
          </a:p>
        </p:txBody>
      </p:sp>
      <p:sp>
        <p:nvSpPr>
          <p:cNvPr id="17" name="object 17"/>
          <p:cNvSpPr txBox="1"/>
          <p:nvPr/>
        </p:nvSpPr>
        <p:spPr>
          <a:xfrm>
            <a:off x="8671941" y="463677"/>
            <a:ext cx="80962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dirty="0">
                <a:solidFill>
                  <a:srgbClr val="D9D9D9"/>
                </a:solidFill>
                <a:latin typeface="Ebrima"/>
                <a:cs typeface="Ebrima"/>
              </a:rPr>
              <a:t>UNIT</a:t>
            </a:r>
            <a:r>
              <a:rPr sz="1600" spc="400" dirty="0">
                <a:solidFill>
                  <a:srgbClr val="D9D9D9"/>
                </a:solidFill>
                <a:latin typeface="Ebrima"/>
                <a:cs typeface="Ebrima"/>
              </a:rPr>
              <a:t> </a:t>
            </a:r>
            <a:r>
              <a:rPr sz="1600" spc="-35" dirty="0">
                <a:solidFill>
                  <a:srgbClr val="D9D9D9"/>
                </a:solidFill>
                <a:latin typeface="Ebrima"/>
                <a:cs typeface="Ebrima"/>
              </a:rPr>
              <a:t>02</a:t>
            </a:r>
            <a:endParaRPr sz="1600">
              <a:latin typeface="Ebrima"/>
              <a:cs typeface="Ebrima"/>
            </a:endParaRPr>
          </a:p>
        </p:txBody>
      </p:sp>
    </p:spTree>
  </p:cSld>
  <p:clrMapOvr>
    <a:masterClrMapping/>
  </p:clrMapOvr>
</p:sld>
</file>

<file path=ppt/slides/slide1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331543" y="6524434"/>
            <a:ext cx="111922" cy="90487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54151" y="6527292"/>
            <a:ext cx="1794510" cy="142494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862571" y="6521195"/>
            <a:ext cx="2327910" cy="118110"/>
          </a:xfrm>
          <a:prstGeom prst="rect">
            <a:avLst/>
          </a:prstGeom>
        </p:spPr>
      </p:pic>
      <p:sp>
        <p:nvSpPr>
          <p:cNvPr id="5" name="object 5"/>
          <p:cNvSpPr/>
          <p:nvPr/>
        </p:nvSpPr>
        <p:spPr>
          <a:xfrm>
            <a:off x="559308" y="1440180"/>
            <a:ext cx="36830" cy="180340"/>
          </a:xfrm>
          <a:custGeom>
            <a:avLst/>
            <a:gdLst/>
            <a:ahLst/>
            <a:cxnLst/>
            <a:rect l="l" t="t" r="r" b="b"/>
            <a:pathLst>
              <a:path w="36829" h="180340">
                <a:moveTo>
                  <a:pt x="36576" y="0"/>
                </a:moveTo>
                <a:lnTo>
                  <a:pt x="0" y="0"/>
                </a:lnTo>
                <a:lnTo>
                  <a:pt x="0" y="179832"/>
                </a:lnTo>
                <a:lnTo>
                  <a:pt x="36576" y="179832"/>
                </a:lnTo>
                <a:lnTo>
                  <a:pt x="36576" y="0"/>
                </a:lnTo>
                <a:close/>
              </a:path>
            </a:pathLst>
          </a:custGeom>
          <a:solidFill>
            <a:srgbClr val="183DAF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6" name="object 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719327" y="1464563"/>
            <a:ext cx="1963674" cy="159258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710183" y="4989576"/>
            <a:ext cx="3694938" cy="162306"/>
          </a:xfrm>
          <a:prstGeom prst="rect">
            <a:avLst/>
          </a:prstGeom>
        </p:spPr>
      </p:pic>
      <p:graphicFrame>
        <p:nvGraphicFramePr>
          <p:cNvPr id="8" name="object 8"/>
          <p:cNvGraphicFramePr>
            <a:graphicFrameLocks noGrp="1"/>
          </p:cNvGraphicFramePr>
          <p:nvPr/>
        </p:nvGraphicFramePr>
        <p:xfrm>
          <a:off x="706793" y="1874392"/>
          <a:ext cx="8638540" cy="291465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3442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00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7941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6350">
                      <a:solidFill>
                        <a:srgbClr val="BEBEBE"/>
                      </a:solidFill>
                      <a:prstDash val="solid"/>
                    </a:lnR>
                    <a:lnT w="12700">
                      <a:solidFill>
                        <a:srgbClr val="183DAF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BEBEBE"/>
                      </a:solidFill>
                      <a:prstDash val="solid"/>
                    </a:lnL>
                    <a:lnR w="6350">
                      <a:solidFill>
                        <a:srgbClr val="BEBEBE"/>
                      </a:solidFill>
                      <a:prstDash val="solid"/>
                    </a:lnR>
                    <a:lnT w="12700">
                      <a:solidFill>
                        <a:srgbClr val="183DAF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BEBEBE"/>
                      </a:solidFill>
                      <a:prstDash val="solid"/>
                    </a:lnL>
                    <a:lnT w="12700">
                      <a:solidFill>
                        <a:srgbClr val="183DAF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3182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6350">
                      <a:solidFill>
                        <a:srgbClr val="BEBEBE"/>
                      </a:solidFill>
                      <a:prstDash val="solid"/>
                    </a:lnR>
                    <a:lnT w="6350">
                      <a:solidFill>
                        <a:srgbClr val="BEBEBE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BEBEBE"/>
                      </a:solidFill>
                      <a:prstDash val="solid"/>
                    </a:lnL>
                    <a:lnR w="6350">
                      <a:solidFill>
                        <a:srgbClr val="BEBEBE"/>
                      </a:solidFill>
                      <a:prstDash val="solid"/>
                    </a:lnR>
                    <a:lnT w="6350">
                      <a:solidFill>
                        <a:srgbClr val="BEBEBE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BEBEBE"/>
                      </a:solidFill>
                      <a:prstDash val="solid"/>
                    </a:lnL>
                    <a:lnT w="6350">
                      <a:solidFill>
                        <a:srgbClr val="BEBEBE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3182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6350">
                      <a:solidFill>
                        <a:srgbClr val="BEBEBE"/>
                      </a:solidFill>
                      <a:prstDash val="solid"/>
                    </a:lnR>
                    <a:lnT w="6350">
                      <a:solidFill>
                        <a:srgbClr val="BEBEBE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BEBEBE"/>
                      </a:solidFill>
                      <a:prstDash val="solid"/>
                    </a:lnL>
                    <a:lnR w="6350">
                      <a:solidFill>
                        <a:srgbClr val="BEBEBE"/>
                      </a:solidFill>
                      <a:prstDash val="solid"/>
                    </a:lnR>
                    <a:lnT w="6350">
                      <a:solidFill>
                        <a:srgbClr val="BEBEBE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BEBEBE"/>
                      </a:solidFill>
                      <a:prstDash val="solid"/>
                    </a:lnL>
                    <a:lnT w="6350">
                      <a:solidFill>
                        <a:srgbClr val="BEBEBE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3182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6350">
                      <a:solidFill>
                        <a:srgbClr val="BEBEBE"/>
                      </a:solidFill>
                      <a:prstDash val="solid"/>
                    </a:lnR>
                    <a:lnT w="6350">
                      <a:solidFill>
                        <a:srgbClr val="BEBEBE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BEBEBE"/>
                      </a:solidFill>
                      <a:prstDash val="solid"/>
                    </a:lnL>
                    <a:lnR w="6350">
                      <a:solidFill>
                        <a:srgbClr val="BEBEBE"/>
                      </a:solidFill>
                      <a:prstDash val="solid"/>
                    </a:lnR>
                    <a:lnT w="6350">
                      <a:solidFill>
                        <a:srgbClr val="BEBEBE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BEBEBE"/>
                      </a:solidFill>
                      <a:prstDash val="solid"/>
                    </a:lnL>
                    <a:lnT w="6350">
                      <a:solidFill>
                        <a:srgbClr val="BEBEBE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4833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6350">
                      <a:solidFill>
                        <a:srgbClr val="BEBEBE"/>
                      </a:solidFill>
                      <a:prstDash val="solid"/>
                    </a:lnR>
                    <a:lnT w="6350">
                      <a:solidFill>
                        <a:srgbClr val="BEBEBE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BEBEBE"/>
                      </a:solidFill>
                      <a:prstDash val="solid"/>
                    </a:lnL>
                    <a:lnR w="6350">
                      <a:solidFill>
                        <a:srgbClr val="BEBEBE"/>
                      </a:solidFill>
                      <a:prstDash val="solid"/>
                    </a:lnR>
                    <a:lnT w="6350">
                      <a:solidFill>
                        <a:srgbClr val="BEBEBE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BEBEBE"/>
                      </a:solidFill>
                      <a:prstDash val="solid"/>
                    </a:lnL>
                    <a:lnT w="6350">
                      <a:solidFill>
                        <a:srgbClr val="BEBEBE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pic>
        <p:nvPicPr>
          <p:cNvPr id="9" name="object 9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192072" y="2015489"/>
            <a:ext cx="378409" cy="118872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3537203" y="2009013"/>
            <a:ext cx="528701" cy="125475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1012405" y="2406904"/>
            <a:ext cx="734987" cy="155448"/>
          </a:xfrm>
          <a:prstGeom prst="rect">
            <a:avLst/>
          </a:prstGeom>
        </p:spPr>
      </p:pic>
      <p:pic>
        <p:nvPicPr>
          <p:cNvPr id="12" name="object 12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6694551" y="2009013"/>
            <a:ext cx="1499489" cy="155701"/>
          </a:xfrm>
          <a:prstGeom prst="rect">
            <a:avLst/>
          </a:prstGeom>
        </p:spPr>
      </p:pic>
      <p:pic>
        <p:nvPicPr>
          <p:cNvPr id="13" name="object 13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1123975" y="2605023"/>
            <a:ext cx="508101" cy="141986"/>
          </a:xfrm>
          <a:prstGeom prst="rect">
            <a:avLst/>
          </a:prstGeom>
        </p:spPr>
      </p:pic>
      <p:pic>
        <p:nvPicPr>
          <p:cNvPr id="14" name="object 14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3173983" y="2516758"/>
            <a:ext cx="76200" cy="109727"/>
          </a:xfrm>
          <a:prstGeom prst="rect">
            <a:avLst/>
          </a:prstGeom>
        </p:spPr>
      </p:pic>
      <p:grpSp>
        <p:nvGrpSpPr>
          <p:cNvPr id="15" name="object 15"/>
          <p:cNvGrpSpPr/>
          <p:nvPr/>
        </p:nvGrpSpPr>
        <p:grpSpPr>
          <a:xfrm>
            <a:off x="3318636" y="2557398"/>
            <a:ext cx="99060" cy="44450"/>
            <a:chOff x="3318636" y="2557398"/>
            <a:chExt cx="99060" cy="44450"/>
          </a:xfrm>
        </p:grpSpPr>
        <p:pic>
          <p:nvPicPr>
            <p:cNvPr id="16" name="object 16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3318636" y="2590799"/>
              <a:ext cx="98933" cy="10667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3318636" y="2557398"/>
              <a:ext cx="98933" cy="10667"/>
            </a:xfrm>
            <a:prstGeom prst="rect">
              <a:avLst/>
            </a:prstGeom>
          </p:spPr>
        </p:pic>
      </p:grpSp>
      <p:grpSp>
        <p:nvGrpSpPr>
          <p:cNvPr id="18" name="object 18"/>
          <p:cNvGrpSpPr/>
          <p:nvPr/>
        </p:nvGrpSpPr>
        <p:grpSpPr>
          <a:xfrm>
            <a:off x="3477895" y="2321051"/>
            <a:ext cx="936625" cy="515620"/>
            <a:chOff x="3477895" y="2321051"/>
            <a:chExt cx="936625" cy="515620"/>
          </a:xfrm>
        </p:grpSpPr>
        <p:pic>
          <p:nvPicPr>
            <p:cNvPr id="19" name="object 19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3477895" y="2422397"/>
              <a:ext cx="201675" cy="314198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3491634" y="2752089"/>
              <a:ext cx="116689" cy="84200"/>
            </a:xfrm>
            <a:prstGeom prst="rect">
              <a:avLst/>
            </a:prstGeom>
          </p:spPr>
        </p:pic>
        <p:pic>
          <p:nvPicPr>
            <p:cNvPr id="21" name="object 21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3628263" y="2759582"/>
              <a:ext cx="49911" cy="75691"/>
            </a:xfrm>
            <a:prstGeom prst="rect">
              <a:avLst/>
            </a:prstGeom>
          </p:spPr>
        </p:pic>
        <p:pic>
          <p:nvPicPr>
            <p:cNvPr id="22" name="object 22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3546729" y="2321051"/>
              <a:ext cx="73660" cy="61087"/>
            </a:xfrm>
            <a:prstGeom prst="rect">
              <a:avLst/>
            </a:prstGeom>
          </p:spPr>
        </p:pic>
        <p:pic>
          <p:nvPicPr>
            <p:cNvPr id="23" name="object 23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3708146" y="2502661"/>
              <a:ext cx="632205" cy="158876"/>
            </a:xfrm>
            <a:prstGeom prst="rect">
              <a:avLst/>
            </a:prstGeom>
          </p:spPr>
        </p:pic>
        <p:pic>
          <p:nvPicPr>
            <p:cNvPr id="24" name="object 24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4101211" y="2510154"/>
              <a:ext cx="112522" cy="151384"/>
            </a:xfrm>
            <a:prstGeom prst="rect">
              <a:avLst/>
            </a:prstGeom>
          </p:spPr>
        </p:pic>
        <p:pic>
          <p:nvPicPr>
            <p:cNvPr id="25" name="object 25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4242966" y="2576829"/>
              <a:ext cx="29059" cy="84200"/>
            </a:xfrm>
            <a:prstGeom prst="rect">
              <a:avLst/>
            </a:prstGeom>
          </p:spPr>
        </p:pic>
        <p:pic>
          <p:nvPicPr>
            <p:cNvPr id="26" name="object 26"/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4363085" y="2489326"/>
              <a:ext cx="50926" cy="76200"/>
            </a:xfrm>
            <a:prstGeom prst="rect">
              <a:avLst/>
            </a:prstGeom>
          </p:spPr>
        </p:pic>
      </p:grpSp>
      <p:grpSp>
        <p:nvGrpSpPr>
          <p:cNvPr id="27" name="object 27"/>
          <p:cNvGrpSpPr/>
          <p:nvPr/>
        </p:nvGrpSpPr>
        <p:grpSpPr>
          <a:xfrm>
            <a:off x="6306946" y="2505964"/>
            <a:ext cx="1630045" cy="158750"/>
            <a:chOff x="6306946" y="2505964"/>
            <a:chExt cx="1630045" cy="158750"/>
          </a:xfrm>
        </p:grpSpPr>
        <p:pic>
          <p:nvPicPr>
            <p:cNvPr id="28" name="object 28"/>
            <p:cNvPicPr/>
            <p:nvPr/>
          </p:nvPicPr>
          <p:blipFill>
            <a:blip r:embed="rId22" cstate="print"/>
            <a:stretch>
              <a:fillRect/>
            </a:stretch>
          </p:blipFill>
          <p:spPr>
            <a:xfrm>
              <a:off x="6306946" y="2505964"/>
              <a:ext cx="739394" cy="158750"/>
            </a:xfrm>
            <a:prstGeom prst="rect">
              <a:avLst/>
            </a:prstGeom>
          </p:spPr>
        </p:pic>
        <p:pic>
          <p:nvPicPr>
            <p:cNvPr id="29" name="object 29"/>
            <p:cNvPicPr/>
            <p:nvPr/>
          </p:nvPicPr>
          <p:blipFill>
            <a:blip r:embed="rId23" cstate="print"/>
            <a:stretch>
              <a:fillRect/>
            </a:stretch>
          </p:blipFill>
          <p:spPr>
            <a:xfrm>
              <a:off x="7063358" y="2505964"/>
              <a:ext cx="493775" cy="155448"/>
            </a:xfrm>
            <a:prstGeom prst="rect">
              <a:avLst/>
            </a:prstGeom>
          </p:spPr>
        </p:pic>
        <p:pic>
          <p:nvPicPr>
            <p:cNvPr id="30" name="object 30"/>
            <p:cNvPicPr/>
            <p:nvPr/>
          </p:nvPicPr>
          <p:blipFill>
            <a:blip r:embed="rId24" cstate="print"/>
            <a:stretch>
              <a:fillRect/>
            </a:stretch>
          </p:blipFill>
          <p:spPr>
            <a:xfrm>
              <a:off x="7575422" y="2505964"/>
              <a:ext cx="361187" cy="158750"/>
            </a:xfrm>
            <a:prstGeom prst="rect">
              <a:avLst/>
            </a:prstGeom>
          </p:spPr>
        </p:pic>
      </p:grpSp>
      <p:grpSp>
        <p:nvGrpSpPr>
          <p:cNvPr id="31" name="object 31"/>
          <p:cNvGrpSpPr/>
          <p:nvPr/>
        </p:nvGrpSpPr>
        <p:grpSpPr>
          <a:xfrm>
            <a:off x="7981695" y="2505964"/>
            <a:ext cx="600710" cy="158750"/>
            <a:chOff x="7981695" y="2505964"/>
            <a:chExt cx="600710" cy="158750"/>
          </a:xfrm>
        </p:grpSpPr>
        <p:pic>
          <p:nvPicPr>
            <p:cNvPr id="32" name="object 32"/>
            <p:cNvPicPr/>
            <p:nvPr/>
          </p:nvPicPr>
          <p:blipFill>
            <a:blip r:embed="rId25" cstate="print"/>
            <a:stretch>
              <a:fillRect/>
            </a:stretch>
          </p:blipFill>
          <p:spPr>
            <a:xfrm>
              <a:off x="7981695" y="2578802"/>
              <a:ext cx="54489" cy="9965"/>
            </a:xfrm>
            <a:prstGeom prst="rect">
              <a:avLst/>
            </a:prstGeom>
          </p:spPr>
        </p:pic>
        <p:pic>
          <p:nvPicPr>
            <p:cNvPr id="33" name="object 33"/>
            <p:cNvPicPr/>
            <p:nvPr/>
          </p:nvPicPr>
          <p:blipFill>
            <a:blip r:embed="rId26" cstate="print"/>
            <a:stretch>
              <a:fillRect/>
            </a:stretch>
          </p:blipFill>
          <p:spPr>
            <a:xfrm>
              <a:off x="8080374" y="2505964"/>
              <a:ext cx="414908" cy="158750"/>
            </a:xfrm>
            <a:prstGeom prst="rect">
              <a:avLst/>
            </a:prstGeom>
          </p:spPr>
        </p:pic>
        <p:pic>
          <p:nvPicPr>
            <p:cNvPr id="34" name="object 34"/>
            <p:cNvPicPr/>
            <p:nvPr/>
          </p:nvPicPr>
          <p:blipFill>
            <a:blip r:embed="rId27" cstate="print"/>
            <a:stretch>
              <a:fillRect/>
            </a:stretch>
          </p:blipFill>
          <p:spPr>
            <a:xfrm>
              <a:off x="8509761" y="2505964"/>
              <a:ext cx="72136" cy="141986"/>
            </a:xfrm>
            <a:prstGeom prst="rect">
              <a:avLst/>
            </a:prstGeom>
          </p:spPr>
        </p:pic>
      </p:grpSp>
      <p:pic>
        <p:nvPicPr>
          <p:cNvPr id="35" name="object 35"/>
          <p:cNvPicPr/>
          <p:nvPr/>
        </p:nvPicPr>
        <p:blipFill>
          <a:blip r:embed="rId28" cstate="print"/>
          <a:stretch>
            <a:fillRect/>
          </a:stretch>
        </p:blipFill>
        <p:spPr>
          <a:xfrm>
            <a:off x="1001801" y="3038855"/>
            <a:ext cx="751687" cy="126619"/>
          </a:xfrm>
          <a:prstGeom prst="rect">
            <a:avLst/>
          </a:prstGeom>
        </p:spPr>
      </p:pic>
      <p:pic>
        <p:nvPicPr>
          <p:cNvPr id="36" name="object 36"/>
          <p:cNvPicPr/>
          <p:nvPr/>
        </p:nvPicPr>
        <p:blipFill>
          <a:blip r:embed="rId29" cstate="print"/>
          <a:stretch>
            <a:fillRect/>
          </a:stretch>
        </p:blipFill>
        <p:spPr>
          <a:xfrm>
            <a:off x="1140739" y="3237357"/>
            <a:ext cx="476097" cy="141985"/>
          </a:xfrm>
          <a:prstGeom prst="rect">
            <a:avLst/>
          </a:prstGeom>
        </p:spPr>
      </p:pic>
      <p:pic>
        <p:nvPicPr>
          <p:cNvPr id="37" name="object 37"/>
          <p:cNvPicPr/>
          <p:nvPr/>
        </p:nvPicPr>
        <p:blipFill>
          <a:blip r:embed="rId30" cstate="print"/>
          <a:stretch>
            <a:fillRect/>
          </a:stretch>
        </p:blipFill>
        <p:spPr>
          <a:xfrm>
            <a:off x="3208527" y="3149092"/>
            <a:ext cx="76073" cy="109728"/>
          </a:xfrm>
          <a:prstGeom prst="rect">
            <a:avLst/>
          </a:prstGeom>
        </p:spPr>
      </p:pic>
      <p:grpSp>
        <p:nvGrpSpPr>
          <p:cNvPr id="38" name="object 38"/>
          <p:cNvGrpSpPr/>
          <p:nvPr/>
        </p:nvGrpSpPr>
        <p:grpSpPr>
          <a:xfrm>
            <a:off x="3351529" y="3189732"/>
            <a:ext cx="99060" cy="44450"/>
            <a:chOff x="3351529" y="3189732"/>
            <a:chExt cx="99060" cy="44450"/>
          </a:xfrm>
        </p:grpSpPr>
        <p:pic>
          <p:nvPicPr>
            <p:cNvPr id="39" name="object 39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3351529" y="3223133"/>
              <a:ext cx="98933" cy="10667"/>
            </a:xfrm>
            <a:prstGeom prst="rect">
              <a:avLst/>
            </a:prstGeom>
          </p:spPr>
        </p:pic>
        <p:pic>
          <p:nvPicPr>
            <p:cNvPr id="40" name="object 40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3351529" y="3189732"/>
              <a:ext cx="98933" cy="10667"/>
            </a:xfrm>
            <a:prstGeom prst="rect">
              <a:avLst/>
            </a:prstGeom>
          </p:spPr>
        </p:pic>
      </p:grpSp>
      <p:grpSp>
        <p:nvGrpSpPr>
          <p:cNvPr id="41" name="object 41"/>
          <p:cNvGrpSpPr/>
          <p:nvPr/>
        </p:nvGrpSpPr>
        <p:grpSpPr>
          <a:xfrm>
            <a:off x="3512311" y="2953385"/>
            <a:ext cx="201930" cy="515620"/>
            <a:chOff x="3512311" y="2953385"/>
            <a:chExt cx="201930" cy="515620"/>
          </a:xfrm>
        </p:grpSpPr>
        <p:pic>
          <p:nvPicPr>
            <p:cNvPr id="42" name="object 42"/>
            <p:cNvPicPr/>
            <p:nvPr/>
          </p:nvPicPr>
          <p:blipFill>
            <a:blip r:embed="rId31" cstate="print"/>
            <a:stretch>
              <a:fillRect/>
            </a:stretch>
          </p:blipFill>
          <p:spPr>
            <a:xfrm>
              <a:off x="3512311" y="3054731"/>
              <a:ext cx="201675" cy="314198"/>
            </a:xfrm>
            <a:prstGeom prst="rect">
              <a:avLst/>
            </a:prstGeom>
          </p:spPr>
        </p:pic>
        <p:pic>
          <p:nvPicPr>
            <p:cNvPr id="43" name="object 43"/>
            <p:cNvPicPr/>
            <p:nvPr/>
          </p:nvPicPr>
          <p:blipFill>
            <a:blip r:embed="rId32" cstate="print"/>
            <a:stretch>
              <a:fillRect/>
            </a:stretch>
          </p:blipFill>
          <p:spPr>
            <a:xfrm>
              <a:off x="3526051" y="3384423"/>
              <a:ext cx="115165" cy="84200"/>
            </a:xfrm>
            <a:prstGeom prst="rect">
              <a:avLst/>
            </a:prstGeom>
          </p:spPr>
        </p:pic>
        <p:pic>
          <p:nvPicPr>
            <p:cNvPr id="44" name="object 44"/>
            <p:cNvPicPr/>
            <p:nvPr/>
          </p:nvPicPr>
          <p:blipFill>
            <a:blip r:embed="rId33" cstate="print"/>
            <a:stretch>
              <a:fillRect/>
            </a:stretch>
          </p:blipFill>
          <p:spPr>
            <a:xfrm>
              <a:off x="3662679" y="3391916"/>
              <a:ext cx="49911" cy="75692"/>
            </a:xfrm>
            <a:prstGeom prst="rect">
              <a:avLst/>
            </a:prstGeom>
          </p:spPr>
        </p:pic>
        <p:pic>
          <p:nvPicPr>
            <p:cNvPr id="45" name="object 45"/>
            <p:cNvPicPr/>
            <p:nvPr/>
          </p:nvPicPr>
          <p:blipFill>
            <a:blip r:embed="rId34" cstate="print"/>
            <a:stretch>
              <a:fillRect/>
            </a:stretch>
          </p:blipFill>
          <p:spPr>
            <a:xfrm>
              <a:off x="3581272" y="2953385"/>
              <a:ext cx="73532" cy="61087"/>
            </a:xfrm>
            <a:prstGeom prst="rect">
              <a:avLst/>
            </a:prstGeom>
          </p:spPr>
        </p:pic>
      </p:grpSp>
      <p:pic>
        <p:nvPicPr>
          <p:cNvPr id="46" name="object 46"/>
          <p:cNvPicPr/>
          <p:nvPr/>
        </p:nvPicPr>
        <p:blipFill>
          <a:blip r:embed="rId35" cstate="print"/>
          <a:stretch>
            <a:fillRect/>
          </a:stretch>
        </p:blipFill>
        <p:spPr>
          <a:xfrm>
            <a:off x="4324096" y="3137661"/>
            <a:ext cx="12318" cy="149605"/>
          </a:xfrm>
          <a:prstGeom prst="rect">
            <a:avLst/>
          </a:prstGeom>
        </p:spPr>
      </p:pic>
      <p:grpSp>
        <p:nvGrpSpPr>
          <p:cNvPr id="47" name="object 47"/>
          <p:cNvGrpSpPr/>
          <p:nvPr/>
        </p:nvGrpSpPr>
        <p:grpSpPr>
          <a:xfrm>
            <a:off x="3748023" y="3137661"/>
            <a:ext cx="159385" cy="156210"/>
            <a:chOff x="3748023" y="3137661"/>
            <a:chExt cx="159385" cy="156210"/>
          </a:xfrm>
        </p:grpSpPr>
        <p:pic>
          <p:nvPicPr>
            <p:cNvPr id="48" name="object 48"/>
            <p:cNvPicPr/>
            <p:nvPr/>
          </p:nvPicPr>
          <p:blipFill>
            <a:blip r:embed="rId36" cstate="print"/>
            <a:stretch>
              <a:fillRect/>
            </a:stretch>
          </p:blipFill>
          <p:spPr>
            <a:xfrm>
              <a:off x="3748023" y="3137661"/>
              <a:ext cx="123189" cy="156210"/>
            </a:xfrm>
            <a:prstGeom prst="rect">
              <a:avLst/>
            </a:prstGeom>
          </p:spPr>
        </p:pic>
        <p:pic>
          <p:nvPicPr>
            <p:cNvPr id="49" name="object 49"/>
            <p:cNvPicPr/>
            <p:nvPr/>
          </p:nvPicPr>
          <p:blipFill>
            <a:blip r:embed="rId37" cstate="print"/>
            <a:stretch>
              <a:fillRect/>
            </a:stretch>
          </p:blipFill>
          <p:spPr>
            <a:xfrm>
              <a:off x="3878095" y="3209162"/>
              <a:ext cx="29059" cy="84200"/>
            </a:xfrm>
            <a:prstGeom prst="rect">
              <a:avLst/>
            </a:prstGeom>
          </p:spPr>
        </p:pic>
      </p:grpSp>
      <p:pic>
        <p:nvPicPr>
          <p:cNvPr id="50" name="object 50"/>
          <p:cNvPicPr/>
          <p:nvPr/>
        </p:nvPicPr>
        <p:blipFill>
          <a:blip r:embed="rId38" cstate="print"/>
          <a:stretch>
            <a:fillRect/>
          </a:stretch>
        </p:blipFill>
        <p:spPr>
          <a:xfrm>
            <a:off x="3970273" y="3206348"/>
            <a:ext cx="99013" cy="10688"/>
          </a:xfrm>
          <a:prstGeom prst="rect">
            <a:avLst/>
          </a:prstGeom>
        </p:spPr>
      </p:pic>
      <p:pic>
        <p:nvPicPr>
          <p:cNvPr id="51" name="object 51"/>
          <p:cNvPicPr/>
          <p:nvPr/>
        </p:nvPicPr>
        <p:blipFill>
          <a:blip r:embed="rId39" cstate="print"/>
          <a:stretch>
            <a:fillRect/>
          </a:stretch>
        </p:blipFill>
        <p:spPr>
          <a:xfrm>
            <a:off x="4118864" y="3142488"/>
            <a:ext cx="112522" cy="151384"/>
          </a:xfrm>
          <a:prstGeom prst="rect">
            <a:avLst/>
          </a:prstGeom>
        </p:spPr>
      </p:pic>
      <p:pic>
        <p:nvPicPr>
          <p:cNvPr id="52" name="object 52"/>
          <p:cNvPicPr/>
          <p:nvPr/>
        </p:nvPicPr>
        <p:blipFill>
          <a:blip r:embed="rId40" cstate="print"/>
          <a:stretch>
            <a:fillRect/>
          </a:stretch>
        </p:blipFill>
        <p:spPr>
          <a:xfrm>
            <a:off x="6396863" y="3138297"/>
            <a:ext cx="739393" cy="158750"/>
          </a:xfrm>
          <a:prstGeom prst="rect">
            <a:avLst/>
          </a:prstGeom>
        </p:spPr>
      </p:pic>
      <p:pic>
        <p:nvPicPr>
          <p:cNvPr id="53" name="object 53"/>
          <p:cNvPicPr/>
          <p:nvPr/>
        </p:nvPicPr>
        <p:blipFill>
          <a:blip r:embed="rId37" cstate="print"/>
          <a:stretch>
            <a:fillRect/>
          </a:stretch>
        </p:blipFill>
        <p:spPr>
          <a:xfrm>
            <a:off x="4260619" y="3209163"/>
            <a:ext cx="29059" cy="84200"/>
          </a:xfrm>
          <a:prstGeom prst="rect">
            <a:avLst/>
          </a:prstGeom>
        </p:spPr>
      </p:pic>
      <p:grpSp>
        <p:nvGrpSpPr>
          <p:cNvPr id="54" name="object 54"/>
          <p:cNvGrpSpPr/>
          <p:nvPr/>
        </p:nvGrpSpPr>
        <p:grpSpPr>
          <a:xfrm>
            <a:off x="7153275" y="3138297"/>
            <a:ext cx="695325" cy="158750"/>
            <a:chOff x="7153275" y="3138297"/>
            <a:chExt cx="695325" cy="158750"/>
          </a:xfrm>
        </p:grpSpPr>
        <p:pic>
          <p:nvPicPr>
            <p:cNvPr id="55" name="object 55"/>
            <p:cNvPicPr/>
            <p:nvPr/>
          </p:nvPicPr>
          <p:blipFill>
            <a:blip r:embed="rId41" cstate="print"/>
            <a:stretch>
              <a:fillRect/>
            </a:stretch>
          </p:blipFill>
          <p:spPr>
            <a:xfrm>
              <a:off x="7153275" y="3138297"/>
              <a:ext cx="315341" cy="141986"/>
            </a:xfrm>
            <a:prstGeom prst="rect">
              <a:avLst/>
            </a:prstGeom>
          </p:spPr>
        </p:pic>
        <p:pic>
          <p:nvPicPr>
            <p:cNvPr id="56" name="object 56"/>
            <p:cNvPicPr/>
            <p:nvPr/>
          </p:nvPicPr>
          <p:blipFill>
            <a:blip r:embed="rId42" cstate="print"/>
            <a:stretch>
              <a:fillRect/>
            </a:stretch>
          </p:blipFill>
          <p:spPr>
            <a:xfrm>
              <a:off x="7487031" y="3138297"/>
              <a:ext cx="361188" cy="158750"/>
            </a:xfrm>
            <a:prstGeom prst="rect">
              <a:avLst/>
            </a:prstGeom>
          </p:spPr>
        </p:pic>
      </p:grpSp>
      <p:grpSp>
        <p:nvGrpSpPr>
          <p:cNvPr id="57" name="object 57"/>
          <p:cNvGrpSpPr/>
          <p:nvPr/>
        </p:nvGrpSpPr>
        <p:grpSpPr>
          <a:xfrm>
            <a:off x="7893304" y="3138297"/>
            <a:ext cx="600710" cy="158750"/>
            <a:chOff x="7893304" y="3138297"/>
            <a:chExt cx="600710" cy="158750"/>
          </a:xfrm>
        </p:grpSpPr>
        <p:pic>
          <p:nvPicPr>
            <p:cNvPr id="58" name="object 58"/>
            <p:cNvPicPr/>
            <p:nvPr/>
          </p:nvPicPr>
          <p:blipFill>
            <a:blip r:embed="rId43" cstate="print"/>
            <a:stretch>
              <a:fillRect/>
            </a:stretch>
          </p:blipFill>
          <p:spPr>
            <a:xfrm>
              <a:off x="7893304" y="3211135"/>
              <a:ext cx="54489" cy="9965"/>
            </a:xfrm>
            <a:prstGeom prst="rect">
              <a:avLst/>
            </a:prstGeom>
          </p:spPr>
        </p:pic>
        <p:pic>
          <p:nvPicPr>
            <p:cNvPr id="59" name="object 59"/>
            <p:cNvPicPr/>
            <p:nvPr/>
          </p:nvPicPr>
          <p:blipFill>
            <a:blip r:embed="rId44" cstate="print"/>
            <a:stretch>
              <a:fillRect/>
            </a:stretch>
          </p:blipFill>
          <p:spPr>
            <a:xfrm>
              <a:off x="7991983" y="3138297"/>
              <a:ext cx="414909" cy="158750"/>
            </a:xfrm>
            <a:prstGeom prst="rect">
              <a:avLst/>
            </a:prstGeom>
          </p:spPr>
        </p:pic>
        <p:pic>
          <p:nvPicPr>
            <p:cNvPr id="60" name="object 60"/>
            <p:cNvPicPr/>
            <p:nvPr/>
          </p:nvPicPr>
          <p:blipFill>
            <a:blip r:embed="rId27" cstate="print"/>
            <a:stretch>
              <a:fillRect/>
            </a:stretch>
          </p:blipFill>
          <p:spPr>
            <a:xfrm>
              <a:off x="8421370" y="3138297"/>
              <a:ext cx="72135" cy="141986"/>
            </a:xfrm>
            <a:prstGeom prst="rect">
              <a:avLst/>
            </a:prstGeom>
          </p:spPr>
        </p:pic>
      </p:grpSp>
      <p:grpSp>
        <p:nvGrpSpPr>
          <p:cNvPr id="61" name="object 61"/>
          <p:cNvGrpSpPr/>
          <p:nvPr/>
        </p:nvGrpSpPr>
        <p:grpSpPr>
          <a:xfrm>
            <a:off x="1020470" y="3671570"/>
            <a:ext cx="721360" cy="353695"/>
            <a:chOff x="1020470" y="3671570"/>
            <a:chExt cx="721360" cy="353695"/>
          </a:xfrm>
        </p:grpSpPr>
        <p:pic>
          <p:nvPicPr>
            <p:cNvPr id="62" name="object 62"/>
            <p:cNvPicPr/>
            <p:nvPr/>
          </p:nvPicPr>
          <p:blipFill>
            <a:blip r:embed="rId45" cstate="print"/>
            <a:stretch>
              <a:fillRect/>
            </a:stretch>
          </p:blipFill>
          <p:spPr>
            <a:xfrm>
              <a:off x="1220114" y="3671570"/>
              <a:ext cx="321665" cy="155448"/>
            </a:xfrm>
            <a:prstGeom prst="rect">
              <a:avLst/>
            </a:prstGeom>
          </p:spPr>
        </p:pic>
        <p:pic>
          <p:nvPicPr>
            <p:cNvPr id="63" name="object 63"/>
            <p:cNvPicPr/>
            <p:nvPr/>
          </p:nvPicPr>
          <p:blipFill>
            <a:blip r:embed="rId46" cstate="print"/>
            <a:stretch>
              <a:fillRect/>
            </a:stretch>
          </p:blipFill>
          <p:spPr>
            <a:xfrm>
              <a:off x="1020470" y="3869690"/>
              <a:ext cx="720953" cy="155448"/>
            </a:xfrm>
            <a:prstGeom prst="rect">
              <a:avLst/>
            </a:prstGeom>
          </p:spPr>
        </p:pic>
      </p:grpSp>
      <p:pic>
        <p:nvPicPr>
          <p:cNvPr id="64" name="object 64"/>
          <p:cNvPicPr/>
          <p:nvPr/>
        </p:nvPicPr>
        <p:blipFill>
          <a:blip r:embed="rId47" cstate="print"/>
          <a:stretch>
            <a:fillRect/>
          </a:stretch>
        </p:blipFill>
        <p:spPr>
          <a:xfrm>
            <a:off x="2135632" y="3781425"/>
            <a:ext cx="76200" cy="109727"/>
          </a:xfrm>
          <a:prstGeom prst="rect">
            <a:avLst/>
          </a:prstGeom>
        </p:spPr>
      </p:pic>
      <p:grpSp>
        <p:nvGrpSpPr>
          <p:cNvPr id="65" name="object 65"/>
          <p:cNvGrpSpPr/>
          <p:nvPr/>
        </p:nvGrpSpPr>
        <p:grpSpPr>
          <a:xfrm>
            <a:off x="2280285" y="3822065"/>
            <a:ext cx="99060" cy="44450"/>
            <a:chOff x="2280285" y="3822065"/>
            <a:chExt cx="99060" cy="44450"/>
          </a:xfrm>
        </p:grpSpPr>
        <p:pic>
          <p:nvPicPr>
            <p:cNvPr id="66" name="object 66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2280285" y="3855466"/>
              <a:ext cx="98932" cy="10667"/>
            </a:xfrm>
            <a:prstGeom prst="rect">
              <a:avLst/>
            </a:prstGeom>
          </p:spPr>
        </p:pic>
        <p:pic>
          <p:nvPicPr>
            <p:cNvPr id="67" name="object 67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2280285" y="3822065"/>
              <a:ext cx="98932" cy="10668"/>
            </a:xfrm>
            <a:prstGeom prst="rect">
              <a:avLst/>
            </a:prstGeom>
          </p:spPr>
        </p:pic>
      </p:grpSp>
      <p:grpSp>
        <p:nvGrpSpPr>
          <p:cNvPr id="68" name="object 68"/>
          <p:cNvGrpSpPr/>
          <p:nvPr/>
        </p:nvGrpSpPr>
        <p:grpSpPr>
          <a:xfrm>
            <a:off x="2449448" y="3838681"/>
            <a:ext cx="236854" cy="11430"/>
            <a:chOff x="2449448" y="3838681"/>
            <a:chExt cx="236854" cy="11430"/>
          </a:xfrm>
        </p:grpSpPr>
        <p:pic>
          <p:nvPicPr>
            <p:cNvPr id="69" name="object 69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2449448" y="3838681"/>
              <a:ext cx="99011" cy="10688"/>
            </a:xfrm>
            <a:prstGeom prst="rect">
              <a:avLst/>
            </a:prstGeom>
          </p:spPr>
        </p:pic>
        <p:pic>
          <p:nvPicPr>
            <p:cNvPr id="70" name="object 70"/>
            <p:cNvPicPr/>
            <p:nvPr/>
          </p:nvPicPr>
          <p:blipFill>
            <a:blip r:embed="rId48" cstate="print"/>
            <a:stretch>
              <a:fillRect/>
            </a:stretch>
          </p:blipFill>
          <p:spPr>
            <a:xfrm>
              <a:off x="2588259" y="3839337"/>
              <a:ext cx="97536" cy="10668"/>
            </a:xfrm>
            <a:prstGeom prst="rect">
              <a:avLst/>
            </a:prstGeom>
          </p:spPr>
        </p:pic>
      </p:grpSp>
      <p:pic>
        <p:nvPicPr>
          <p:cNvPr id="71" name="object 71"/>
          <p:cNvPicPr/>
          <p:nvPr/>
        </p:nvPicPr>
        <p:blipFill>
          <a:blip r:embed="rId49" cstate="print"/>
          <a:stretch>
            <a:fillRect/>
          </a:stretch>
        </p:blipFill>
        <p:spPr>
          <a:xfrm>
            <a:off x="2605658" y="3655186"/>
            <a:ext cx="64008" cy="110998"/>
          </a:xfrm>
          <a:prstGeom prst="rect">
            <a:avLst/>
          </a:prstGeom>
        </p:spPr>
      </p:pic>
      <p:grpSp>
        <p:nvGrpSpPr>
          <p:cNvPr id="72" name="object 72"/>
          <p:cNvGrpSpPr/>
          <p:nvPr/>
        </p:nvGrpSpPr>
        <p:grpSpPr>
          <a:xfrm>
            <a:off x="2590292" y="3585717"/>
            <a:ext cx="2827020" cy="515620"/>
            <a:chOff x="2590292" y="3585717"/>
            <a:chExt cx="2827020" cy="515620"/>
          </a:xfrm>
        </p:grpSpPr>
        <p:pic>
          <p:nvPicPr>
            <p:cNvPr id="73" name="object 73"/>
            <p:cNvPicPr/>
            <p:nvPr/>
          </p:nvPicPr>
          <p:blipFill>
            <a:blip r:embed="rId50" cstate="print"/>
            <a:stretch>
              <a:fillRect/>
            </a:stretch>
          </p:blipFill>
          <p:spPr>
            <a:xfrm>
              <a:off x="2590292" y="3922648"/>
              <a:ext cx="90550" cy="79501"/>
            </a:xfrm>
            <a:prstGeom prst="rect">
              <a:avLst/>
            </a:prstGeom>
          </p:spPr>
        </p:pic>
        <p:pic>
          <p:nvPicPr>
            <p:cNvPr id="74" name="object 74"/>
            <p:cNvPicPr/>
            <p:nvPr/>
          </p:nvPicPr>
          <p:blipFill>
            <a:blip r:embed="rId51" cstate="print"/>
            <a:stretch>
              <a:fillRect/>
            </a:stretch>
          </p:blipFill>
          <p:spPr>
            <a:xfrm>
              <a:off x="2716911" y="3687063"/>
              <a:ext cx="201675" cy="314198"/>
            </a:xfrm>
            <a:prstGeom prst="rect">
              <a:avLst/>
            </a:prstGeom>
          </p:spPr>
        </p:pic>
        <p:pic>
          <p:nvPicPr>
            <p:cNvPr id="75" name="object 75"/>
            <p:cNvPicPr/>
            <p:nvPr/>
          </p:nvPicPr>
          <p:blipFill>
            <a:blip r:embed="rId52" cstate="print"/>
            <a:stretch>
              <a:fillRect/>
            </a:stretch>
          </p:blipFill>
          <p:spPr>
            <a:xfrm>
              <a:off x="2730650" y="4016755"/>
              <a:ext cx="115165" cy="84200"/>
            </a:xfrm>
            <a:prstGeom prst="rect">
              <a:avLst/>
            </a:prstGeom>
          </p:spPr>
        </p:pic>
        <p:pic>
          <p:nvPicPr>
            <p:cNvPr id="76" name="object 76"/>
            <p:cNvPicPr/>
            <p:nvPr/>
          </p:nvPicPr>
          <p:blipFill>
            <a:blip r:embed="rId33" cstate="print"/>
            <a:stretch>
              <a:fillRect/>
            </a:stretch>
          </p:blipFill>
          <p:spPr>
            <a:xfrm>
              <a:off x="2867279" y="4024248"/>
              <a:ext cx="49910" cy="75692"/>
            </a:xfrm>
            <a:prstGeom prst="rect">
              <a:avLst/>
            </a:prstGeom>
          </p:spPr>
        </p:pic>
        <p:pic>
          <p:nvPicPr>
            <p:cNvPr id="77" name="object 77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2785745" y="3585717"/>
              <a:ext cx="73660" cy="61087"/>
            </a:xfrm>
            <a:prstGeom prst="rect">
              <a:avLst/>
            </a:prstGeom>
          </p:spPr>
        </p:pic>
        <p:pic>
          <p:nvPicPr>
            <p:cNvPr id="78" name="object 78"/>
            <p:cNvPicPr/>
            <p:nvPr/>
          </p:nvPicPr>
          <p:blipFill>
            <a:blip r:embed="rId53" cstate="print"/>
            <a:stretch>
              <a:fillRect/>
            </a:stretch>
          </p:blipFill>
          <p:spPr>
            <a:xfrm>
              <a:off x="2947162" y="3767327"/>
              <a:ext cx="2470150" cy="158877"/>
            </a:xfrm>
            <a:prstGeom prst="rect">
              <a:avLst/>
            </a:prstGeom>
          </p:spPr>
        </p:pic>
        <p:pic>
          <p:nvPicPr>
            <p:cNvPr id="79" name="object 79"/>
            <p:cNvPicPr/>
            <p:nvPr/>
          </p:nvPicPr>
          <p:blipFill>
            <a:blip r:embed="rId54" cstate="print"/>
            <a:stretch>
              <a:fillRect/>
            </a:stretch>
          </p:blipFill>
          <p:spPr>
            <a:xfrm>
              <a:off x="3154172" y="3776217"/>
              <a:ext cx="220472" cy="150875"/>
            </a:xfrm>
            <a:prstGeom prst="rect">
              <a:avLst/>
            </a:prstGeom>
          </p:spPr>
        </p:pic>
        <p:pic>
          <p:nvPicPr>
            <p:cNvPr id="80" name="object 80"/>
            <p:cNvPicPr/>
            <p:nvPr/>
          </p:nvPicPr>
          <p:blipFill>
            <a:blip r:embed="rId55" cstate="print"/>
            <a:stretch>
              <a:fillRect/>
            </a:stretch>
          </p:blipFill>
          <p:spPr>
            <a:xfrm>
              <a:off x="3401314" y="3767327"/>
              <a:ext cx="292353" cy="152527"/>
            </a:xfrm>
            <a:prstGeom prst="rect">
              <a:avLst/>
            </a:prstGeom>
          </p:spPr>
        </p:pic>
        <p:pic>
          <p:nvPicPr>
            <p:cNvPr id="81" name="object 81"/>
            <p:cNvPicPr/>
            <p:nvPr/>
          </p:nvPicPr>
          <p:blipFill>
            <a:blip r:embed="rId56" cstate="print"/>
            <a:stretch>
              <a:fillRect/>
            </a:stretch>
          </p:blipFill>
          <p:spPr>
            <a:xfrm>
              <a:off x="3457448" y="3774820"/>
              <a:ext cx="111125" cy="150876"/>
            </a:xfrm>
            <a:prstGeom prst="rect">
              <a:avLst/>
            </a:prstGeom>
          </p:spPr>
        </p:pic>
        <p:pic>
          <p:nvPicPr>
            <p:cNvPr id="82" name="object 82"/>
            <p:cNvPicPr/>
            <p:nvPr/>
          </p:nvPicPr>
          <p:blipFill>
            <a:blip r:embed="rId57" cstate="print"/>
            <a:stretch>
              <a:fillRect/>
            </a:stretch>
          </p:blipFill>
          <p:spPr>
            <a:xfrm>
              <a:off x="3596282" y="3841495"/>
              <a:ext cx="29059" cy="84201"/>
            </a:xfrm>
            <a:prstGeom prst="rect">
              <a:avLst/>
            </a:prstGeom>
          </p:spPr>
        </p:pic>
        <p:pic>
          <p:nvPicPr>
            <p:cNvPr id="83" name="object 83"/>
            <p:cNvPicPr/>
            <p:nvPr/>
          </p:nvPicPr>
          <p:blipFill>
            <a:blip r:embed="rId58" cstate="print"/>
            <a:stretch>
              <a:fillRect/>
            </a:stretch>
          </p:blipFill>
          <p:spPr>
            <a:xfrm>
              <a:off x="3757041" y="3792219"/>
              <a:ext cx="98933" cy="104139"/>
            </a:xfrm>
            <a:prstGeom prst="rect">
              <a:avLst/>
            </a:prstGeom>
          </p:spPr>
        </p:pic>
        <p:pic>
          <p:nvPicPr>
            <p:cNvPr id="84" name="object 84"/>
            <p:cNvPicPr/>
            <p:nvPr/>
          </p:nvPicPr>
          <p:blipFill>
            <a:blip r:embed="rId59" cstate="print"/>
            <a:stretch>
              <a:fillRect/>
            </a:stretch>
          </p:blipFill>
          <p:spPr>
            <a:xfrm>
              <a:off x="3919474" y="3767327"/>
              <a:ext cx="537717" cy="158877"/>
            </a:xfrm>
            <a:prstGeom prst="rect">
              <a:avLst/>
            </a:prstGeom>
          </p:spPr>
        </p:pic>
        <p:pic>
          <p:nvPicPr>
            <p:cNvPr id="85" name="object 85"/>
            <p:cNvPicPr/>
            <p:nvPr/>
          </p:nvPicPr>
          <p:blipFill>
            <a:blip r:embed="rId60" cstate="print"/>
            <a:stretch>
              <a:fillRect/>
            </a:stretch>
          </p:blipFill>
          <p:spPr>
            <a:xfrm>
              <a:off x="4519793" y="3776217"/>
              <a:ext cx="220354" cy="150875"/>
            </a:xfrm>
            <a:prstGeom prst="rect">
              <a:avLst/>
            </a:prstGeom>
          </p:spPr>
        </p:pic>
        <p:pic>
          <p:nvPicPr>
            <p:cNvPr id="86" name="object 86"/>
            <p:cNvPicPr/>
            <p:nvPr/>
          </p:nvPicPr>
          <p:blipFill>
            <a:blip r:embed="rId61" cstate="print"/>
            <a:stretch>
              <a:fillRect/>
            </a:stretch>
          </p:blipFill>
          <p:spPr>
            <a:xfrm>
              <a:off x="4768342" y="3774947"/>
              <a:ext cx="50800" cy="152526"/>
            </a:xfrm>
            <a:prstGeom prst="rect">
              <a:avLst/>
            </a:prstGeom>
          </p:spPr>
        </p:pic>
        <p:pic>
          <p:nvPicPr>
            <p:cNvPr id="87" name="object 87"/>
            <p:cNvPicPr/>
            <p:nvPr/>
          </p:nvPicPr>
          <p:blipFill>
            <a:blip r:embed="rId62" cstate="print"/>
            <a:stretch>
              <a:fillRect/>
            </a:stretch>
          </p:blipFill>
          <p:spPr>
            <a:xfrm>
              <a:off x="4836795" y="3780154"/>
              <a:ext cx="64007" cy="110997"/>
            </a:xfrm>
            <a:prstGeom prst="rect">
              <a:avLst/>
            </a:prstGeom>
          </p:spPr>
        </p:pic>
        <p:pic>
          <p:nvPicPr>
            <p:cNvPr id="88" name="object 88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4962525" y="3838681"/>
              <a:ext cx="99011" cy="10688"/>
            </a:xfrm>
            <a:prstGeom prst="rect">
              <a:avLst/>
            </a:prstGeom>
          </p:spPr>
        </p:pic>
        <p:pic>
          <p:nvPicPr>
            <p:cNvPr id="89" name="object 89"/>
            <p:cNvPicPr/>
            <p:nvPr/>
          </p:nvPicPr>
          <p:blipFill>
            <a:blip r:embed="rId63" cstate="print"/>
            <a:stretch>
              <a:fillRect/>
            </a:stretch>
          </p:blipFill>
          <p:spPr>
            <a:xfrm>
              <a:off x="5112385" y="3774820"/>
              <a:ext cx="111251" cy="150876"/>
            </a:xfrm>
            <a:prstGeom prst="rect">
              <a:avLst/>
            </a:prstGeom>
          </p:spPr>
        </p:pic>
        <p:pic>
          <p:nvPicPr>
            <p:cNvPr id="90" name="object 90"/>
            <p:cNvPicPr/>
            <p:nvPr/>
          </p:nvPicPr>
          <p:blipFill>
            <a:blip r:embed="rId64" cstate="print"/>
            <a:stretch>
              <a:fillRect/>
            </a:stretch>
          </p:blipFill>
          <p:spPr>
            <a:xfrm>
              <a:off x="5251346" y="3774947"/>
              <a:ext cx="97385" cy="152526"/>
            </a:xfrm>
            <a:prstGeom prst="rect">
              <a:avLst/>
            </a:prstGeom>
          </p:spPr>
        </p:pic>
      </p:grpSp>
      <p:grpSp>
        <p:nvGrpSpPr>
          <p:cNvPr id="91" name="object 91"/>
          <p:cNvGrpSpPr/>
          <p:nvPr/>
        </p:nvGrpSpPr>
        <p:grpSpPr>
          <a:xfrm>
            <a:off x="5654675" y="3671570"/>
            <a:ext cx="3582035" cy="158750"/>
            <a:chOff x="5654675" y="3671570"/>
            <a:chExt cx="3582035" cy="158750"/>
          </a:xfrm>
        </p:grpSpPr>
        <p:pic>
          <p:nvPicPr>
            <p:cNvPr id="92" name="object 92"/>
            <p:cNvPicPr/>
            <p:nvPr/>
          </p:nvPicPr>
          <p:blipFill>
            <a:blip r:embed="rId65" cstate="print"/>
            <a:stretch>
              <a:fillRect/>
            </a:stretch>
          </p:blipFill>
          <p:spPr>
            <a:xfrm>
              <a:off x="5654675" y="3671570"/>
              <a:ext cx="803275" cy="158750"/>
            </a:xfrm>
            <a:prstGeom prst="rect">
              <a:avLst/>
            </a:prstGeom>
          </p:spPr>
        </p:pic>
        <p:pic>
          <p:nvPicPr>
            <p:cNvPr id="93" name="object 93"/>
            <p:cNvPicPr/>
            <p:nvPr/>
          </p:nvPicPr>
          <p:blipFill>
            <a:blip r:embed="rId66" cstate="print"/>
            <a:stretch>
              <a:fillRect/>
            </a:stretch>
          </p:blipFill>
          <p:spPr>
            <a:xfrm>
              <a:off x="6475094" y="3671570"/>
              <a:ext cx="2122804" cy="158750"/>
            </a:xfrm>
            <a:prstGeom prst="rect">
              <a:avLst/>
            </a:prstGeom>
          </p:spPr>
        </p:pic>
        <p:pic>
          <p:nvPicPr>
            <p:cNvPr id="94" name="object 94"/>
            <p:cNvPicPr/>
            <p:nvPr/>
          </p:nvPicPr>
          <p:blipFill>
            <a:blip r:embed="rId67" cstate="print"/>
            <a:stretch>
              <a:fillRect/>
            </a:stretch>
          </p:blipFill>
          <p:spPr>
            <a:xfrm>
              <a:off x="8617839" y="3671570"/>
              <a:ext cx="403478" cy="141986"/>
            </a:xfrm>
            <a:prstGeom prst="rect">
              <a:avLst/>
            </a:prstGeom>
          </p:spPr>
        </p:pic>
        <p:pic>
          <p:nvPicPr>
            <p:cNvPr id="95" name="object 95"/>
            <p:cNvPicPr/>
            <p:nvPr/>
          </p:nvPicPr>
          <p:blipFill>
            <a:blip r:embed="rId68" cstate="print"/>
            <a:stretch>
              <a:fillRect/>
            </a:stretch>
          </p:blipFill>
          <p:spPr>
            <a:xfrm>
              <a:off x="9034398" y="3694811"/>
              <a:ext cx="202310" cy="135508"/>
            </a:xfrm>
            <a:prstGeom prst="rect">
              <a:avLst/>
            </a:prstGeom>
          </p:spPr>
        </p:pic>
      </p:grpSp>
      <p:grpSp>
        <p:nvGrpSpPr>
          <p:cNvPr id="96" name="object 96"/>
          <p:cNvGrpSpPr/>
          <p:nvPr/>
        </p:nvGrpSpPr>
        <p:grpSpPr>
          <a:xfrm>
            <a:off x="6928104" y="3869690"/>
            <a:ext cx="1040130" cy="158750"/>
            <a:chOff x="6928104" y="3869690"/>
            <a:chExt cx="1040130" cy="158750"/>
          </a:xfrm>
        </p:grpSpPr>
        <p:pic>
          <p:nvPicPr>
            <p:cNvPr id="97" name="object 97"/>
            <p:cNvPicPr/>
            <p:nvPr/>
          </p:nvPicPr>
          <p:blipFill>
            <a:blip r:embed="rId69" cstate="print"/>
            <a:stretch>
              <a:fillRect/>
            </a:stretch>
          </p:blipFill>
          <p:spPr>
            <a:xfrm>
              <a:off x="6928104" y="3917315"/>
              <a:ext cx="106299" cy="78612"/>
            </a:xfrm>
            <a:prstGeom prst="rect">
              <a:avLst/>
            </a:prstGeom>
          </p:spPr>
        </p:pic>
        <p:pic>
          <p:nvPicPr>
            <p:cNvPr id="98" name="object 98"/>
            <p:cNvPicPr/>
            <p:nvPr/>
          </p:nvPicPr>
          <p:blipFill>
            <a:blip r:embed="rId70" cstate="print"/>
            <a:stretch>
              <a:fillRect/>
            </a:stretch>
          </p:blipFill>
          <p:spPr>
            <a:xfrm>
              <a:off x="7050913" y="3869690"/>
              <a:ext cx="402208" cy="155448"/>
            </a:xfrm>
            <a:prstGeom prst="rect">
              <a:avLst/>
            </a:prstGeom>
          </p:spPr>
        </p:pic>
        <p:pic>
          <p:nvPicPr>
            <p:cNvPr id="99" name="object 99"/>
            <p:cNvPicPr/>
            <p:nvPr/>
          </p:nvPicPr>
          <p:blipFill>
            <a:blip r:embed="rId44" cstate="print"/>
            <a:stretch>
              <a:fillRect/>
            </a:stretch>
          </p:blipFill>
          <p:spPr>
            <a:xfrm>
              <a:off x="7466203" y="3869690"/>
              <a:ext cx="414908" cy="158750"/>
            </a:xfrm>
            <a:prstGeom prst="rect">
              <a:avLst/>
            </a:prstGeom>
          </p:spPr>
        </p:pic>
        <p:pic>
          <p:nvPicPr>
            <p:cNvPr id="100" name="object 100"/>
            <p:cNvPicPr/>
            <p:nvPr/>
          </p:nvPicPr>
          <p:blipFill>
            <a:blip r:embed="rId71" cstate="print"/>
            <a:stretch>
              <a:fillRect/>
            </a:stretch>
          </p:blipFill>
          <p:spPr>
            <a:xfrm>
              <a:off x="7895590" y="3869690"/>
              <a:ext cx="72135" cy="141986"/>
            </a:xfrm>
            <a:prstGeom prst="rect">
              <a:avLst/>
            </a:prstGeom>
          </p:spPr>
        </p:pic>
      </p:grpSp>
      <p:grpSp>
        <p:nvGrpSpPr>
          <p:cNvPr id="101" name="object 101"/>
          <p:cNvGrpSpPr/>
          <p:nvPr/>
        </p:nvGrpSpPr>
        <p:grpSpPr>
          <a:xfrm>
            <a:off x="1098194" y="4312030"/>
            <a:ext cx="559435" cy="126364"/>
            <a:chOff x="1098194" y="4312030"/>
            <a:chExt cx="559435" cy="126364"/>
          </a:xfrm>
        </p:grpSpPr>
        <p:pic>
          <p:nvPicPr>
            <p:cNvPr id="102" name="object 102"/>
            <p:cNvPicPr/>
            <p:nvPr/>
          </p:nvPicPr>
          <p:blipFill>
            <a:blip r:embed="rId72" cstate="print"/>
            <a:stretch>
              <a:fillRect/>
            </a:stretch>
          </p:blipFill>
          <p:spPr>
            <a:xfrm>
              <a:off x="1341247" y="4384869"/>
              <a:ext cx="33111" cy="9965"/>
            </a:xfrm>
            <a:prstGeom prst="rect">
              <a:avLst/>
            </a:prstGeom>
          </p:spPr>
        </p:pic>
        <p:pic>
          <p:nvPicPr>
            <p:cNvPr id="103" name="object 103"/>
            <p:cNvPicPr/>
            <p:nvPr/>
          </p:nvPicPr>
          <p:blipFill>
            <a:blip r:embed="rId73" cstate="print"/>
            <a:stretch>
              <a:fillRect/>
            </a:stretch>
          </p:blipFill>
          <p:spPr>
            <a:xfrm>
              <a:off x="1098194" y="4312030"/>
              <a:ext cx="226415" cy="126237"/>
            </a:xfrm>
            <a:prstGeom prst="rect">
              <a:avLst/>
            </a:prstGeom>
          </p:spPr>
        </p:pic>
        <p:pic>
          <p:nvPicPr>
            <p:cNvPr id="104" name="object 104"/>
            <p:cNvPicPr/>
            <p:nvPr/>
          </p:nvPicPr>
          <p:blipFill>
            <a:blip r:embed="rId74" cstate="print"/>
            <a:stretch>
              <a:fillRect/>
            </a:stretch>
          </p:blipFill>
          <p:spPr>
            <a:xfrm>
              <a:off x="1392301" y="4312030"/>
              <a:ext cx="264922" cy="126237"/>
            </a:xfrm>
            <a:prstGeom prst="rect">
              <a:avLst/>
            </a:prstGeom>
          </p:spPr>
        </p:pic>
      </p:grpSp>
      <p:pic>
        <p:nvPicPr>
          <p:cNvPr id="105" name="object 105"/>
          <p:cNvPicPr/>
          <p:nvPr/>
        </p:nvPicPr>
        <p:blipFill>
          <a:blip r:embed="rId75" cstate="print"/>
          <a:stretch>
            <a:fillRect/>
          </a:stretch>
        </p:blipFill>
        <p:spPr>
          <a:xfrm>
            <a:off x="1020470" y="4510151"/>
            <a:ext cx="720953" cy="155448"/>
          </a:xfrm>
          <a:prstGeom prst="rect">
            <a:avLst/>
          </a:prstGeom>
        </p:spPr>
      </p:pic>
      <p:pic>
        <p:nvPicPr>
          <p:cNvPr id="106" name="object 106"/>
          <p:cNvPicPr/>
          <p:nvPr/>
        </p:nvPicPr>
        <p:blipFill>
          <a:blip r:embed="rId47" cstate="print"/>
          <a:stretch>
            <a:fillRect/>
          </a:stretch>
        </p:blipFill>
        <p:spPr>
          <a:xfrm>
            <a:off x="2801620" y="4430521"/>
            <a:ext cx="76200" cy="109727"/>
          </a:xfrm>
          <a:prstGeom prst="rect">
            <a:avLst/>
          </a:prstGeom>
        </p:spPr>
      </p:pic>
      <p:grpSp>
        <p:nvGrpSpPr>
          <p:cNvPr id="107" name="object 107"/>
          <p:cNvGrpSpPr/>
          <p:nvPr/>
        </p:nvGrpSpPr>
        <p:grpSpPr>
          <a:xfrm>
            <a:off x="2944748" y="4471161"/>
            <a:ext cx="99060" cy="44450"/>
            <a:chOff x="2944748" y="4471161"/>
            <a:chExt cx="99060" cy="44450"/>
          </a:xfrm>
        </p:grpSpPr>
        <p:pic>
          <p:nvPicPr>
            <p:cNvPr id="108" name="object 108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2944748" y="4504562"/>
              <a:ext cx="98932" cy="10668"/>
            </a:xfrm>
            <a:prstGeom prst="rect">
              <a:avLst/>
            </a:prstGeom>
          </p:spPr>
        </p:pic>
        <p:pic>
          <p:nvPicPr>
            <p:cNvPr id="109" name="object 109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2944748" y="4471161"/>
              <a:ext cx="98932" cy="10668"/>
            </a:xfrm>
            <a:prstGeom prst="rect">
              <a:avLst/>
            </a:prstGeom>
          </p:spPr>
        </p:pic>
      </p:grpSp>
      <p:grpSp>
        <p:nvGrpSpPr>
          <p:cNvPr id="110" name="object 110"/>
          <p:cNvGrpSpPr/>
          <p:nvPr/>
        </p:nvGrpSpPr>
        <p:grpSpPr>
          <a:xfrm>
            <a:off x="3115436" y="4487778"/>
            <a:ext cx="236854" cy="11430"/>
            <a:chOff x="3115436" y="4487778"/>
            <a:chExt cx="236854" cy="11430"/>
          </a:xfrm>
        </p:grpSpPr>
        <p:pic>
          <p:nvPicPr>
            <p:cNvPr id="111" name="object 111"/>
            <p:cNvPicPr/>
            <p:nvPr/>
          </p:nvPicPr>
          <p:blipFill>
            <a:blip r:embed="rId76" cstate="print"/>
            <a:stretch>
              <a:fillRect/>
            </a:stretch>
          </p:blipFill>
          <p:spPr>
            <a:xfrm>
              <a:off x="3115436" y="4487778"/>
              <a:ext cx="99011" cy="10688"/>
            </a:xfrm>
            <a:prstGeom prst="rect">
              <a:avLst/>
            </a:prstGeom>
          </p:spPr>
        </p:pic>
        <p:pic>
          <p:nvPicPr>
            <p:cNvPr id="112" name="object 112"/>
            <p:cNvPicPr/>
            <p:nvPr/>
          </p:nvPicPr>
          <p:blipFill>
            <a:blip r:embed="rId77" cstate="print"/>
            <a:stretch>
              <a:fillRect/>
            </a:stretch>
          </p:blipFill>
          <p:spPr>
            <a:xfrm>
              <a:off x="3254247" y="4488433"/>
              <a:ext cx="97536" cy="10668"/>
            </a:xfrm>
            <a:prstGeom prst="rect">
              <a:avLst/>
            </a:prstGeom>
          </p:spPr>
        </p:pic>
      </p:grpSp>
      <p:pic>
        <p:nvPicPr>
          <p:cNvPr id="113" name="object 113"/>
          <p:cNvPicPr/>
          <p:nvPr/>
        </p:nvPicPr>
        <p:blipFill>
          <a:blip r:embed="rId78" cstate="print"/>
          <a:stretch>
            <a:fillRect/>
          </a:stretch>
        </p:blipFill>
        <p:spPr>
          <a:xfrm>
            <a:off x="3271646" y="4304284"/>
            <a:ext cx="64007" cy="110998"/>
          </a:xfrm>
          <a:prstGeom prst="rect">
            <a:avLst/>
          </a:prstGeom>
        </p:spPr>
      </p:pic>
      <p:grpSp>
        <p:nvGrpSpPr>
          <p:cNvPr id="114" name="object 114"/>
          <p:cNvGrpSpPr/>
          <p:nvPr/>
        </p:nvGrpSpPr>
        <p:grpSpPr>
          <a:xfrm>
            <a:off x="3256279" y="4234815"/>
            <a:ext cx="327025" cy="515620"/>
            <a:chOff x="3256279" y="4234815"/>
            <a:chExt cx="327025" cy="515620"/>
          </a:xfrm>
        </p:grpSpPr>
        <p:pic>
          <p:nvPicPr>
            <p:cNvPr id="115" name="object 115"/>
            <p:cNvPicPr/>
            <p:nvPr/>
          </p:nvPicPr>
          <p:blipFill>
            <a:blip r:embed="rId79" cstate="print"/>
            <a:stretch>
              <a:fillRect/>
            </a:stretch>
          </p:blipFill>
          <p:spPr>
            <a:xfrm>
              <a:off x="3256279" y="4571746"/>
              <a:ext cx="90550" cy="79502"/>
            </a:xfrm>
            <a:prstGeom prst="rect">
              <a:avLst/>
            </a:prstGeom>
          </p:spPr>
        </p:pic>
        <p:pic>
          <p:nvPicPr>
            <p:cNvPr id="116" name="object 116"/>
            <p:cNvPicPr/>
            <p:nvPr/>
          </p:nvPicPr>
          <p:blipFill>
            <a:blip r:embed="rId80" cstate="print"/>
            <a:stretch>
              <a:fillRect/>
            </a:stretch>
          </p:blipFill>
          <p:spPr>
            <a:xfrm>
              <a:off x="3381374" y="4336161"/>
              <a:ext cx="201675" cy="314197"/>
            </a:xfrm>
            <a:prstGeom prst="rect">
              <a:avLst/>
            </a:prstGeom>
          </p:spPr>
        </p:pic>
        <p:pic>
          <p:nvPicPr>
            <p:cNvPr id="117" name="object 117"/>
            <p:cNvPicPr/>
            <p:nvPr/>
          </p:nvPicPr>
          <p:blipFill>
            <a:blip r:embed="rId81" cstate="print"/>
            <a:stretch>
              <a:fillRect/>
            </a:stretch>
          </p:blipFill>
          <p:spPr>
            <a:xfrm>
              <a:off x="3395114" y="4665853"/>
              <a:ext cx="116689" cy="84201"/>
            </a:xfrm>
            <a:prstGeom prst="rect">
              <a:avLst/>
            </a:prstGeom>
          </p:spPr>
        </p:pic>
        <p:pic>
          <p:nvPicPr>
            <p:cNvPr id="118" name="object 118"/>
            <p:cNvPicPr/>
            <p:nvPr/>
          </p:nvPicPr>
          <p:blipFill>
            <a:blip r:embed="rId82" cstate="print"/>
            <a:stretch>
              <a:fillRect/>
            </a:stretch>
          </p:blipFill>
          <p:spPr>
            <a:xfrm>
              <a:off x="3531742" y="4673346"/>
              <a:ext cx="49911" cy="75692"/>
            </a:xfrm>
            <a:prstGeom prst="rect">
              <a:avLst/>
            </a:prstGeom>
          </p:spPr>
        </p:pic>
        <p:pic>
          <p:nvPicPr>
            <p:cNvPr id="119" name="object 119"/>
            <p:cNvPicPr/>
            <p:nvPr/>
          </p:nvPicPr>
          <p:blipFill>
            <a:blip r:embed="rId83" cstate="print"/>
            <a:stretch>
              <a:fillRect/>
            </a:stretch>
          </p:blipFill>
          <p:spPr>
            <a:xfrm>
              <a:off x="3450208" y="4234815"/>
              <a:ext cx="73660" cy="61087"/>
            </a:xfrm>
            <a:prstGeom prst="rect">
              <a:avLst/>
            </a:prstGeom>
          </p:spPr>
        </p:pic>
      </p:grpSp>
      <p:grpSp>
        <p:nvGrpSpPr>
          <p:cNvPr id="120" name="object 120"/>
          <p:cNvGrpSpPr/>
          <p:nvPr/>
        </p:nvGrpSpPr>
        <p:grpSpPr>
          <a:xfrm>
            <a:off x="3632961" y="4218559"/>
            <a:ext cx="454025" cy="531495"/>
            <a:chOff x="3632961" y="4218559"/>
            <a:chExt cx="454025" cy="531495"/>
          </a:xfrm>
        </p:grpSpPr>
        <p:pic>
          <p:nvPicPr>
            <p:cNvPr id="121" name="object 121"/>
            <p:cNvPicPr/>
            <p:nvPr/>
          </p:nvPicPr>
          <p:blipFill>
            <a:blip r:embed="rId84" cstate="print"/>
            <a:stretch>
              <a:fillRect/>
            </a:stretch>
          </p:blipFill>
          <p:spPr>
            <a:xfrm>
              <a:off x="3635882" y="4336161"/>
              <a:ext cx="201675" cy="314197"/>
            </a:xfrm>
            <a:prstGeom prst="rect">
              <a:avLst/>
            </a:prstGeom>
          </p:spPr>
        </p:pic>
        <p:pic>
          <p:nvPicPr>
            <p:cNvPr id="122" name="object 122"/>
            <p:cNvPicPr/>
            <p:nvPr/>
          </p:nvPicPr>
          <p:blipFill>
            <a:blip r:embed="rId85" cstate="print"/>
            <a:stretch>
              <a:fillRect/>
            </a:stretch>
          </p:blipFill>
          <p:spPr>
            <a:xfrm>
              <a:off x="3632961" y="4668774"/>
              <a:ext cx="62357" cy="81280"/>
            </a:xfrm>
            <a:prstGeom prst="rect">
              <a:avLst/>
            </a:prstGeom>
          </p:spPr>
        </p:pic>
        <p:pic>
          <p:nvPicPr>
            <p:cNvPr id="123" name="object 123"/>
            <p:cNvPicPr/>
            <p:nvPr/>
          </p:nvPicPr>
          <p:blipFill>
            <a:blip r:embed="rId86" cstate="print"/>
            <a:stretch>
              <a:fillRect/>
            </a:stretch>
          </p:blipFill>
          <p:spPr>
            <a:xfrm>
              <a:off x="3712336" y="4697349"/>
              <a:ext cx="67690" cy="34543"/>
            </a:xfrm>
            <a:prstGeom prst="rect">
              <a:avLst/>
            </a:prstGeom>
          </p:spPr>
        </p:pic>
        <p:pic>
          <p:nvPicPr>
            <p:cNvPr id="124" name="object 124"/>
            <p:cNvPicPr/>
            <p:nvPr/>
          </p:nvPicPr>
          <p:blipFill>
            <a:blip r:embed="rId33" cstate="print"/>
            <a:stretch>
              <a:fillRect/>
            </a:stretch>
          </p:blipFill>
          <p:spPr>
            <a:xfrm>
              <a:off x="3801490" y="4673346"/>
              <a:ext cx="49911" cy="75692"/>
            </a:xfrm>
            <a:prstGeom prst="rect">
              <a:avLst/>
            </a:prstGeom>
          </p:spPr>
        </p:pic>
        <p:pic>
          <p:nvPicPr>
            <p:cNvPr id="125" name="object 125"/>
            <p:cNvPicPr/>
            <p:nvPr/>
          </p:nvPicPr>
          <p:blipFill>
            <a:blip r:embed="rId87" cstate="print"/>
            <a:stretch>
              <a:fillRect/>
            </a:stretch>
          </p:blipFill>
          <p:spPr>
            <a:xfrm>
              <a:off x="3700144" y="4218559"/>
              <a:ext cx="81660" cy="76327"/>
            </a:xfrm>
            <a:prstGeom prst="rect">
              <a:avLst/>
            </a:prstGeom>
          </p:spPr>
        </p:pic>
        <p:pic>
          <p:nvPicPr>
            <p:cNvPr id="126" name="object 126"/>
            <p:cNvPicPr/>
            <p:nvPr/>
          </p:nvPicPr>
          <p:blipFill>
            <a:blip r:embed="rId88" cstate="print"/>
            <a:stretch>
              <a:fillRect/>
            </a:stretch>
          </p:blipFill>
          <p:spPr>
            <a:xfrm>
              <a:off x="3888866" y="4462145"/>
              <a:ext cx="198120" cy="113156"/>
            </a:xfrm>
            <a:prstGeom prst="rect">
              <a:avLst/>
            </a:prstGeom>
          </p:spPr>
        </p:pic>
      </p:grpSp>
      <p:grpSp>
        <p:nvGrpSpPr>
          <p:cNvPr id="127" name="object 127"/>
          <p:cNvGrpSpPr/>
          <p:nvPr/>
        </p:nvGrpSpPr>
        <p:grpSpPr>
          <a:xfrm>
            <a:off x="4140200" y="4416425"/>
            <a:ext cx="611505" cy="160020"/>
            <a:chOff x="4140200" y="4416425"/>
            <a:chExt cx="611505" cy="160020"/>
          </a:xfrm>
        </p:grpSpPr>
        <p:pic>
          <p:nvPicPr>
            <p:cNvPr id="128" name="object 128"/>
            <p:cNvPicPr/>
            <p:nvPr/>
          </p:nvPicPr>
          <p:blipFill>
            <a:blip r:embed="rId89" cstate="print"/>
            <a:stretch>
              <a:fillRect/>
            </a:stretch>
          </p:blipFill>
          <p:spPr>
            <a:xfrm>
              <a:off x="4140200" y="4425314"/>
              <a:ext cx="220472" cy="150876"/>
            </a:xfrm>
            <a:prstGeom prst="rect">
              <a:avLst/>
            </a:prstGeom>
          </p:spPr>
        </p:pic>
        <p:pic>
          <p:nvPicPr>
            <p:cNvPr id="129" name="object 129"/>
            <p:cNvPicPr/>
            <p:nvPr/>
          </p:nvPicPr>
          <p:blipFill>
            <a:blip r:embed="rId90" cstate="print"/>
            <a:stretch>
              <a:fillRect/>
            </a:stretch>
          </p:blipFill>
          <p:spPr>
            <a:xfrm>
              <a:off x="4387341" y="4416425"/>
              <a:ext cx="363982" cy="152526"/>
            </a:xfrm>
            <a:prstGeom prst="rect">
              <a:avLst/>
            </a:prstGeom>
          </p:spPr>
        </p:pic>
        <p:pic>
          <p:nvPicPr>
            <p:cNvPr id="130" name="object 130"/>
            <p:cNvPicPr/>
            <p:nvPr/>
          </p:nvPicPr>
          <p:blipFill>
            <a:blip r:embed="rId91" cstate="print"/>
            <a:stretch>
              <a:fillRect/>
            </a:stretch>
          </p:blipFill>
          <p:spPr>
            <a:xfrm>
              <a:off x="4443475" y="4423917"/>
              <a:ext cx="109600" cy="150875"/>
            </a:xfrm>
            <a:prstGeom prst="rect">
              <a:avLst/>
            </a:prstGeom>
          </p:spPr>
        </p:pic>
        <p:pic>
          <p:nvPicPr>
            <p:cNvPr id="131" name="object 131"/>
            <p:cNvPicPr/>
            <p:nvPr/>
          </p:nvPicPr>
          <p:blipFill>
            <a:blip r:embed="rId92" cstate="print"/>
            <a:stretch>
              <a:fillRect/>
            </a:stretch>
          </p:blipFill>
          <p:spPr>
            <a:xfrm>
              <a:off x="4580786" y="4490593"/>
              <a:ext cx="102084" cy="84200"/>
            </a:xfrm>
            <a:prstGeom prst="rect">
              <a:avLst/>
            </a:prstGeom>
          </p:spPr>
        </p:pic>
      </p:grpSp>
      <p:grpSp>
        <p:nvGrpSpPr>
          <p:cNvPr id="132" name="object 132"/>
          <p:cNvGrpSpPr/>
          <p:nvPr/>
        </p:nvGrpSpPr>
        <p:grpSpPr>
          <a:xfrm>
            <a:off x="5663819" y="4312030"/>
            <a:ext cx="3561715" cy="158750"/>
            <a:chOff x="5663819" y="4312030"/>
            <a:chExt cx="3561715" cy="158750"/>
          </a:xfrm>
        </p:grpSpPr>
        <p:pic>
          <p:nvPicPr>
            <p:cNvPr id="133" name="object 133"/>
            <p:cNvPicPr/>
            <p:nvPr/>
          </p:nvPicPr>
          <p:blipFill>
            <a:blip r:embed="rId93" cstate="print"/>
            <a:stretch>
              <a:fillRect/>
            </a:stretch>
          </p:blipFill>
          <p:spPr>
            <a:xfrm>
              <a:off x="5663819" y="4312030"/>
              <a:ext cx="803275" cy="158750"/>
            </a:xfrm>
            <a:prstGeom prst="rect">
              <a:avLst/>
            </a:prstGeom>
          </p:spPr>
        </p:pic>
        <p:pic>
          <p:nvPicPr>
            <p:cNvPr id="134" name="object 134"/>
            <p:cNvPicPr/>
            <p:nvPr/>
          </p:nvPicPr>
          <p:blipFill>
            <a:blip r:embed="rId94" cstate="print"/>
            <a:stretch>
              <a:fillRect/>
            </a:stretch>
          </p:blipFill>
          <p:spPr>
            <a:xfrm>
              <a:off x="6484238" y="4312030"/>
              <a:ext cx="2741294" cy="158750"/>
            </a:xfrm>
            <a:prstGeom prst="rect">
              <a:avLst/>
            </a:prstGeom>
          </p:spPr>
        </p:pic>
      </p:grpSp>
      <p:grpSp>
        <p:nvGrpSpPr>
          <p:cNvPr id="135" name="object 135"/>
          <p:cNvGrpSpPr/>
          <p:nvPr/>
        </p:nvGrpSpPr>
        <p:grpSpPr>
          <a:xfrm>
            <a:off x="6816979" y="4510151"/>
            <a:ext cx="1256030" cy="158750"/>
            <a:chOff x="6816979" y="4510151"/>
            <a:chExt cx="1256030" cy="158750"/>
          </a:xfrm>
        </p:grpSpPr>
        <p:pic>
          <p:nvPicPr>
            <p:cNvPr id="136" name="object 136"/>
            <p:cNvPicPr/>
            <p:nvPr/>
          </p:nvPicPr>
          <p:blipFill>
            <a:blip r:embed="rId95" cstate="print"/>
            <a:stretch>
              <a:fillRect/>
            </a:stretch>
          </p:blipFill>
          <p:spPr>
            <a:xfrm>
              <a:off x="6816979" y="4533392"/>
              <a:ext cx="322452" cy="135508"/>
            </a:xfrm>
            <a:prstGeom prst="rect">
              <a:avLst/>
            </a:prstGeom>
          </p:spPr>
        </p:pic>
        <p:pic>
          <p:nvPicPr>
            <p:cNvPr id="137" name="object 137"/>
            <p:cNvPicPr/>
            <p:nvPr/>
          </p:nvPicPr>
          <p:blipFill>
            <a:blip r:embed="rId96" cstate="print"/>
            <a:stretch>
              <a:fillRect/>
            </a:stretch>
          </p:blipFill>
          <p:spPr>
            <a:xfrm>
              <a:off x="7156069" y="4510151"/>
              <a:ext cx="402208" cy="155448"/>
            </a:xfrm>
            <a:prstGeom prst="rect">
              <a:avLst/>
            </a:prstGeom>
          </p:spPr>
        </p:pic>
        <p:pic>
          <p:nvPicPr>
            <p:cNvPr id="138" name="object 138"/>
            <p:cNvPicPr/>
            <p:nvPr/>
          </p:nvPicPr>
          <p:blipFill>
            <a:blip r:embed="rId97" cstate="print"/>
            <a:stretch>
              <a:fillRect/>
            </a:stretch>
          </p:blipFill>
          <p:spPr>
            <a:xfrm>
              <a:off x="7571359" y="4510151"/>
              <a:ext cx="414909" cy="158750"/>
            </a:xfrm>
            <a:prstGeom prst="rect">
              <a:avLst/>
            </a:prstGeom>
          </p:spPr>
        </p:pic>
        <p:pic>
          <p:nvPicPr>
            <p:cNvPr id="139" name="object 139"/>
            <p:cNvPicPr/>
            <p:nvPr/>
          </p:nvPicPr>
          <p:blipFill>
            <a:blip r:embed="rId27" cstate="print"/>
            <a:stretch>
              <a:fillRect/>
            </a:stretch>
          </p:blipFill>
          <p:spPr>
            <a:xfrm>
              <a:off x="8000746" y="4510151"/>
              <a:ext cx="72135" cy="141986"/>
            </a:xfrm>
            <a:prstGeom prst="rect">
              <a:avLst/>
            </a:prstGeom>
          </p:spPr>
        </p:pic>
      </p:grpSp>
      <p:sp>
        <p:nvSpPr>
          <p:cNvPr id="140" name="object 140"/>
          <p:cNvSpPr txBox="1"/>
          <p:nvPr/>
        </p:nvSpPr>
        <p:spPr>
          <a:xfrm>
            <a:off x="437489" y="431419"/>
            <a:ext cx="391922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FFFFFF"/>
                </a:solidFill>
                <a:latin typeface="Ebrima"/>
                <a:cs typeface="Ebrima"/>
              </a:rPr>
              <a:t>2.3.</a:t>
            </a:r>
            <a:r>
              <a:rPr sz="1800" spc="-20" dirty="0">
                <a:solidFill>
                  <a:srgbClr val="FFFFFF"/>
                </a:solidFill>
                <a:latin typeface="Ebrima"/>
                <a:cs typeface="Ebrima"/>
              </a:rPr>
              <a:t> </a:t>
            </a:r>
            <a:r>
              <a:rPr sz="1800" dirty="0">
                <a:solidFill>
                  <a:srgbClr val="FFFFFF"/>
                </a:solidFill>
                <a:latin typeface="Ebrima"/>
                <a:cs typeface="Ebrima"/>
              </a:rPr>
              <a:t>Machine</a:t>
            </a:r>
            <a:r>
              <a:rPr sz="1800" spc="-30" dirty="0">
                <a:solidFill>
                  <a:srgbClr val="FFFFFF"/>
                </a:solidFill>
                <a:latin typeface="Ebrima"/>
                <a:cs typeface="Ebrima"/>
              </a:rPr>
              <a:t> </a:t>
            </a:r>
            <a:r>
              <a:rPr sz="1800" dirty="0">
                <a:solidFill>
                  <a:srgbClr val="FFFFFF"/>
                </a:solidFill>
                <a:latin typeface="Ebrima"/>
                <a:cs typeface="Ebrima"/>
              </a:rPr>
              <a:t>Learning</a:t>
            </a:r>
            <a:r>
              <a:rPr sz="1800" spc="-30" dirty="0">
                <a:solidFill>
                  <a:srgbClr val="FFFFFF"/>
                </a:solidFill>
                <a:latin typeface="Ebrima"/>
                <a:cs typeface="Ebrima"/>
              </a:rPr>
              <a:t> </a:t>
            </a:r>
            <a:r>
              <a:rPr sz="1800" dirty="0">
                <a:solidFill>
                  <a:srgbClr val="FFFFFF"/>
                </a:solidFill>
                <a:latin typeface="Ebrima"/>
                <a:cs typeface="Ebrima"/>
              </a:rPr>
              <a:t>with</a:t>
            </a:r>
            <a:r>
              <a:rPr sz="1800" spc="-10" dirty="0">
                <a:solidFill>
                  <a:srgbClr val="FFFFFF"/>
                </a:solidFill>
                <a:latin typeface="Ebrima"/>
                <a:cs typeface="Ebrima"/>
              </a:rPr>
              <a:t> TensorFlow</a:t>
            </a:r>
            <a:endParaRPr sz="1800">
              <a:latin typeface="Ebrima"/>
              <a:cs typeface="Ebrima"/>
            </a:endParaRPr>
          </a:p>
        </p:txBody>
      </p:sp>
      <p:sp>
        <p:nvSpPr>
          <p:cNvPr id="141" name="object 141"/>
          <p:cNvSpPr txBox="1"/>
          <p:nvPr/>
        </p:nvSpPr>
        <p:spPr>
          <a:xfrm>
            <a:off x="8671941" y="463677"/>
            <a:ext cx="80962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dirty="0">
                <a:solidFill>
                  <a:srgbClr val="D9D9D9"/>
                </a:solidFill>
                <a:latin typeface="Ebrima"/>
                <a:cs typeface="Ebrima"/>
              </a:rPr>
              <a:t>UNIT</a:t>
            </a:r>
            <a:r>
              <a:rPr sz="1600" spc="400" dirty="0">
                <a:solidFill>
                  <a:srgbClr val="D9D9D9"/>
                </a:solidFill>
                <a:latin typeface="Ebrima"/>
                <a:cs typeface="Ebrima"/>
              </a:rPr>
              <a:t> </a:t>
            </a:r>
            <a:r>
              <a:rPr sz="1600" spc="-35" dirty="0">
                <a:solidFill>
                  <a:srgbClr val="D9D9D9"/>
                </a:solidFill>
                <a:latin typeface="Ebrima"/>
                <a:cs typeface="Ebrima"/>
              </a:rPr>
              <a:t>02</a:t>
            </a:r>
            <a:endParaRPr sz="1600">
              <a:latin typeface="Ebrima"/>
              <a:cs typeface="Ebrima"/>
            </a:endParaRPr>
          </a:p>
        </p:txBody>
      </p:sp>
    </p:spTree>
  </p:cSld>
  <p:clrMapOvr>
    <a:masterClrMapping/>
  </p:clrMapOvr>
</p:sld>
</file>

<file path=ppt/slides/slide1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342278" y="6524434"/>
            <a:ext cx="108806" cy="90487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54151" y="6527292"/>
            <a:ext cx="1794510" cy="142494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862571" y="6521195"/>
            <a:ext cx="2327910" cy="118110"/>
          </a:xfrm>
          <a:prstGeom prst="rect">
            <a:avLst/>
          </a:prstGeom>
        </p:spPr>
      </p:pic>
      <p:sp>
        <p:nvSpPr>
          <p:cNvPr id="5" name="object 5"/>
          <p:cNvSpPr/>
          <p:nvPr/>
        </p:nvSpPr>
        <p:spPr>
          <a:xfrm>
            <a:off x="559308" y="1440180"/>
            <a:ext cx="36830" cy="180340"/>
          </a:xfrm>
          <a:custGeom>
            <a:avLst/>
            <a:gdLst/>
            <a:ahLst/>
            <a:cxnLst/>
            <a:rect l="l" t="t" r="r" b="b"/>
            <a:pathLst>
              <a:path w="36829" h="180340">
                <a:moveTo>
                  <a:pt x="36576" y="0"/>
                </a:moveTo>
                <a:lnTo>
                  <a:pt x="0" y="0"/>
                </a:lnTo>
                <a:lnTo>
                  <a:pt x="0" y="179832"/>
                </a:lnTo>
                <a:lnTo>
                  <a:pt x="36576" y="179832"/>
                </a:lnTo>
                <a:lnTo>
                  <a:pt x="36576" y="0"/>
                </a:lnTo>
                <a:close/>
              </a:path>
            </a:pathLst>
          </a:custGeom>
          <a:solidFill>
            <a:srgbClr val="183DAF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6" name="object 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719327" y="1464563"/>
            <a:ext cx="1515618" cy="174498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702563" y="1804416"/>
            <a:ext cx="5311902" cy="1710689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437489" y="431419"/>
            <a:ext cx="391922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FFFFFF"/>
                </a:solidFill>
                <a:latin typeface="Ebrima"/>
                <a:cs typeface="Ebrima"/>
              </a:rPr>
              <a:t>2.3.</a:t>
            </a:r>
            <a:r>
              <a:rPr sz="1800" spc="-20" dirty="0">
                <a:solidFill>
                  <a:srgbClr val="FFFFFF"/>
                </a:solidFill>
                <a:latin typeface="Ebrima"/>
                <a:cs typeface="Ebrima"/>
              </a:rPr>
              <a:t> </a:t>
            </a:r>
            <a:r>
              <a:rPr sz="1800" dirty="0">
                <a:solidFill>
                  <a:srgbClr val="FFFFFF"/>
                </a:solidFill>
                <a:latin typeface="Ebrima"/>
                <a:cs typeface="Ebrima"/>
              </a:rPr>
              <a:t>Machine</a:t>
            </a:r>
            <a:r>
              <a:rPr sz="1800" spc="-30" dirty="0">
                <a:solidFill>
                  <a:srgbClr val="FFFFFF"/>
                </a:solidFill>
                <a:latin typeface="Ebrima"/>
                <a:cs typeface="Ebrima"/>
              </a:rPr>
              <a:t> </a:t>
            </a:r>
            <a:r>
              <a:rPr sz="1800" dirty="0">
                <a:solidFill>
                  <a:srgbClr val="FFFFFF"/>
                </a:solidFill>
                <a:latin typeface="Ebrima"/>
                <a:cs typeface="Ebrima"/>
              </a:rPr>
              <a:t>Learning</a:t>
            </a:r>
            <a:r>
              <a:rPr sz="1800" spc="-30" dirty="0">
                <a:solidFill>
                  <a:srgbClr val="FFFFFF"/>
                </a:solidFill>
                <a:latin typeface="Ebrima"/>
                <a:cs typeface="Ebrima"/>
              </a:rPr>
              <a:t> </a:t>
            </a:r>
            <a:r>
              <a:rPr sz="1800" dirty="0">
                <a:solidFill>
                  <a:srgbClr val="FFFFFF"/>
                </a:solidFill>
                <a:latin typeface="Ebrima"/>
                <a:cs typeface="Ebrima"/>
              </a:rPr>
              <a:t>with</a:t>
            </a:r>
            <a:r>
              <a:rPr sz="1800" spc="-10" dirty="0">
                <a:solidFill>
                  <a:srgbClr val="FFFFFF"/>
                </a:solidFill>
                <a:latin typeface="Ebrima"/>
                <a:cs typeface="Ebrima"/>
              </a:rPr>
              <a:t> TensorFlow</a:t>
            </a:r>
            <a:endParaRPr sz="1800">
              <a:latin typeface="Ebrima"/>
              <a:cs typeface="Ebrim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8671941" y="463677"/>
            <a:ext cx="80962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dirty="0">
                <a:solidFill>
                  <a:srgbClr val="D9D9D9"/>
                </a:solidFill>
                <a:latin typeface="Ebrima"/>
                <a:cs typeface="Ebrima"/>
              </a:rPr>
              <a:t>UNIT</a:t>
            </a:r>
            <a:r>
              <a:rPr sz="1600" spc="400" dirty="0">
                <a:solidFill>
                  <a:srgbClr val="D9D9D9"/>
                </a:solidFill>
                <a:latin typeface="Ebrima"/>
                <a:cs typeface="Ebrima"/>
              </a:rPr>
              <a:t> </a:t>
            </a:r>
            <a:r>
              <a:rPr sz="1600" spc="-35" dirty="0">
                <a:solidFill>
                  <a:srgbClr val="D9D9D9"/>
                </a:solidFill>
                <a:latin typeface="Ebrima"/>
                <a:cs typeface="Ebrima"/>
              </a:rPr>
              <a:t>02</a:t>
            </a:r>
            <a:endParaRPr sz="1600">
              <a:latin typeface="Ebrima"/>
              <a:cs typeface="Ebrima"/>
            </a:endParaRPr>
          </a:p>
        </p:txBody>
      </p:sp>
    </p:spTree>
  </p:cSld>
  <p:clrMapOvr>
    <a:masterClrMapping/>
  </p:clrMapOvr>
</p:sld>
</file>

<file path=ppt/slides/slide1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331543" y="6524434"/>
            <a:ext cx="111922" cy="90487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54151" y="6527292"/>
            <a:ext cx="1794510" cy="142494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862571" y="6521195"/>
            <a:ext cx="2327910" cy="118110"/>
          </a:xfrm>
          <a:prstGeom prst="rect">
            <a:avLst/>
          </a:prstGeom>
        </p:spPr>
      </p:pic>
      <p:sp>
        <p:nvSpPr>
          <p:cNvPr id="5" name="object 5"/>
          <p:cNvSpPr/>
          <p:nvPr/>
        </p:nvSpPr>
        <p:spPr>
          <a:xfrm>
            <a:off x="559308" y="1440180"/>
            <a:ext cx="36830" cy="180340"/>
          </a:xfrm>
          <a:custGeom>
            <a:avLst/>
            <a:gdLst/>
            <a:ahLst/>
            <a:cxnLst/>
            <a:rect l="l" t="t" r="r" b="b"/>
            <a:pathLst>
              <a:path w="36829" h="180340">
                <a:moveTo>
                  <a:pt x="36576" y="0"/>
                </a:moveTo>
                <a:lnTo>
                  <a:pt x="0" y="0"/>
                </a:lnTo>
                <a:lnTo>
                  <a:pt x="0" y="179832"/>
                </a:lnTo>
                <a:lnTo>
                  <a:pt x="36576" y="179832"/>
                </a:lnTo>
                <a:lnTo>
                  <a:pt x="36576" y="0"/>
                </a:lnTo>
                <a:close/>
              </a:path>
            </a:pathLst>
          </a:custGeom>
          <a:solidFill>
            <a:srgbClr val="183DAF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6" name="object 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719327" y="1464563"/>
            <a:ext cx="1515618" cy="174498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710183" y="1804416"/>
            <a:ext cx="5295138" cy="169925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782325" y="2595900"/>
            <a:ext cx="8526349" cy="1940935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2677667" y="2293620"/>
            <a:ext cx="653033" cy="195834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7613904" y="4677155"/>
            <a:ext cx="1203198" cy="206501"/>
          </a:xfrm>
          <a:prstGeom prst="rect">
            <a:avLst/>
          </a:prstGeom>
        </p:spPr>
      </p:pic>
      <p:sp>
        <p:nvSpPr>
          <p:cNvPr id="11" name="object 11"/>
          <p:cNvSpPr/>
          <p:nvPr/>
        </p:nvSpPr>
        <p:spPr>
          <a:xfrm>
            <a:off x="3043427" y="3407664"/>
            <a:ext cx="843280" cy="381000"/>
          </a:xfrm>
          <a:custGeom>
            <a:avLst/>
            <a:gdLst/>
            <a:ahLst/>
            <a:cxnLst/>
            <a:rect l="l" t="t" r="r" b="b"/>
            <a:pathLst>
              <a:path w="843279" h="381000">
                <a:moveTo>
                  <a:pt x="842772" y="0"/>
                </a:moveTo>
                <a:lnTo>
                  <a:pt x="0" y="0"/>
                </a:lnTo>
                <a:lnTo>
                  <a:pt x="0" y="381000"/>
                </a:lnTo>
                <a:lnTo>
                  <a:pt x="842772" y="381000"/>
                </a:lnTo>
                <a:lnTo>
                  <a:pt x="842772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6193535" y="3407664"/>
            <a:ext cx="843280" cy="381000"/>
          </a:xfrm>
          <a:custGeom>
            <a:avLst/>
            <a:gdLst/>
            <a:ahLst/>
            <a:cxnLst/>
            <a:rect l="l" t="t" r="r" b="b"/>
            <a:pathLst>
              <a:path w="843279" h="381000">
                <a:moveTo>
                  <a:pt x="842771" y="0"/>
                </a:moveTo>
                <a:lnTo>
                  <a:pt x="0" y="0"/>
                </a:lnTo>
                <a:lnTo>
                  <a:pt x="0" y="381000"/>
                </a:lnTo>
                <a:lnTo>
                  <a:pt x="842771" y="381000"/>
                </a:lnTo>
                <a:lnTo>
                  <a:pt x="842771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437489" y="431419"/>
            <a:ext cx="391922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FFFFFF"/>
                </a:solidFill>
                <a:latin typeface="Ebrima"/>
                <a:cs typeface="Ebrima"/>
              </a:rPr>
              <a:t>2.3.</a:t>
            </a:r>
            <a:r>
              <a:rPr sz="1800" spc="-20" dirty="0">
                <a:solidFill>
                  <a:srgbClr val="FFFFFF"/>
                </a:solidFill>
                <a:latin typeface="Ebrima"/>
                <a:cs typeface="Ebrima"/>
              </a:rPr>
              <a:t> </a:t>
            </a:r>
            <a:r>
              <a:rPr sz="1800" dirty="0">
                <a:solidFill>
                  <a:srgbClr val="FFFFFF"/>
                </a:solidFill>
                <a:latin typeface="Ebrima"/>
                <a:cs typeface="Ebrima"/>
              </a:rPr>
              <a:t>Machine</a:t>
            </a:r>
            <a:r>
              <a:rPr sz="1800" spc="-30" dirty="0">
                <a:solidFill>
                  <a:srgbClr val="FFFFFF"/>
                </a:solidFill>
                <a:latin typeface="Ebrima"/>
                <a:cs typeface="Ebrima"/>
              </a:rPr>
              <a:t> </a:t>
            </a:r>
            <a:r>
              <a:rPr sz="1800" dirty="0">
                <a:solidFill>
                  <a:srgbClr val="FFFFFF"/>
                </a:solidFill>
                <a:latin typeface="Ebrima"/>
                <a:cs typeface="Ebrima"/>
              </a:rPr>
              <a:t>Learning</a:t>
            </a:r>
            <a:r>
              <a:rPr sz="1800" spc="-30" dirty="0">
                <a:solidFill>
                  <a:srgbClr val="FFFFFF"/>
                </a:solidFill>
                <a:latin typeface="Ebrima"/>
                <a:cs typeface="Ebrima"/>
              </a:rPr>
              <a:t> </a:t>
            </a:r>
            <a:r>
              <a:rPr sz="1800" dirty="0">
                <a:solidFill>
                  <a:srgbClr val="FFFFFF"/>
                </a:solidFill>
                <a:latin typeface="Ebrima"/>
                <a:cs typeface="Ebrima"/>
              </a:rPr>
              <a:t>with</a:t>
            </a:r>
            <a:r>
              <a:rPr sz="1800" spc="-10" dirty="0">
                <a:solidFill>
                  <a:srgbClr val="FFFFFF"/>
                </a:solidFill>
                <a:latin typeface="Ebrima"/>
                <a:cs typeface="Ebrima"/>
              </a:rPr>
              <a:t> TensorFlow</a:t>
            </a:r>
            <a:endParaRPr sz="1800">
              <a:latin typeface="Ebrima"/>
              <a:cs typeface="Ebrima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8671941" y="463677"/>
            <a:ext cx="80962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dirty="0">
                <a:solidFill>
                  <a:srgbClr val="D9D9D9"/>
                </a:solidFill>
                <a:latin typeface="Ebrima"/>
                <a:cs typeface="Ebrima"/>
              </a:rPr>
              <a:t>UNIT</a:t>
            </a:r>
            <a:r>
              <a:rPr sz="1600" spc="400" dirty="0">
                <a:solidFill>
                  <a:srgbClr val="D9D9D9"/>
                </a:solidFill>
                <a:latin typeface="Ebrima"/>
                <a:cs typeface="Ebrima"/>
              </a:rPr>
              <a:t> </a:t>
            </a:r>
            <a:r>
              <a:rPr sz="1600" spc="-35" dirty="0">
                <a:solidFill>
                  <a:srgbClr val="D9D9D9"/>
                </a:solidFill>
                <a:latin typeface="Ebrima"/>
                <a:cs typeface="Ebrima"/>
              </a:rPr>
              <a:t>02</a:t>
            </a:r>
            <a:endParaRPr sz="1600">
              <a:latin typeface="Ebrima"/>
              <a:cs typeface="Ebrima"/>
            </a:endParaRPr>
          </a:p>
        </p:txBody>
      </p:sp>
    </p:spTree>
  </p:cSld>
  <p:clrMapOvr>
    <a:masterClrMapping/>
  </p:clrMapOvr>
</p:sld>
</file>

<file path=ppt/slides/slide1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331543" y="6524434"/>
            <a:ext cx="111922" cy="90487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54151" y="6527292"/>
            <a:ext cx="1794510" cy="142494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862571" y="6521195"/>
            <a:ext cx="2327910" cy="118110"/>
          </a:xfrm>
          <a:prstGeom prst="rect">
            <a:avLst/>
          </a:prstGeom>
        </p:spPr>
      </p:pic>
      <p:sp>
        <p:nvSpPr>
          <p:cNvPr id="5" name="object 5"/>
          <p:cNvSpPr/>
          <p:nvPr/>
        </p:nvSpPr>
        <p:spPr>
          <a:xfrm>
            <a:off x="559308" y="1440180"/>
            <a:ext cx="36830" cy="180340"/>
          </a:xfrm>
          <a:custGeom>
            <a:avLst/>
            <a:gdLst/>
            <a:ahLst/>
            <a:cxnLst/>
            <a:rect l="l" t="t" r="r" b="b"/>
            <a:pathLst>
              <a:path w="36829" h="180340">
                <a:moveTo>
                  <a:pt x="36576" y="0"/>
                </a:moveTo>
                <a:lnTo>
                  <a:pt x="0" y="0"/>
                </a:lnTo>
                <a:lnTo>
                  <a:pt x="0" y="179832"/>
                </a:lnTo>
                <a:lnTo>
                  <a:pt x="36576" y="179832"/>
                </a:lnTo>
                <a:lnTo>
                  <a:pt x="36576" y="0"/>
                </a:lnTo>
                <a:close/>
              </a:path>
            </a:pathLst>
          </a:custGeom>
          <a:solidFill>
            <a:srgbClr val="183DAF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6" name="object 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719327" y="1464563"/>
            <a:ext cx="2663190" cy="174498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710183" y="1805939"/>
            <a:ext cx="5392674" cy="1358646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437489" y="431419"/>
            <a:ext cx="391922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FFFFFF"/>
                </a:solidFill>
                <a:latin typeface="Ebrima"/>
                <a:cs typeface="Ebrima"/>
              </a:rPr>
              <a:t>2.3.</a:t>
            </a:r>
            <a:r>
              <a:rPr sz="1800" spc="-20" dirty="0">
                <a:solidFill>
                  <a:srgbClr val="FFFFFF"/>
                </a:solidFill>
                <a:latin typeface="Ebrima"/>
                <a:cs typeface="Ebrima"/>
              </a:rPr>
              <a:t> </a:t>
            </a:r>
            <a:r>
              <a:rPr sz="1800" dirty="0">
                <a:solidFill>
                  <a:srgbClr val="FFFFFF"/>
                </a:solidFill>
                <a:latin typeface="Ebrima"/>
                <a:cs typeface="Ebrima"/>
              </a:rPr>
              <a:t>Machine</a:t>
            </a:r>
            <a:r>
              <a:rPr sz="1800" spc="-30" dirty="0">
                <a:solidFill>
                  <a:srgbClr val="FFFFFF"/>
                </a:solidFill>
                <a:latin typeface="Ebrima"/>
                <a:cs typeface="Ebrima"/>
              </a:rPr>
              <a:t> </a:t>
            </a:r>
            <a:r>
              <a:rPr sz="1800" dirty="0">
                <a:solidFill>
                  <a:srgbClr val="FFFFFF"/>
                </a:solidFill>
                <a:latin typeface="Ebrima"/>
                <a:cs typeface="Ebrima"/>
              </a:rPr>
              <a:t>Learning</a:t>
            </a:r>
            <a:r>
              <a:rPr sz="1800" spc="-30" dirty="0">
                <a:solidFill>
                  <a:srgbClr val="FFFFFF"/>
                </a:solidFill>
                <a:latin typeface="Ebrima"/>
                <a:cs typeface="Ebrima"/>
              </a:rPr>
              <a:t> </a:t>
            </a:r>
            <a:r>
              <a:rPr sz="1800" dirty="0">
                <a:solidFill>
                  <a:srgbClr val="FFFFFF"/>
                </a:solidFill>
                <a:latin typeface="Ebrima"/>
                <a:cs typeface="Ebrima"/>
              </a:rPr>
              <a:t>with</a:t>
            </a:r>
            <a:r>
              <a:rPr sz="1800" spc="-10" dirty="0">
                <a:solidFill>
                  <a:srgbClr val="FFFFFF"/>
                </a:solidFill>
                <a:latin typeface="Ebrima"/>
                <a:cs typeface="Ebrima"/>
              </a:rPr>
              <a:t> TensorFlow</a:t>
            </a:r>
            <a:endParaRPr sz="1800">
              <a:latin typeface="Ebrima"/>
              <a:cs typeface="Ebrim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8671941" y="463677"/>
            <a:ext cx="80962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dirty="0">
                <a:solidFill>
                  <a:srgbClr val="D9D9D9"/>
                </a:solidFill>
                <a:latin typeface="Ebrima"/>
                <a:cs typeface="Ebrima"/>
              </a:rPr>
              <a:t>UNIT</a:t>
            </a:r>
            <a:r>
              <a:rPr sz="1600" spc="400" dirty="0">
                <a:solidFill>
                  <a:srgbClr val="D9D9D9"/>
                </a:solidFill>
                <a:latin typeface="Ebrima"/>
                <a:cs typeface="Ebrima"/>
              </a:rPr>
              <a:t> </a:t>
            </a:r>
            <a:r>
              <a:rPr sz="1600" spc="-35" dirty="0">
                <a:solidFill>
                  <a:srgbClr val="D9D9D9"/>
                </a:solidFill>
                <a:latin typeface="Ebrima"/>
                <a:cs typeface="Ebrima"/>
              </a:rPr>
              <a:t>02</a:t>
            </a:r>
            <a:endParaRPr sz="1600">
              <a:latin typeface="Ebrima"/>
              <a:cs typeface="Ebrima"/>
            </a:endParaRPr>
          </a:p>
        </p:txBody>
      </p:sp>
    </p:spTree>
  </p:cSld>
  <p:clrMapOvr>
    <a:masterClrMapping/>
  </p:clrMapOvr>
</p:sld>
</file>

<file path=ppt/slides/slide1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337643" y="6524434"/>
            <a:ext cx="107345" cy="90487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54151" y="6527292"/>
            <a:ext cx="1794510" cy="142494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862571" y="6521195"/>
            <a:ext cx="2327910" cy="118110"/>
          </a:xfrm>
          <a:prstGeom prst="rect">
            <a:avLst/>
          </a:prstGeom>
        </p:spPr>
      </p:pic>
      <p:sp>
        <p:nvSpPr>
          <p:cNvPr id="5" name="object 5"/>
          <p:cNvSpPr/>
          <p:nvPr/>
        </p:nvSpPr>
        <p:spPr>
          <a:xfrm>
            <a:off x="559308" y="1440180"/>
            <a:ext cx="36830" cy="180340"/>
          </a:xfrm>
          <a:custGeom>
            <a:avLst/>
            <a:gdLst/>
            <a:ahLst/>
            <a:cxnLst/>
            <a:rect l="l" t="t" r="r" b="b"/>
            <a:pathLst>
              <a:path w="36829" h="180340">
                <a:moveTo>
                  <a:pt x="36576" y="0"/>
                </a:moveTo>
                <a:lnTo>
                  <a:pt x="0" y="0"/>
                </a:lnTo>
                <a:lnTo>
                  <a:pt x="0" y="179832"/>
                </a:lnTo>
                <a:lnTo>
                  <a:pt x="36576" y="179832"/>
                </a:lnTo>
                <a:lnTo>
                  <a:pt x="36576" y="0"/>
                </a:lnTo>
                <a:close/>
              </a:path>
            </a:pathLst>
          </a:custGeom>
          <a:solidFill>
            <a:srgbClr val="183DAF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6" name="object 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719327" y="1464563"/>
            <a:ext cx="1579625" cy="174498"/>
          </a:xfrm>
          <a:prstGeom prst="rect">
            <a:avLst/>
          </a:prstGeom>
        </p:spPr>
      </p:pic>
      <p:graphicFrame>
        <p:nvGraphicFramePr>
          <p:cNvPr id="7" name="object 7"/>
          <p:cNvGraphicFramePr>
            <a:graphicFrameLocks noGrp="1"/>
          </p:cNvGraphicFramePr>
          <p:nvPr/>
        </p:nvGraphicFramePr>
        <p:xfrm>
          <a:off x="706437" y="1838451"/>
          <a:ext cx="8639174" cy="259270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54495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569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3727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20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6350">
                      <a:solidFill>
                        <a:srgbClr val="BEBEBE"/>
                      </a:solidFill>
                      <a:prstDash val="solid"/>
                    </a:lnR>
                    <a:lnT w="12700">
                      <a:solidFill>
                        <a:srgbClr val="183DAF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BEBEBE"/>
                      </a:solidFill>
                      <a:prstDash val="solid"/>
                    </a:lnL>
                    <a:lnR w="6350">
                      <a:solidFill>
                        <a:srgbClr val="BEBEBE"/>
                      </a:solidFill>
                      <a:prstDash val="solid"/>
                    </a:lnR>
                    <a:lnT w="12700">
                      <a:solidFill>
                        <a:srgbClr val="183DAF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BEBEBE"/>
                      </a:solidFill>
                      <a:prstDash val="solid"/>
                    </a:lnL>
                    <a:lnT w="12700">
                      <a:solidFill>
                        <a:srgbClr val="183DAF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6350">
                      <a:solidFill>
                        <a:srgbClr val="BEBEBE"/>
                      </a:solidFill>
                      <a:prstDash val="solid"/>
                    </a:lnR>
                    <a:lnT w="6350">
                      <a:solidFill>
                        <a:srgbClr val="BEBEBE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BEBEBE"/>
                      </a:solidFill>
                      <a:prstDash val="solid"/>
                    </a:lnL>
                    <a:lnR w="6350">
                      <a:solidFill>
                        <a:srgbClr val="BEBEBE"/>
                      </a:solidFill>
                      <a:prstDash val="solid"/>
                    </a:lnR>
                    <a:lnT w="6350">
                      <a:solidFill>
                        <a:srgbClr val="BEBEBE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BEBEBE"/>
                      </a:solidFill>
                      <a:prstDash val="solid"/>
                    </a:lnL>
                    <a:lnT w="6350">
                      <a:solidFill>
                        <a:srgbClr val="BEBEBE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20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6350">
                      <a:solidFill>
                        <a:srgbClr val="BEBEBE"/>
                      </a:solidFill>
                      <a:prstDash val="solid"/>
                    </a:lnR>
                    <a:lnT w="6350">
                      <a:solidFill>
                        <a:srgbClr val="BEBEBE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BEBEBE"/>
                      </a:solidFill>
                      <a:prstDash val="solid"/>
                    </a:lnL>
                    <a:lnR w="6350">
                      <a:solidFill>
                        <a:srgbClr val="BEBEBE"/>
                      </a:solidFill>
                      <a:prstDash val="solid"/>
                    </a:lnR>
                    <a:lnT w="6350">
                      <a:solidFill>
                        <a:srgbClr val="BEBEBE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BEBEBE"/>
                      </a:solidFill>
                      <a:prstDash val="solid"/>
                    </a:lnL>
                    <a:lnT w="6350">
                      <a:solidFill>
                        <a:srgbClr val="BEBEBE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20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6350">
                      <a:solidFill>
                        <a:srgbClr val="BEBEBE"/>
                      </a:solidFill>
                      <a:prstDash val="solid"/>
                    </a:lnR>
                    <a:lnT w="6350">
                      <a:solidFill>
                        <a:srgbClr val="BEBEBE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BEBEBE"/>
                      </a:solidFill>
                      <a:prstDash val="solid"/>
                    </a:lnL>
                    <a:lnR w="6350">
                      <a:solidFill>
                        <a:srgbClr val="BEBEBE"/>
                      </a:solidFill>
                      <a:prstDash val="solid"/>
                    </a:lnR>
                    <a:lnT w="6350">
                      <a:solidFill>
                        <a:srgbClr val="BEBEBE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BEBEBE"/>
                      </a:solidFill>
                      <a:prstDash val="solid"/>
                    </a:lnL>
                    <a:lnT w="6350">
                      <a:solidFill>
                        <a:srgbClr val="BEBEBE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20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6350">
                      <a:solidFill>
                        <a:srgbClr val="BEBEBE"/>
                      </a:solidFill>
                      <a:prstDash val="solid"/>
                    </a:lnR>
                    <a:lnT w="6350">
                      <a:solidFill>
                        <a:srgbClr val="BEBEBE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BEBEBE"/>
                      </a:solidFill>
                      <a:prstDash val="solid"/>
                    </a:lnL>
                    <a:lnR w="6350">
                      <a:solidFill>
                        <a:srgbClr val="BEBEBE"/>
                      </a:solidFill>
                      <a:prstDash val="solid"/>
                    </a:lnR>
                    <a:lnT w="6350">
                      <a:solidFill>
                        <a:srgbClr val="BEBEBE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BEBEBE"/>
                      </a:solidFill>
                      <a:prstDash val="solid"/>
                    </a:lnL>
                    <a:lnT w="6350">
                      <a:solidFill>
                        <a:srgbClr val="BEBEBE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6350">
                      <a:solidFill>
                        <a:srgbClr val="BEBEBE"/>
                      </a:solidFill>
                      <a:prstDash val="solid"/>
                    </a:lnR>
                    <a:lnT w="6350">
                      <a:solidFill>
                        <a:srgbClr val="BEBEBE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BEBEBE"/>
                      </a:solidFill>
                      <a:prstDash val="solid"/>
                    </a:lnL>
                    <a:lnR w="6350">
                      <a:solidFill>
                        <a:srgbClr val="BEBEBE"/>
                      </a:solidFill>
                      <a:prstDash val="solid"/>
                    </a:lnR>
                    <a:lnT w="6350">
                      <a:solidFill>
                        <a:srgbClr val="BEBEBE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BEBEBE"/>
                      </a:solidFill>
                      <a:prstDash val="solid"/>
                    </a:lnL>
                    <a:lnT w="6350">
                      <a:solidFill>
                        <a:srgbClr val="BEBEBE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20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6350">
                      <a:solidFill>
                        <a:srgbClr val="BEBEBE"/>
                      </a:solidFill>
                      <a:prstDash val="solid"/>
                    </a:lnR>
                    <a:lnT w="6350">
                      <a:solidFill>
                        <a:srgbClr val="BEBEBE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BEBEBE"/>
                      </a:solidFill>
                      <a:prstDash val="solid"/>
                    </a:lnL>
                    <a:lnR w="6350">
                      <a:solidFill>
                        <a:srgbClr val="BEBEBE"/>
                      </a:solidFill>
                      <a:prstDash val="solid"/>
                    </a:lnR>
                    <a:lnT w="6350">
                      <a:solidFill>
                        <a:srgbClr val="BEBEBE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BEBEBE"/>
                      </a:solidFill>
                      <a:prstDash val="solid"/>
                    </a:lnL>
                    <a:lnT w="6350">
                      <a:solidFill>
                        <a:srgbClr val="BEBEBE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pic>
        <p:nvPicPr>
          <p:cNvPr id="8" name="object 8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143952" y="1973072"/>
            <a:ext cx="661606" cy="155701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3589528" y="1973072"/>
            <a:ext cx="782066" cy="155701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1040218" y="2339339"/>
            <a:ext cx="883323" cy="126237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7159497" y="1973072"/>
            <a:ext cx="734822" cy="125602"/>
          </a:xfrm>
          <a:prstGeom prst="rect">
            <a:avLst/>
          </a:prstGeom>
        </p:spPr>
      </p:pic>
      <p:pic>
        <p:nvPicPr>
          <p:cNvPr id="12" name="object 12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2768726" y="2339339"/>
            <a:ext cx="1970024" cy="155448"/>
          </a:xfrm>
          <a:prstGeom prst="rect">
            <a:avLst/>
          </a:prstGeom>
        </p:spPr>
      </p:pic>
      <p:pic>
        <p:nvPicPr>
          <p:cNvPr id="13" name="object 13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4784344" y="2339339"/>
            <a:ext cx="406526" cy="155448"/>
          </a:xfrm>
          <a:prstGeom prst="rect">
            <a:avLst/>
          </a:prstGeom>
        </p:spPr>
      </p:pic>
      <p:grpSp>
        <p:nvGrpSpPr>
          <p:cNvPr id="14" name="object 14"/>
          <p:cNvGrpSpPr/>
          <p:nvPr/>
        </p:nvGrpSpPr>
        <p:grpSpPr>
          <a:xfrm>
            <a:off x="6610350" y="2339339"/>
            <a:ext cx="1826895" cy="155575"/>
            <a:chOff x="6610350" y="2339339"/>
            <a:chExt cx="1826895" cy="155575"/>
          </a:xfrm>
        </p:grpSpPr>
        <p:pic>
          <p:nvPicPr>
            <p:cNvPr id="15" name="object 15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6610350" y="2339339"/>
              <a:ext cx="1744091" cy="155448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8368029" y="2339339"/>
              <a:ext cx="69215" cy="141859"/>
            </a:xfrm>
            <a:prstGeom prst="rect">
              <a:avLst/>
            </a:prstGeom>
          </p:spPr>
        </p:pic>
      </p:grpSp>
      <p:pic>
        <p:nvPicPr>
          <p:cNvPr id="17" name="object 17"/>
          <p:cNvPicPr/>
          <p:nvPr/>
        </p:nvPicPr>
        <p:blipFill>
          <a:blip r:embed="rId14" cstate="print"/>
          <a:stretch>
            <a:fillRect/>
          </a:stretch>
        </p:blipFill>
        <p:spPr>
          <a:xfrm>
            <a:off x="1204849" y="2710179"/>
            <a:ext cx="548258" cy="126237"/>
          </a:xfrm>
          <a:prstGeom prst="rect">
            <a:avLst/>
          </a:prstGeom>
        </p:spPr>
      </p:pic>
      <p:pic>
        <p:nvPicPr>
          <p:cNvPr id="18" name="object 18"/>
          <p:cNvPicPr/>
          <p:nvPr/>
        </p:nvPicPr>
        <p:blipFill>
          <a:blip r:embed="rId15" cstate="print"/>
          <a:stretch>
            <a:fillRect/>
          </a:stretch>
        </p:blipFill>
        <p:spPr>
          <a:xfrm>
            <a:off x="2557652" y="2710179"/>
            <a:ext cx="2577465" cy="155448"/>
          </a:xfrm>
          <a:prstGeom prst="rect">
            <a:avLst/>
          </a:prstGeom>
        </p:spPr>
      </p:pic>
      <p:pic>
        <p:nvPicPr>
          <p:cNvPr id="19" name="object 19"/>
          <p:cNvPicPr/>
          <p:nvPr/>
        </p:nvPicPr>
        <p:blipFill>
          <a:blip r:embed="rId16" cstate="print"/>
          <a:stretch>
            <a:fillRect/>
          </a:stretch>
        </p:blipFill>
        <p:spPr>
          <a:xfrm>
            <a:off x="5182361" y="2733420"/>
            <a:ext cx="211709" cy="132206"/>
          </a:xfrm>
          <a:prstGeom prst="rect">
            <a:avLst/>
          </a:prstGeom>
        </p:spPr>
      </p:pic>
      <p:grpSp>
        <p:nvGrpSpPr>
          <p:cNvPr id="20" name="object 20"/>
          <p:cNvGrpSpPr/>
          <p:nvPr/>
        </p:nvGrpSpPr>
        <p:grpSpPr>
          <a:xfrm>
            <a:off x="6358890" y="2710179"/>
            <a:ext cx="2329815" cy="155575"/>
            <a:chOff x="6358890" y="2710179"/>
            <a:chExt cx="2329815" cy="155575"/>
          </a:xfrm>
        </p:grpSpPr>
        <p:pic>
          <p:nvPicPr>
            <p:cNvPr id="21" name="object 21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6358890" y="2710179"/>
              <a:ext cx="1442465" cy="155448"/>
            </a:xfrm>
            <a:prstGeom prst="rect">
              <a:avLst/>
            </a:prstGeom>
          </p:spPr>
        </p:pic>
        <p:pic>
          <p:nvPicPr>
            <p:cNvPr id="22" name="object 22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7814818" y="2710179"/>
              <a:ext cx="494029" cy="141859"/>
            </a:xfrm>
            <a:prstGeom prst="rect">
              <a:avLst/>
            </a:prstGeom>
          </p:spPr>
        </p:pic>
        <p:pic>
          <p:nvPicPr>
            <p:cNvPr id="23" name="object 23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8320659" y="2765424"/>
              <a:ext cx="56134" cy="39115"/>
            </a:xfrm>
            <a:prstGeom prst="rect">
              <a:avLst/>
            </a:prstGeom>
          </p:spPr>
        </p:pic>
        <p:pic>
          <p:nvPicPr>
            <p:cNvPr id="24" name="object 24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8395716" y="2710179"/>
              <a:ext cx="249681" cy="126237"/>
            </a:xfrm>
            <a:prstGeom prst="rect">
              <a:avLst/>
            </a:prstGeom>
          </p:spPr>
        </p:pic>
        <p:pic>
          <p:nvPicPr>
            <p:cNvPr id="25" name="object 25"/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8659241" y="2710179"/>
              <a:ext cx="29463" cy="141859"/>
            </a:xfrm>
            <a:prstGeom prst="rect">
              <a:avLst/>
            </a:prstGeom>
          </p:spPr>
        </p:pic>
      </p:grpSp>
      <p:grpSp>
        <p:nvGrpSpPr>
          <p:cNvPr id="26" name="object 26"/>
          <p:cNvGrpSpPr/>
          <p:nvPr/>
        </p:nvGrpSpPr>
        <p:grpSpPr>
          <a:xfrm>
            <a:off x="954874" y="3081020"/>
            <a:ext cx="1048385" cy="126364"/>
            <a:chOff x="954874" y="3081020"/>
            <a:chExt cx="1048385" cy="126364"/>
          </a:xfrm>
        </p:grpSpPr>
        <p:pic>
          <p:nvPicPr>
            <p:cNvPr id="27" name="object 27"/>
            <p:cNvPicPr/>
            <p:nvPr/>
          </p:nvPicPr>
          <p:blipFill>
            <a:blip r:embed="rId22" cstate="print"/>
            <a:stretch>
              <a:fillRect/>
            </a:stretch>
          </p:blipFill>
          <p:spPr>
            <a:xfrm>
              <a:off x="954874" y="3081020"/>
              <a:ext cx="458762" cy="125856"/>
            </a:xfrm>
            <a:prstGeom prst="rect">
              <a:avLst/>
            </a:prstGeom>
          </p:spPr>
        </p:pic>
        <p:pic>
          <p:nvPicPr>
            <p:cNvPr id="28" name="object 28"/>
            <p:cNvPicPr/>
            <p:nvPr/>
          </p:nvPicPr>
          <p:blipFill>
            <a:blip r:embed="rId23" cstate="print"/>
            <a:stretch>
              <a:fillRect/>
            </a:stretch>
          </p:blipFill>
          <p:spPr>
            <a:xfrm>
              <a:off x="1454784" y="3081020"/>
              <a:ext cx="548259" cy="126237"/>
            </a:xfrm>
            <a:prstGeom prst="rect">
              <a:avLst/>
            </a:prstGeom>
          </p:spPr>
        </p:pic>
      </p:grpSp>
      <p:grpSp>
        <p:nvGrpSpPr>
          <p:cNvPr id="29" name="object 29"/>
          <p:cNvGrpSpPr/>
          <p:nvPr/>
        </p:nvGrpSpPr>
        <p:grpSpPr>
          <a:xfrm>
            <a:off x="3073526" y="3081020"/>
            <a:ext cx="1809114" cy="155575"/>
            <a:chOff x="3073526" y="3081020"/>
            <a:chExt cx="1809114" cy="155575"/>
          </a:xfrm>
        </p:grpSpPr>
        <p:pic>
          <p:nvPicPr>
            <p:cNvPr id="30" name="object 30"/>
            <p:cNvPicPr/>
            <p:nvPr/>
          </p:nvPicPr>
          <p:blipFill>
            <a:blip r:embed="rId24" cstate="print"/>
            <a:stretch>
              <a:fillRect/>
            </a:stretch>
          </p:blipFill>
          <p:spPr>
            <a:xfrm>
              <a:off x="3073526" y="3081020"/>
              <a:ext cx="1187323" cy="155447"/>
            </a:xfrm>
            <a:prstGeom prst="rect">
              <a:avLst/>
            </a:prstGeom>
          </p:spPr>
        </p:pic>
        <p:pic>
          <p:nvPicPr>
            <p:cNvPr id="31" name="object 31"/>
            <p:cNvPicPr/>
            <p:nvPr/>
          </p:nvPicPr>
          <p:blipFill>
            <a:blip r:embed="rId25" cstate="print"/>
            <a:stretch>
              <a:fillRect/>
            </a:stretch>
          </p:blipFill>
          <p:spPr>
            <a:xfrm>
              <a:off x="4300600" y="3104261"/>
              <a:ext cx="581533" cy="102615"/>
            </a:xfrm>
            <a:prstGeom prst="rect">
              <a:avLst/>
            </a:prstGeom>
          </p:spPr>
        </p:pic>
      </p:grpSp>
      <p:grpSp>
        <p:nvGrpSpPr>
          <p:cNvPr id="32" name="object 32"/>
          <p:cNvGrpSpPr/>
          <p:nvPr/>
        </p:nvGrpSpPr>
        <p:grpSpPr>
          <a:xfrm>
            <a:off x="6375653" y="3081020"/>
            <a:ext cx="2296795" cy="155575"/>
            <a:chOff x="6375653" y="3081020"/>
            <a:chExt cx="2296795" cy="155575"/>
          </a:xfrm>
        </p:grpSpPr>
        <p:pic>
          <p:nvPicPr>
            <p:cNvPr id="33" name="object 33"/>
            <p:cNvPicPr/>
            <p:nvPr/>
          </p:nvPicPr>
          <p:blipFill>
            <a:blip r:embed="rId26" cstate="print"/>
            <a:stretch>
              <a:fillRect/>
            </a:stretch>
          </p:blipFill>
          <p:spPr>
            <a:xfrm>
              <a:off x="6375653" y="3081020"/>
              <a:ext cx="1442339" cy="155447"/>
            </a:xfrm>
            <a:prstGeom prst="rect">
              <a:avLst/>
            </a:prstGeom>
          </p:spPr>
        </p:pic>
        <p:pic>
          <p:nvPicPr>
            <p:cNvPr id="34" name="object 34"/>
            <p:cNvPicPr/>
            <p:nvPr/>
          </p:nvPicPr>
          <p:blipFill>
            <a:blip r:embed="rId27" cstate="print"/>
            <a:stretch>
              <a:fillRect/>
            </a:stretch>
          </p:blipFill>
          <p:spPr>
            <a:xfrm>
              <a:off x="7831581" y="3081020"/>
              <a:ext cx="494029" cy="141858"/>
            </a:xfrm>
            <a:prstGeom prst="rect">
              <a:avLst/>
            </a:prstGeom>
          </p:spPr>
        </p:pic>
        <p:pic>
          <p:nvPicPr>
            <p:cNvPr id="35" name="object 35"/>
            <p:cNvPicPr/>
            <p:nvPr/>
          </p:nvPicPr>
          <p:blipFill>
            <a:blip r:embed="rId28" cstate="print"/>
            <a:stretch>
              <a:fillRect/>
            </a:stretch>
          </p:blipFill>
          <p:spPr>
            <a:xfrm>
              <a:off x="8337422" y="3081020"/>
              <a:ext cx="289559" cy="126237"/>
            </a:xfrm>
            <a:prstGeom prst="rect">
              <a:avLst/>
            </a:prstGeom>
          </p:spPr>
        </p:pic>
        <p:pic>
          <p:nvPicPr>
            <p:cNvPr id="36" name="object 36"/>
            <p:cNvPicPr/>
            <p:nvPr/>
          </p:nvPicPr>
          <p:blipFill>
            <a:blip r:embed="rId29" cstate="print"/>
            <a:stretch>
              <a:fillRect/>
            </a:stretch>
          </p:blipFill>
          <p:spPr>
            <a:xfrm>
              <a:off x="8642476" y="3081020"/>
              <a:ext cx="29464" cy="141858"/>
            </a:xfrm>
            <a:prstGeom prst="rect">
              <a:avLst/>
            </a:prstGeom>
          </p:spPr>
        </p:pic>
      </p:grpSp>
      <p:pic>
        <p:nvPicPr>
          <p:cNvPr id="37" name="object 37"/>
          <p:cNvPicPr/>
          <p:nvPr/>
        </p:nvPicPr>
        <p:blipFill>
          <a:blip r:embed="rId30" cstate="print"/>
          <a:stretch>
            <a:fillRect/>
          </a:stretch>
        </p:blipFill>
        <p:spPr>
          <a:xfrm>
            <a:off x="1266888" y="3451478"/>
            <a:ext cx="421576" cy="155829"/>
          </a:xfrm>
          <a:prstGeom prst="rect">
            <a:avLst/>
          </a:prstGeom>
        </p:spPr>
      </p:pic>
      <p:grpSp>
        <p:nvGrpSpPr>
          <p:cNvPr id="38" name="object 38"/>
          <p:cNvGrpSpPr/>
          <p:nvPr/>
        </p:nvGrpSpPr>
        <p:grpSpPr>
          <a:xfrm>
            <a:off x="3463290" y="3451478"/>
            <a:ext cx="1027430" cy="156210"/>
            <a:chOff x="3463290" y="3451478"/>
            <a:chExt cx="1027430" cy="156210"/>
          </a:xfrm>
        </p:grpSpPr>
        <p:pic>
          <p:nvPicPr>
            <p:cNvPr id="39" name="object 39"/>
            <p:cNvPicPr/>
            <p:nvPr/>
          </p:nvPicPr>
          <p:blipFill>
            <a:blip r:embed="rId31" cstate="print"/>
            <a:stretch>
              <a:fillRect/>
            </a:stretch>
          </p:blipFill>
          <p:spPr>
            <a:xfrm>
              <a:off x="3463290" y="3451478"/>
              <a:ext cx="792352" cy="155829"/>
            </a:xfrm>
            <a:prstGeom prst="rect">
              <a:avLst/>
            </a:prstGeom>
          </p:spPr>
        </p:pic>
        <p:pic>
          <p:nvPicPr>
            <p:cNvPr id="40" name="object 40"/>
            <p:cNvPicPr/>
            <p:nvPr/>
          </p:nvPicPr>
          <p:blipFill>
            <a:blip r:embed="rId32" cstate="print"/>
            <a:stretch>
              <a:fillRect/>
            </a:stretch>
          </p:blipFill>
          <p:spPr>
            <a:xfrm>
              <a:off x="4299966" y="3468750"/>
              <a:ext cx="190626" cy="108838"/>
            </a:xfrm>
            <a:prstGeom prst="rect">
              <a:avLst/>
            </a:prstGeom>
          </p:spPr>
        </p:pic>
      </p:grpSp>
      <p:grpSp>
        <p:nvGrpSpPr>
          <p:cNvPr id="41" name="object 41"/>
          <p:cNvGrpSpPr/>
          <p:nvPr/>
        </p:nvGrpSpPr>
        <p:grpSpPr>
          <a:xfrm>
            <a:off x="6826757" y="3451478"/>
            <a:ext cx="1394460" cy="156210"/>
            <a:chOff x="6826757" y="3451478"/>
            <a:chExt cx="1394460" cy="156210"/>
          </a:xfrm>
        </p:grpSpPr>
        <p:pic>
          <p:nvPicPr>
            <p:cNvPr id="42" name="object 42"/>
            <p:cNvPicPr/>
            <p:nvPr/>
          </p:nvPicPr>
          <p:blipFill>
            <a:blip r:embed="rId33" cstate="print"/>
            <a:stretch>
              <a:fillRect/>
            </a:stretch>
          </p:blipFill>
          <p:spPr>
            <a:xfrm>
              <a:off x="8151621" y="3451859"/>
              <a:ext cx="69214" cy="141859"/>
            </a:xfrm>
            <a:prstGeom prst="rect">
              <a:avLst/>
            </a:prstGeom>
          </p:spPr>
        </p:pic>
        <p:pic>
          <p:nvPicPr>
            <p:cNvPr id="43" name="object 43"/>
            <p:cNvPicPr/>
            <p:nvPr/>
          </p:nvPicPr>
          <p:blipFill>
            <a:blip r:embed="rId34" cstate="print"/>
            <a:stretch>
              <a:fillRect/>
            </a:stretch>
          </p:blipFill>
          <p:spPr>
            <a:xfrm>
              <a:off x="6826757" y="3451478"/>
              <a:ext cx="1311275" cy="155829"/>
            </a:xfrm>
            <a:prstGeom prst="rect">
              <a:avLst/>
            </a:prstGeom>
          </p:spPr>
        </p:pic>
      </p:grpSp>
      <p:pic>
        <p:nvPicPr>
          <p:cNvPr id="44" name="object 44"/>
          <p:cNvPicPr/>
          <p:nvPr/>
        </p:nvPicPr>
        <p:blipFill>
          <a:blip r:embed="rId35" cstate="print"/>
          <a:stretch>
            <a:fillRect/>
          </a:stretch>
        </p:blipFill>
        <p:spPr>
          <a:xfrm>
            <a:off x="1253616" y="3822700"/>
            <a:ext cx="452120" cy="155448"/>
          </a:xfrm>
          <a:prstGeom prst="rect">
            <a:avLst/>
          </a:prstGeom>
        </p:spPr>
      </p:pic>
      <p:pic>
        <p:nvPicPr>
          <p:cNvPr id="45" name="object 45"/>
          <p:cNvPicPr/>
          <p:nvPr/>
        </p:nvPicPr>
        <p:blipFill>
          <a:blip r:embed="rId36" cstate="print"/>
          <a:stretch>
            <a:fillRect/>
          </a:stretch>
        </p:blipFill>
        <p:spPr>
          <a:xfrm>
            <a:off x="3275329" y="3822700"/>
            <a:ext cx="942467" cy="155448"/>
          </a:xfrm>
          <a:prstGeom prst="rect">
            <a:avLst/>
          </a:prstGeom>
        </p:spPr>
      </p:pic>
      <p:pic>
        <p:nvPicPr>
          <p:cNvPr id="46" name="object 46"/>
          <p:cNvPicPr/>
          <p:nvPr/>
        </p:nvPicPr>
        <p:blipFill>
          <a:blip r:embed="rId37" cstate="print"/>
          <a:stretch>
            <a:fillRect/>
          </a:stretch>
        </p:blipFill>
        <p:spPr>
          <a:xfrm>
            <a:off x="4263390" y="3822319"/>
            <a:ext cx="421513" cy="155829"/>
          </a:xfrm>
          <a:prstGeom prst="rect">
            <a:avLst/>
          </a:prstGeom>
        </p:spPr>
      </p:pic>
      <p:grpSp>
        <p:nvGrpSpPr>
          <p:cNvPr id="47" name="object 47"/>
          <p:cNvGrpSpPr/>
          <p:nvPr/>
        </p:nvGrpSpPr>
        <p:grpSpPr>
          <a:xfrm>
            <a:off x="6808469" y="3822700"/>
            <a:ext cx="1429385" cy="155575"/>
            <a:chOff x="6808469" y="3822700"/>
            <a:chExt cx="1429385" cy="155575"/>
          </a:xfrm>
        </p:grpSpPr>
        <p:pic>
          <p:nvPicPr>
            <p:cNvPr id="48" name="object 48"/>
            <p:cNvPicPr/>
            <p:nvPr/>
          </p:nvPicPr>
          <p:blipFill>
            <a:blip r:embed="rId38" cstate="print"/>
            <a:stretch>
              <a:fillRect/>
            </a:stretch>
          </p:blipFill>
          <p:spPr>
            <a:xfrm>
              <a:off x="6808469" y="3822700"/>
              <a:ext cx="1346453" cy="155448"/>
            </a:xfrm>
            <a:prstGeom prst="rect">
              <a:avLst/>
            </a:prstGeom>
          </p:spPr>
        </p:pic>
        <p:pic>
          <p:nvPicPr>
            <p:cNvPr id="49" name="object 49"/>
            <p:cNvPicPr/>
            <p:nvPr/>
          </p:nvPicPr>
          <p:blipFill>
            <a:blip r:embed="rId39" cstate="print"/>
            <a:stretch>
              <a:fillRect/>
            </a:stretch>
          </p:blipFill>
          <p:spPr>
            <a:xfrm>
              <a:off x="8168385" y="3822700"/>
              <a:ext cx="69215" cy="141858"/>
            </a:xfrm>
            <a:prstGeom prst="rect">
              <a:avLst/>
            </a:prstGeom>
          </p:spPr>
        </p:pic>
      </p:grpSp>
      <p:pic>
        <p:nvPicPr>
          <p:cNvPr id="50" name="object 50"/>
          <p:cNvPicPr/>
          <p:nvPr/>
        </p:nvPicPr>
        <p:blipFill>
          <a:blip r:embed="rId40" cstate="print"/>
          <a:stretch>
            <a:fillRect/>
          </a:stretch>
        </p:blipFill>
        <p:spPr>
          <a:xfrm>
            <a:off x="1338580" y="4193159"/>
            <a:ext cx="275844" cy="126618"/>
          </a:xfrm>
          <a:prstGeom prst="rect">
            <a:avLst/>
          </a:prstGeom>
        </p:spPr>
      </p:pic>
      <p:grpSp>
        <p:nvGrpSpPr>
          <p:cNvPr id="51" name="object 51"/>
          <p:cNvGrpSpPr/>
          <p:nvPr/>
        </p:nvGrpSpPr>
        <p:grpSpPr>
          <a:xfrm>
            <a:off x="2564510" y="4193159"/>
            <a:ext cx="2115820" cy="156210"/>
            <a:chOff x="2564510" y="4193159"/>
            <a:chExt cx="2115820" cy="156210"/>
          </a:xfrm>
        </p:grpSpPr>
        <p:pic>
          <p:nvPicPr>
            <p:cNvPr id="52" name="object 52"/>
            <p:cNvPicPr/>
            <p:nvPr/>
          </p:nvPicPr>
          <p:blipFill>
            <a:blip r:embed="rId41" cstate="print"/>
            <a:stretch>
              <a:fillRect/>
            </a:stretch>
          </p:blipFill>
          <p:spPr>
            <a:xfrm>
              <a:off x="2564510" y="4193540"/>
              <a:ext cx="1657477" cy="155448"/>
            </a:xfrm>
            <a:prstGeom prst="rect">
              <a:avLst/>
            </a:prstGeom>
          </p:spPr>
        </p:pic>
        <p:pic>
          <p:nvPicPr>
            <p:cNvPr id="53" name="object 53"/>
            <p:cNvPicPr/>
            <p:nvPr/>
          </p:nvPicPr>
          <p:blipFill>
            <a:blip r:embed="rId42" cstate="print"/>
            <a:stretch>
              <a:fillRect/>
            </a:stretch>
          </p:blipFill>
          <p:spPr>
            <a:xfrm>
              <a:off x="4260341" y="4193159"/>
              <a:ext cx="419988" cy="155829"/>
            </a:xfrm>
            <a:prstGeom prst="rect">
              <a:avLst/>
            </a:prstGeom>
          </p:spPr>
        </p:pic>
      </p:grpSp>
      <p:pic>
        <p:nvPicPr>
          <p:cNvPr id="54" name="object 54"/>
          <p:cNvPicPr/>
          <p:nvPr/>
        </p:nvPicPr>
        <p:blipFill>
          <a:blip r:embed="rId43" cstate="print"/>
          <a:stretch>
            <a:fillRect/>
          </a:stretch>
        </p:blipFill>
        <p:spPr>
          <a:xfrm>
            <a:off x="4725415" y="4193540"/>
            <a:ext cx="169799" cy="126237"/>
          </a:xfrm>
          <a:prstGeom prst="rect">
            <a:avLst/>
          </a:prstGeom>
        </p:spPr>
      </p:pic>
      <p:pic>
        <p:nvPicPr>
          <p:cNvPr id="55" name="object 55"/>
          <p:cNvPicPr/>
          <p:nvPr/>
        </p:nvPicPr>
        <p:blipFill>
          <a:blip r:embed="rId44" cstate="print"/>
          <a:stretch>
            <a:fillRect/>
          </a:stretch>
        </p:blipFill>
        <p:spPr>
          <a:xfrm>
            <a:off x="4943475" y="4193540"/>
            <a:ext cx="452120" cy="155448"/>
          </a:xfrm>
          <a:prstGeom prst="rect">
            <a:avLst/>
          </a:prstGeom>
        </p:spPr>
      </p:pic>
      <p:grpSp>
        <p:nvGrpSpPr>
          <p:cNvPr id="56" name="object 56"/>
          <p:cNvGrpSpPr/>
          <p:nvPr/>
        </p:nvGrpSpPr>
        <p:grpSpPr>
          <a:xfrm>
            <a:off x="6899909" y="4193159"/>
            <a:ext cx="1247775" cy="156210"/>
            <a:chOff x="6899909" y="4193159"/>
            <a:chExt cx="1247775" cy="156210"/>
          </a:xfrm>
        </p:grpSpPr>
        <p:pic>
          <p:nvPicPr>
            <p:cNvPr id="57" name="object 57"/>
            <p:cNvPicPr/>
            <p:nvPr/>
          </p:nvPicPr>
          <p:blipFill>
            <a:blip r:embed="rId45" cstate="print"/>
            <a:stretch>
              <a:fillRect/>
            </a:stretch>
          </p:blipFill>
          <p:spPr>
            <a:xfrm>
              <a:off x="6899909" y="4193159"/>
              <a:ext cx="1164971" cy="155829"/>
            </a:xfrm>
            <a:prstGeom prst="rect">
              <a:avLst/>
            </a:prstGeom>
          </p:spPr>
        </p:pic>
        <p:pic>
          <p:nvPicPr>
            <p:cNvPr id="58" name="object 58"/>
            <p:cNvPicPr/>
            <p:nvPr/>
          </p:nvPicPr>
          <p:blipFill>
            <a:blip r:embed="rId39" cstate="print"/>
            <a:stretch>
              <a:fillRect/>
            </a:stretch>
          </p:blipFill>
          <p:spPr>
            <a:xfrm>
              <a:off x="8078469" y="4193540"/>
              <a:ext cx="69214" cy="141859"/>
            </a:xfrm>
            <a:prstGeom prst="rect">
              <a:avLst/>
            </a:prstGeom>
          </p:spPr>
        </p:pic>
      </p:grpSp>
      <p:sp>
        <p:nvSpPr>
          <p:cNvPr id="59" name="object 59"/>
          <p:cNvSpPr txBox="1"/>
          <p:nvPr/>
        </p:nvSpPr>
        <p:spPr>
          <a:xfrm>
            <a:off x="437489" y="431419"/>
            <a:ext cx="391922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FFFFFF"/>
                </a:solidFill>
                <a:latin typeface="Ebrima"/>
                <a:cs typeface="Ebrima"/>
              </a:rPr>
              <a:t>2.3.</a:t>
            </a:r>
            <a:r>
              <a:rPr sz="1800" spc="-20" dirty="0">
                <a:solidFill>
                  <a:srgbClr val="FFFFFF"/>
                </a:solidFill>
                <a:latin typeface="Ebrima"/>
                <a:cs typeface="Ebrima"/>
              </a:rPr>
              <a:t> </a:t>
            </a:r>
            <a:r>
              <a:rPr sz="1800" dirty="0">
                <a:solidFill>
                  <a:srgbClr val="FFFFFF"/>
                </a:solidFill>
                <a:latin typeface="Ebrima"/>
                <a:cs typeface="Ebrima"/>
              </a:rPr>
              <a:t>Machine</a:t>
            </a:r>
            <a:r>
              <a:rPr sz="1800" spc="-30" dirty="0">
                <a:solidFill>
                  <a:srgbClr val="FFFFFF"/>
                </a:solidFill>
                <a:latin typeface="Ebrima"/>
                <a:cs typeface="Ebrima"/>
              </a:rPr>
              <a:t> </a:t>
            </a:r>
            <a:r>
              <a:rPr sz="1800" dirty="0">
                <a:solidFill>
                  <a:srgbClr val="FFFFFF"/>
                </a:solidFill>
                <a:latin typeface="Ebrima"/>
                <a:cs typeface="Ebrima"/>
              </a:rPr>
              <a:t>Learning</a:t>
            </a:r>
            <a:r>
              <a:rPr sz="1800" spc="-30" dirty="0">
                <a:solidFill>
                  <a:srgbClr val="FFFFFF"/>
                </a:solidFill>
                <a:latin typeface="Ebrima"/>
                <a:cs typeface="Ebrima"/>
              </a:rPr>
              <a:t> </a:t>
            </a:r>
            <a:r>
              <a:rPr sz="1800" dirty="0">
                <a:solidFill>
                  <a:srgbClr val="FFFFFF"/>
                </a:solidFill>
                <a:latin typeface="Ebrima"/>
                <a:cs typeface="Ebrima"/>
              </a:rPr>
              <a:t>with</a:t>
            </a:r>
            <a:r>
              <a:rPr sz="1800" spc="-10" dirty="0">
                <a:solidFill>
                  <a:srgbClr val="FFFFFF"/>
                </a:solidFill>
                <a:latin typeface="Ebrima"/>
                <a:cs typeface="Ebrima"/>
              </a:rPr>
              <a:t> TensorFlow</a:t>
            </a:r>
            <a:endParaRPr sz="1800">
              <a:latin typeface="Ebrima"/>
              <a:cs typeface="Ebrima"/>
            </a:endParaRPr>
          </a:p>
        </p:txBody>
      </p:sp>
      <p:sp>
        <p:nvSpPr>
          <p:cNvPr id="60" name="object 60"/>
          <p:cNvSpPr txBox="1"/>
          <p:nvPr/>
        </p:nvSpPr>
        <p:spPr>
          <a:xfrm>
            <a:off x="8671941" y="463677"/>
            <a:ext cx="80962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dirty="0">
                <a:solidFill>
                  <a:srgbClr val="D9D9D9"/>
                </a:solidFill>
                <a:latin typeface="Ebrima"/>
                <a:cs typeface="Ebrima"/>
              </a:rPr>
              <a:t>UNIT</a:t>
            </a:r>
            <a:r>
              <a:rPr sz="1600" spc="400" dirty="0">
                <a:solidFill>
                  <a:srgbClr val="D9D9D9"/>
                </a:solidFill>
                <a:latin typeface="Ebrima"/>
                <a:cs typeface="Ebrima"/>
              </a:rPr>
              <a:t> </a:t>
            </a:r>
            <a:r>
              <a:rPr sz="1600" spc="-35" dirty="0">
                <a:solidFill>
                  <a:srgbClr val="D9D9D9"/>
                </a:solidFill>
                <a:latin typeface="Ebrima"/>
                <a:cs typeface="Ebrima"/>
              </a:rPr>
              <a:t>02</a:t>
            </a:r>
            <a:endParaRPr sz="1600">
              <a:latin typeface="Ebrima"/>
              <a:cs typeface="Ebrima"/>
            </a:endParaRPr>
          </a:p>
        </p:txBody>
      </p:sp>
    </p:spTree>
  </p:cSld>
  <p:clrMapOvr>
    <a:masterClrMapping/>
  </p:clrMapOvr>
</p:sld>
</file>

<file path=ppt/slides/slide1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365106" y="6524434"/>
            <a:ext cx="79882" cy="90487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54151" y="6527292"/>
            <a:ext cx="1794510" cy="142494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862571" y="6521195"/>
            <a:ext cx="2327910" cy="118110"/>
          </a:xfrm>
          <a:prstGeom prst="rect">
            <a:avLst/>
          </a:prstGeom>
        </p:spPr>
      </p:pic>
      <p:sp>
        <p:nvSpPr>
          <p:cNvPr id="5" name="object 5"/>
          <p:cNvSpPr/>
          <p:nvPr/>
        </p:nvSpPr>
        <p:spPr>
          <a:xfrm>
            <a:off x="559308" y="1440180"/>
            <a:ext cx="36830" cy="180340"/>
          </a:xfrm>
          <a:custGeom>
            <a:avLst/>
            <a:gdLst/>
            <a:ahLst/>
            <a:cxnLst/>
            <a:rect l="l" t="t" r="r" b="b"/>
            <a:pathLst>
              <a:path w="36829" h="180340">
                <a:moveTo>
                  <a:pt x="36576" y="0"/>
                </a:moveTo>
                <a:lnTo>
                  <a:pt x="0" y="0"/>
                </a:lnTo>
                <a:lnTo>
                  <a:pt x="0" y="179832"/>
                </a:lnTo>
                <a:lnTo>
                  <a:pt x="36576" y="179832"/>
                </a:lnTo>
                <a:lnTo>
                  <a:pt x="36576" y="0"/>
                </a:lnTo>
                <a:close/>
              </a:path>
            </a:pathLst>
          </a:custGeom>
          <a:solidFill>
            <a:srgbClr val="183DAF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6" name="object 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711708" y="1464563"/>
            <a:ext cx="1026413" cy="174498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4808220" y="2252472"/>
            <a:ext cx="286512" cy="227075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4808220" y="2842260"/>
            <a:ext cx="286512" cy="225551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4808220" y="3422903"/>
            <a:ext cx="286512" cy="225552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4808220" y="3994403"/>
            <a:ext cx="286512" cy="227075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4808220" y="4567428"/>
            <a:ext cx="286512" cy="227076"/>
          </a:xfrm>
          <a:prstGeom prst="rect">
            <a:avLst/>
          </a:prstGeom>
        </p:spPr>
      </p:pic>
      <p:grpSp>
        <p:nvGrpSpPr>
          <p:cNvPr id="12" name="object 12"/>
          <p:cNvGrpSpPr/>
          <p:nvPr/>
        </p:nvGrpSpPr>
        <p:grpSpPr>
          <a:xfrm>
            <a:off x="1417319" y="1949195"/>
            <a:ext cx="7068820" cy="309880"/>
            <a:chOff x="1417319" y="1949195"/>
            <a:chExt cx="7068820" cy="309880"/>
          </a:xfrm>
        </p:grpSpPr>
        <p:sp>
          <p:nvSpPr>
            <p:cNvPr id="13" name="object 13"/>
            <p:cNvSpPr/>
            <p:nvPr/>
          </p:nvSpPr>
          <p:spPr>
            <a:xfrm>
              <a:off x="1423415" y="1955291"/>
              <a:ext cx="7056120" cy="297180"/>
            </a:xfrm>
            <a:custGeom>
              <a:avLst/>
              <a:gdLst/>
              <a:ahLst/>
              <a:cxnLst/>
              <a:rect l="l" t="t" r="r" b="b"/>
              <a:pathLst>
                <a:path w="7056120" h="297180">
                  <a:moveTo>
                    <a:pt x="0" y="297179"/>
                  </a:moveTo>
                  <a:lnTo>
                    <a:pt x="7056120" y="297179"/>
                  </a:lnTo>
                  <a:lnTo>
                    <a:pt x="7056120" y="0"/>
                  </a:lnTo>
                  <a:lnTo>
                    <a:pt x="0" y="0"/>
                  </a:lnTo>
                  <a:lnTo>
                    <a:pt x="0" y="297179"/>
                  </a:lnTo>
                  <a:close/>
                </a:path>
              </a:pathLst>
            </a:custGeom>
            <a:ln w="12192">
              <a:solidFill>
                <a:srgbClr val="183D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4" name="object 14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4384547" y="2033015"/>
              <a:ext cx="1136141" cy="142494"/>
            </a:xfrm>
            <a:prstGeom prst="rect">
              <a:avLst/>
            </a:prstGeom>
          </p:spPr>
        </p:pic>
      </p:grpSp>
      <p:grpSp>
        <p:nvGrpSpPr>
          <p:cNvPr id="15" name="object 15"/>
          <p:cNvGrpSpPr/>
          <p:nvPr/>
        </p:nvGrpSpPr>
        <p:grpSpPr>
          <a:xfrm>
            <a:off x="1417319" y="2528316"/>
            <a:ext cx="7068820" cy="309880"/>
            <a:chOff x="1417319" y="2528316"/>
            <a:chExt cx="7068820" cy="309880"/>
          </a:xfrm>
        </p:grpSpPr>
        <p:sp>
          <p:nvSpPr>
            <p:cNvPr id="16" name="object 16"/>
            <p:cNvSpPr/>
            <p:nvPr/>
          </p:nvSpPr>
          <p:spPr>
            <a:xfrm>
              <a:off x="1423415" y="2534412"/>
              <a:ext cx="7056120" cy="297180"/>
            </a:xfrm>
            <a:custGeom>
              <a:avLst/>
              <a:gdLst/>
              <a:ahLst/>
              <a:cxnLst/>
              <a:rect l="l" t="t" r="r" b="b"/>
              <a:pathLst>
                <a:path w="7056120" h="297180">
                  <a:moveTo>
                    <a:pt x="0" y="297179"/>
                  </a:moveTo>
                  <a:lnTo>
                    <a:pt x="7056120" y="297179"/>
                  </a:lnTo>
                  <a:lnTo>
                    <a:pt x="7056120" y="0"/>
                  </a:lnTo>
                  <a:lnTo>
                    <a:pt x="0" y="0"/>
                  </a:lnTo>
                  <a:lnTo>
                    <a:pt x="0" y="297179"/>
                  </a:lnTo>
                  <a:close/>
                </a:path>
              </a:pathLst>
            </a:custGeom>
            <a:ln w="12192">
              <a:solidFill>
                <a:srgbClr val="183D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7" name="object 17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4282440" y="2610612"/>
              <a:ext cx="1340358" cy="176022"/>
            </a:xfrm>
            <a:prstGeom prst="rect">
              <a:avLst/>
            </a:prstGeom>
          </p:spPr>
        </p:pic>
      </p:grpSp>
      <p:grpSp>
        <p:nvGrpSpPr>
          <p:cNvPr id="18" name="object 18"/>
          <p:cNvGrpSpPr/>
          <p:nvPr/>
        </p:nvGrpSpPr>
        <p:grpSpPr>
          <a:xfrm>
            <a:off x="1417319" y="3105911"/>
            <a:ext cx="7068820" cy="309880"/>
            <a:chOff x="1417319" y="3105911"/>
            <a:chExt cx="7068820" cy="309880"/>
          </a:xfrm>
        </p:grpSpPr>
        <p:sp>
          <p:nvSpPr>
            <p:cNvPr id="19" name="object 19"/>
            <p:cNvSpPr/>
            <p:nvPr/>
          </p:nvSpPr>
          <p:spPr>
            <a:xfrm>
              <a:off x="1423415" y="3112007"/>
              <a:ext cx="7056120" cy="297180"/>
            </a:xfrm>
            <a:custGeom>
              <a:avLst/>
              <a:gdLst/>
              <a:ahLst/>
              <a:cxnLst/>
              <a:rect l="l" t="t" r="r" b="b"/>
              <a:pathLst>
                <a:path w="7056120" h="297179">
                  <a:moveTo>
                    <a:pt x="0" y="297179"/>
                  </a:moveTo>
                  <a:lnTo>
                    <a:pt x="7056120" y="297179"/>
                  </a:lnTo>
                  <a:lnTo>
                    <a:pt x="7056120" y="0"/>
                  </a:lnTo>
                  <a:lnTo>
                    <a:pt x="0" y="0"/>
                  </a:lnTo>
                  <a:lnTo>
                    <a:pt x="0" y="297179"/>
                  </a:lnTo>
                  <a:close/>
                </a:path>
              </a:pathLst>
            </a:custGeom>
            <a:ln w="12192">
              <a:solidFill>
                <a:srgbClr val="183D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0" name="object 20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3977640" y="3189731"/>
              <a:ext cx="1948434" cy="176022"/>
            </a:xfrm>
            <a:prstGeom prst="rect">
              <a:avLst/>
            </a:prstGeom>
          </p:spPr>
        </p:pic>
      </p:grpSp>
      <p:grpSp>
        <p:nvGrpSpPr>
          <p:cNvPr id="21" name="object 21"/>
          <p:cNvGrpSpPr/>
          <p:nvPr/>
        </p:nvGrpSpPr>
        <p:grpSpPr>
          <a:xfrm>
            <a:off x="1417319" y="3685032"/>
            <a:ext cx="7068820" cy="309880"/>
            <a:chOff x="1417319" y="3685032"/>
            <a:chExt cx="7068820" cy="309880"/>
          </a:xfrm>
        </p:grpSpPr>
        <p:sp>
          <p:nvSpPr>
            <p:cNvPr id="22" name="object 22"/>
            <p:cNvSpPr/>
            <p:nvPr/>
          </p:nvSpPr>
          <p:spPr>
            <a:xfrm>
              <a:off x="1423415" y="3691128"/>
              <a:ext cx="7056120" cy="297180"/>
            </a:xfrm>
            <a:custGeom>
              <a:avLst/>
              <a:gdLst/>
              <a:ahLst/>
              <a:cxnLst/>
              <a:rect l="l" t="t" r="r" b="b"/>
              <a:pathLst>
                <a:path w="7056120" h="297179">
                  <a:moveTo>
                    <a:pt x="0" y="297180"/>
                  </a:moveTo>
                  <a:lnTo>
                    <a:pt x="7056120" y="297180"/>
                  </a:lnTo>
                  <a:lnTo>
                    <a:pt x="7056120" y="0"/>
                  </a:lnTo>
                  <a:lnTo>
                    <a:pt x="0" y="0"/>
                  </a:lnTo>
                  <a:lnTo>
                    <a:pt x="0" y="297180"/>
                  </a:lnTo>
                  <a:close/>
                </a:path>
              </a:pathLst>
            </a:custGeom>
            <a:ln w="12192">
              <a:solidFill>
                <a:srgbClr val="183D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3" name="object 23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3480815" y="3768852"/>
              <a:ext cx="2943606" cy="174498"/>
            </a:xfrm>
            <a:prstGeom prst="rect">
              <a:avLst/>
            </a:prstGeom>
          </p:spPr>
        </p:pic>
      </p:grpSp>
      <p:grpSp>
        <p:nvGrpSpPr>
          <p:cNvPr id="24" name="object 24"/>
          <p:cNvGrpSpPr/>
          <p:nvPr/>
        </p:nvGrpSpPr>
        <p:grpSpPr>
          <a:xfrm>
            <a:off x="1417319" y="4264152"/>
            <a:ext cx="7068820" cy="309880"/>
            <a:chOff x="1417319" y="4264152"/>
            <a:chExt cx="7068820" cy="309880"/>
          </a:xfrm>
        </p:grpSpPr>
        <p:sp>
          <p:nvSpPr>
            <p:cNvPr id="25" name="object 25"/>
            <p:cNvSpPr/>
            <p:nvPr/>
          </p:nvSpPr>
          <p:spPr>
            <a:xfrm>
              <a:off x="1423415" y="4270248"/>
              <a:ext cx="7056120" cy="297180"/>
            </a:xfrm>
            <a:custGeom>
              <a:avLst/>
              <a:gdLst/>
              <a:ahLst/>
              <a:cxnLst/>
              <a:rect l="l" t="t" r="r" b="b"/>
              <a:pathLst>
                <a:path w="7056120" h="297179">
                  <a:moveTo>
                    <a:pt x="0" y="297179"/>
                  </a:moveTo>
                  <a:lnTo>
                    <a:pt x="7056120" y="297179"/>
                  </a:lnTo>
                  <a:lnTo>
                    <a:pt x="7056120" y="0"/>
                  </a:lnTo>
                  <a:lnTo>
                    <a:pt x="0" y="0"/>
                  </a:lnTo>
                  <a:lnTo>
                    <a:pt x="0" y="297179"/>
                  </a:lnTo>
                  <a:close/>
                </a:path>
              </a:pathLst>
            </a:custGeom>
            <a:ln w="12192">
              <a:solidFill>
                <a:srgbClr val="183D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6" name="object 26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4162043" y="4346448"/>
              <a:ext cx="1576577" cy="179069"/>
            </a:xfrm>
            <a:prstGeom prst="rect">
              <a:avLst/>
            </a:prstGeom>
          </p:spPr>
        </p:pic>
      </p:grpSp>
      <p:grpSp>
        <p:nvGrpSpPr>
          <p:cNvPr id="27" name="object 27"/>
          <p:cNvGrpSpPr/>
          <p:nvPr/>
        </p:nvGrpSpPr>
        <p:grpSpPr>
          <a:xfrm>
            <a:off x="1417319" y="4843271"/>
            <a:ext cx="7068820" cy="536575"/>
            <a:chOff x="1417319" y="4843271"/>
            <a:chExt cx="7068820" cy="536575"/>
          </a:xfrm>
        </p:grpSpPr>
        <p:sp>
          <p:nvSpPr>
            <p:cNvPr id="28" name="object 28"/>
            <p:cNvSpPr/>
            <p:nvPr/>
          </p:nvSpPr>
          <p:spPr>
            <a:xfrm>
              <a:off x="1423415" y="4849367"/>
              <a:ext cx="7056120" cy="524510"/>
            </a:xfrm>
            <a:custGeom>
              <a:avLst/>
              <a:gdLst/>
              <a:ahLst/>
              <a:cxnLst/>
              <a:rect l="l" t="t" r="r" b="b"/>
              <a:pathLst>
                <a:path w="7056120" h="524510">
                  <a:moveTo>
                    <a:pt x="0" y="524255"/>
                  </a:moveTo>
                  <a:lnTo>
                    <a:pt x="7056120" y="524255"/>
                  </a:lnTo>
                  <a:lnTo>
                    <a:pt x="7056120" y="0"/>
                  </a:lnTo>
                  <a:lnTo>
                    <a:pt x="0" y="0"/>
                  </a:lnTo>
                  <a:lnTo>
                    <a:pt x="0" y="524255"/>
                  </a:lnTo>
                  <a:close/>
                </a:path>
              </a:pathLst>
            </a:custGeom>
            <a:ln w="12191">
              <a:solidFill>
                <a:srgbClr val="183D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9" name="object 29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3549396" y="4933187"/>
              <a:ext cx="2804922" cy="386334"/>
            </a:xfrm>
            <a:prstGeom prst="rect">
              <a:avLst/>
            </a:prstGeom>
          </p:spPr>
        </p:pic>
      </p:grpSp>
      <p:sp>
        <p:nvSpPr>
          <p:cNvPr id="30" name="object 30"/>
          <p:cNvSpPr txBox="1"/>
          <p:nvPr/>
        </p:nvSpPr>
        <p:spPr>
          <a:xfrm>
            <a:off x="437489" y="431419"/>
            <a:ext cx="391922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FFFFFF"/>
                </a:solidFill>
                <a:latin typeface="Ebrima"/>
                <a:cs typeface="Ebrima"/>
              </a:rPr>
              <a:t>2.3.</a:t>
            </a:r>
            <a:r>
              <a:rPr sz="1800" spc="-20" dirty="0">
                <a:solidFill>
                  <a:srgbClr val="FFFFFF"/>
                </a:solidFill>
                <a:latin typeface="Ebrima"/>
                <a:cs typeface="Ebrima"/>
              </a:rPr>
              <a:t> </a:t>
            </a:r>
            <a:r>
              <a:rPr sz="1800" dirty="0">
                <a:solidFill>
                  <a:srgbClr val="FFFFFF"/>
                </a:solidFill>
                <a:latin typeface="Ebrima"/>
                <a:cs typeface="Ebrima"/>
              </a:rPr>
              <a:t>Machine</a:t>
            </a:r>
            <a:r>
              <a:rPr sz="1800" spc="-30" dirty="0">
                <a:solidFill>
                  <a:srgbClr val="FFFFFF"/>
                </a:solidFill>
                <a:latin typeface="Ebrima"/>
                <a:cs typeface="Ebrima"/>
              </a:rPr>
              <a:t> </a:t>
            </a:r>
            <a:r>
              <a:rPr sz="1800" dirty="0">
                <a:solidFill>
                  <a:srgbClr val="FFFFFF"/>
                </a:solidFill>
                <a:latin typeface="Ebrima"/>
                <a:cs typeface="Ebrima"/>
              </a:rPr>
              <a:t>Learning</a:t>
            </a:r>
            <a:r>
              <a:rPr sz="1800" spc="-30" dirty="0">
                <a:solidFill>
                  <a:srgbClr val="FFFFFF"/>
                </a:solidFill>
                <a:latin typeface="Ebrima"/>
                <a:cs typeface="Ebrima"/>
              </a:rPr>
              <a:t> </a:t>
            </a:r>
            <a:r>
              <a:rPr sz="1800" dirty="0">
                <a:solidFill>
                  <a:srgbClr val="FFFFFF"/>
                </a:solidFill>
                <a:latin typeface="Ebrima"/>
                <a:cs typeface="Ebrima"/>
              </a:rPr>
              <a:t>with</a:t>
            </a:r>
            <a:r>
              <a:rPr sz="1800" spc="-10" dirty="0">
                <a:solidFill>
                  <a:srgbClr val="FFFFFF"/>
                </a:solidFill>
                <a:latin typeface="Ebrima"/>
                <a:cs typeface="Ebrima"/>
              </a:rPr>
              <a:t> TensorFlow</a:t>
            </a:r>
            <a:endParaRPr sz="1800">
              <a:latin typeface="Ebrima"/>
              <a:cs typeface="Ebrima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8671941" y="463677"/>
            <a:ext cx="80962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dirty="0">
                <a:solidFill>
                  <a:srgbClr val="D9D9D9"/>
                </a:solidFill>
                <a:latin typeface="Ebrima"/>
                <a:cs typeface="Ebrima"/>
              </a:rPr>
              <a:t>UNIT</a:t>
            </a:r>
            <a:r>
              <a:rPr sz="1600" spc="400" dirty="0">
                <a:solidFill>
                  <a:srgbClr val="D9D9D9"/>
                </a:solidFill>
                <a:latin typeface="Ebrima"/>
                <a:cs typeface="Ebrima"/>
              </a:rPr>
              <a:t> </a:t>
            </a:r>
            <a:r>
              <a:rPr sz="1600" spc="-35" dirty="0">
                <a:solidFill>
                  <a:srgbClr val="D9D9D9"/>
                </a:solidFill>
                <a:latin typeface="Ebrima"/>
                <a:cs typeface="Ebrima"/>
              </a:rPr>
              <a:t>02</a:t>
            </a:r>
            <a:endParaRPr sz="1600">
              <a:latin typeface="Ebrima"/>
              <a:cs typeface="Ebrima"/>
            </a:endParaRPr>
          </a:p>
        </p:txBody>
      </p:sp>
    </p:spTree>
  </p:cSld>
  <p:clrMapOvr>
    <a:masterClrMapping/>
  </p:clrMapOvr>
</p:sld>
</file>

<file path=ppt/slides/slide1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337713" y="6524434"/>
            <a:ext cx="104228" cy="90487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54151" y="6527292"/>
            <a:ext cx="1794510" cy="142494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862571" y="6521195"/>
            <a:ext cx="2327910" cy="118110"/>
          </a:xfrm>
          <a:prstGeom prst="rect">
            <a:avLst/>
          </a:prstGeom>
        </p:spPr>
      </p:pic>
      <p:sp>
        <p:nvSpPr>
          <p:cNvPr id="5" name="object 5"/>
          <p:cNvSpPr/>
          <p:nvPr/>
        </p:nvSpPr>
        <p:spPr>
          <a:xfrm>
            <a:off x="559308" y="1440180"/>
            <a:ext cx="36830" cy="180340"/>
          </a:xfrm>
          <a:custGeom>
            <a:avLst/>
            <a:gdLst/>
            <a:ahLst/>
            <a:cxnLst/>
            <a:rect l="l" t="t" r="r" b="b"/>
            <a:pathLst>
              <a:path w="36829" h="180340">
                <a:moveTo>
                  <a:pt x="36576" y="0"/>
                </a:moveTo>
                <a:lnTo>
                  <a:pt x="0" y="0"/>
                </a:lnTo>
                <a:lnTo>
                  <a:pt x="0" y="179832"/>
                </a:lnTo>
                <a:lnTo>
                  <a:pt x="36576" y="179832"/>
                </a:lnTo>
                <a:lnTo>
                  <a:pt x="36576" y="0"/>
                </a:lnTo>
                <a:close/>
              </a:path>
            </a:pathLst>
          </a:custGeom>
          <a:solidFill>
            <a:srgbClr val="183DAF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6" name="object 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719327" y="1464563"/>
            <a:ext cx="1792986" cy="174498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710183" y="1805939"/>
            <a:ext cx="3780282" cy="759713"/>
          </a:xfrm>
          <a:prstGeom prst="rect">
            <a:avLst/>
          </a:prstGeom>
        </p:spPr>
      </p:pic>
      <p:graphicFrame>
        <p:nvGraphicFramePr>
          <p:cNvPr id="8" name="object 8"/>
          <p:cNvGraphicFramePr>
            <a:graphicFrameLocks noGrp="1"/>
          </p:cNvGraphicFramePr>
          <p:nvPr/>
        </p:nvGraphicFramePr>
        <p:xfrm>
          <a:off x="1623822" y="2908935"/>
          <a:ext cx="5636258" cy="79184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638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638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6387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638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638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5752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6959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6324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563245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563245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39560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6350">
                      <a:solidFill>
                        <a:srgbClr val="BEBEBE"/>
                      </a:solidFill>
                      <a:prstDash val="solid"/>
                    </a:lnR>
                    <a:lnT w="12700">
                      <a:solidFill>
                        <a:srgbClr val="183DAF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BEBEBE"/>
                      </a:solidFill>
                      <a:prstDash val="solid"/>
                    </a:lnL>
                    <a:lnR w="6350">
                      <a:solidFill>
                        <a:srgbClr val="BEBEBE"/>
                      </a:solidFill>
                      <a:prstDash val="solid"/>
                    </a:lnR>
                    <a:lnT w="12700">
                      <a:solidFill>
                        <a:srgbClr val="183DAF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BEBEBE"/>
                      </a:solidFill>
                      <a:prstDash val="solid"/>
                    </a:lnL>
                    <a:lnR w="6350">
                      <a:solidFill>
                        <a:srgbClr val="BEBEBE"/>
                      </a:solidFill>
                      <a:prstDash val="solid"/>
                    </a:lnR>
                    <a:lnT w="12700">
                      <a:solidFill>
                        <a:srgbClr val="183DAF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BEBEBE"/>
                      </a:solidFill>
                      <a:prstDash val="solid"/>
                    </a:lnL>
                    <a:lnR w="6350">
                      <a:solidFill>
                        <a:srgbClr val="BEBEBE"/>
                      </a:solidFill>
                      <a:prstDash val="solid"/>
                    </a:lnR>
                    <a:lnT w="12700">
                      <a:solidFill>
                        <a:srgbClr val="183DAF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BEBEBE"/>
                      </a:solidFill>
                      <a:prstDash val="solid"/>
                    </a:lnL>
                    <a:lnR w="38100">
                      <a:solidFill>
                        <a:srgbClr val="FF0000"/>
                      </a:solidFill>
                      <a:prstDash val="solid"/>
                    </a:lnR>
                    <a:lnT w="12700">
                      <a:solidFill>
                        <a:srgbClr val="183DAF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FF0000"/>
                      </a:solidFill>
                      <a:prstDash val="solid"/>
                    </a:lnL>
                    <a:lnR w="38100">
                      <a:solidFill>
                        <a:srgbClr val="FF0000"/>
                      </a:solidFill>
                      <a:prstDash val="solid"/>
                    </a:lnR>
                    <a:lnT w="38100">
                      <a:solidFill>
                        <a:srgbClr val="FF0000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FF0000"/>
                      </a:solidFill>
                      <a:prstDash val="solid"/>
                    </a:lnL>
                    <a:lnR w="6350">
                      <a:solidFill>
                        <a:srgbClr val="BEBEBE"/>
                      </a:solidFill>
                      <a:prstDash val="solid"/>
                    </a:lnR>
                    <a:lnT w="12700">
                      <a:solidFill>
                        <a:srgbClr val="183DAF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BEBEBE"/>
                      </a:solidFill>
                      <a:prstDash val="solid"/>
                    </a:lnL>
                    <a:lnR w="6350">
                      <a:solidFill>
                        <a:srgbClr val="BEBEBE"/>
                      </a:solidFill>
                      <a:prstDash val="solid"/>
                    </a:lnR>
                    <a:lnT w="12700">
                      <a:solidFill>
                        <a:srgbClr val="183DAF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BEBEBE"/>
                      </a:solidFill>
                      <a:prstDash val="solid"/>
                    </a:lnL>
                    <a:lnR w="6350">
                      <a:solidFill>
                        <a:srgbClr val="BEBEBE"/>
                      </a:solidFill>
                      <a:prstDash val="solid"/>
                    </a:lnR>
                    <a:lnT w="12700">
                      <a:solidFill>
                        <a:srgbClr val="183DAF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BEBEBE"/>
                      </a:solidFill>
                      <a:prstDash val="solid"/>
                    </a:lnL>
                    <a:lnT w="12700">
                      <a:solidFill>
                        <a:srgbClr val="183DAF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624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6350">
                      <a:solidFill>
                        <a:srgbClr val="BEBEBE"/>
                      </a:solidFill>
                      <a:prstDash val="solid"/>
                    </a:lnR>
                    <a:lnT w="6350">
                      <a:solidFill>
                        <a:srgbClr val="BEBEBE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BEBEBE"/>
                      </a:solidFill>
                      <a:prstDash val="solid"/>
                    </a:lnL>
                    <a:lnR w="6350">
                      <a:solidFill>
                        <a:srgbClr val="BEBEBE"/>
                      </a:solidFill>
                      <a:prstDash val="solid"/>
                    </a:lnR>
                    <a:lnT w="6350">
                      <a:solidFill>
                        <a:srgbClr val="BEBEBE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BEBEBE"/>
                      </a:solidFill>
                      <a:prstDash val="solid"/>
                    </a:lnL>
                    <a:lnR w="6350">
                      <a:solidFill>
                        <a:srgbClr val="BEBEBE"/>
                      </a:solidFill>
                      <a:prstDash val="solid"/>
                    </a:lnR>
                    <a:lnT w="6350">
                      <a:solidFill>
                        <a:srgbClr val="BEBEBE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BEBEBE"/>
                      </a:solidFill>
                      <a:prstDash val="solid"/>
                    </a:lnL>
                    <a:lnR w="6350">
                      <a:solidFill>
                        <a:srgbClr val="BEBEBE"/>
                      </a:solidFill>
                      <a:prstDash val="solid"/>
                    </a:lnR>
                    <a:lnT w="6350">
                      <a:solidFill>
                        <a:srgbClr val="BEBEBE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BEBEBE"/>
                      </a:solidFill>
                      <a:prstDash val="solid"/>
                    </a:lnL>
                    <a:lnR w="38100">
                      <a:solidFill>
                        <a:srgbClr val="FF0000"/>
                      </a:solidFill>
                      <a:prstDash val="solid"/>
                    </a:lnR>
                    <a:lnT w="6350">
                      <a:solidFill>
                        <a:srgbClr val="BEBEBE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FF0000"/>
                      </a:solidFill>
                      <a:prstDash val="solid"/>
                    </a:lnL>
                    <a:lnR w="38100">
                      <a:solidFill>
                        <a:srgbClr val="FF0000"/>
                      </a:solidFill>
                      <a:prstDash val="solid"/>
                    </a:lnR>
                    <a:lnT w="6350">
                      <a:solidFill>
                        <a:srgbClr val="BEBEBE"/>
                      </a:solidFill>
                      <a:prstDash val="solid"/>
                    </a:lnT>
                    <a:lnB w="38100">
                      <a:solidFill>
                        <a:srgbClr val="FF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FF0000"/>
                      </a:solidFill>
                      <a:prstDash val="solid"/>
                    </a:lnL>
                    <a:lnR w="6350">
                      <a:solidFill>
                        <a:srgbClr val="BEBEBE"/>
                      </a:solidFill>
                      <a:prstDash val="solid"/>
                    </a:lnR>
                    <a:lnT w="6350">
                      <a:solidFill>
                        <a:srgbClr val="BEBEBE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BEBEBE"/>
                      </a:solidFill>
                      <a:prstDash val="solid"/>
                    </a:lnL>
                    <a:lnR w="6350">
                      <a:solidFill>
                        <a:srgbClr val="BEBEBE"/>
                      </a:solidFill>
                      <a:prstDash val="solid"/>
                    </a:lnR>
                    <a:lnT w="6350">
                      <a:solidFill>
                        <a:srgbClr val="BEBEBE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BEBEBE"/>
                      </a:solidFill>
                      <a:prstDash val="solid"/>
                    </a:lnL>
                    <a:lnR w="6350">
                      <a:solidFill>
                        <a:srgbClr val="BEBEBE"/>
                      </a:solidFill>
                      <a:prstDash val="solid"/>
                    </a:lnR>
                    <a:lnT w="6350">
                      <a:solidFill>
                        <a:srgbClr val="BEBEBE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BEBEBE"/>
                      </a:solidFill>
                      <a:prstDash val="solid"/>
                    </a:lnL>
                    <a:lnT w="6350">
                      <a:solidFill>
                        <a:srgbClr val="BEBEBE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pic>
        <p:nvPicPr>
          <p:cNvPr id="9" name="object 9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839214" y="3069335"/>
            <a:ext cx="171389" cy="122300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2403094" y="3072383"/>
            <a:ext cx="148081" cy="116204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2945510" y="3069335"/>
            <a:ext cx="166750" cy="119252"/>
          </a:xfrm>
          <a:prstGeom prst="rect">
            <a:avLst/>
          </a:prstGeom>
        </p:spPr>
      </p:pic>
      <p:pic>
        <p:nvPicPr>
          <p:cNvPr id="12" name="object 12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3509390" y="3069463"/>
            <a:ext cx="167639" cy="122174"/>
          </a:xfrm>
          <a:prstGeom prst="rect">
            <a:avLst/>
          </a:prstGeom>
        </p:spPr>
      </p:pic>
      <p:pic>
        <p:nvPicPr>
          <p:cNvPr id="13" name="object 13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4073271" y="3072383"/>
            <a:ext cx="169037" cy="116204"/>
          </a:xfrm>
          <a:prstGeom prst="rect">
            <a:avLst/>
          </a:prstGeom>
        </p:spPr>
      </p:pic>
      <p:pic>
        <p:nvPicPr>
          <p:cNvPr id="14" name="object 14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4637151" y="3072129"/>
            <a:ext cx="164591" cy="119507"/>
          </a:xfrm>
          <a:prstGeom prst="rect">
            <a:avLst/>
          </a:prstGeom>
        </p:spPr>
      </p:pic>
      <p:pic>
        <p:nvPicPr>
          <p:cNvPr id="15" name="object 15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5201030" y="3072129"/>
            <a:ext cx="170688" cy="119507"/>
          </a:xfrm>
          <a:prstGeom prst="rect">
            <a:avLst/>
          </a:prstGeom>
        </p:spPr>
      </p:pic>
      <p:pic>
        <p:nvPicPr>
          <p:cNvPr id="16" name="object 16"/>
          <p:cNvPicPr/>
          <p:nvPr/>
        </p:nvPicPr>
        <p:blipFill>
          <a:blip r:embed="rId14" cstate="print"/>
          <a:stretch>
            <a:fillRect/>
          </a:stretch>
        </p:blipFill>
        <p:spPr>
          <a:xfrm>
            <a:off x="5764910" y="3072383"/>
            <a:ext cx="174243" cy="116204"/>
          </a:xfrm>
          <a:prstGeom prst="rect">
            <a:avLst/>
          </a:prstGeom>
        </p:spPr>
      </p:pic>
      <p:pic>
        <p:nvPicPr>
          <p:cNvPr id="17" name="object 17"/>
          <p:cNvPicPr/>
          <p:nvPr/>
        </p:nvPicPr>
        <p:blipFill>
          <a:blip r:embed="rId15" cstate="print"/>
          <a:stretch>
            <a:fillRect/>
          </a:stretch>
        </p:blipFill>
        <p:spPr>
          <a:xfrm>
            <a:off x="6328790" y="3069335"/>
            <a:ext cx="168275" cy="122300"/>
          </a:xfrm>
          <a:prstGeom prst="rect">
            <a:avLst/>
          </a:prstGeom>
        </p:spPr>
      </p:pic>
      <p:pic>
        <p:nvPicPr>
          <p:cNvPr id="18" name="object 18"/>
          <p:cNvPicPr/>
          <p:nvPr/>
        </p:nvPicPr>
        <p:blipFill>
          <a:blip r:embed="rId16" cstate="print"/>
          <a:stretch>
            <a:fillRect/>
          </a:stretch>
        </p:blipFill>
        <p:spPr>
          <a:xfrm>
            <a:off x="6892670" y="3069082"/>
            <a:ext cx="170942" cy="119506"/>
          </a:xfrm>
          <a:prstGeom prst="rect">
            <a:avLst/>
          </a:prstGeom>
        </p:spPr>
      </p:pic>
      <p:pic>
        <p:nvPicPr>
          <p:cNvPr id="19" name="object 19"/>
          <p:cNvPicPr/>
          <p:nvPr/>
        </p:nvPicPr>
        <p:blipFill>
          <a:blip r:embed="rId17" cstate="print"/>
          <a:stretch>
            <a:fillRect/>
          </a:stretch>
        </p:blipFill>
        <p:spPr>
          <a:xfrm>
            <a:off x="1879219" y="3457575"/>
            <a:ext cx="51307" cy="125729"/>
          </a:xfrm>
          <a:prstGeom prst="rect">
            <a:avLst/>
          </a:prstGeom>
        </p:spPr>
      </p:pic>
      <p:pic>
        <p:nvPicPr>
          <p:cNvPr id="20" name="object 20"/>
          <p:cNvPicPr/>
          <p:nvPr/>
        </p:nvPicPr>
        <p:blipFill>
          <a:blip r:embed="rId18" cstate="print"/>
          <a:stretch>
            <a:fillRect/>
          </a:stretch>
        </p:blipFill>
        <p:spPr>
          <a:xfrm>
            <a:off x="2443098" y="3457575"/>
            <a:ext cx="51307" cy="125729"/>
          </a:xfrm>
          <a:prstGeom prst="rect">
            <a:avLst/>
          </a:prstGeom>
        </p:spPr>
      </p:pic>
      <p:pic>
        <p:nvPicPr>
          <p:cNvPr id="21" name="object 21"/>
          <p:cNvPicPr/>
          <p:nvPr/>
        </p:nvPicPr>
        <p:blipFill>
          <a:blip r:embed="rId18" cstate="print"/>
          <a:stretch>
            <a:fillRect/>
          </a:stretch>
        </p:blipFill>
        <p:spPr>
          <a:xfrm>
            <a:off x="3006979" y="3457575"/>
            <a:ext cx="51307" cy="125729"/>
          </a:xfrm>
          <a:prstGeom prst="rect">
            <a:avLst/>
          </a:prstGeom>
        </p:spPr>
      </p:pic>
      <p:pic>
        <p:nvPicPr>
          <p:cNvPr id="22" name="object 22"/>
          <p:cNvPicPr/>
          <p:nvPr/>
        </p:nvPicPr>
        <p:blipFill>
          <a:blip r:embed="rId18" cstate="print"/>
          <a:stretch>
            <a:fillRect/>
          </a:stretch>
        </p:blipFill>
        <p:spPr>
          <a:xfrm>
            <a:off x="3570859" y="3457575"/>
            <a:ext cx="51307" cy="125729"/>
          </a:xfrm>
          <a:prstGeom prst="rect">
            <a:avLst/>
          </a:prstGeom>
        </p:spPr>
      </p:pic>
      <p:pic>
        <p:nvPicPr>
          <p:cNvPr id="23" name="object 23"/>
          <p:cNvPicPr/>
          <p:nvPr/>
        </p:nvPicPr>
        <p:blipFill>
          <a:blip r:embed="rId18" cstate="print"/>
          <a:stretch>
            <a:fillRect/>
          </a:stretch>
        </p:blipFill>
        <p:spPr>
          <a:xfrm>
            <a:off x="4134739" y="3457575"/>
            <a:ext cx="51308" cy="125729"/>
          </a:xfrm>
          <a:prstGeom prst="rect">
            <a:avLst/>
          </a:prstGeom>
        </p:spPr>
      </p:pic>
      <p:pic>
        <p:nvPicPr>
          <p:cNvPr id="24" name="object 24"/>
          <p:cNvPicPr/>
          <p:nvPr/>
        </p:nvPicPr>
        <p:blipFill>
          <a:blip r:embed="rId18" cstate="print"/>
          <a:stretch>
            <a:fillRect/>
          </a:stretch>
        </p:blipFill>
        <p:spPr>
          <a:xfrm>
            <a:off x="5262498" y="3457575"/>
            <a:ext cx="51308" cy="125729"/>
          </a:xfrm>
          <a:prstGeom prst="rect">
            <a:avLst/>
          </a:prstGeom>
        </p:spPr>
      </p:pic>
      <p:pic>
        <p:nvPicPr>
          <p:cNvPr id="25" name="object 25"/>
          <p:cNvPicPr/>
          <p:nvPr/>
        </p:nvPicPr>
        <p:blipFill>
          <a:blip r:embed="rId19" cstate="print"/>
          <a:stretch>
            <a:fillRect/>
          </a:stretch>
        </p:blipFill>
        <p:spPr>
          <a:xfrm>
            <a:off x="4701285" y="3472941"/>
            <a:ext cx="36829" cy="107315"/>
          </a:xfrm>
          <a:prstGeom prst="rect">
            <a:avLst/>
          </a:prstGeom>
        </p:spPr>
      </p:pic>
      <p:pic>
        <p:nvPicPr>
          <p:cNvPr id="26" name="object 26"/>
          <p:cNvPicPr/>
          <p:nvPr/>
        </p:nvPicPr>
        <p:blipFill>
          <a:blip r:embed="rId18" cstate="print"/>
          <a:stretch>
            <a:fillRect/>
          </a:stretch>
        </p:blipFill>
        <p:spPr>
          <a:xfrm>
            <a:off x="5826378" y="3457575"/>
            <a:ext cx="51308" cy="125729"/>
          </a:xfrm>
          <a:prstGeom prst="rect">
            <a:avLst/>
          </a:prstGeom>
        </p:spPr>
      </p:pic>
      <p:pic>
        <p:nvPicPr>
          <p:cNvPr id="27" name="object 27"/>
          <p:cNvPicPr/>
          <p:nvPr/>
        </p:nvPicPr>
        <p:blipFill>
          <a:blip r:embed="rId18" cstate="print"/>
          <a:stretch>
            <a:fillRect/>
          </a:stretch>
        </p:blipFill>
        <p:spPr>
          <a:xfrm>
            <a:off x="6390259" y="3457575"/>
            <a:ext cx="51307" cy="125729"/>
          </a:xfrm>
          <a:prstGeom prst="rect">
            <a:avLst/>
          </a:prstGeom>
        </p:spPr>
      </p:pic>
      <p:pic>
        <p:nvPicPr>
          <p:cNvPr id="28" name="object 28"/>
          <p:cNvPicPr/>
          <p:nvPr/>
        </p:nvPicPr>
        <p:blipFill>
          <a:blip r:embed="rId18" cstate="print"/>
          <a:stretch>
            <a:fillRect/>
          </a:stretch>
        </p:blipFill>
        <p:spPr>
          <a:xfrm>
            <a:off x="6954139" y="3457575"/>
            <a:ext cx="51307" cy="125729"/>
          </a:xfrm>
          <a:prstGeom prst="rect">
            <a:avLst/>
          </a:prstGeom>
        </p:spPr>
      </p:pic>
      <p:grpSp>
        <p:nvGrpSpPr>
          <p:cNvPr id="29" name="object 29"/>
          <p:cNvGrpSpPr/>
          <p:nvPr/>
        </p:nvGrpSpPr>
        <p:grpSpPr>
          <a:xfrm>
            <a:off x="4750308" y="3791330"/>
            <a:ext cx="3185160" cy="1551940"/>
            <a:chOff x="4750308" y="3791330"/>
            <a:chExt cx="3185160" cy="1551940"/>
          </a:xfrm>
        </p:grpSpPr>
        <p:sp>
          <p:nvSpPr>
            <p:cNvPr id="30" name="object 30"/>
            <p:cNvSpPr/>
            <p:nvPr/>
          </p:nvSpPr>
          <p:spPr>
            <a:xfrm>
              <a:off x="4750308" y="3791330"/>
              <a:ext cx="1746885" cy="830580"/>
            </a:xfrm>
            <a:custGeom>
              <a:avLst/>
              <a:gdLst/>
              <a:ahLst/>
              <a:cxnLst/>
              <a:rect l="l" t="t" r="r" b="b"/>
              <a:pathLst>
                <a:path w="1746885" h="830579">
                  <a:moveTo>
                    <a:pt x="71681" y="28657"/>
                  </a:moveTo>
                  <a:lnTo>
                    <a:pt x="66222" y="40214"/>
                  </a:lnTo>
                  <a:lnTo>
                    <a:pt x="1741424" y="830199"/>
                  </a:lnTo>
                  <a:lnTo>
                    <a:pt x="1746757" y="818769"/>
                  </a:lnTo>
                  <a:lnTo>
                    <a:pt x="71681" y="28657"/>
                  </a:lnTo>
                  <a:close/>
                </a:path>
                <a:path w="1746885" h="830579">
                  <a:moveTo>
                    <a:pt x="85216" y="0"/>
                  </a:moveTo>
                  <a:lnTo>
                    <a:pt x="0" y="1905"/>
                  </a:lnTo>
                  <a:lnTo>
                    <a:pt x="52704" y="68834"/>
                  </a:lnTo>
                  <a:lnTo>
                    <a:pt x="66222" y="40214"/>
                  </a:lnTo>
                  <a:lnTo>
                    <a:pt x="54737" y="34798"/>
                  </a:lnTo>
                  <a:lnTo>
                    <a:pt x="60197" y="23241"/>
                  </a:lnTo>
                  <a:lnTo>
                    <a:pt x="74239" y="23241"/>
                  </a:lnTo>
                  <a:lnTo>
                    <a:pt x="85216" y="0"/>
                  </a:lnTo>
                  <a:close/>
                </a:path>
                <a:path w="1746885" h="830579">
                  <a:moveTo>
                    <a:pt x="60197" y="23241"/>
                  </a:moveTo>
                  <a:lnTo>
                    <a:pt x="54737" y="34798"/>
                  </a:lnTo>
                  <a:lnTo>
                    <a:pt x="66222" y="40214"/>
                  </a:lnTo>
                  <a:lnTo>
                    <a:pt x="71681" y="28657"/>
                  </a:lnTo>
                  <a:lnTo>
                    <a:pt x="60197" y="23241"/>
                  </a:lnTo>
                  <a:close/>
                </a:path>
                <a:path w="1746885" h="830579">
                  <a:moveTo>
                    <a:pt x="74239" y="23241"/>
                  </a:moveTo>
                  <a:lnTo>
                    <a:pt x="60197" y="23241"/>
                  </a:lnTo>
                  <a:lnTo>
                    <a:pt x="71681" y="28657"/>
                  </a:lnTo>
                  <a:lnTo>
                    <a:pt x="74239" y="23241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1" name="object 31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6493764" y="3896867"/>
              <a:ext cx="1435608" cy="1440180"/>
            </a:xfrm>
            <a:prstGeom prst="rect">
              <a:avLst/>
            </a:prstGeom>
          </p:spPr>
        </p:pic>
        <p:sp>
          <p:nvSpPr>
            <p:cNvPr id="32" name="object 32"/>
            <p:cNvSpPr/>
            <p:nvPr/>
          </p:nvSpPr>
          <p:spPr>
            <a:xfrm>
              <a:off x="6490716" y="3893819"/>
              <a:ext cx="1442085" cy="1446530"/>
            </a:xfrm>
            <a:custGeom>
              <a:avLst/>
              <a:gdLst/>
              <a:ahLst/>
              <a:cxnLst/>
              <a:rect l="l" t="t" r="r" b="b"/>
              <a:pathLst>
                <a:path w="1442084" h="1446529">
                  <a:moveTo>
                    <a:pt x="0" y="1446275"/>
                  </a:moveTo>
                  <a:lnTo>
                    <a:pt x="1441704" y="1446275"/>
                  </a:lnTo>
                  <a:lnTo>
                    <a:pt x="1441704" y="0"/>
                  </a:lnTo>
                  <a:lnTo>
                    <a:pt x="0" y="0"/>
                  </a:lnTo>
                  <a:lnTo>
                    <a:pt x="0" y="1446275"/>
                  </a:lnTo>
                  <a:close/>
                </a:path>
              </a:pathLst>
            </a:custGeom>
            <a:ln w="6096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3" name="object 33"/>
          <p:cNvSpPr txBox="1"/>
          <p:nvPr/>
        </p:nvSpPr>
        <p:spPr>
          <a:xfrm>
            <a:off x="437489" y="431419"/>
            <a:ext cx="391922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FFFFFF"/>
                </a:solidFill>
                <a:latin typeface="Ebrima"/>
                <a:cs typeface="Ebrima"/>
              </a:rPr>
              <a:t>2.3.</a:t>
            </a:r>
            <a:r>
              <a:rPr sz="1800" spc="-20" dirty="0">
                <a:solidFill>
                  <a:srgbClr val="FFFFFF"/>
                </a:solidFill>
                <a:latin typeface="Ebrima"/>
                <a:cs typeface="Ebrima"/>
              </a:rPr>
              <a:t> </a:t>
            </a:r>
            <a:r>
              <a:rPr sz="1800" dirty="0">
                <a:solidFill>
                  <a:srgbClr val="FFFFFF"/>
                </a:solidFill>
                <a:latin typeface="Ebrima"/>
                <a:cs typeface="Ebrima"/>
              </a:rPr>
              <a:t>Machine</a:t>
            </a:r>
            <a:r>
              <a:rPr sz="1800" spc="-30" dirty="0">
                <a:solidFill>
                  <a:srgbClr val="FFFFFF"/>
                </a:solidFill>
                <a:latin typeface="Ebrima"/>
                <a:cs typeface="Ebrima"/>
              </a:rPr>
              <a:t> </a:t>
            </a:r>
            <a:r>
              <a:rPr sz="1800" dirty="0">
                <a:solidFill>
                  <a:srgbClr val="FFFFFF"/>
                </a:solidFill>
                <a:latin typeface="Ebrima"/>
                <a:cs typeface="Ebrima"/>
              </a:rPr>
              <a:t>Learning</a:t>
            </a:r>
            <a:r>
              <a:rPr sz="1800" spc="-30" dirty="0">
                <a:solidFill>
                  <a:srgbClr val="FFFFFF"/>
                </a:solidFill>
                <a:latin typeface="Ebrima"/>
                <a:cs typeface="Ebrima"/>
              </a:rPr>
              <a:t> </a:t>
            </a:r>
            <a:r>
              <a:rPr sz="1800" dirty="0">
                <a:solidFill>
                  <a:srgbClr val="FFFFFF"/>
                </a:solidFill>
                <a:latin typeface="Ebrima"/>
                <a:cs typeface="Ebrima"/>
              </a:rPr>
              <a:t>with</a:t>
            </a:r>
            <a:r>
              <a:rPr sz="1800" spc="-10" dirty="0">
                <a:solidFill>
                  <a:srgbClr val="FFFFFF"/>
                </a:solidFill>
                <a:latin typeface="Ebrima"/>
                <a:cs typeface="Ebrima"/>
              </a:rPr>
              <a:t> TensorFlow</a:t>
            </a:r>
            <a:endParaRPr sz="1800">
              <a:latin typeface="Ebrima"/>
              <a:cs typeface="Ebrima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8671941" y="463677"/>
            <a:ext cx="80962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dirty="0">
                <a:solidFill>
                  <a:srgbClr val="D9D9D9"/>
                </a:solidFill>
                <a:latin typeface="Ebrima"/>
                <a:cs typeface="Ebrima"/>
              </a:rPr>
              <a:t>UNIT</a:t>
            </a:r>
            <a:r>
              <a:rPr sz="1600" spc="400" dirty="0">
                <a:solidFill>
                  <a:srgbClr val="D9D9D9"/>
                </a:solidFill>
                <a:latin typeface="Ebrima"/>
                <a:cs typeface="Ebrima"/>
              </a:rPr>
              <a:t> </a:t>
            </a:r>
            <a:r>
              <a:rPr sz="1600" spc="-35" dirty="0">
                <a:solidFill>
                  <a:srgbClr val="D9D9D9"/>
                </a:solidFill>
                <a:latin typeface="Ebrima"/>
                <a:cs typeface="Ebrima"/>
              </a:rPr>
              <a:t>02</a:t>
            </a:r>
            <a:endParaRPr sz="1600">
              <a:latin typeface="Ebrima"/>
              <a:cs typeface="Ebrima"/>
            </a:endParaRPr>
          </a:p>
        </p:txBody>
      </p:sp>
    </p:spTree>
  </p:cSld>
  <p:clrMapOvr>
    <a:masterClrMapping/>
  </p:clrMapOvr>
</p:sld>
</file>

<file path=ppt/slides/slide1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337579" y="6524434"/>
            <a:ext cx="105886" cy="90487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54151" y="6527292"/>
            <a:ext cx="1794510" cy="142494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862571" y="6521195"/>
            <a:ext cx="2327910" cy="118110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437489" y="431419"/>
            <a:ext cx="391922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FFFFFF"/>
                </a:solidFill>
                <a:latin typeface="Ebrima"/>
                <a:cs typeface="Ebrima"/>
              </a:rPr>
              <a:t>2.3.</a:t>
            </a:r>
            <a:r>
              <a:rPr sz="1800" spc="-20" dirty="0">
                <a:solidFill>
                  <a:srgbClr val="FFFFFF"/>
                </a:solidFill>
                <a:latin typeface="Ebrima"/>
                <a:cs typeface="Ebrima"/>
              </a:rPr>
              <a:t> </a:t>
            </a:r>
            <a:r>
              <a:rPr sz="1800" dirty="0">
                <a:solidFill>
                  <a:srgbClr val="FFFFFF"/>
                </a:solidFill>
                <a:latin typeface="Ebrima"/>
                <a:cs typeface="Ebrima"/>
              </a:rPr>
              <a:t>Machine</a:t>
            </a:r>
            <a:r>
              <a:rPr sz="1800" spc="-30" dirty="0">
                <a:solidFill>
                  <a:srgbClr val="FFFFFF"/>
                </a:solidFill>
                <a:latin typeface="Ebrima"/>
                <a:cs typeface="Ebrima"/>
              </a:rPr>
              <a:t> </a:t>
            </a:r>
            <a:r>
              <a:rPr sz="1800" dirty="0">
                <a:solidFill>
                  <a:srgbClr val="FFFFFF"/>
                </a:solidFill>
                <a:latin typeface="Ebrima"/>
                <a:cs typeface="Ebrima"/>
              </a:rPr>
              <a:t>Learning</a:t>
            </a:r>
            <a:r>
              <a:rPr sz="1800" spc="-30" dirty="0">
                <a:solidFill>
                  <a:srgbClr val="FFFFFF"/>
                </a:solidFill>
                <a:latin typeface="Ebrima"/>
                <a:cs typeface="Ebrima"/>
              </a:rPr>
              <a:t> </a:t>
            </a:r>
            <a:r>
              <a:rPr sz="1800" dirty="0">
                <a:solidFill>
                  <a:srgbClr val="FFFFFF"/>
                </a:solidFill>
                <a:latin typeface="Ebrima"/>
                <a:cs typeface="Ebrima"/>
              </a:rPr>
              <a:t>with</a:t>
            </a:r>
            <a:r>
              <a:rPr sz="1800" spc="-10" dirty="0">
                <a:solidFill>
                  <a:srgbClr val="FFFFFF"/>
                </a:solidFill>
                <a:latin typeface="Ebrima"/>
                <a:cs typeface="Ebrima"/>
              </a:rPr>
              <a:t> TensorFlow</a:t>
            </a:r>
            <a:endParaRPr sz="1800">
              <a:latin typeface="Ebrima"/>
              <a:cs typeface="Ebrim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8671941" y="463677"/>
            <a:ext cx="80962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dirty="0">
                <a:solidFill>
                  <a:srgbClr val="D9D9D9"/>
                </a:solidFill>
                <a:latin typeface="Ebrima"/>
                <a:cs typeface="Ebrima"/>
              </a:rPr>
              <a:t>UNIT</a:t>
            </a:r>
            <a:r>
              <a:rPr sz="1600" spc="400" dirty="0">
                <a:solidFill>
                  <a:srgbClr val="D9D9D9"/>
                </a:solidFill>
                <a:latin typeface="Ebrima"/>
                <a:cs typeface="Ebrima"/>
              </a:rPr>
              <a:t> </a:t>
            </a:r>
            <a:r>
              <a:rPr sz="1600" spc="-35" dirty="0">
                <a:solidFill>
                  <a:srgbClr val="D9D9D9"/>
                </a:solidFill>
                <a:latin typeface="Ebrima"/>
                <a:cs typeface="Ebrima"/>
              </a:rPr>
              <a:t>02</a:t>
            </a:r>
            <a:endParaRPr sz="1600">
              <a:latin typeface="Ebrima"/>
              <a:cs typeface="Ebrima"/>
            </a:endParaRPr>
          </a:p>
        </p:txBody>
      </p:sp>
      <p:pic>
        <p:nvPicPr>
          <p:cNvPr id="7" name="object 7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557783" y="1591043"/>
            <a:ext cx="3016757" cy="302526"/>
          </a:xfrm>
          <a:prstGeom prst="rect">
            <a:avLst/>
          </a:prstGeom>
        </p:spPr>
      </p:pic>
      <p:grpSp>
        <p:nvGrpSpPr>
          <p:cNvPr id="8" name="object 8"/>
          <p:cNvGrpSpPr/>
          <p:nvPr/>
        </p:nvGrpSpPr>
        <p:grpSpPr>
          <a:xfrm>
            <a:off x="553212" y="2054351"/>
            <a:ext cx="8803005" cy="3973195"/>
            <a:chOff x="553212" y="2054351"/>
            <a:chExt cx="8803005" cy="3973195"/>
          </a:xfrm>
        </p:grpSpPr>
        <p:sp>
          <p:nvSpPr>
            <p:cNvPr id="9" name="object 9"/>
            <p:cNvSpPr/>
            <p:nvPr/>
          </p:nvSpPr>
          <p:spPr>
            <a:xfrm>
              <a:off x="559308" y="2060447"/>
              <a:ext cx="8784590" cy="3961129"/>
            </a:xfrm>
            <a:custGeom>
              <a:avLst/>
              <a:gdLst/>
              <a:ahLst/>
              <a:cxnLst/>
              <a:rect l="l" t="t" r="r" b="b"/>
              <a:pathLst>
                <a:path w="8784590" h="3961129">
                  <a:moveTo>
                    <a:pt x="8784323" y="2461260"/>
                  </a:moveTo>
                  <a:lnTo>
                    <a:pt x="0" y="2461260"/>
                  </a:lnTo>
                  <a:lnTo>
                    <a:pt x="0" y="3960876"/>
                  </a:lnTo>
                  <a:lnTo>
                    <a:pt x="8784323" y="3960876"/>
                  </a:lnTo>
                  <a:lnTo>
                    <a:pt x="8784323" y="2461260"/>
                  </a:lnTo>
                  <a:close/>
                </a:path>
                <a:path w="8784590" h="3961129">
                  <a:moveTo>
                    <a:pt x="8784323" y="0"/>
                  </a:moveTo>
                  <a:lnTo>
                    <a:pt x="0" y="0"/>
                  </a:lnTo>
                  <a:lnTo>
                    <a:pt x="0" y="1885188"/>
                  </a:lnTo>
                  <a:lnTo>
                    <a:pt x="8784323" y="1885188"/>
                  </a:lnTo>
                  <a:lnTo>
                    <a:pt x="8784323" y="0"/>
                  </a:lnTo>
                  <a:close/>
                </a:path>
              </a:pathLst>
            </a:custGeom>
            <a:solidFill>
              <a:srgbClr val="B4C6E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559308" y="2060447"/>
              <a:ext cx="8784590" cy="3961129"/>
            </a:xfrm>
            <a:custGeom>
              <a:avLst/>
              <a:gdLst/>
              <a:ahLst/>
              <a:cxnLst/>
              <a:rect l="l" t="t" r="r" b="b"/>
              <a:pathLst>
                <a:path w="8784590" h="3961129">
                  <a:moveTo>
                    <a:pt x="0" y="3960876"/>
                  </a:moveTo>
                  <a:lnTo>
                    <a:pt x="8784336" y="3960876"/>
                  </a:lnTo>
                  <a:lnTo>
                    <a:pt x="8784336" y="0"/>
                  </a:lnTo>
                  <a:lnTo>
                    <a:pt x="0" y="0"/>
                  </a:lnTo>
                  <a:lnTo>
                    <a:pt x="0" y="3960876"/>
                  </a:lnTo>
                  <a:close/>
                </a:path>
              </a:pathLst>
            </a:custGeom>
            <a:ln w="12191">
              <a:solidFill>
                <a:srgbClr val="BEBEB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559308" y="3945635"/>
              <a:ext cx="8796655" cy="576580"/>
            </a:xfrm>
            <a:custGeom>
              <a:avLst/>
              <a:gdLst/>
              <a:ahLst/>
              <a:cxnLst/>
              <a:rect l="l" t="t" r="r" b="b"/>
              <a:pathLst>
                <a:path w="8796655" h="576579">
                  <a:moveTo>
                    <a:pt x="8796528" y="0"/>
                  </a:moveTo>
                  <a:lnTo>
                    <a:pt x="0" y="0"/>
                  </a:lnTo>
                  <a:lnTo>
                    <a:pt x="0" y="576071"/>
                  </a:lnTo>
                  <a:lnTo>
                    <a:pt x="8796528" y="576071"/>
                  </a:lnTo>
                  <a:lnTo>
                    <a:pt x="8796528" y="0"/>
                  </a:lnTo>
                  <a:close/>
                </a:path>
              </a:pathLst>
            </a:custGeom>
            <a:solidFill>
              <a:srgbClr val="183DA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2" name="object 12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827019" y="4148302"/>
              <a:ext cx="4267961" cy="227863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4370832" y="2647187"/>
              <a:ext cx="1161288" cy="1175004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1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343675" y="6524434"/>
            <a:ext cx="105886" cy="90487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54151" y="6527292"/>
            <a:ext cx="1794510" cy="142494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862571" y="6521195"/>
            <a:ext cx="2327910" cy="118110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437489" y="431419"/>
            <a:ext cx="391922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FFFFFF"/>
                </a:solidFill>
                <a:latin typeface="Ebrima"/>
                <a:cs typeface="Ebrima"/>
              </a:rPr>
              <a:t>2.3.</a:t>
            </a:r>
            <a:r>
              <a:rPr sz="1800" spc="-20" dirty="0">
                <a:solidFill>
                  <a:srgbClr val="FFFFFF"/>
                </a:solidFill>
                <a:latin typeface="Ebrima"/>
                <a:cs typeface="Ebrima"/>
              </a:rPr>
              <a:t> </a:t>
            </a:r>
            <a:r>
              <a:rPr sz="1800" dirty="0">
                <a:solidFill>
                  <a:srgbClr val="FFFFFF"/>
                </a:solidFill>
                <a:latin typeface="Ebrima"/>
                <a:cs typeface="Ebrima"/>
              </a:rPr>
              <a:t>Machine</a:t>
            </a:r>
            <a:r>
              <a:rPr sz="1800" spc="-30" dirty="0">
                <a:solidFill>
                  <a:srgbClr val="FFFFFF"/>
                </a:solidFill>
                <a:latin typeface="Ebrima"/>
                <a:cs typeface="Ebrima"/>
              </a:rPr>
              <a:t> </a:t>
            </a:r>
            <a:r>
              <a:rPr sz="1800" dirty="0">
                <a:solidFill>
                  <a:srgbClr val="FFFFFF"/>
                </a:solidFill>
                <a:latin typeface="Ebrima"/>
                <a:cs typeface="Ebrima"/>
              </a:rPr>
              <a:t>Learning</a:t>
            </a:r>
            <a:r>
              <a:rPr sz="1800" spc="-30" dirty="0">
                <a:solidFill>
                  <a:srgbClr val="FFFFFF"/>
                </a:solidFill>
                <a:latin typeface="Ebrima"/>
                <a:cs typeface="Ebrima"/>
              </a:rPr>
              <a:t> </a:t>
            </a:r>
            <a:r>
              <a:rPr sz="1800" dirty="0">
                <a:solidFill>
                  <a:srgbClr val="FFFFFF"/>
                </a:solidFill>
                <a:latin typeface="Ebrima"/>
                <a:cs typeface="Ebrima"/>
              </a:rPr>
              <a:t>with</a:t>
            </a:r>
            <a:r>
              <a:rPr sz="1800" spc="-10" dirty="0">
                <a:solidFill>
                  <a:srgbClr val="FFFFFF"/>
                </a:solidFill>
                <a:latin typeface="Ebrima"/>
                <a:cs typeface="Ebrima"/>
              </a:rPr>
              <a:t> TensorFlow</a:t>
            </a:r>
            <a:endParaRPr sz="1800">
              <a:latin typeface="Ebrima"/>
              <a:cs typeface="Ebrim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8671941" y="463677"/>
            <a:ext cx="80962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dirty="0">
                <a:solidFill>
                  <a:srgbClr val="D9D9D9"/>
                </a:solidFill>
                <a:latin typeface="Ebrima"/>
                <a:cs typeface="Ebrima"/>
              </a:rPr>
              <a:t>UNIT</a:t>
            </a:r>
            <a:r>
              <a:rPr sz="1600" spc="400" dirty="0">
                <a:solidFill>
                  <a:srgbClr val="D9D9D9"/>
                </a:solidFill>
                <a:latin typeface="Ebrima"/>
                <a:cs typeface="Ebrima"/>
              </a:rPr>
              <a:t> </a:t>
            </a:r>
            <a:r>
              <a:rPr sz="1600" spc="-35" dirty="0">
                <a:solidFill>
                  <a:srgbClr val="D9D9D9"/>
                </a:solidFill>
                <a:latin typeface="Ebrima"/>
                <a:cs typeface="Ebrima"/>
              </a:rPr>
              <a:t>02</a:t>
            </a:r>
            <a:endParaRPr sz="1600">
              <a:latin typeface="Ebrima"/>
              <a:cs typeface="Ebrima"/>
            </a:endParaRPr>
          </a:p>
        </p:txBody>
      </p:sp>
      <p:pic>
        <p:nvPicPr>
          <p:cNvPr id="7" name="object 7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557783" y="1591043"/>
            <a:ext cx="3010662" cy="302526"/>
          </a:xfrm>
          <a:prstGeom prst="rect">
            <a:avLst/>
          </a:prstGeom>
        </p:spPr>
      </p:pic>
      <p:grpSp>
        <p:nvGrpSpPr>
          <p:cNvPr id="8" name="object 8"/>
          <p:cNvGrpSpPr/>
          <p:nvPr/>
        </p:nvGrpSpPr>
        <p:grpSpPr>
          <a:xfrm>
            <a:off x="553212" y="2054351"/>
            <a:ext cx="8803005" cy="3973195"/>
            <a:chOff x="553212" y="2054351"/>
            <a:chExt cx="8803005" cy="3973195"/>
          </a:xfrm>
        </p:grpSpPr>
        <p:sp>
          <p:nvSpPr>
            <p:cNvPr id="9" name="object 9"/>
            <p:cNvSpPr/>
            <p:nvPr/>
          </p:nvSpPr>
          <p:spPr>
            <a:xfrm>
              <a:off x="559308" y="2060447"/>
              <a:ext cx="8784590" cy="3961129"/>
            </a:xfrm>
            <a:custGeom>
              <a:avLst/>
              <a:gdLst/>
              <a:ahLst/>
              <a:cxnLst/>
              <a:rect l="l" t="t" r="r" b="b"/>
              <a:pathLst>
                <a:path w="8784590" h="3961129">
                  <a:moveTo>
                    <a:pt x="8784323" y="2461260"/>
                  </a:moveTo>
                  <a:lnTo>
                    <a:pt x="0" y="2461260"/>
                  </a:lnTo>
                  <a:lnTo>
                    <a:pt x="0" y="3960876"/>
                  </a:lnTo>
                  <a:lnTo>
                    <a:pt x="8784323" y="3960876"/>
                  </a:lnTo>
                  <a:lnTo>
                    <a:pt x="8784323" y="2461260"/>
                  </a:lnTo>
                  <a:close/>
                </a:path>
                <a:path w="8784590" h="3961129">
                  <a:moveTo>
                    <a:pt x="8784323" y="0"/>
                  </a:moveTo>
                  <a:lnTo>
                    <a:pt x="0" y="0"/>
                  </a:lnTo>
                  <a:lnTo>
                    <a:pt x="0" y="1885188"/>
                  </a:lnTo>
                  <a:lnTo>
                    <a:pt x="8784323" y="1885188"/>
                  </a:lnTo>
                  <a:lnTo>
                    <a:pt x="8784323" y="0"/>
                  </a:lnTo>
                  <a:close/>
                </a:path>
              </a:pathLst>
            </a:custGeom>
            <a:solidFill>
              <a:srgbClr val="B4C6E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559308" y="2060447"/>
              <a:ext cx="8784590" cy="3961129"/>
            </a:xfrm>
            <a:custGeom>
              <a:avLst/>
              <a:gdLst/>
              <a:ahLst/>
              <a:cxnLst/>
              <a:rect l="l" t="t" r="r" b="b"/>
              <a:pathLst>
                <a:path w="8784590" h="3961129">
                  <a:moveTo>
                    <a:pt x="0" y="3960876"/>
                  </a:moveTo>
                  <a:lnTo>
                    <a:pt x="8784336" y="3960876"/>
                  </a:lnTo>
                  <a:lnTo>
                    <a:pt x="8784336" y="0"/>
                  </a:lnTo>
                  <a:lnTo>
                    <a:pt x="0" y="0"/>
                  </a:lnTo>
                  <a:lnTo>
                    <a:pt x="0" y="3960876"/>
                  </a:lnTo>
                  <a:close/>
                </a:path>
              </a:pathLst>
            </a:custGeom>
            <a:ln w="12191">
              <a:solidFill>
                <a:srgbClr val="BEBEB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559308" y="3945635"/>
              <a:ext cx="8796655" cy="576580"/>
            </a:xfrm>
            <a:custGeom>
              <a:avLst/>
              <a:gdLst/>
              <a:ahLst/>
              <a:cxnLst/>
              <a:rect l="l" t="t" r="r" b="b"/>
              <a:pathLst>
                <a:path w="8796655" h="576579">
                  <a:moveTo>
                    <a:pt x="8796528" y="0"/>
                  </a:moveTo>
                  <a:lnTo>
                    <a:pt x="0" y="0"/>
                  </a:lnTo>
                  <a:lnTo>
                    <a:pt x="0" y="576071"/>
                  </a:lnTo>
                  <a:lnTo>
                    <a:pt x="8796528" y="576071"/>
                  </a:lnTo>
                  <a:lnTo>
                    <a:pt x="8796528" y="0"/>
                  </a:lnTo>
                  <a:close/>
                </a:path>
              </a:pathLst>
            </a:custGeom>
            <a:solidFill>
              <a:srgbClr val="183DA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2" name="object 12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827019" y="4148302"/>
              <a:ext cx="4267961" cy="227863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4370832" y="2647187"/>
              <a:ext cx="1161288" cy="1175004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1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337713" y="6524434"/>
            <a:ext cx="104228" cy="90487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54151" y="6527292"/>
            <a:ext cx="1794510" cy="142494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862571" y="6521195"/>
            <a:ext cx="2327910" cy="118110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437489" y="431419"/>
            <a:ext cx="391922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FFFFFF"/>
                </a:solidFill>
                <a:latin typeface="Ebrima"/>
                <a:cs typeface="Ebrima"/>
              </a:rPr>
              <a:t>2.3.</a:t>
            </a:r>
            <a:r>
              <a:rPr sz="1800" spc="-20" dirty="0">
                <a:solidFill>
                  <a:srgbClr val="FFFFFF"/>
                </a:solidFill>
                <a:latin typeface="Ebrima"/>
                <a:cs typeface="Ebrima"/>
              </a:rPr>
              <a:t> </a:t>
            </a:r>
            <a:r>
              <a:rPr sz="1800" dirty="0">
                <a:solidFill>
                  <a:srgbClr val="FFFFFF"/>
                </a:solidFill>
                <a:latin typeface="Ebrima"/>
                <a:cs typeface="Ebrima"/>
              </a:rPr>
              <a:t>Machine</a:t>
            </a:r>
            <a:r>
              <a:rPr sz="1800" spc="-30" dirty="0">
                <a:solidFill>
                  <a:srgbClr val="FFFFFF"/>
                </a:solidFill>
                <a:latin typeface="Ebrima"/>
                <a:cs typeface="Ebrima"/>
              </a:rPr>
              <a:t> </a:t>
            </a:r>
            <a:r>
              <a:rPr sz="1800" dirty="0">
                <a:solidFill>
                  <a:srgbClr val="FFFFFF"/>
                </a:solidFill>
                <a:latin typeface="Ebrima"/>
                <a:cs typeface="Ebrima"/>
              </a:rPr>
              <a:t>Learning</a:t>
            </a:r>
            <a:r>
              <a:rPr sz="1800" spc="-30" dirty="0">
                <a:solidFill>
                  <a:srgbClr val="FFFFFF"/>
                </a:solidFill>
                <a:latin typeface="Ebrima"/>
                <a:cs typeface="Ebrima"/>
              </a:rPr>
              <a:t> </a:t>
            </a:r>
            <a:r>
              <a:rPr sz="1800" dirty="0">
                <a:solidFill>
                  <a:srgbClr val="FFFFFF"/>
                </a:solidFill>
                <a:latin typeface="Ebrima"/>
                <a:cs typeface="Ebrima"/>
              </a:rPr>
              <a:t>with</a:t>
            </a:r>
            <a:r>
              <a:rPr sz="1800" spc="-10" dirty="0">
                <a:solidFill>
                  <a:srgbClr val="FFFFFF"/>
                </a:solidFill>
                <a:latin typeface="Ebrima"/>
                <a:cs typeface="Ebrima"/>
              </a:rPr>
              <a:t> TensorFlow</a:t>
            </a:r>
            <a:endParaRPr sz="1800">
              <a:latin typeface="Ebrima"/>
              <a:cs typeface="Ebrim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8671941" y="463677"/>
            <a:ext cx="80962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dirty="0">
                <a:solidFill>
                  <a:srgbClr val="D9D9D9"/>
                </a:solidFill>
                <a:latin typeface="Ebrima"/>
                <a:cs typeface="Ebrima"/>
              </a:rPr>
              <a:t>UNIT</a:t>
            </a:r>
            <a:r>
              <a:rPr sz="1600" spc="400" dirty="0">
                <a:solidFill>
                  <a:srgbClr val="D9D9D9"/>
                </a:solidFill>
                <a:latin typeface="Ebrima"/>
                <a:cs typeface="Ebrima"/>
              </a:rPr>
              <a:t> </a:t>
            </a:r>
            <a:r>
              <a:rPr sz="1600" spc="-35" dirty="0">
                <a:solidFill>
                  <a:srgbClr val="D9D9D9"/>
                </a:solidFill>
                <a:latin typeface="Ebrima"/>
                <a:cs typeface="Ebrima"/>
              </a:rPr>
              <a:t>02</a:t>
            </a:r>
            <a:endParaRPr sz="1600">
              <a:latin typeface="Ebrima"/>
              <a:cs typeface="Ebrima"/>
            </a:endParaRPr>
          </a:p>
        </p:txBody>
      </p:sp>
      <p:pic>
        <p:nvPicPr>
          <p:cNvPr id="7" name="object 7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557783" y="1591043"/>
            <a:ext cx="3022854" cy="302526"/>
          </a:xfrm>
          <a:prstGeom prst="rect">
            <a:avLst/>
          </a:prstGeom>
        </p:spPr>
      </p:pic>
      <p:grpSp>
        <p:nvGrpSpPr>
          <p:cNvPr id="8" name="object 8"/>
          <p:cNvGrpSpPr/>
          <p:nvPr/>
        </p:nvGrpSpPr>
        <p:grpSpPr>
          <a:xfrm>
            <a:off x="553212" y="2054351"/>
            <a:ext cx="8803005" cy="3973195"/>
            <a:chOff x="553212" y="2054351"/>
            <a:chExt cx="8803005" cy="3973195"/>
          </a:xfrm>
        </p:grpSpPr>
        <p:sp>
          <p:nvSpPr>
            <p:cNvPr id="9" name="object 9"/>
            <p:cNvSpPr/>
            <p:nvPr/>
          </p:nvSpPr>
          <p:spPr>
            <a:xfrm>
              <a:off x="559308" y="2060447"/>
              <a:ext cx="8784590" cy="3961129"/>
            </a:xfrm>
            <a:custGeom>
              <a:avLst/>
              <a:gdLst/>
              <a:ahLst/>
              <a:cxnLst/>
              <a:rect l="l" t="t" r="r" b="b"/>
              <a:pathLst>
                <a:path w="8784590" h="3961129">
                  <a:moveTo>
                    <a:pt x="8784323" y="2461260"/>
                  </a:moveTo>
                  <a:lnTo>
                    <a:pt x="0" y="2461260"/>
                  </a:lnTo>
                  <a:lnTo>
                    <a:pt x="0" y="3960876"/>
                  </a:lnTo>
                  <a:lnTo>
                    <a:pt x="8784323" y="3960876"/>
                  </a:lnTo>
                  <a:lnTo>
                    <a:pt x="8784323" y="2461260"/>
                  </a:lnTo>
                  <a:close/>
                </a:path>
                <a:path w="8784590" h="3961129">
                  <a:moveTo>
                    <a:pt x="8784323" y="0"/>
                  </a:moveTo>
                  <a:lnTo>
                    <a:pt x="0" y="0"/>
                  </a:lnTo>
                  <a:lnTo>
                    <a:pt x="0" y="1885188"/>
                  </a:lnTo>
                  <a:lnTo>
                    <a:pt x="8784323" y="1885188"/>
                  </a:lnTo>
                  <a:lnTo>
                    <a:pt x="8784323" y="0"/>
                  </a:lnTo>
                  <a:close/>
                </a:path>
              </a:pathLst>
            </a:custGeom>
            <a:solidFill>
              <a:srgbClr val="B4C6E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559308" y="2060447"/>
              <a:ext cx="8784590" cy="3961129"/>
            </a:xfrm>
            <a:custGeom>
              <a:avLst/>
              <a:gdLst/>
              <a:ahLst/>
              <a:cxnLst/>
              <a:rect l="l" t="t" r="r" b="b"/>
              <a:pathLst>
                <a:path w="8784590" h="3961129">
                  <a:moveTo>
                    <a:pt x="0" y="3960876"/>
                  </a:moveTo>
                  <a:lnTo>
                    <a:pt x="8784336" y="3960876"/>
                  </a:lnTo>
                  <a:lnTo>
                    <a:pt x="8784336" y="0"/>
                  </a:lnTo>
                  <a:lnTo>
                    <a:pt x="0" y="0"/>
                  </a:lnTo>
                  <a:lnTo>
                    <a:pt x="0" y="3960876"/>
                  </a:lnTo>
                  <a:close/>
                </a:path>
              </a:pathLst>
            </a:custGeom>
            <a:ln w="12191">
              <a:solidFill>
                <a:srgbClr val="BEBEB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559308" y="3945635"/>
              <a:ext cx="8796655" cy="576580"/>
            </a:xfrm>
            <a:custGeom>
              <a:avLst/>
              <a:gdLst/>
              <a:ahLst/>
              <a:cxnLst/>
              <a:rect l="l" t="t" r="r" b="b"/>
              <a:pathLst>
                <a:path w="8796655" h="576579">
                  <a:moveTo>
                    <a:pt x="8796528" y="0"/>
                  </a:moveTo>
                  <a:lnTo>
                    <a:pt x="0" y="0"/>
                  </a:lnTo>
                  <a:lnTo>
                    <a:pt x="0" y="576071"/>
                  </a:lnTo>
                  <a:lnTo>
                    <a:pt x="8796528" y="576071"/>
                  </a:lnTo>
                  <a:lnTo>
                    <a:pt x="8796528" y="0"/>
                  </a:lnTo>
                  <a:close/>
                </a:path>
              </a:pathLst>
            </a:custGeom>
            <a:solidFill>
              <a:srgbClr val="183DA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2" name="object 12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827019" y="4148302"/>
              <a:ext cx="4267961" cy="227863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4370832" y="2647187"/>
              <a:ext cx="1161288" cy="1175004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14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902951" cy="2997319"/>
          </a:xfrm>
          <a:prstGeom prst="rect">
            <a:avLst/>
          </a:prstGeom>
        </p:spPr>
      </p:pic>
      <p:sp>
        <p:nvSpPr>
          <p:cNvPr id="3" name="object 3"/>
          <p:cNvSpPr/>
          <p:nvPr/>
        </p:nvSpPr>
        <p:spPr>
          <a:xfrm>
            <a:off x="449580" y="6425184"/>
            <a:ext cx="9001125" cy="0"/>
          </a:xfrm>
          <a:custGeom>
            <a:avLst/>
            <a:gdLst/>
            <a:ahLst/>
            <a:cxnLst/>
            <a:rect l="l" t="t" r="r" b="b"/>
            <a:pathLst>
              <a:path w="9001125">
                <a:moveTo>
                  <a:pt x="0" y="0"/>
                </a:moveTo>
                <a:lnTo>
                  <a:pt x="9000744" y="0"/>
                </a:lnTo>
              </a:path>
            </a:pathLst>
          </a:custGeom>
          <a:ln w="6096">
            <a:solidFill>
              <a:srgbClr val="BEBEB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337579" y="6524434"/>
            <a:ext cx="105886" cy="90487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54151" y="6527292"/>
            <a:ext cx="1794510" cy="142494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6862571" y="6521195"/>
            <a:ext cx="2327910" cy="118110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926591" y="3224771"/>
            <a:ext cx="7323582" cy="799350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929639" y="2807207"/>
            <a:ext cx="700278" cy="195834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1245108" y="4427220"/>
            <a:ext cx="2867405" cy="168401"/>
          </a:xfrm>
          <a:prstGeom prst="rect">
            <a:avLst/>
          </a:prstGeom>
        </p:spPr>
      </p:pic>
      <p:sp>
        <p:nvSpPr>
          <p:cNvPr id="10" name="object 10"/>
          <p:cNvSpPr/>
          <p:nvPr/>
        </p:nvSpPr>
        <p:spPr>
          <a:xfrm>
            <a:off x="1051560" y="4364735"/>
            <a:ext cx="35560" cy="253365"/>
          </a:xfrm>
          <a:custGeom>
            <a:avLst/>
            <a:gdLst/>
            <a:ahLst/>
            <a:cxnLst/>
            <a:rect l="l" t="t" r="r" b="b"/>
            <a:pathLst>
              <a:path w="35559" h="253364">
                <a:moveTo>
                  <a:pt x="35052" y="0"/>
                </a:moveTo>
                <a:lnTo>
                  <a:pt x="0" y="0"/>
                </a:lnTo>
                <a:lnTo>
                  <a:pt x="0" y="252983"/>
                </a:lnTo>
                <a:lnTo>
                  <a:pt x="35052" y="252983"/>
                </a:lnTo>
                <a:lnTo>
                  <a:pt x="35052" y="0"/>
                </a:lnTo>
                <a:close/>
              </a:path>
            </a:pathLst>
          </a:custGeom>
          <a:solidFill>
            <a:srgbClr val="13299F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1" name="object 11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1243583" y="4844796"/>
            <a:ext cx="1226058" cy="182118"/>
          </a:xfrm>
          <a:prstGeom prst="rect">
            <a:avLst/>
          </a:prstGeom>
        </p:spPr>
      </p:pic>
      <p:sp>
        <p:nvSpPr>
          <p:cNvPr id="12" name="object 12"/>
          <p:cNvSpPr/>
          <p:nvPr/>
        </p:nvSpPr>
        <p:spPr>
          <a:xfrm>
            <a:off x="1051560" y="4794503"/>
            <a:ext cx="35560" cy="251460"/>
          </a:xfrm>
          <a:custGeom>
            <a:avLst/>
            <a:gdLst/>
            <a:ahLst/>
            <a:cxnLst/>
            <a:rect l="l" t="t" r="r" b="b"/>
            <a:pathLst>
              <a:path w="35559" h="251460">
                <a:moveTo>
                  <a:pt x="35052" y="0"/>
                </a:moveTo>
                <a:lnTo>
                  <a:pt x="0" y="0"/>
                </a:lnTo>
                <a:lnTo>
                  <a:pt x="0" y="251460"/>
                </a:lnTo>
                <a:lnTo>
                  <a:pt x="35052" y="251460"/>
                </a:lnTo>
                <a:lnTo>
                  <a:pt x="35052" y="0"/>
                </a:lnTo>
                <a:close/>
              </a:path>
            </a:pathLst>
          </a:custGeom>
          <a:solidFill>
            <a:srgbClr val="A6A6A6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3" name="object 13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1243583" y="5253228"/>
            <a:ext cx="1241298" cy="183642"/>
          </a:xfrm>
          <a:prstGeom prst="rect">
            <a:avLst/>
          </a:prstGeom>
        </p:spPr>
      </p:pic>
      <p:sp>
        <p:nvSpPr>
          <p:cNvPr id="14" name="object 14"/>
          <p:cNvSpPr/>
          <p:nvPr/>
        </p:nvSpPr>
        <p:spPr>
          <a:xfrm>
            <a:off x="1051560" y="5204459"/>
            <a:ext cx="35560" cy="251460"/>
          </a:xfrm>
          <a:custGeom>
            <a:avLst/>
            <a:gdLst/>
            <a:ahLst/>
            <a:cxnLst/>
            <a:rect l="l" t="t" r="r" b="b"/>
            <a:pathLst>
              <a:path w="35559" h="251460">
                <a:moveTo>
                  <a:pt x="35052" y="0"/>
                </a:moveTo>
                <a:lnTo>
                  <a:pt x="0" y="0"/>
                </a:lnTo>
                <a:lnTo>
                  <a:pt x="0" y="251460"/>
                </a:lnTo>
                <a:lnTo>
                  <a:pt x="35052" y="251460"/>
                </a:lnTo>
                <a:lnTo>
                  <a:pt x="35052" y="0"/>
                </a:lnTo>
                <a:close/>
              </a:path>
            </a:pathLst>
          </a:custGeom>
          <a:solidFill>
            <a:srgbClr val="A6A6A6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1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348315" y="6524434"/>
            <a:ext cx="102770" cy="90487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54151" y="6527292"/>
            <a:ext cx="1794510" cy="142494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862571" y="6521195"/>
            <a:ext cx="2327910" cy="118110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437489" y="431419"/>
            <a:ext cx="332105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FFFFFF"/>
                </a:solidFill>
                <a:latin typeface="Ebrima"/>
                <a:cs typeface="Ebrima"/>
              </a:rPr>
              <a:t>3.1.</a:t>
            </a:r>
            <a:r>
              <a:rPr sz="1800" spc="-10" dirty="0">
                <a:solidFill>
                  <a:srgbClr val="FFFFFF"/>
                </a:solidFill>
                <a:latin typeface="Ebrima"/>
                <a:cs typeface="Ebrima"/>
              </a:rPr>
              <a:t> </a:t>
            </a:r>
            <a:r>
              <a:rPr sz="1800" dirty="0">
                <a:solidFill>
                  <a:srgbClr val="FFFFFF"/>
                </a:solidFill>
                <a:latin typeface="Ebrima"/>
                <a:cs typeface="Ebrima"/>
              </a:rPr>
              <a:t>Main</a:t>
            </a:r>
            <a:r>
              <a:rPr sz="1800" spc="-25" dirty="0">
                <a:solidFill>
                  <a:srgbClr val="FFFFFF"/>
                </a:solidFill>
                <a:latin typeface="Ebrima"/>
                <a:cs typeface="Ebrima"/>
              </a:rPr>
              <a:t> </a:t>
            </a:r>
            <a:r>
              <a:rPr sz="1800" dirty="0">
                <a:solidFill>
                  <a:srgbClr val="FFFFFF"/>
                </a:solidFill>
                <a:latin typeface="Ebrima"/>
                <a:cs typeface="Ebrima"/>
              </a:rPr>
              <a:t>Features</a:t>
            </a:r>
            <a:r>
              <a:rPr sz="1800" spc="-30" dirty="0">
                <a:solidFill>
                  <a:srgbClr val="FFFFFF"/>
                </a:solidFill>
                <a:latin typeface="Ebrima"/>
                <a:cs typeface="Ebrima"/>
              </a:rPr>
              <a:t> </a:t>
            </a:r>
            <a:r>
              <a:rPr sz="1800" dirty="0">
                <a:solidFill>
                  <a:srgbClr val="FFFFFF"/>
                </a:solidFill>
                <a:latin typeface="Ebrima"/>
                <a:cs typeface="Ebrima"/>
              </a:rPr>
              <a:t>of</a:t>
            </a:r>
            <a:r>
              <a:rPr sz="1800" spc="-15" dirty="0">
                <a:solidFill>
                  <a:srgbClr val="FFFFFF"/>
                </a:solidFill>
                <a:latin typeface="Ebrima"/>
                <a:cs typeface="Ebrima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Ebrima"/>
                <a:cs typeface="Ebrima"/>
              </a:rPr>
              <a:t>TensorFlow</a:t>
            </a:r>
            <a:endParaRPr sz="1800">
              <a:latin typeface="Ebrima"/>
              <a:cs typeface="Ebrim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8671941" y="463677"/>
            <a:ext cx="80962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dirty="0">
                <a:solidFill>
                  <a:srgbClr val="D9D9D9"/>
                </a:solidFill>
                <a:latin typeface="Ebrima"/>
                <a:cs typeface="Ebrima"/>
              </a:rPr>
              <a:t>UNIT</a:t>
            </a:r>
            <a:r>
              <a:rPr sz="1600" spc="400" dirty="0">
                <a:solidFill>
                  <a:srgbClr val="D9D9D9"/>
                </a:solidFill>
                <a:latin typeface="Ebrima"/>
                <a:cs typeface="Ebrima"/>
              </a:rPr>
              <a:t> </a:t>
            </a:r>
            <a:r>
              <a:rPr sz="1600" spc="-35" dirty="0">
                <a:solidFill>
                  <a:srgbClr val="D9D9D9"/>
                </a:solidFill>
                <a:latin typeface="Ebrima"/>
                <a:cs typeface="Ebrima"/>
              </a:rPr>
              <a:t>03</a:t>
            </a:r>
            <a:endParaRPr sz="1600">
              <a:latin typeface="Ebrima"/>
              <a:cs typeface="Ebrima"/>
            </a:endParaRPr>
          </a:p>
        </p:txBody>
      </p:sp>
      <p:pic>
        <p:nvPicPr>
          <p:cNvPr id="7" name="object 7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473963" y="1440154"/>
            <a:ext cx="4485894" cy="282727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554736" y="1883651"/>
            <a:ext cx="8117585" cy="794778"/>
          </a:xfrm>
          <a:prstGeom prst="rect">
            <a:avLst/>
          </a:prstGeom>
        </p:spPr>
      </p:pic>
    </p:spTree>
  </p:cSld>
  <p:clrMapOvr>
    <a:masterClrMapping/>
  </p:clrMapOvr>
</p:sld>
</file>

<file path=ppt/slides/slide1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337579" y="6524434"/>
            <a:ext cx="105886" cy="90487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54151" y="6527292"/>
            <a:ext cx="1794510" cy="142494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862571" y="6521195"/>
            <a:ext cx="2327910" cy="118110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437489" y="431419"/>
            <a:ext cx="332105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FFFFFF"/>
                </a:solidFill>
                <a:latin typeface="Ebrima"/>
                <a:cs typeface="Ebrima"/>
              </a:rPr>
              <a:t>3.1.</a:t>
            </a:r>
            <a:r>
              <a:rPr sz="1800" spc="-15" dirty="0">
                <a:solidFill>
                  <a:srgbClr val="FFFFFF"/>
                </a:solidFill>
                <a:latin typeface="Ebrima"/>
                <a:cs typeface="Ebrima"/>
              </a:rPr>
              <a:t> </a:t>
            </a:r>
            <a:r>
              <a:rPr sz="1800" dirty="0">
                <a:solidFill>
                  <a:srgbClr val="FFFFFF"/>
                </a:solidFill>
                <a:latin typeface="Ebrima"/>
                <a:cs typeface="Ebrima"/>
              </a:rPr>
              <a:t>Main</a:t>
            </a:r>
            <a:r>
              <a:rPr sz="1800" spc="-25" dirty="0">
                <a:solidFill>
                  <a:srgbClr val="FFFFFF"/>
                </a:solidFill>
                <a:latin typeface="Ebrima"/>
                <a:cs typeface="Ebrima"/>
              </a:rPr>
              <a:t> </a:t>
            </a:r>
            <a:r>
              <a:rPr sz="1800" dirty="0">
                <a:solidFill>
                  <a:srgbClr val="FFFFFF"/>
                </a:solidFill>
                <a:latin typeface="Ebrima"/>
                <a:cs typeface="Ebrima"/>
              </a:rPr>
              <a:t>Features</a:t>
            </a:r>
            <a:r>
              <a:rPr sz="1800" spc="-30" dirty="0">
                <a:solidFill>
                  <a:srgbClr val="FFFFFF"/>
                </a:solidFill>
                <a:latin typeface="Ebrima"/>
                <a:cs typeface="Ebrima"/>
              </a:rPr>
              <a:t> </a:t>
            </a:r>
            <a:r>
              <a:rPr sz="1800" dirty="0">
                <a:solidFill>
                  <a:srgbClr val="FFFFFF"/>
                </a:solidFill>
                <a:latin typeface="Ebrima"/>
                <a:cs typeface="Ebrima"/>
              </a:rPr>
              <a:t>of</a:t>
            </a:r>
            <a:r>
              <a:rPr sz="1800" spc="-15" dirty="0">
                <a:solidFill>
                  <a:srgbClr val="FFFFFF"/>
                </a:solidFill>
                <a:latin typeface="Ebrima"/>
                <a:cs typeface="Ebrima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Ebrima"/>
                <a:cs typeface="Ebrima"/>
              </a:rPr>
              <a:t>TensorFlow</a:t>
            </a:r>
            <a:endParaRPr sz="1800">
              <a:latin typeface="Ebrima"/>
              <a:cs typeface="Ebrim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8671941" y="463677"/>
            <a:ext cx="80962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dirty="0">
                <a:solidFill>
                  <a:srgbClr val="D9D9D9"/>
                </a:solidFill>
                <a:latin typeface="Ebrima"/>
                <a:cs typeface="Ebrima"/>
              </a:rPr>
              <a:t>UNIT</a:t>
            </a:r>
            <a:r>
              <a:rPr sz="1600" spc="400" dirty="0">
                <a:solidFill>
                  <a:srgbClr val="D9D9D9"/>
                </a:solidFill>
                <a:latin typeface="Ebrima"/>
                <a:cs typeface="Ebrima"/>
              </a:rPr>
              <a:t> </a:t>
            </a:r>
            <a:r>
              <a:rPr sz="1600" spc="-35" dirty="0">
                <a:solidFill>
                  <a:srgbClr val="D9D9D9"/>
                </a:solidFill>
                <a:latin typeface="Ebrima"/>
                <a:cs typeface="Ebrima"/>
              </a:rPr>
              <a:t>03</a:t>
            </a:r>
            <a:endParaRPr sz="1600">
              <a:latin typeface="Ebrima"/>
              <a:cs typeface="Ebrima"/>
            </a:endParaRPr>
          </a:p>
        </p:txBody>
      </p:sp>
      <p:pic>
        <p:nvPicPr>
          <p:cNvPr id="7" name="object 7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473963" y="1440154"/>
            <a:ext cx="4485894" cy="282727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554736" y="1883664"/>
            <a:ext cx="8740902" cy="1474469"/>
          </a:xfrm>
          <a:prstGeom prst="rect">
            <a:avLst/>
          </a:prstGeom>
        </p:spPr>
      </p:pic>
    </p:spTree>
  </p:cSld>
  <p:clrMapOvr>
    <a:masterClrMapping/>
  </p:clrMapOvr>
</p:sld>
</file>

<file path=ppt/slides/slide1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337579" y="6524434"/>
            <a:ext cx="105886" cy="90487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54151" y="6527292"/>
            <a:ext cx="1794510" cy="142494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862571" y="6521195"/>
            <a:ext cx="2327910" cy="118110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437489" y="431419"/>
            <a:ext cx="332105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FFFFFF"/>
                </a:solidFill>
                <a:latin typeface="Ebrima"/>
                <a:cs typeface="Ebrima"/>
              </a:rPr>
              <a:t>3.1.</a:t>
            </a:r>
            <a:r>
              <a:rPr sz="1800" spc="-10" dirty="0">
                <a:solidFill>
                  <a:srgbClr val="FFFFFF"/>
                </a:solidFill>
                <a:latin typeface="Ebrima"/>
                <a:cs typeface="Ebrima"/>
              </a:rPr>
              <a:t> </a:t>
            </a:r>
            <a:r>
              <a:rPr sz="1800" dirty="0">
                <a:solidFill>
                  <a:srgbClr val="FFFFFF"/>
                </a:solidFill>
                <a:latin typeface="Ebrima"/>
                <a:cs typeface="Ebrima"/>
              </a:rPr>
              <a:t>Main</a:t>
            </a:r>
            <a:r>
              <a:rPr sz="1800" spc="-25" dirty="0">
                <a:solidFill>
                  <a:srgbClr val="FFFFFF"/>
                </a:solidFill>
                <a:latin typeface="Ebrima"/>
                <a:cs typeface="Ebrima"/>
              </a:rPr>
              <a:t> </a:t>
            </a:r>
            <a:r>
              <a:rPr sz="1800" dirty="0">
                <a:solidFill>
                  <a:srgbClr val="FFFFFF"/>
                </a:solidFill>
                <a:latin typeface="Ebrima"/>
                <a:cs typeface="Ebrima"/>
              </a:rPr>
              <a:t>Features</a:t>
            </a:r>
            <a:r>
              <a:rPr sz="1800" spc="-30" dirty="0">
                <a:solidFill>
                  <a:srgbClr val="FFFFFF"/>
                </a:solidFill>
                <a:latin typeface="Ebrima"/>
                <a:cs typeface="Ebrima"/>
              </a:rPr>
              <a:t> </a:t>
            </a:r>
            <a:r>
              <a:rPr sz="1800" dirty="0">
                <a:solidFill>
                  <a:srgbClr val="FFFFFF"/>
                </a:solidFill>
                <a:latin typeface="Ebrima"/>
                <a:cs typeface="Ebrima"/>
              </a:rPr>
              <a:t>of</a:t>
            </a:r>
            <a:r>
              <a:rPr sz="1800" spc="-15" dirty="0">
                <a:solidFill>
                  <a:srgbClr val="FFFFFF"/>
                </a:solidFill>
                <a:latin typeface="Ebrima"/>
                <a:cs typeface="Ebrima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Ebrima"/>
                <a:cs typeface="Ebrima"/>
              </a:rPr>
              <a:t>TensorFlow</a:t>
            </a:r>
            <a:endParaRPr sz="1800">
              <a:latin typeface="Ebrima"/>
              <a:cs typeface="Ebrim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8671941" y="463677"/>
            <a:ext cx="80962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dirty="0">
                <a:solidFill>
                  <a:srgbClr val="D9D9D9"/>
                </a:solidFill>
                <a:latin typeface="Ebrima"/>
                <a:cs typeface="Ebrima"/>
              </a:rPr>
              <a:t>UNIT</a:t>
            </a:r>
            <a:r>
              <a:rPr sz="1600" spc="400" dirty="0">
                <a:solidFill>
                  <a:srgbClr val="D9D9D9"/>
                </a:solidFill>
                <a:latin typeface="Ebrima"/>
                <a:cs typeface="Ebrima"/>
              </a:rPr>
              <a:t> </a:t>
            </a:r>
            <a:r>
              <a:rPr sz="1600" spc="-35" dirty="0">
                <a:solidFill>
                  <a:srgbClr val="D9D9D9"/>
                </a:solidFill>
                <a:latin typeface="Ebrima"/>
                <a:cs typeface="Ebrima"/>
              </a:rPr>
              <a:t>03</a:t>
            </a:r>
            <a:endParaRPr sz="1600">
              <a:latin typeface="Ebrima"/>
              <a:cs typeface="Ebrima"/>
            </a:endParaRPr>
          </a:p>
        </p:txBody>
      </p:sp>
      <p:pic>
        <p:nvPicPr>
          <p:cNvPr id="7" name="object 7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473963" y="1440154"/>
            <a:ext cx="4485894" cy="282727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554736" y="1883664"/>
            <a:ext cx="5124450" cy="1474469"/>
          </a:xfrm>
          <a:prstGeom prst="rect">
            <a:avLst/>
          </a:prstGeom>
        </p:spPr>
      </p:pic>
    </p:spTree>
  </p:cSld>
  <p:clrMapOvr>
    <a:masterClrMapping/>
  </p:clrMapOvr>
</p:sld>
</file>

<file path=ppt/slides/slide1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331604" y="6524434"/>
            <a:ext cx="113385" cy="90487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54151" y="6527292"/>
            <a:ext cx="1794510" cy="142494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862571" y="6521195"/>
            <a:ext cx="2327910" cy="118110"/>
          </a:xfrm>
          <a:prstGeom prst="rect">
            <a:avLst/>
          </a:prstGeom>
        </p:spPr>
      </p:pic>
      <p:grpSp>
        <p:nvGrpSpPr>
          <p:cNvPr id="5" name="object 5"/>
          <p:cNvGrpSpPr/>
          <p:nvPr/>
        </p:nvGrpSpPr>
        <p:grpSpPr>
          <a:xfrm>
            <a:off x="1542288" y="1828800"/>
            <a:ext cx="1743710" cy="494030"/>
            <a:chOff x="1542288" y="1828800"/>
            <a:chExt cx="1743710" cy="494030"/>
          </a:xfrm>
        </p:grpSpPr>
        <p:sp>
          <p:nvSpPr>
            <p:cNvPr id="6" name="object 6"/>
            <p:cNvSpPr/>
            <p:nvPr/>
          </p:nvSpPr>
          <p:spPr>
            <a:xfrm>
              <a:off x="1548384" y="1834895"/>
              <a:ext cx="1731645" cy="481965"/>
            </a:xfrm>
            <a:custGeom>
              <a:avLst/>
              <a:gdLst/>
              <a:ahLst/>
              <a:cxnLst/>
              <a:rect l="l" t="t" r="r" b="b"/>
              <a:pathLst>
                <a:path w="1731645" h="481964">
                  <a:moveTo>
                    <a:pt x="1671065" y="0"/>
                  </a:moveTo>
                  <a:lnTo>
                    <a:pt x="60197" y="0"/>
                  </a:lnTo>
                  <a:lnTo>
                    <a:pt x="36754" y="4726"/>
                  </a:lnTo>
                  <a:lnTo>
                    <a:pt x="17621" y="17621"/>
                  </a:lnTo>
                  <a:lnTo>
                    <a:pt x="4726" y="36754"/>
                  </a:lnTo>
                  <a:lnTo>
                    <a:pt x="0" y="60198"/>
                  </a:lnTo>
                  <a:lnTo>
                    <a:pt x="0" y="421386"/>
                  </a:lnTo>
                  <a:lnTo>
                    <a:pt x="4726" y="444829"/>
                  </a:lnTo>
                  <a:lnTo>
                    <a:pt x="17621" y="463962"/>
                  </a:lnTo>
                  <a:lnTo>
                    <a:pt x="36754" y="476857"/>
                  </a:lnTo>
                  <a:lnTo>
                    <a:pt x="60197" y="481583"/>
                  </a:lnTo>
                  <a:lnTo>
                    <a:pt x="1671065" y="481583"/>
                  </a:lnTo>
                  <a:lnTo>
                    <a:pt x="1694509" y="476857"/>
                  </a:lnTo>
                  <a:lnTo>
                    <a:pt x="1713642" y="463962"/>
                  </a:lnTo>
                  <a:lnTo>
                    <a:pt x="1726537" y="444829"/>
                  </a:lnTo>
                  <a:lnTo>
                    <a:pt x="1731264" y="421386"/>
                  </a:lnTo>
                  <a:lnTo>
                    <a:pt x="1731264" y="60198"/>
                  </a:lnTo>
                  <a:lnTo>
                    <a:pt x="1726537" y="36754"/>
                  </a:lnTo>
                  <a:lnTo>
                    <a:pt x="1713642" y="17621"/>
                  </a:lnTo>
                  <a:lnTo>
                    <a:pt x="1694509" y="4726"/>
                  </a:lnTo>
                  <a:lnTo>
                    <a:pt x="1671065" y="0"/>
                  </a:lnTo>
                  <a:close/>
                </a:path>
              </a:pathLst>
            </a:custGeom>
            <a:solidFill>
              <a:srgbClr val="DEEBF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1548384" y="1834895"/>
              <a:ext cx="1731645" cy="481965"/>
            </a:xfrm>
            <a:custGeom>
              <a:avLst/>
              <a:gdLst/>
              <a:ahLst/>
              <a:cxnLst/>
              <a:rect l="l" t="t" r="r" b="b"/>
              <a:pathLst>
                <a:path w="1731645" h="481964">
                  <a:moveTo>
                    <a:pt x="0" y="60198"/>
                  </a:moveTo>
                  <a:lnTo>
                    <a:pt x="4726" y="36754"/>
                  </a:lnTo>
                  <a:lnTo>
                    <a:pt x="17621" y="17621"/>
                  </a:lnTo>
                  <a:lnTo>
                    <a:pt x="36754" y="4726"/>
                  </a:lnTo>
                  <a:lnTo>
                    <a:pt x="60197" y="0"/>
                  </a:lnTo>
                  <a:lnTo>
                    <a:pt x="1671065" y="0"/>
                  </a:lnTo>
                  <a:lnTo>
                    <a:pt x="1694509" y="4726"/>
                  </a:lnTo>
                  <a:lnTo>
                    <a:pt x="1713642" y="17621"/>
                  </a:lnTo>
                  <a:lnTo>
                    <a:pt x="1726537" y="36754"/>
                  </a:lnTo>
                  <a:lnTo>
                    <a:pt x="1731264" y="60198"/>
                  </a:lnTo>
                  <a:lnTo>
                    <a:pt x="1731264" y="421386"/>
                  </a:lnTo>
                  <a:lnTo>
                    <a:pt x="1726537" y="444829"/>
                  </a:lnTo>
                  <a:lnTo>
                    <a:pt x="1713642" y="463962"/>
                  </a:lnTo>
                  <a:lnTo>
                    <a:pt x="1694509" y="476857"/>
                  </a:lnTo>
                  <a:lnTo>
                    <a:pt x="1671065" y="481583"/>
                  </a:lnTo>
                  <a:lnTo>
                    <a:pt x="60197" y="481583"/>
                  </a:lnTo>
                  <a:lnTo>
                    <a:pt x="36754" y="476857"/>
                  </a:lnTo>
                  <a:lnTo>
                    <a:pt x="17621" y="463962"/>
                  </a:lnTo>
                  <a:lnTo>
                    <a:pt x="4726" y="444829"/>
                  </a:lnTo>
                  <a:lnTo>
                    <a:pt x="0" y="421386"/>
                  </a:lnTo>
                  <a:lnTo>
                    <a:pt x="0" y="60198"/>
                  </a:lnTo>
                  <a:close/>
                </a:path>
              </a:pathLst>
            </a:custGeom>
            <a:ln w="12192">
              <a:solidFill>
                <a:srgbClr val="2D75B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1625346" y="1873122"/>
            <a:ext cx="113220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200" spc="-10" dirty="0">
                <a:latin typeface="Lucida Console"/>
                <a:cs typeface="Lucida Console"/>
              </a:rPr>
              <a:t>tf.keras tf.estimator</a:t>
            </a:r>
            <a:endParaRPr sz="1200">
              <a:latin typeface="Lucida Console"/>
              <a:cs typeface="Lucida Console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1542288" y="2453639"/>
            <a:ext cx="1743710" cy="1236345"/>
            <a:chOff x="1542288" y="2453639"/>
            <a:chExt cx="1743710" cy="1236345"/>
          </a:xfrm>
        </p:grpSpPr>
        <p:sp>
          <p:nvSpPr>
            <p:cNvPr id="10" name="object 10"/>
            <p:cNvSpPr/>
            <p:nvPr/>
          </p:nvSpPr>
          <p:spPr>
            <a:xfrm>
              <a:off x="1548384" y="2459735"/>
              <a:ext cx="1731645" cy="1224280"/>
            </a:xfrm>
            <a:custGeom>
              <a:avLst/>
              <a:gdLst/>
              <a:ahLst/>
              <a:cxnLst/>
              <a:rect l="l" t="t" r="r" b="b"/>
              <a:pathLst>
                <a:path w="1731645" h="1224279">
                  <a:moveTo>
                    <a:pt x="1667764" y="0"/>
                  </a:moveTo>
                  <a:lnTo>
                    <a:pt x="63500" y="0"/>
                  </a:lnTo>
                  <a:lnTo>
                    <a:pt x="38790" y="4992"/>
                  </a:lnTo>
                  <a:lnTo>
                    <a:pt x="18605" y="18605"/>
                  </a:lnTo>
                  <a:lnTo>
                    <a:pt x="4992" y="38790"/>
                  </a:lnTo>
                  <a:lnTo>
                    <a:pt x="0" y="63500"/>
                  </a:lnTo>
                  <a:lnTo>
                    <a:pt x="0" y="1160271"/>
                  </a:lnTo>
                  <a:lnTo>
                    <a:pt x="4992" y="1184981"/>
                  </a:lnTo>
                  <a:lnTo>
                    <a:pt x="18605" y="1205166"/>
                  </a:lnTo>
                  <a:lnTo>
                    <a:pt x="38790" y="1218779"/>
                  </a:lnTo>
                  <a:lnTo>
                    <a:pt x="63500" y="1223771"/>
                  </a:lnTo>
                  <a:lnTo>
                    <a:pt x="1667764" y="1223771"/>
                  </a:lnTo>
                  <a:lnTo>
                    <a:pt x="1692473" y="1218779"/>
                  </a:lnTo>
                  <a:lnTo>
                    <a:pt x="1712658" y="1205166"/>
                  </a:lnTo>
                  <a:lnTo>
                    <a:pt x="1726271" y="1184981"/>
                  </a:lnTo>
                  <a:lnTo>
                    <a:pt x="1731264" y="1160271"/>
                  </a:lnTo>
                  <a:lnTo>
                    <a:pt x="1731264" y="63500"/>
                  </a:lnTo>
                  <a:lnTo>
                    <a:pt x="1726271" y="38790"/>
                  </a:lnTo>
                  <a:lnTo>
                    <a:pt x="1712658" y="18605"/>
                  </a:lnTo>
                  <a:lnTo>
                    <a:pt x="1692473" y="4992"/>
                  </a:lnTo>
                  <a:lnTo>
                    <a:pt x="1667764" y="0"/>
                  </a:lnTo>
                  <a:close/>
                </a:path>
              </a:pathLst>
            </a:custGeom>
            <a:solidFill>
              <a:srgbClr val="DEEBF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1548384" y="2459735"/>
              <a:ext cx="1731645" cy="1224280"/>
            </a:xfrm>
            <a:custGeom>
              <a:avLst/>
              <a:gdLst/>
              <a:ahLst/>
              <a:cxnLst/>
              <a:rect l="l" t="t" r="r" b="b"/>
              <a:pathLst>
                <a:path w="1731645" h="1224279">
                  <a:moveTo>
                    <a:pt x="0" y="63500"/>
                  </a:moveTo>
                  <a:lnTo>
                    <a:pt x="4992" y="38790"/>
                  </a:lnTo>
                  <a:lnTo>
                    <a:pt x="18605" y="18605"/>
                  </a:lnTo>
                  <a:lnTo>
                    <a:pt x="38790" y="4992"/>
                  </a:lnTo>
                  <a:lnTo>
                    <a:pt x="63500" y="0"/>
                  </a:lnTo>
                  <a:lnTo>
                    <a:pt x="1667764" y="0"/>
                  </a:lnTo>
                  <a:lnTo>
                    <a:pt x="1692473" y="4992"/>
                  </a:lnTo>
                  <a:lnTo>
                    <a:pt x="1712658" y="18605"/>
                  </a:lnTo>
                  <a:lnTo>
                    <a:pt x="1726271" y="38790"/>
                  </a:lnTo>
                  <a:lnTo>
                    <a:pt x="1731264" y="63500"/>
                  </a:lnTo>
                  <a:lnTo>
                    <a:pt x="1731264" y="1160271"/>
                  </a:lnTo>
                  <a:lnTo>
                    <a:pt x="1726271" y="1184981"/>
                  </a:lnTo>
                  <a:lnTo>
                    <a:pt x="1712658" y="1205166"/>
                  </a:lnTo>
                  <a:lnTo>
                    <a:pt x="1692473" y="1218779"/>
                  </a:lnTo>
                  <a:lnTo>
                    <a:pt x="1667764" y="1223771"/>
                  </a:lnTo>
                  <a:lnTo>
                    <a:pt x="63500" y="1223771"/>
                  </a:lnTo>
                  <a:lnTo>
                    <a:pt x="38790" y="1218779"/>
                  </a:lnTo>
                  <a:lnTo>
                    <a:pt x="18605" y="1205166"/>
                  </a:lnTo>
                  <a:lnTo>
                    <a:pt x="4992" y="1184981"/>
                  </a:lnTo>
                  <a:lnTo>
                    <a:pt x="0" y="1160271"/>
                  </a:lnTo>
                  <a:lnTo>
                    <a:pt x="0" y="63500"/>
                  </a:lnTo>
                  <a:close/>
                </a:path>
              </a:pathLst>
            </a:custGeom>
            <a:ln w="12192">
              <a:solidFill>
                <a:srgbClr val="2D75B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1626489" y="2502789"/>
            <a:ext cx="1405255" cy="11233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190500">
              <a:lnSpc>
                <a:spcPct val="100000"/>
              </a:lnSpc>
              <a:spcBef>
                <a:spcPts val="100"/>
              </a:spcBef>
            </a:pPr>
            <a:r>
              <a:rPr sz="1200" spc="-10" dirty="0">
                <a:latin typeface="Lucida Console"/>
                <a:cs typeface="Lucida Console"/>
              </a:rPr>
              <a:t>tf.nn tf.losses tf.metrics tf.optimizers tf.train</a:t>
            </a:r>
            <a:endParaRPr sz="1200">
              <a:latin typeface="Lucida Console"/>
              <a:cs typeface="Lucida Console"/>
            </a:endParaRPr>
          </a:p>
          <a:p>
            <a:pPr marL="12700">
              <a:lnSpc>
                <a:spcPct val="100000"/>
              </a:lnSpc>
            </a:pPr>
            <a:r>
              <a:rPr sz="1200" spc="-10" dirty="0">
                <a:latin typeface="Lucida Console"/>
                <a:cs typeface="Lucida Console"/>
              </a:rPr>
              <a:t>tf.initializers</a:t>
            </a:r>
            <a:endParaRPr sz="1200">
              <a:latin typeface="Lucida Console"/>
              <a:cs typeface="Lucida Console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1542288" y="3820667"/>
            <a:ext cx="1743710" cy="492759"/>
            <a:chOff x="1542288" y="3820667"/>
            <a:chExt cx="1743710" cy="492759"/>
          </a:xfrm>
        </p:grpSpPr>
        <p:sp>
          <p:nvSpPr>
            <p:cNvPr id="14" name="object 14"/>
            <p:cNvSpPr/>
            <p:nvPr/>
          </p:nvSpPr>
          <p:spPr>
            <a:xfrm>
              <a:off x="1548384" y="3826763"/>
              <a:ext cx="1731645" cy="480059"/>
            </a:xfrm>
            <a:custGeom>
              <a:avLst/>
              <a:gdLst/>
              <a:ahLst/>
              <a:cxnLst/>
              <a:rect l="l" t="t" r="r" b="b"/>
              <a:pathLst>
                <a:path w="1731645" h="480060">
                  <a:moveTo>
                    <a:pt x="1671192" y="0"/>
                  </a:moveTo>
                  <a:lnTo>
                    <a:pt x="60071" y="0"/>
                  </a:lnTo>
                  <a:lnTo>
                    <a:pt x="36701" y="4724"/>
                  </a:lnTo>
                  <a:lnTo>
                    <a:pt x="17605" y="17605"/>
                  </a:lnTo>
                  <a:lnTo>
                    <a:pt x="4724" y="36701"/>
                  </a:lnTo>
                  <a:lnTo>
                    <a:pt x="0" y="60071"/>
                  </a:lnTo>
                  <a:lnTo>
                    <a:pt x="0" y="419988"/>
                  </a:lnTo>
                  <a:lnTo>
                    <a:pt x="4724" y="443358"/>
                  </a:lnTo>
                  <a:lnTo>
                    <a:pt x="17605" y="462454"/>
                  </a:lnTo>
                  <a:lnTo>
                    <a:pt x="36701" y="475335"/>
                  </a:lnTo>
                  <a:lnTo>
                    <a:pt x="60071" y="480060"/>
                  </a:lnTo>
                  <a:lnTo>
                    <a:pt x="1671192" y="480060"/>
                  </a:lnTo>
                  <a:lnTo>
                    <a:pt x="1694562" y="475335"/>
                  </a:lnTo>
                  <a:lnTo>
                    <a:pt x="1713658" y="462454"/>
                  </a:lnTo>
                  <a:lnTo>
                    <a:pt x="1726539" y="443358"/>
                  </a:lnTo>
                  <a:lnTo>
                    <a:pt x="1731264" y="419988"/>
                  </a:lnTo>
                  <a:lnTo>
                    <a:pt x="1731264" y="60071"/>
                  </a:lnTo>
                  <a:lnTo>
                    <a:pt x="1726539" y="36701"/>
                  </a:lnTo>
                  <a:lnTo>
                    <a:pt x="1713658" y="17605"/>
                  </a:lnTo>
                  <a:lnTo>
                    <a:pt x="1694562" y="4724"/>
                  </a:lnTo>
                  <a:lnTo>
                    <a:pt x="1671192" y="0"/>
                  </a:lnTo>
                  <a:close/>
                </a:path>
              </a:pathLst>
            </a:custGeom>
            <a:solidFill>
              <a:srgbClr val="DEEBF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1548384" y="3826763"/>
              <a:ext cx="1731645" cy="480059"/>
            </a:xfrm>
            <a:custGeom>
              <a:avLst/>
              <a:gdLst/>
              <a:ahLst/>
              <a:cxnLst/>
              <a:rect l="l" t="t" r="r" b="b"/>
              <a:pathLst>
                <a:path w="1731645" h="480060">
                  <a:moveTo>
                    <a:pt x="0" y="60071"/>
                  </a:moveTo>
                  <a:lnTo>
                    <a:pt x="4724" y="36701"/>
                  </a:lnTo>
                  <a:lnTo>
                    <a:pt x="17605" y="17605"/>
                  </a:lnTo>
                  <a:lnTo>
                    <a:pt x="36701" y="4724"/>
                  </a:lnTo>
                  <a:lnTo>
                    <a:pt x="60071" y="0"/>
                  </a:lnTo>
                  <a:lnTo>
                    <a:pt x="1671192" y="0"/>
                  </a:lnTo>
                  <a:lnTo>
                    <a:pt x="1694562" y="4724"/>
                  </a:lnTo>
                  <a:lnTo>
                    <a:pt x="1713658" y="17605"/>
                  </a:lnTo>
                  <a:lnTo>
                    <a:pt x="1726539" y="36701"/>
                  </a:lnTo>
                  <a:lnTo>
                    <a:pt x="1731264" y="60071"/>
                  </a:lnTo>
                  <a:lnTo>
                    <a:pt x="1731264" y="419988"/>
                  </a:lnTo>
                  <a:lnTo>
                    <a:pt x="1726539" y="443358"/>
                  </a:lnTo>
                  <a:lnTo>
                    <a:pt x="1713658" y="462454"/>
                  </a:lnTo>
                  <a:lnTo>
                    <a:pt x="1694562" y="475335"/>
                  </a:lnTo>
                  <a:lnTo>
                    <a:pt x="1671192" y="480060"/>
                  </a:lnTo>
                  <a:lnTo>
                    <a:pt x="60071" y="480060"/>
                  </a:lnTo>
                  <a:lnTo>
                    <a:pt x="36701" y="475335"/>
                  </a:lnTo>
                  <a:lnTo>
                    <a:pt x="17605" y="462454"/>
                  </a:lnTo>
                  <a:lnTo>
                    <a:pt x="4724" y="443358"/>
                  </a:lnTo>
                  <a:lnTo>
                    <a:pt x="0" y="419988"/>
                  </a:lnTo>
                  <a:lnTo>
                    <a:pt x="0" y="60071"/>
                  </a:lnTo>
                  <a:close/>
                </a:path>
              </a:pathLst>
            </a:custGeom>
            <a:ln w="12192">
              <a:solidFill>
                <a:srgbClr val="2D75B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" name="object 16"/>
          <p:cNvSpPr txBox="1"/>
          <p:nvPr/>
        </p:nvSpPr>
        <p:spPr>
          <a:xfrm>
            <a:off x="1625346" y="3864355"/>
            <a:ext cx="140906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200" spc="-10" dirty="0">
                <a:latin typeface="Lucida Console"/>
                <a:cs typeface="Lucida Console"/>
              </a:rPr>
              <a:t>tf.GradientTape </a:t>
            </a:r>
            <a:r>
              <a:rPr sz="1200" dirty="0">
                <a:latin typeface="Lucida Console"/>
                <a:cs typeface="Lucida Console"/>
              </a:rPr>
              <a:t>tf.gradients</a:t>
            </a:r>
            <a:r>
              <a:rPr sz="1200" spc="-5" dirty="0">
                <a:latin typeface="Lucida Console"/>
                <a:cs typeface="Lucida Console"/>
              </a:rPr>
              <a:t> </a:t>
            </a:r>
            <a:r>
              <a:rPr sz="1200" spc="-25" dirty="0">
                <a:latin typeface="Lucida Console"/>
                <a:cs typeface="Lucida Console"/>
              </a:rPr>
              <a:t>()</a:t>
            </a:r>
            <a:endParaRPr sz="1200">
              <a:latin typeface="Lucida Console"/>
              <a:cs typeface="Lucida Console"/>
            </a:endParaRPr>
          </a:p>
        </p:txBody>
      </p:sp>
      <p:grpSp>
        <p:nvGrpSpPr>
          <p:cNvPr id="17" name="object 17"/>
          <p:cNvGrpSpPr/>
          <p:nvPr/>
        </p:nvGrpSpPr>
        <p:grpSpPr>
          <a:xfrm>
            <a:off x="1542288" y="4443984"/>
            <a:ext cx="1743710" cy="1292860"/>
            <a:chOff x="1542288" y="4443984"/>
            <a:chExt cx="1743710" cy="1292860"/>
          </a:xfrm>
        </p:grpSpPr>
        <p:sp>
          <p:nvSpPr>
            <p:cNvPr id="18" name="object 18"/>
            <p:cNvSpPr/>
            <p:nvPr/>
          </p:nvSpPr>
          <p:spPr>
            <a:xfrm>
              <a:off x="1548384" y="4450080"/>
              <a:ext cx="1731645" cy="1280160"/>
            </a:xfrm>
            <a:custGeom>
              <a:avLst/>
              <a:gdLst/>
              <a:ahLst/>
              <a:cxnLst/>
              <a:rect l="l" t="t" r="r" b="b"/>
              <a:pathLst>
                <a:path w="1731645" h="1280160">
                  <a:moveTo>
                    <a:pt x="1664842" y="0"/>
                  </a:moveTo>
                  <a:lnTo>
                    <a:pt x="66421" y="0"/>
                  </a:lnTo>
                  <a:lnTo>
                    <a:pt x="40558" y="5216"/>
                  </a:lnTo>
                  <a:lnTo>
                    <a:pt x="19446" y="19446"/>
                  </a:lnTo>
                  <a:lnTo>
                    <a:pt x="5216" y="40558"/>
                  </a:lnTo>
                  <a:lnTo>
                    <a:pt x="0" y="66421"/>
                  </a:lnTo>
                  <a:lnTo>
                    <a:pt x="0" y="1213700"/>
                  </a:lnTo>
                  <a:lnTo>
                    <a:pt x="5216" y="1239569"/>
                  </a:lnTo>
                  <a:lnTo>
                    <a:pt x="19446" y="1260694"/>
                  </a:lnTo>
                  <a:lnTo>
                    <a:pt x="40558" y="1274937"/>
                  </a:lnTo>
                  <a:lnTo>
                    <a:pt x="66421" y="1280160"/>
                  </a:lnTo>
                  <a:lnTo>
                    <a:pt x="1664842" y="1280160"/>
                  </a:lnTo>
                  <a:lnTo>
                    <a:pt x="1690705" y="1274937"/>
                  </a:lnTo>
                  <a:lnTo>
                    <a:pt x="1711817" y="1260694"/>
                  </a:lnTo>
                  <a:lnTo>
                    <a:pt x="1726047" y="1239569"/>
                  </a:lnTo>
                  <a:lnTo>
                    <a:pt x="1731264" y="1213700"/>
                  </a:lnTo>
                  <a:lnTo>
                    <a:pt x="1731264" y="66421"/>
                  </a:lnTo>
                  <a:lnTo>
                    <a:pt x="1726047" y="40558"/>
                  </a:lnTo>
                  <a:lnTo>
                    <a:pt x="1711817" y="19446"/>
                  </a:lnTo>
                  <a:lnTo>
                    <a:pt x="1690705" y="5216"/>
                  </a:lnTo>
                  <a:lnTo>
                    <a:pt x="1664842" y="0"/>
                  </a:lnTo>
                  <a:close/>
                </a:path>
              </a:pathLst>
            </a:custGeom>
            <a:solidFill>
              <a:srgbClr val="DEEBF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1548384" y="4450080"/>
              <a:ext cx="1731645" cy="1280160"/>
            </a:xfrm>
            <a:custGeom>
              <a:avLst/>
              <a:gdLst/>
              <a:ahLst/>
              <a:cxnLst/>
              <a:rect l="l" t="t" r="r" b="b"/>
              <a:pathLst>
                <a:path w="1731645" h="1280160">
                  <a:moveTo>
                    <a:pt x="0" y="66421"/>
                  </a:moveTo>
                  <a:lnTo>
                    <a:pt x="5216" y="40558"/>
                  </a:lnTo>
                  <a:lnTo>
                    <a:pt x="19446" y="19446"/>
                  </a:lnTo>
                  <a:lnTo>
                    <a:pt x="40558" y="5216"/>
                  </a:lnTo>
                  <a:lnTo>
                    <a:pt x="66421" y="0"/>
                  </a:lnTo>
                  <a:lnTo>
                    <a:pt x="1664842" y="0"/>
                  </a:lnTo>
                  <a:lnTo>
                    <a:pt x="1690705" y="5216"/>
                  </a:lnTo>
                  <a:lnTo>
                    <a:pt x="1711817" y="19446"/>
                  </a:lnTo>
                  <a:lnTo>
                    <a:pt x="1726047" y="40558"/>
                  </a:lnTo>
                  <a:lnTo>
                    <a:pt x="1731264" y="66421"/>
                  </a:lnTo>
                  <a:lnTo>
                    <a:pt x="1731264" y="1213700"/>
                  </a:lnTo>
                  <a:lnTo>
                    <a:pt x="1726047" y="1239569"/>
                  </a:lnTo>
                  <a:lnTo>
                    <a:pt x="1711817" y="1260694"/>
                  </a:lnTo>
                  <a:lnTo>
                    <a:pt x="1690705" y="1274937"/>
                  </a:lnTo>
                  <a:lnTo>
                    <a:pt x="1664842" y="1280160"/>
                  </a:lnTo>
                  <a:lnTo>
                    <a:pt x="66421" y="1280160"/>
                  </a:lnTo>
                  <a:lnTo>
                    <a:pt x="40558" y="1274937"/>
                  </a:lnTo>
                  <a:lnTo>
                    <a:pt x="19446" y="1260694"/>
                  </a:lnTo>
                  <a:lnTo>
                    <a:pt x="5216" y="1239569"/>
                  </a:lnTo>
                  <a:lnTo>
                    <a:pt x="0" y="1213700"/>
                  </a:lnTo>
                  <a:lnTo>
                    <a:pt x="0" y="66421"/>
                  </a:lnTo>
                  <a:close/>
                </a:path>
              </a:pathLst>
            </a:custGeom>
            <a:ln w="12192">
              <a:solidFill>
                <a:srgbClr val="2D75B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0" name="object 20"/>
          <p:cNvSpPr txBox="1"/>
          <p:nvPr/>
        </p:nvSpPr>
        <p:spPr>
          <a:xfrm>
            <a:off x="1627377" y="4431283"/>
            <a:ext cx="1497965" cy="13061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200" spc="-10" dirty="0">
                <a:latin typeface="Lucida Console"/>
                <a:cs typeface="Lucida Console"/>
              </a:rPr>
              <a:t>tf.data tf.feature_colum </a:t>
            </a:r>
            <a:r>
              <a:rPr sz="1200" spc="-50" dirty="0">
                <a:latin typeface="Lucida Console"/>
                <a:cs typeface="Lucida Console"/>
              </a:rPr>
              <a:t>n</a:t>
            </a:r>
            <a:endParaRPr sz="1200">
              <a:latin typeface="Lucida Console"/>
              <a:cs typeface="Lucida Console"/>
            </a:endParaRPr>
          </a:p>
          <a:p>
            <a:pPr marL="12700" marR="741680">
              <a:lnSpc>
                <a:spcPct val="100000"/>
              </a:lnSpc>
            </a:pPr>
            <a:r>
              <a:rPr sz="1200" spc="-10" dirty="0">
                <a:latin typeface="Lucida Console"/>
                <a:cs typeface="Lucida Console"/>
              </a:rPr>
              <a:t>tf.audio tf.image tf.io tf.queue</a:t>
            </a:r>
            <a:endParaRPr sz="1200">
              <a:latin typeface="Lucida Console"/>
              <a:cs typeface="Lucida Console"/>
            </a:endParaRPr>
          </a:p>
        </p:txBody>
      </p:sp>
      <p:grpSp>
        <p:nvGrpSpPr>
          <p:cNvPr id="21" name="object 21"/>
          <p:cNvGrpSpPr/>
          <p:nvPr/>
        </p:nvGrpSpPr>
        <p:grpSpPr>
          <a:xfrm>
            <a:off x="1542288" y="5867400"/>
            <a:ext cx="1743710" cy="353695"/>
            <a:chOff x="1542288" y="5867400"/>
            <a:chExt cx="1743710" cy="353695"/>
          </a:xfrm>
        </p:grpSpPr>
        <p:sp>
          <p:nvSpPr>
            <p:cNvPr id="22" name="object 22"/>
            <p:cNvSpPr/>
            <p:nvPr/>
          </p:nvSpPr>
          <p:spPr>
            <a:xfrm>
              <a:off x="1548384" y="5873495"/>
              <a:ext cx="1731645" cy="341630"/>
            </a:xfrm>
            <a:custGeom>
              <a:avLst/>
              <a:gdLst/>
              <a:ahLst/>
              <a:cxnLst/>
              <a:rect l="l" t="t" r="r" b="b"/>
              <a:pathLst>
                <a:path w="1731645" h="341629">
                  <a:moveTo>
                    <a:pt x="1674367" y="0"/>
                  </a:moveTo>
                  <a:lnTo>
                    <a:pt x="56896" y="0"/>
                  </a:lnTo>
                  <a:lnTo>
                    <a:pt x="34772" y="4471"/>
                  </a:lnTo>
                  <a:lnTo>
                    <a:pt x="16684" y="16665"/>
                  </a:lnTo>
                  <a:lnTo>
                    <a:pt x="4478" y="34750"/>
                  </a:lnTo>
                  <a:lnTo>
                    <a:pt x="0" y="56895"/>
                  </a:lnTo>
                  <a:lnTo>
                    <a:pt x="0" y="284479"/>
                  </a:lnTo>
                  <a:lnTo>
                    <a:pt x="4478" y="306625"/>
                  </a:lnTo>
                  <a:lnTo>
                    <a:pt x="16684" y="324710"/>
                  </a:lnTo>
                  <a:lnTo>
                    <a:pt x="34772" y="336904"/>
                  </a:lnTo>
                  <a:lnTo>
                    <a:pt x="56896" y="341375"/>
                  </a:lnTo>
                  <a:lnTo>
                    <a:pt x="1674367" y="341375"/>
                  </a:lnTo>
                  <a:lnTo>
                    <a:pt x="1696491" y="336904"/>
                  </a:lnTo>
                  <a:lnTo>
                    <a:pt x="1714579" y="324710"/>
                  </a:lnTo>
                  <a:lnTo>
                    <a:pt x="1726785" y="306625"/>
                  </a:lnTo>
                  <a:lnTo>
                    <a:pt x="1731264" y="284479"/>
                  </a:lnTo>
                  <a:lnTo>
                    <a:pt x="1731264" y="56895"/>
                  </a:lnTo>
                  <a:lnTo>
                    <a:pt x="1726785" y="34750"/>
                  </a:lnTo>
                  <a:lnTo>
                    <a:pt x="1714579" y="16665"/>
                  </a:lnTo>
                  <a:lnTo>
                    <a:pt x="1696491" y="4471"/>
                  </a:lnTo>
                  <a:lnTo>
                    <a:pt x="1674367" y="0"/>
                  </a:lnTo>
                  <a:close/>
                </a:path>
              </a:pathLst>
            </a:custGeom>
            <a:solidFill>
              <a:srgbClr val="DEEBF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1548384" y="5873495"/>
              <a:ext cx="1731645" cy="341630"/>
            </a:xfrm>
            <a:custGeom>
              <a:avLst/>
              <a:gdLst/>
              <a:ahLst/>
              <a:cxnLst/>
              <a:rect l="l" t="t" r="r" b="b"/>
              <a:pathLst>
                <a:path w="1731645" h="341629">
                  <a:moveTo>
                    <a:pt x="0" y="56895"/>
                  </a:moveTo>
                  <a:lnTo>
                    <a:pt x="4478" y="34750"/>
                  </a:lnTo>
                  <a:lnTo>
                    <a:pt x="16684" y="16665"/>
                  </a:lnTo>
                  <a:lnTo>
                    <a:pt x="34772" y="4471"/>
                  </a:lnTo>
                  <a:lnTo>
                    <a:pt x="56896" y="0"/>
                  </a:lnTo>
                  <a:lnTo>
                    <a:pt x="1674367" y="0"/>
                  </a:lnTo>
                  <a:lnTo>
                    <a:pt x="1696491" y="4471"/>
                  </a:lnTo>
                  <a:lnTo>
                    <a:pt x="1714579" y="16665"/>
                  </a:lnTo>
                  <a:lnTo>
                    <a:pt x="1726785" y="34750"/>
                  </a:lnTo>
                  <a:lnTo>
                    <a:pt x="1731264" y="56895"/>
                  </a:lnTo>
                  <a:lnTo>
                    <a:pt x="1731264" y="284479"/>
                  </a:lnTo>
                  <a:lnTo>
                    <a:pt x="1726785" y="306625"/>
                  </a:lnTo>
                  <a:lnTo>
                    <a:pt x="1714579" y="324710"/>
                  </a:lnTo>
                  <a:lnTo>
                    <a:pt x="1696491" y="336904"/>
                  </a:lnTo>
                  <a:lnTo>
                    <a:pt x="1674367" y="341375"/>
                  </a:lnTo>
                  <a:lnTo>
                    <a:pt x="56896" y="341375"/>
                  </a:lnTo>
                  <a:lnTo>
                    <a:pt x="34772" y="336904"/>
                  </a:lnTo>
                  <a:lnTo>
                    <a:pt x="16684" y="324710"/>
                  </a:lnTo>
                  <a:lnTo>
                    <a:pt x="4478" y="306625"/>
                  </a:lnTo>
                  <a:lnTo>
                    <a:pt x="0" y="284479"/>
                  </a:lnTo>
                  <a:lnTo>
                    <a:pt x="0" y="56895"/>
                  </a:lnTo>
                  <a:close/>
                </a:path>
              </a:pathLst>
            </a:custGeom>
            <a:ln w="12191">
              <a:solidFill>
                <a:srgbClr val="2D75B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4" name="object 24"/>
          <p:cNvSpPr txBox="1"/>
          <p:nvPr/>
        </p:nvSpPr>
        <p:spPr>
          <a:xfrm>
            <a:off x="1556719" y="5934557"/>
            <a:ext cx="171513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80010">
              <a:lnSpc>
                <a:spcPct val="100000"/>
              </a:lnSpc>
              <a:spcBef>
                <a:spcPts val="100"/>
              </a:spcBef>
            </a:pPr>
            <a:r>
              <a:rPr sz="1200" spc="-10" dirty="0">
                <a:latin typeface="Lucida Console"/>
                <a:cs typeface="Lucida Console"/>
              </a:rPr>
              <a:t>tf.summary</a:t>
            </a:r>
            <a:endParaRPr sz="1200">
              <a:latin typeface="Lucida Console"/>
              <a:cs typeface="Lucida Console"/>
            </a:endParaRPr>
          </a:p>
        </p:txBody>
      </p:sp>
      <p:pic>
        <p:nvPicPr>
          <p:cNvPr id="25" name="object 25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3614928" y="1848586"/>
            <a:ext cx="855738" cy="333019"/>
          </a:xfrm>
          <a:prstGeom prst="rect">
            <a:avLst/>
          </a:prstGeom>
        </p:spPr>
      </p:pic>
      <p:pic>
        <p:nvPicPr>
          <p:cNvPr id="26" name="object 26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3614928" y="2813278"/>
            <a:ext cx="855738" cy="333019"/>
          </a:xfrm>
          <a:prstGeom prst="rect">
            <a:avLst/>
          </a:prstGeom>
        </p:spPr>
      </p:pic>
      <p:pic>
        <p:nvPicPr>
          <p:cNvPr id="27" name="object 27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3608832" y="5891784"/>
            <a:ext cx="614946" cy="305587"/>
          </a:xfrm>
          <a:prstGeom prst="rect">
            <a:avLst/>
          </a:prstGeom>
        </p:spPr>
      </p:pic>
      <p:pic>
        <p:nvPicPr>
          <p:cNvPr id="28" name="object 28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3613403" y="4943830"/>
            <a:ext cx="685050" cy="333019"/>
          </a:xfrm>
          <a:prstGeom prst="rect">
            <a:avLst/>
          </a:prstGeom>
        </p:spPr>
      </p:pic>
      <p:pic>
        <p:nvPicPr>
          <p:cNvPr id="29" name="object 29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3610355" y="3924274"/>
            <a:ext cx="677443" cy="305587"/>
          </a:xfrm>
          <a:prstGeom prst="rect">
            <a:avLst/>
          </a:prstGeom>
        </p:spPr>
      </p:pic>
      <p:sp>
        <p:nvSpPr>
          <p:cNvPr id="30" name="object 30"/>
          <p:cNvSpPr/>
          <p:nvPr/>
        </p:nvSpPr>
        <p:spPr>
          <a:xfrm>
            <a:off x="3377184" y="1834895"/>
            <a:ext cx="119380" cy="481965"/>
          </a:xfrm>
          <a:custGeom>
            <a:avLst/>
            <a:gdLst/>
            <a:ahLst/>
            <a:cxnLst/>
            <a:rect l="l" t="t" r="r" b="b"/>
            <a:pathLst>
              <a:path w="119379" h="481964">
                <a:moveTo>
                  <a:pt x="0" y="0"/>
                </a:moveTo>
                <a:lnTo>
                  <a:pt x="46273" y="779"/>
                </a:lnTo>
                <a:lnTo>
                  <a:pt x="84058" y="2905"/>
                </a:lnTo>
                <a:lnTo>
                  <a:pt x="109531" y="6054"/>
                </a:lnTo>
                <a:lnTo>
                  <a:pt x="118871" y="9905"/>
                </a:lnTo>
                <a:lnTo>
                  <a:pt x="118871" y="471677"/>
                </a:lnTo>
                <a:lnTo>
                  <a:pt x="109531" y="475529"/>
                </a:lnTo>
                <a:lnTo>
                  <a:pt x="84058" y="478678"/>
                </a:lnTo>
                <a:lnTo>
                  <a:pt x="46273" y="480804"/>
                </a:lnTo>
                <a:lnTo>
                  <a:pt x="0" y="481583"/>
                </a:lnTo>
              </a:path>
            </a:pathLst>
          </a:custGeom>
          <a:ln w="12192">
            <a:solidFill>
              <a:srgbClr val="7E7E7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/>
          <p:nvPr/>
        </p:nvSpPr>
        <p:spPr>
          <a:xfrm>
            <a:off x="3377184" y="2459735"/>
            <a:ext cx="119380" cy="1224280"/>
          </a:xfrm>
          <a:custGeom>
            <a:avLst/>
            <a:gdLst/>
            <a:ahLst/>
            <a:cxnLst/>
            <a:rect l="l" t="t" r="r" b="b"/>
            <a:pathLst>
              <a:path w="119379" h="1224279">
                <a:moveTo>
                  <a:pt x="0" y="0"/>
                </a:moveTo>
                <a:lnTo>
                  <a:pt x="46273" y="779"/>
                </a:lnTo>
                <a:lnTo>
                  <a:pt x="84058" y="2905"/>
                </a:lnTo>
                <a:lnTo>
                  <a:pt x="109531" y="6054"/>
                </a:lnTo>
                <a:lnTo>
                  <a:pt x="118871" y="9905"/>
                </a:lnTo>
                <a:lnTo>
                  <a:pt x="118871" y="1213865"/>
                </a:lnTo>
                <a:lnTo>
                  <a:pt x="109531" y="1217717"/>
                </a:lnTo>
                <a:lnTo>
                  <a:pt x="84058" y="1220866"/>
                </a:lnTo>
                <a:lnTo>
                  <a:pt x="46273" y="1222992"/>
                </a:lnTo>
                <a:lnTo>
                  <a:pt x="0" y="1223771"/>
                </a:lnTo>
              </a:path>
            </a:pathLst>
          </a:custGeom>
          <a:ln w="12192">
            <a:solidFill>
              <a:srgbClr val="7E7E7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/>
          <p:nvPr/>
        </p:nvSpPr>
        <p:spPr>
          <a:xfrm>
            <a:off x="3377184" y="3826764"/>
            <a:ext cx="119380" cy="481965"/>
          </a:xfrm>
          <a:custGeom>
            <a:avLst/>
            <a:gdLst/>
            <a:ahLst/>
            <a:cxnLst/>
            <a:rect l="l" t="t" r="r" b="b"/>
            <a:pathLst>
              <a:path w="119379" h="481964">
                <a:moveTo>
                  <a:pt x="0" y="0"/>
                </a:moveTo>
                <a:lnTo>
                  <a:pt x="46273" y="779"/>
                </a:lnTo>
                <a:lnTo>
                  <a:pt x="84058" y="2905"/>
                </a:lnTo>
                <a:lnTo>
                  <a:pt x="109531" y="6054"/>
                </a:lnTo>
                <a:lnTo>
                  <a:pt x="118871" y="9906"/>
                </a:lnTo>
                <a:lnTo>
                  <a:pt x="118871" y="471678"/>
                </a:lnTo>
                <a:lnTo>
                  <a:pt x="109531" y="475529"/>
                </a:lnTo>
                <a:lnTo>
                  <a:pt x="84058" y="478678"/>
                </a:lnTo>
                <a:lnTo>
                  <a:pt x="46273" y="480804"/>
                </a:lnTo>
                <a:lnTo>
                  <a:pt x="0" y="481584"/>
                </a:lnTo>
              </a:path>
            </a:pathLst>
          </a:custGeom>
          <a:ln w="12192">
            <a:solidFill>
              <a:srgbClr val="7E7E7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/>
          <p:nvPr/>
        </p:nvSpPr>
        <p:spPr>
          <a:xfrm>
            <a:off x="3377184" y="4450079"/>
            <a:ext cx="119380" cy="1280160"/>
          </a:xfrm>
          <a:custGeom>
            <a:avLst/>
            <a:gdLst/>
            <a:ahLst/>
            <a:cxnLst/>
            <a:rect l="l" t="t" r="r" b="b"/>
            <a:pathLst>
              <a:path w="119379" h="1280160">
                <a:moveTo>
                  <a:pt x="0" y="0"/>
                </a:moveTo>
                <a:lnTo>
                  <a:pt x="46273" y="779"/>
                </a:lnTo>
                <a:lnTo>
                  <a:pt x="84058" y="2905"/>
                </a:lnTo>
                <a:lnTo>
                  <a:pt x="109531" y="6054"/>
                </a:lnTo>
                <a:lnTo>
                  <a:pt x="118871" y="9906"/>
                </a:lnTo>
                <a:lnTo>
                  <a:pt x="118871" y="1270254"/>
                </a:lnTo>
                <a:lnTo>
                  <a:pt x="109531" y="1274111"/>
                </a:lnTo>
                <a:lnTo>
                  <a:pt x="84058" y="1277259"/>
                </a:lnTo>
                <a:lnTo>
                  <a:pt x="46273" y="1279381"/>
                </a:lnTo>
                <a:lnTo>
                  <a:pt x="0" y="1280160"/>
                </a:lnTo>
              </a:path>
            </a:pathLst>
          </a:custGeom>
          <a:ln w="12191">
            <a:solidFill>
              <a:srgbClr val="7E7E7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/>
          <p:nvPr/>
        </p:nvSpPr>
        <p:spPr>
          <a:xfrm>
            <a:off x="3377184" y="5878067"/>
            <a:ext cx="119380" cy="337185"/>
          </a:xfrm>
          <a:custGeom>
            <a:avLst/>
            <a:gdLst/>
            <a:ahLst/>
            <a:cxnLst/>
            <a:rect l="l" t="t" r="r" b="b"/>
            <a:pathLst>
              <a:path w="119379" h="337185">
                <a:moveTo>
                  <a:pt x="0" y="0"/>
                </a:moveTo>
                <a:lnTo>
                  <a:pt x="46273" y="778"/>
                </a:lnTo>
                <a:lnTo>
                  <a:pt x="84058" y="2900"/>
                </a:lnTo>
                <a:lnTo>
                  <a:pt x="109531" y="6048"/>
                </a:lnTo>
                <a:lnTo>
                  <a:pt x="118871" y="9905"/>
                </a:lnTo>
                <a:lnTo>
                  <a:pt x="118871" y="326897"/>
                </a:lnTo>
                <a:lnTo>
                  <a:pt x="109531" y="330755"/>
                </a:lnTo>
                <a:lnTo>
                  <a:pt x="84058" y="333903"/>
                </a:lnTo>
                <a:lnTo>
                  <a:pt x="46273" y="336025"/>
                </a:lnTo>
                <a:lnTo>
                  <a:pt x="0" y="336803"/>
                </a:lnTo>
              </a:path>
            </a:pathLst>
          </a:custGeom>
          <a:ln w="12192">
            <a:solidFill>
              <a:srgbClr val="7E7E7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5" name="object 35"/>
          <p:cNvGrpSpPr/>
          <p:nvPr/>
        </p:nvGrpSpPr>
        <p:grpSpPr>
          <a:xfrm>
            <a:off x="5029200" y="1828800"/>
            <a:ext cx="1743710" cy="1541145"/>
            <a:chOff x="5029200" y="1828800"/>
            <a:chExt cx="1743710" cy="1541145"/>
          </a:xfrm>
        </p:grpSpPr>
        <p:sp>
          <p:nvSpPr>
            <p:cNvPr id="36" name="object 36"/>
            <p:cNvSpPr/>
            <p:nvPr/>
          </p:nvSpPr>
          <p:spPr>
            <a:xfrm>
              <a:off x="5035295" y="1834895"/>
              <a:ext cx="1731645" cy="1529080"/>
            </a:xfrm>
            <a:custGeom>
              <a:avLst/>
              <a:gdLst/>
              <a:ahLst/>
              <a:cxnLst/>
              <a:rect l="l" t="t" r="r" b="b"/>
              <a:pathLst>
                <a:path w="1731645" h="1529079">
                  <a:moveTo>
                    <a:pt x="1651888" y="0"/>
                  </a:moveTo>
                  <a:lnTo>
                    <a:pt x="79375" y="0"/>
                  </a:lnTo>
                  <a:lnTo>
                    <a:pt x="48488" y="6240"/>
                  </a:lnTo>
                  <a:lnTo>
                    <a:pt x="23256" y="23256"/>
                  </a:lnTo>
                  <a:lnTo>
                    <a:pt x="6240" y="48488"/>
                  </a:lnTo>
                  <a:lnTo>
                    <a:pt x="0" y="79375"/>
                  </a:lnTo>
                  <a:lnTo>
                    <a:pt x="0" y="1449196"/>
                  </a:lnTo>
                  <a:lnTo>
                    <a:pt x="6240" y="1480083"/>
                  </a:lnTo>
                  <a:lnTo>
                    <a:pt x="23256" y="1505315"/>
                  </a:lnTo>
                  <a:lnTo>
                    <a:pt x="48488" y="1522331"/>
                  </a:lnTo>
                  <a:lnTo>
                    <a:pt x="79375" y="1528571"/>
                  </a:lnTo>
                  <a:lnTo>
                    <a:pt x="1651888" y="1528571"/>
                  </a:lnTo>
                  <a:lnTo>
                    <a:pt x="1682775" y="1522331"/>
                  </a:lnTo>
                  <a:lnTo>
                    <a:pt x="1708007" y="1505315"/>
                  </a:lnTo>
                  <a:lnTo>
                    <a:pt x="1725023" y="1480083"/>
                  </a:lnTo>
                  <a:lnTo>
                    <a:pt x="1731263" y="1449196"/>
                  </a:lnTo>
                  <a:lnTo>
                    <a:pt x="1731263" y="79375"/>
                  </a:lnTo>
                  <a:lnTo>
                    <a:pt x="1725023" y="48488"/>
                  </a:lnTo>
                  <a:lnTo>
                    <a:pt x="1708007" y="23256"/>
                  </a:lnTo>
                  <a:lnTo>
                    <a:pt x="1682775" y="6240"/>
                  </a:lnTo>
                  <a:lnTo>
                    <a:pt x="1651888" y="0"/>
                  </a:lnTo>
                  <a:close/>
                </a:path>
              </a:pathLst>
            </a:custGeom>
            <a:solidFill>
              <a:srgbClr val="DEEBF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5035295" y="1834895"/>
              <a:ext cx="1731645" cy="1529080"/>
            </a:xfrm>
            <a:custGeom>
              <a:avLst/>
              <a:gdLst/>
              <a:ahLst/>
              <a:cxnLst/>
              <a:rect l="l" t="t" r="r" b="b"/>
              <a:pathLst>
                <a:path w="1731645" h="1529079">
                  <a:moveTo>
                    <a:pt x="0" y="79375"/>
                  </a:moveTo>
                  <a:lnTo>
                    <a:pt x="6240" y="48488"/>
                  </a:lnTo>
                  <a:lnTo>
                    <a:pt x="23256" y="23256"/>
                  </a:lnTo>
                  <a:lnTo>
                    <a:pt x="48488" y="6240"/>
                  </a:lnTo>
                  <a:lnTo>
                    <a:pt x="79375" y="0"/>
                  </a:lnTo>
                  <a:lnTo>
                    <a:pt x="1651888" y="0"/>
                  </a:lnTo>
                  <a:lnTo>
                    <a:pt x="1682775" y="6240"/>
                  </a:lnTo>
                  <a:lnTo>
                    <a:pt x="1708007" y="23256"/>
                  </a:lnTo>
                  <a:lnTo>
                    <a:pt x="1725023" y="48488"/>
                  </a:lnTo>
                  <a:lnTo>
                    <a:pt x="1731263" y="79375"/>
                  </a:lnTo>
                  <a:lnTo>
                    <a:pt x="1731263" y="1449196"/>
                  </a:lnTo>
                  <a:lnTo>
                    <a:pt x="1725023" y="1480083"/>
                  </a:lnTo>
                  <a:lnTo>
                    <a:pt x="1708007" y="1505315"/>
                  </a:lnTo>
                  <a:lnTo>
                    <a:pt x="1682775" y="1522331"/>
                  </a:lnTo>
                  <a:lnTo>
                    <a:pt x="1651888" y="1528571"/>
                  </a:lnTo>
                  <a:lnTo>
                    <a:pt x="79375" y="1528571"/>
                  </a:lnTo>
                  <a:lnTo>
                    <a:pt x="48488" y="1522331"/>
                  </a:lnTo>
                  <a:lnTo>
                    <a:pt x="23256" y="1505315"/>
                  </a:lnTo>
                  <a:lnTo>
                    <a:pt x="6240" y="1480083"/>
                  </a:lnTo>
                  <a:lnTo>
                    <a:pt x="0" y="1449196"/>
                  </a:lnTo>
                  <a:lnTo>
                    <a:pt x="0" y="79375"/>
                  </a:lnTo>
                  <a:close/>
                </a:path>
              </a:pathLst>
            </a:custGeom>
            <a:ln w="12192">
              <a:solidFill>
                <a:srgbClr val="2D75B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8" name="object 38"/>
          <p:cNvSpPr txBox="1"/>
          <p:nvPr/>
        </p:nvSpPr>
        <p:spPr>
          <a:xfrm>
            <a:off x="5119242" y="1847850"/>
            <a:ext cx="1405255" cy="14890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200" spc="-10" dirty="0">
                <a:latin typeface="Lucida Console"/>
                <a:cs typeface="Lucida Console"/>
              </a:rPr>
              <a:t>tf.distribute tf.saved_model tf.autograph tf.graph_util tf.lite tf.quantization tf.tpu</a:t>
            </a:r>
            <a:endParaRPr sz="1200">
              <a:latin typeface="Lucida Console"/>
              <a:cs typeface="Lucida Console"/>
            </a:endParaRPr>
          </a:p>
          <a:p>
            <a:pPr marL="12700">
              <a:lnSpc>
                <a:spcPct val="100000"/>
              </a:lnSpc>
            </a:pPr>
            <a:r>
              <a:rPr sz="1200" spc="-10" dirty="0">
                <a:latin typeface="Lucida Console"/>
                <a:cs typeface="Lucida Console"/>
              </a:rPr>
              <a:t>tf.xla</a:t>
            </a:r>
            <a:endParaRPr sz="1200">
              <a:latin typeface="Lucida Console"/>
              <a:cs typeface="Lucida Console"/>
            </a:endParaRPr>
          </a:p>
        </p:txBody>
      </p:sp>
      <p:grpSp>
        <p:nvGrpSpPr>
          <p:cNvPr id="39" name="object 39"/>
          <p:cNvGrpSpPr/>
          <p:nvPr/>
        </p:nvGrpSpPr>
        <p:grpSpPr>
          <a:xfrm>
            <a:off x="5029200" y="3418332"/>
            <a:ext cx="1743710" cy="1207135"/>
            <a:chOff x="5029200" y="3418332"/>
            <a:chExt cx="1743710" cy="1207135"/>
          </a:xfrm>
        </p:grpSpPr>
        <p:sp>
          <p:nvSpPr>
            <p:cNvPr id="40" name="object 40"/>
            <p:cNvSpPr/>
            <p:nvPr/>
          </p:nvSpPr>
          <p:spPr>
            <a:xfrm>
              <a:off x="5035295" y="3424428"/>
              <a:ext cx="1731645" cy="1195070"/>
            </a:xfrm>
            <a:custGeom>
              <a:avLst/>
              <a:gdLst/>
              <a:ahLst/>
              <a:cxnLst/>
              <a:rect l="l" t="t" r="r" b="b"/>
              <a:pathLst>
                <a:path w="1731645" h="1195070">
                  <a:moveTo>
                    <a:pt x="1669287" y="0"/>
                  </a:moveTo>
                  <a:lnTo>
                    <a:pt x="61975" y="0"/>
                  </a:lnTo>
                  <a:lnTo>
                    <a:pt x="37879" y="4879"/>
                  </a:lnTo>
                  <a:lnTo>
                    <a:pt x="18176" y="18176"/>
                  </a:lnTo>
                  <a:lnTo>
                    <a:pt x="4879" y="37879"/>
                  </a:lnTo>
                  <a:lnTo>
                    <a:pt x="0" y="61975"/>
                  </a:lnTo>
                  <a:lnTo>
                    <a:pt x="0" y="1132840"/>
                  </a:lnTo>
                  <a:lnTo>
                    <a:pt x="4879" y="1156936"/>
                  </a:lnTo>
                  <a:lnTo>
                    <a:pt x="18176" y="1176639"/>
                  </a:lnTo>
                  <a:lnTo>
                    <a:pt x="37879" y="1189936"/>
                  </a:lnTo>
                  <a:lnTo>
                    <a:pt x="61975" y="1194816"/>
                  </a:lnTo>
                  <a:lnTo>
                    <a:pt x="1669287" y="1194816"/>
                  </a:lnTo>
                  <a:lnTo>
                    <a:pt x="1693384" y="1189936"/>
                  </a:lnTo>
                  <a:lnTo>
                    <a:pt x="1713087" y="1176639"/>
                  </a:lnTo>
                  <a:lnTo>
                    <a:pt x="1726384" y="1156936"/>
                  </a:lnTo>
                  <a:lnTo>
                    <a:pt x="1731263" y="1132840"/>
                  </a:lnTo>
                  <a:lnTo>
                    <a:pt x="1731263" y="61975"/>
                  </a:lnTo>
                  <a:lnTo>
                    <a:pt x="1726384" y="37879"/>
                  </a:lnTo>
                  <a:lnTo>
                    <a:pt x="1713087" y="18176"/>
                  </a:lnTo>
                  <a:lnTo>
                    <a:pt x="1693384" y="4879"/>
                  </a:lnTo>
                  <a:lnTo>
                    <a:pt x="1669287" y="0"/>
                  </a:lnTo>
                  <a:close/>
                </a:path>
              </a:pathLst>
            </a:custGeom>
            <a:solidFill>
              <a:srgbClr val="DEEBF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5035295" y="3424428"/>
              <a:ext cx="1731645" cy="1195070"/>
            </a:xfrm>
            <a:custGeom>
              <a:avLst/>
              <a:gdLst/>
              <a:ahLst/>
              <a:cxnLst/>
              <a:rect l="l" t="t" r="r" b="b"/>
              <a:pathLst>
                <a:path w="1731645" h="1195070">
                  <a:moveTo>
                    <a:pt x="0" y="61975"/>
                  </a:moveTo>
                  <a:lnTo>
                    <a:pt x="4879" y="37879"/>
                  </a:lnTo>
                  <a:lnTo>
                    <a:pt x="18176" y="18176"/>
                  </a:lnTo>
                  <a:lnTo>
                    <a:pt x="37879" y="4879"/>
                  </a:lnTo>
                  <a:lnTo>
                    <a:pt x="61975" y="0"/>
                  </a:lnTo>
                  <a:lnTo>
                    <a:pt x="1669287" y="0"/>
                  </a:lnTo>
                  <a:lnTo>
                    <a:pt x="1693384" y="4879"/>
                  </a:lnTo>
                  <a:lnTo>
                    <a:pt x="1713087" y="18176"/>
                  </a:lnTo>
                  <a:lnTo>
                    <a:pt x="1726384" y="37879"/>
                  </a:lnTo>
                  <a:lnTo>
                    <a:pt x="1731263" y="61975"/>
                  </a:lnTo>
                  <a:lnTo>
                    <a:pt x="1731263" y="1132840"/>
                  </a:lnTo>
                  <a:lnTo>
                    <a:pt x="1726384" y="1156936"/>
                  </a:lnTo>
                  <a:lnTo>
                    <a:pt x="1713087" y="1176639"/>
                  </a:lnTo>
                  <a:lnTo>
                    <a:pt x="1693384" y="1189936"/>
                  </a:lnTo>
                  <a:lnTo>
                    <a:pt x="1669287" y="1194816"/>
                  </a:lnTo>
                  <a:lnTo>
                    <a:pt x="61975" y="1194816"/>
                  </a:lnTo>
                  <a:lnTo>
                    <a:pt x="37879" y="1189936"/>
                  </a:lnTo>
                  <a:lnTo>
                    <a:pt x="18176" y="1176639"/>
                  </a:lnTo>
                  <a:lnTo>
                    <a:pt x="4879" y="1156936"/>
                  </a:lnTo>
                  <a:lnTo>
                    <a:pt x="0" y="1132840"/>
                  </a:lnTo>
                  <a:lnTo>
                    <a:pt x="0" y="61975"/>
                  </a:lnTo>
                  <a:close/>
                </a:path>
              </a:pathLst>
            </a:custGeom>
            <a:ln w="12192">
              <a:solidFill>
                <a:srgbClr val="2D75B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2" name="object 42"/>
          <p:cNvSpPr txBox="1"/>
          <p:nvPr/>
        </p:nvSpPr>
        <p:spPr>
          <a:xfrm>
            <a:off x="5114035" y="3454145"/>
            <a:ext cx="944880" cy="11233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200" spc="-10" dirty="0">
                <a:latin typeface="Lucida Console"/>
                <a:cs typeface="Lucida Console"/>
              </a:rPr>
              <a:t>tf.lookup tf.nest tf.ragged tf.sets tf.sparse th.strings</a:t>
            </a:r>
            <a:endParaRPr sz="1200">
              <a:latin typeface="Lucida Console"/>
              <a:cs typeface="Lucida Console"/>
            </a:endParaRPr>
          </a:p>
        </p:txBody>
      </p:sp>
      <p:grpSp>
        <p:nvGrpSpPr>
          <p:cNvPr id="43" name="object 43"/>
          <p:cNvGrpSpPr/>
          <p:nvPr/>
        </p:nvGrpSpPr>
        <p:grpSpPr>
          <a:xfrm>
            <a:off x="5029200" y="4675632"/>
            <a:ext cx="1743710" cy="1019810"/>
            <a:chOff x="5029200" y="4675632"/>
            <a:chExt cx="1743710" cy="1019810"/>
          </a:xfrm>
        </p:grpSpPr>
        <p:sp>
          <p:nvSpPr>
            <p:cNvPr id="44" name="object 44"/>
            <p:cNvSpPr/>
            <p:nvPr/>
          </p:nvSpPr>
          <p:spPr>
            <a:xfrm>
              <a:off x="5035295" y="4681728"/>
              <a:ext cx="1731645" cy="1007744"/>
            </a:xfrm>
            <a:custGeom>
              <a:avLst/>
              <a:gdLst/>
              <a:ahLst/>
              <a:cxnLst/>
              <a:rect l="l" t="t" r="r" b="b"/>
              <a:pathLst>
                <a:path w="1731645" h="1007745">
                  <a:moveTo>
                    <a:pt x="1678939" y="0"/>
                  </a:moveTo>
                  <a:lnTo>
                    <a:pt x="52324" y="0"/>
                  </a:lnTo>
                  <a:lnTo>
                    <a:pt x="31932" y="4103"/>
                  </a:lnTo>
                  <a:lnTo>
                    <a:pt x="15303" y="15303"/>
                  </a:lnTo>
                  <a:lnTo>
                    <a:pt x="4103" y="31932"/>
                  </a:lnTo>
                  <a:lnTo>
                    <a:pt x="0" y="52324"/>
                  </a:lnTo>
                  <a:lnTo>
                    <a:pt x="0" y="955065"/>
                  </a:lnTo>
                  <a:lnTo>
                    <a:pt x="4103" y="975426"/>
                  </a:lnTo>
                  <a:lnTo>
                    <a:pt x="15303" y="992049"/>
                  </a:lnTo>
                  <a:lnTo>
                    <a:pt x="31932" y="1003255"/>
                  </a:lnTo>
                  <a:lnTo>
                    <a:pt x="52324" y="1007364"/>
                  </a:lnTo>
                  <a:lnTo>
                    <a:pt x="1678939" y="1007364"/>
                  </a:lnTo>
                  <a:lnTo>
                    <a:pt x="1699331" y="1003255"/>
                  </a:lnTo>
                  <a:lnTo>
                    <a:pt x="1715960" y="992049"/>
                  </a:lnTo>
                  <a:lnTo>
                    <a:pt x="1727160" y="975426"/>
                  </a:lnTo>
                  <a:lnTo>
                    <a:pt x="1731263" y="955065"/>
                  </a:lnTo>
                  <a:lnTo>
                    <a:pt x="1731263" y="52324"/>
                  </a:lnTo>
                  <a:lnTo>
                    <a:pt x="1727160" y="31932"/>
                  </a:lnTo>
                  <a:lnTo>
                    <a:pt x="1715960" y="15303"/>
                  </a:lnTo>
                  <a:lnTo>
                    <a:pt x="1699331" y="4103"/>
                  </a:lnTo>
                  <a:lnTo>
                    <a:pt x="1678939" y="0"/>
                  </a:lnTo>
                  <a:close/>
                </a:path>
              </a:pathLst>
            </a:custGeom>
            <a:solidFill>
              <a:srgbClr val="DEEBF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" name="object 45"/>
            <p:cNvSpPr/>
            <p:nvPr/>
          </p:nvSpPr>
          <p:spPr>
            <a:xfrm>
              <a:off x="5035295" y="4681728"/>
              <a:ext cx="1731645" cy="1007744"/>
            </a:xfrm>
            <a:custGeom>
              <a:avLst/>
              <a:gdLst/>
              <a:ahLst/>
              <a:cxnLst/>
              <a:rect l="l" t="t" r="r" b="b"/>
              <a:pathLst>
                <a:path w="1731645" h="1007745">
                  <a:moveTo>
                    <a:pt x="0" y="52324"/>
                  </a:moveTo>
                  <a:lnTo>
                    <a:pt x="4103" y="31932"/>
                  </a:lnTo>
                  <a:lnTo>
                    <a:pt x="15303" y="15303"/>
                  </a:lnTo>
                  <a:lnTo>
                    <a:pt x="31932" y="4103"/>
                  </a:lnTo>
                  <a:lnTo>
                    <a:pt x="52324" y="0"/>
                  </a:lnTo>
                  <a:lnTo>
                    <a:pt x="1678939" y="0"/>
                  </a:lnTo>
                  <a:lnTo>
                    <a:pt x="1699331" y="4103"/>
                  </a:lnTo>
                  <a:lnTo>
                    <a:pt x="1715960" y="15303"/>
                  </a:lnTo>
                  <a:lnTo>
                    <a:pt x="1727160" y="31932"/>
                  </a:lnTo>
                  <a:lnTo>
                    <a:pt x="1731263" y="52324"/>
                  </a:lnTo>
                  <a:lnTo>
                    <a:pt x="1731263" y="955065"/>
                  </a:lnTo>
                  <a:lnTo>
                    <a:pt x="1727160" y="975426"/>
                  </a:lnTo>
                  <a:lnTo>
                    <a:pt x="1715960" y="992049"/>
                  </a:lnTo>
                  <a:lnTo>
                    <a:pt x="1699331" y="1003255"/>
                  </a:lnTo>
                  <a:lnTo>
                    <a:pt x="1678939" y="1007364"/>
                  </a:lnTo>
                  <a:lnTo>
                    <a:pt x="52324" y="1007364"/>
                  </a:lnTo>
                  <a:lnTo>
                    <a:pt x="31932" y="1003255"/>
                  </a:lnTo>
                  <a:lnTo>
                    <a:pt x="15303" y="992049"/>
                  </a:lnTo>
                  <a:lnTo>
                    <a:pt x="4103" y="975426"/>
                  </a:lnTo>
                  <a:lnTo>
                    <a:pt x="0" y="955065"/>
                  </a:lnTo>
                  <a:lnTo>
                    <a:pt x="0" y="52324"/>
                  </a:lnTo>
                  <a:close/>
                </a:path>
              </a:pathLst>
            </a:custGeom>
            <a:ln w="12192">
              <a:solidFill>
                <a:srgbClr val="2D75B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46" name="object 46"/>
          <p:cNvGrpSpPr/>
          <p:nvPr/>
        </p:nvGrpSpPr>
        <p:grpSpPr>
          <a:xfrm>
            <a:off x="5029200" y="5745479"/>
            <a:ext cx="1743710" cy="475615"/>
            <a:chOff x="5029200" y="5745479"/>
            <a:chExt cx="1743710" cy="475615"/>
          </a:xfrm>
        </p:grpSpPr>
        <p:sp>
          <p:nvSpPr>
            <p:cNvPr id="47" name="object 47"/>
            <p:cNvSpPr/>
            <p:nvPr/>
          </p:nvSpPr>
          <p:spPr>
            <a:xfrm>
              <a:off x="5035295" y="5751575"/>
              <a:ext cx="1731645" cy="463550"/>
            </a:xfrm>
            <a:custGeom>
              <a:avLst/>
              <a:gdLst/>
              <a:ahLst/>
              <a:cxnLst/>
              <a:rect l="l" t="t" r="r" b="b"/>
              <a:pathLst>
                <a:path w="1731645" h="463550">
                  <a:moveTo>
                    <a:pt x="1678685" y="0"/>
                  </a:moveTo>
                  <a:lnTo>
                    <a:pt x="52577" y="0"/>
                  </a:lnTo>
                  <a:lnTo>
                    <a:pt x="32146" y="4135"/>
                  </a:lnTo>
                  <a:lnTo>
                    <a:pt x="15430" y="15413"/>
                  </a:lnTo>
                  <a:lnTo>
                    <a:pt x="4143" y="32141"/>
                  </a:lnTo>
                  <a:lnTo>
                    <a:pt x="0" y="52628"/>
                  </a:lnTo>
                  <a:lnTo>
                    <a:pt x="0" y="410667"/>
                  </a:lnTo>
                  <a:lnTo>
                    <a:pt x="4143" y="431154"/>
                  </a:lnTo>
                  <a:lnTo>
                    <a:pt x="15430" y="447882"/>
                  </a:lnTo>
                  <a:lnTo>
                    <a:pt x="32146" y="459160"/>
                  </a:lnTo>
                  <a:lnTo>
                    <a:pt x="52577" y="463296"/>
                  </a:lnTo>
                  <a:lnTo>
                    <a:pt x="1678685" y="463296"/>
                  </a:lnTo>
                  <a:lnTo>
                    <a:pt x="1699117" y="459160"/>
                  </a:lnTo>
                  <a:lnTo>
                    <a:pt x="1715833" y="447882"/>
                  </a:lnTo>
                  <a:lnTo>
                    <a:pt x="1727120" y="431154"/>
                  </a:lnTo>
                  <a:lnTo>
                    <a:pt x="1731263" y="410667"/>
                  </a:lnTo>
                  <a:lnTo>
                    <a:pt x="1731263" y="52628"/>
                  </a:lnTo>
                  <a:lnTo>
                    <a:pt x="1727120" y="32141"/>
                  </a:lnTo>
                  <a:lnTo>
                    <a:pt x="1715833" y="15413"/>
                  </a:lnTo>
                  <a:lnTo>
                    <a:pt x="1699117" y="4135"/>
                  </a:lnTo>
                  <a:lnTo>
                    <a:pt x="1678685" y="0"/>
                  </a:lnTo>
                  <a:close/>
                </a:path>
              </a:pathLst>
            </a:custGeom>
            <a:solidFill>
              <a:srgbClr val="DEEBF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8" name="object 48"/>
            <p:cNvSpPr/>
            <p:nvPr/>
          </p:nvSpPr>
          <p:spPr>
            <a:xfrm>
              <a:off x="5035295" y="5751575"/>
              <a:ext cx="1731645" cy="463550"/>
            </a:xfrm>
            <a:custGeom>
              <a:avLst/>
              <a:gdLst/>
              <a:ahLst/>
              <a:cxnLst/>
              <a:rect l="l" t="t" r="r" b="b"/>
              <a:pathLst>
                <a:path w="1731645" h="463550">
                  <a:moveTo>
                    <a:pt x="0" y="52628"/>
                  </a:moveTo>
                  <a:lnTo>
                    <a:pt x="4143" y="32141"/>
                  </a:lnTo>
                  <a:lnTo>
                    <a:pt x="15430" y="15413"/>
                  </a:lnTo>
                  <a:lnTo>
                    <a:pt x="32146" y="4135"/>
                  </a:lnTo>
                  <a:lnTo>
                    <a:pt x="52577" y="0"/>
                  </a:lnTo>
                  <a:lnTo>
                    <a:pt x="1678685" y="0"/>
                  </a:lnTo>
                  <a:lnTo>
                    <a:pt x="1699117" y="4135"/>
                  </a:lnTo>
                  <a:lnTo>
                    <a:pt x="1715833" y="15413"/>
                  </a:lnTo>
                  <a:lnTo>
                    <a:pt x="1727120" y="32141"/>
                  </a:lnTo>
                  <a:lnTo>
                    <a:pt x="1731263" y="52628"/>
                  </a:lnTo>
                  <a:lnTo>
                    <a:pt x="1731263" y="410667"/>
                  </a:lnTo>
                  <a:lnTo>
                    <a:pt x="1727120" y="431154"/>
                  </a:lnTo>
                  <a:lnTo>
                    <a:pt x="1715833" y="447882"/>
                  </a:lnTo>
                  <a:lnTo>
                    <a:pt x="1699117" y="459160"/>
                  </a:lnTo>
                  <a:lnTo>
                    <a:pt x="1678685" y="463296"/>
                  </a:lnTo>
                  <a:lnTo>
                    <a:pt x="52577" y="463296"/>
                  </a:lnTo>
                  <a:lnTo>
                    <a:pt x="32146" y="459160"/>
                  </a:lnTo>
                  <a:lnTo>
                    <a:pt x="15430" y="447882"/>
                  </a:lnTo>
                  <a:lnTo>
                    <a:pt x="4143" y="431154"/>
                  </a:lnTo>
                  <a:lnTo>
                    <a:pt x="0" y="410667"/>
                  </a:lnTo>
                  <a:lnTo>
                    <a:pt x="0" y="52628"/>
                  </a:lnTo>
                  <a:close/>
                </a:path>
              </a:pathLst>
            </a:custGeom>
            <a:ln w="12192">
              <a:solidFill>
                <a:srgbClr val="2D75B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9" name="object 49"/>
          <p:cNvSpPr txBox="1"/>
          <p:nvPr/>
        </p:nvSpPr>
        <p:spPr>
          <a:xfrm>
            <a:off x="5111241" y="4708905"/>
            <a:ext cx="944880" cy="15570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200" spc="-10" dirty="0">
                <a:latin typeface="Lucida Console"/>
                <a:cs typeface="Lucida Console"/>
              </a:rPr>
              <a:t>tf.math tf.linalg tf.signal tf.random tf.bitwise</a:t>
            </a:r>
            <a:endParaRPr sz="1200">
              <a:latin typeface="Lucida Console"/>
              <a:cs typeface="Lucida Console"/>
            </a:endParaRPr>
          </a:p>
          <a:p>
            <a:pPr marL="12700" marR="96520" algn="just">
              <a:lnSpc>
                <a:spcPts val="1440"/>
              </a:lnSpc>
              <a:spcBef>
                <a:spcPts val="575"/>
              </a:spcBef>
            </a:pPr>
            <a:r>
              <a:rPr sz="1200" spc="-10" dirty="0">
                <a:latin typeface="Lucida Console"/>
                <a:cs typeface="Lucida Console"/>
              </a:rPr>
              <a:t>tf.compat tf.config </a:t>
            </a:r>
            <a:r>
              <a:rPr sz="1250" i="1" spc="-10" dirty="0">
                <a:latin typeface="Lucida Console"/>
                <a:cs typeface="Lucida Console"/>
              </a:rPr>
              <a:t>&amp;more</a:t>
            </a:r>
            <a:endParaRPr sz="1250">
              <a:latin typeface="Lucida Console"/>
              <a:cs typeface="Lucida Console"/>
            </a:endParaRPr>
          </a:p>
        </p:txBody>
      </p:sp>
      <p:pic>
        <p:nvPicPr>
          <p:cNvPr id="50" name="object 50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7152131" y="2500858"/>
            <a:ext cx="749058" cy="333019"/>
          </a:xfrm>
          <a:prstGeom prst="rect">
            <a:avLst/>
          </a:prstGeom>
        </p:spPr>
      </p:pic>
      <p:pic>
        <p:nvPicPr>
          <p:cNvPr id="51" name="object 51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7126223" y="3883126"/>
            <a:ext cx="611898" cy="305587"/>
          </a:xfrm>
          <a:prstGeom prst="rect">
            <a:avLst/>
          </a:prstGeom>
        </p:spPr>
      </p:pic>
      <p:pic>
        <p:nvPicPr>
          <p:cNvPr id="52" name="object 52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7158283" y="5928506"/>
            <a:ext cx="314650" cy="117963"/>
          </a:xfrm>
          <a:prstGeom prst="rect">
            <a:avLst/>
          </a:prstGeom>
        </p:spPr>
      </p:pic>
      <p:pic>
        <p:nvPicPr>
          <p:cNvPr id="53" name="object 53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7127747" y="4916398"/>
            <a:ext cx="1754886" cy="333019"/>
          </a:xfrm>
          <a:prstGeom prst="rect">
            <a:avLst/>
          </a:prstGeom>
        </p:spPr>
      </p:pic>
      <p:sp>
        <p:nvSpPr>
          <p:cNvPr id="54" name="object 54"/>
          <p:cNvSpPr/>
          <p:nvPr/>
        </p:nvSpPr>
        <p:spPr>
          <a:xfrm>
            <a:off x="6870192" y="1831848"/>
            <a:ext cx="119380" cy="1531620"/>
          </a:xfrm>
          <a:custGeom>
            <a:avLst/>
            <a:gdLst/>
            <a:ahLst/>
            <a:cxnLst/>
            <a:rect l="l" t="t" r="r" b="b"/>
            <a:pathLst>
              <a:path w="119379" h="1531620">
                <a:moveTo>
                  <a:pt x="0" y="0"/>
                </a:moveTo>
                <a:lnTo>
                  <a:pt x="46273" y="779"/>
                </a:lnTo>
                <a:lnTo>
                  <a:pt x="84058" y="2905"/>
                </a:lnTo>
                <a:lnTo>
                  <a:pt x="109531" y="6054"/>
                </a:lnTo>
                <a:lnTo>
                  <a:pt x="118872" y="9905"/>
                </a:lnTo>
                <a:lnTo>
                  <a:pt x="118872" y="1521714"/>
                </a:lnTo>
                <a:lnTo>
                  <a:pt x="109531" y="1525565"/>
                </a:lnTo>
                <a:lnTo>
                  <a:pt x="84058" y="1528714"/>
                </a:lnTo>
                <a:lnTo>
                  <a:pt x="46273" y="1530840"/>
                </a:lnTo>
                <a:lnTo>
                  <a:pt x="0" y="1531619"/>
                </a:lnTo>
              </a:path>
            </a:pathLst>
          </a:custGeom>
          <a:ln w="12192">
            <a:solidFill>
              <a:srgbClr val="7E7E7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5" name="object 55"/>
          <p:cNvSpPr/>
          <p:nvPr/>
        </p:nvSpPr>
        <p:spPr>
          <a:xfrm>
            <a:off x="6870192" y="3422903"/>
            <a:ext cx="119380" cy="1195070"/>
          </a:xfrm>
          <a:custGeom>
            <a:avLst/>
            <a:gdLst/>
            <a:ahLst/>
            <a:cxnLst/>
            <a:rect l="l" t="t" r="r" b="b"/>
            <a:pathLst>
              <a:path w="119379" h="1195070">
                <a:moveTo>
                  <a:pt x="0" y="0"/>
                </a:moveTo>
                <a:lnTo>
                  <a:pt x="46273" y="779"/>
                </a:lnTo>
                <a:lnTo>
                  <a:pt x="84058" y="2905"/>
                </a:lnTo>
                <a:lnTo>
                  <a:pt x="109531" y="6054"/>
                </a:lnTo>
                <a:lnTo>
                  <a:pt x="118872" y="9906"/>
                </a:lnTo>
                <a:lnTo>
                  <a:pt x="118872" y="1184910"/>
                </a:lnTo>
                <a:lnTo>
                  <a:pt x="109531" y="1188761"/>
                </a:lnTo>
                <a:lnTo>
                  <a:pt x="84058" y="1191910"/>
                </a:lnTo>
                <a:lnTo>
                  <a:pt x="46273" y="1194036"/>
                </a:lnTo>
                <a:lnTo>
                  <a:pt x="0" y="1194816"/>
                </a:lnTo>
              </a:path>
            </a:pathLst>
          </a:custGeom>
          <a:ln w="12192">
            <a:solidFill>
              <a:srgbClr val="7E7E7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6" name="object 56"/>
          <p:cNvSpPr/>
          <p:nvPr/>
        </p:nvSpPr>
        <p:spPr>
          <a:xfrm>
            <a:off x="6870192" y="4678679"/>
            <a:ext cx="119380" cy="1007744"/>
          </a:xfrm>
          <a:custGeom>
            <a:avLst/>
            <a:gdLst/>
            <a:ahLst/>
            <a:cxnLst/>
            <a:rect l="l" t="t" r="r" b="b"/>
            <a:pathLst>
              <a:path w="119379" h="1007745">
                <a:moveTo>
                  <a:pt x="0" y="0"/>
                </a:moveTo>
                <a:lnTo>
                  <a:pt x="46273" y="779"/>
                </a:lnTo>
                <a:lnTo>
                  <a:pt x="84058" y="2905"/>
                </a:lnTo>
                <a:lnTo>
                  <a:pt x="109531" y="6054"/>
                </a:lnTo>
                <a:lnTo>
                  <a:pt x="118872" y="9906"/>
                </a:lnTo>
                <a:lnTo>
                  <a:pt x="118872" y="997458"/>
                </a:lnTo>
                <a:lnTo>
                  <a:pt x="109531" y="1001315"/>
                </a:lnTo>
                <a:lnTo>
                  <a:pt x="84058" y="1004463"/>
                </a:lnTo>
                <a:lnTo>
                  <a:pt x="46273" y="1006585"/>
                </a:lnTo>
                <a:lnTo>
                  <a:pt x="0" y="1007364"/>
                </a:lnTo>
              </a:path>
            </a:pathLst>
          </a:custGeom>
          <a:ln w="12192">
            <a:solidFill>
              <a:srgbClr val="7E7E7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7" name="object 57"/>
          <p:cNvSpPr/>
          <p:nvPr/>
        </p:nvSpPr>
        <p:spPr>
          <a:xfrm>
            <a:off x="6870192" y="5745479"/>
            <a:ext cx="119380" cy="464820"/>
          </a:xfrm>
          <a:custGeom>
            <a:avLst/>
            <a:gdLst/>
            <a:ahLst/>
            <a:cxnLst/>
            <a:rect l="l" t="t" r="r" b="b"/>
            <a:pathLst>
              <a:path w="119379" h="464820">
                <a:moveTo>
                  <a:pt x="0" y="0"/>
                </a:moveTo>
                <a:lnTo>
                  <a:pt x="46273" y="778"/>
                </a:lnTo>
                <a:lnTo>
                  <a:pt x="84058" y="2900"/>
                </a:lnTo>
                <a:lnTo>
                  <a:pt x="109531" y="6048"/>
                </a:lnTo>
                <a:lnTo>
                  <a:pt x="118872" y="9906"/>
                </a:lnTo>
                <a:lnTo>
                  <a:pt x="118872" y="454914"/>
                </a:lnTo>
                <a:lnTo>
                  <a:pt x="109531" y="458771"/>
                </a:lnTo>
                <a:lnTo>
                  <a:pt x="84058" y="461919"/>
                </a:lnTo>
                <a:lnTo>
                  <a:pt x="46273" y="464041"/>
                </a:lnTo>
                <a:lnTo>
                  <a:pt x="0" y="464820"/>
                </a:lnTo>
              </a:path>
            </a:pathLst>
          </a:custGeom>
          <a:ln w="12192">
            <a:solidFill>
              <a:srgbClr val="7E7E7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8" name="object 58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3.1.</a:t>
            </a:r>
            <a:r>
              <a:rPr spc="-15" dirty="0"/>
              <a:t> </a:t>
            </a:r>
            <a:r>
              <a:rPr dirty="0"/>
              <a:t>Main</a:t>
            </a:r>
            <a:r>
              <a:rPr spc="-25" dirty="0"/>
              <a:t> </a:t>
            </a:r>
            <a:r>
              <a:rPr dirty="0"/>
              <a:t>Features</a:t>
            </a:r>
            <a:r>
              <a:rPr spc="-30" dirty="0"/>
              <a:t> </a:t>
            </a:r>
            <a:r>
              <a:rPr dirty="0"/>
              <a:t>of</a:t>
            </a:r>
            <a:r>
              <a:rPr spc="-15" dirty="0"/>
              <a:t> </a:t>
            </a:r>
            <a:r>
              <a:rPr spc="-10" dirty="0"/>
              <a:t>TensorFlow</a:t>
            </a:r>
          </a:p>
        </p:txBody>
      </p:sp>
      <p:sp>
        <p:nvSpPr>
          <p:cNvPr id="59" name="object 59"/>
          <p:cNvSpPr txBox="1"/>
          <p:nvPr/>
        </p:nvSpPr>
        <p:spPr>
          <a:xfrm>
            <a:off x="8671941" y="463677"/>
            <a:ext cx="80962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dirty="0">
                <a:solidFill>
                  <a:srgbClr val="D9D9D9"/>
                </a:solidFill>
                <a:latin typeface="Ebrima"/>
                <a:cs typeface="Ebrima"/>
              </a:rPr>
              <a:t>UNIT</a:t>
            </a:r>
            <a:r>
              <a:rPr sz="1600" spc="400" dirty="0">
                <a:solidFill>
                  <a:srgbClr val="D9D9D9"/>
                </a:solidFill>
                <a:latin typeface="Ebrima"/>
                <a:cs typeface="Ebrima"/>
              </a:rPr>
              <a:t> </a:t>
            </a:r>
            <a:r>
              <a:rPr sz="1600" spc="-35" dirty="0">
                <a:solidFill>
                  <a:srgbClr val="D9D9D9"/>
                </a:solidFill>
                <a:latin typeface="Ebrima"/>
                <a:cs typeface="Ebrima"/>
              </a:rPr>
              <a:t>03</a:t>
            </a:r>
            <a:endParaRPr sz="1600">
              <a:latin typeface="Ebrima"/>
              <a:cs typeface="Ebrima"/>
            </a:endParaRPr>
          </a:p>
        </p:txBody>
      </p:sp>
      <p:sp>
        <p:nvSpPr>
          <p:cNvPr id="60" name="object 60"/>
          <p:cNvSpPr/>
          <p:nvPr/>
        </p:nvSpPr>
        <p:spPr>
          <a:xfrm>
            <a:off x="559308" y="1351788"/>
            <a:ext cx="36830" cy="180340"/>
          </a:xfrm>
          <a:custGeom>
            <a:avLst/>
            <a:gdLst/>
            <a:ahLst/>
            <a:cxnLst/>
            <a:rect l="l" t="t" r="r" b="b"/>
            <a:pathLst>
              <a:path w="36829" h="180340">
                <a:moveTo>
                  <a:pt x="36576" y="0"/>
                </a:moveTo>
                <a:lnTo>
                  <a:pt x="0" y="0"/>
                </a:lnTo>
                <a:lnTo>
                  <a:pt x="0" y="179832"/>
                </a:lnTo>
                <a:lnTo>
                  <a:pt x="36576" y="179832"/>
                </a:lnTo>
                <a:lnTo>
                  <a:pt x="36576" y="0"/>
                </a:lnTo>
                <a:close/>
              </a:path>
            </a:pathLst>
          </a:custGeom>
          <a:solidFill>
            <a:srgbClr val="183DAF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61" name="object 61"/>
          <p:cNvPicPr/>
          <p:nvPr/>
        </p:nvPicPr>
        <p:blipFill>
          <a:blip r:embed="rId14" cstate="print"/>
          <a:stretch>
            <a:fillRect/>
          </a:stretch>
        </p:blipFill>
        <p:spPr>
          <a:xfrm>
            <a:off x="719327" y="1376172"/>
            <a:ext cx="2684526" cy="174498"/>
          </a:xfrm>
          <a:prstGeom prst="rect">
            <a:avLst/>
          </a:prstGeom>
        </p:spPr>
      </p:pic>
    </p:spTree>
  </p:cSld>
  <p:clrMapOvr>
    <a:masterClrMapping/>
  </p:clrMapOvr>
</p:sld>
</file>

<file path=ppt/slides/slide15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902951" cy="2997319"/>
          </a:xfrm>
          <a:prstGeom prst="rect">
            <a:avLst/>
          </a:prstGeom>
        </p:spPr>
      </p:pic>
      <p:sp>
        <p:nvSpPr>
          <p:cNvPr id="3" name="object 3"/>
          <p:cNvSpPr/>
          <p:nvPr/>
        </p:nvSpPr>
        <p:spPr>
          <a:xfrm>
            <a:off x="449580" y="6425184"/>
            <a:ext cx="9001125" cy="0"/>
          </a:xfrm>
          <a:custGeom>
            <a:avLst/>
            <a:gdLst/>
            <a:ahLst/>
            <a:cxnLst/>
            <a:rect l="l" t="t" r="r" b="b"/>
            <a:pathLst>
              <a:path w="9001125">
                <a:moveTo>
                  <a:pt x="0" y="0"/>
                </a:moveTo>
                <a:lnTo>
                  <a:pt x="9000744" y="0"/>
                </a:lnTo>
              </a:path>
            </a:pathLst>
          </a:custGeom>
          <a:ln w="6096">
            <a:solidFill>
              <a:srgbClr val="BEBEB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359084" y="6524434"/>
            <a:ext cx="85905" cy="90487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54151" y="6527292"/>
            <a:ext cx="1794510" cy="142494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6862571" y="6521195"/>
            <a:ext cx="2327910" cy="118110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926591" y="3224771"/>
            <a:ext cx="7323582" cy="799350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929639" y="2807207"/>
            <a:ext cx="700278" cy="195834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1243583" y="4415028"/>
            <a:ext cx="2308098" cy="182118"/>
          </a:xfrm>
          <a:prstGeom prst="rect">
            <a:avLst/>
          </a:prstGeom>
        </p:spPr>
      </p:pic>
      <p:sp>
        <p:nvSpPr>
          <p:cNvPr id="10" name="object 10"/>
          <p:cNvSpPr/>
          <p:nvPr/>
        </p:nvSpPr>
        <p:spPr>
          <a:xfrm>
            <a:off x="1051560" y="4364735"/>
            <a:ext cx="35560" cy="253365"/>
          </a:xfrm>
          <a:custGeom>
            <a:avLst/>
            <a:gdLst/>
            <a:ahLst/>
            <a:cxnLst/>
            <a:rect l="l" t="t" r="r" b="b"/>
            <a:pathLst>
              <a:path w="35559" h="253364">
                <a:moveTo>
                  <a:pt x="35052" y="0"/>
                </a:moveTo>
                <a:lnTo>
                  <a:pt x="0" y="0"/>
                </a:lnTo>
                <a:lnTo>
                  <a:pt x="0" y="252983"/>
                </a:lnTo>
                <a:lnTo>
                  <a:pt x="35052" y="252983"/>
                </a:lnTo>
                <a:lnTo>
                  <a:pt x="35052" y="0"/>
                </a:lnTo>
                <a:close/>
              </a:path>
            </a:pathLst>
          </a:custGeom>
          <a:solidFill>
            <a:srgbClr val="A6A6A6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1" name="object 11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1245108" y="4861559"/>
            <a:ext cx="1466850" cy="163830"/>
          </a:xfrm>
          <a:prstGeom prst="rect">
            <a:avLst/>
          </a:prstGeom>
        </p:spPr>
      </p:pic>
      <p:sp>
        <p:nvSpPr>
          <p:cNvPr id="12" name="object 12"/>
          <p:cNvSpPr/>
          <p:nvPr/>
        </p:nvSpPr>
        <p:spPr>
          <a:xfrm>
            <a:off x="1051560" y="4794503"/>
            <a:ext cx="35560" cy="251460"/>
          </a:xfrm>
          <a:custGeom>
            <a:avLst/>
            <a:gdLst/>
            <a:ahLst/>
            <a:cxnLst/>
            <a:rect l="l" t="t" r="r" b="b"/>
            <a:pathLst>
              <a:path w="35559" h="251460">
                <a:moveTo>
                  <a:pt x="35052" y="0"/>
                </a:moveTo>
                <a:lnTo>
                  <a:pt x="0" y="0"/>
                </a:lnTo>
                <a:lnTo>
                  <a:pt x="0" y="251460"/>
                </a:lnTo>
                <a:lnTo>
                  <a:pt x="35052" y="251460"/>
                </a:lnTo>
                <a:lnTo>
                  <a:pt x="35052" y="0"/>
                </a:lnTo>
                <a:close/>
              </a:path>
            </a:pathLst>
          </a:custGeom>
          <a:solidFill>
            <a:srgbClr val="13299F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3" name="object 13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1243583" y="5253228"/>
            <a:ext cx="1241298" cy="183642"/>
          </a:xfrm>
          <a:prstGeom prst="rect">
            <a:avLst/>
          </a:prstGeom>
        </p:spPr>
      </p:pic>
      <p:sp>
        <p:nvSpPr>
          <p:cNvPr id="14" name="object 14"/>
          <p:cNvSpPr/>
          <p:nvPr/>
        </p:nvSpPr>
        <p:spPr>
          <a:xfrm>
            <a:off x="1051560" y="5204459"/>
            <a:ext cx="35560" cy="251460"/>
          </a:xfrm>
          <a:custGeom>
            <a:avLst/>
            <a:gdLst/>
            <a:ahLst/>
            <a:cxnLst/>
            <a:rect l="l" t="t" r="r" b="b"/>
            <a:pathLst>
              <a:path w="35559" h="251460">
                <a:moveTo>
                  <a:pt x="35052" y="0"/>
                </a:moveTo>
                <a:lnTo>
                  <a:pt x="0" y="0"/>
                </a:lnTo>
                <a:lnTo>
                  <a:pt x="0" y="251460"/>
                </a:lnTo>
                <a:lnTo>
                  <a:pt x="35052" y="251460"/>
                </a:lnTo>
                <a:lnTo>
                  <a:pt x="35052" y="0"/>
                </a:lnTo>
                <a:close/>
              </a:path>
            </a:pathLst>
          </a:custGeom>
          <a:solidFill>
            <a:srgbClr val="A6A6A6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1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334658" y="6524434"/>
            <a:ext cx="108806" cy="90487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54151" y="6527292"/>
            <a:ext cx="1794510" cy="142494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862571" y="6521195"/>
            <a:ext cx="2327910" cy="118110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437489" y="431419"/>
            <a:ext cx="164211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FFFFFF"/>
                </a:solidFill>
                <a:latin typeface="Ebrima"/>
                <a:cs typeface="Ebrima"/>
              </a:rPr>
              <a:t>3.2.</a:t>
            </a:r>
            <a:r>
              <a:rPr sz="1800" spc="-15" dirty="0">
                <a:solidFill>
                  <a:srgbClr val="FFFFFF"/>
                </a:solidFill>
                <a:latin typeface="Ebrima"/>
                <a:cs typeface="Ebrima"/>
              </a:rPr>
              <a:t> </a:t>
            </a:r>
            <a:r>
              <a:rPr sz="1800" dirty="0">
                <a:solidFill>
                  <a:srgbClr val="FFFFFF"/>
                </a:solidFill>
                <a:latin typeface="Ebrima"/>
                <a:cs typeface="Ebrima"/>
              </a:rPr>
              <a:t>Keras</a:t>
            </a:r>
            <a:r>
              <a:rPr sz="1800" spc="-10" dirty="0">
                <a:solidFill>
                  <a:srgbClr val="FFFFFF"/>
                </a:solidFill>
                <a:latin typeface="Ebrima"/>
                <a:cs typeface="Ebrima"/>
              </a:rPr>
              <a:t> Basics</a:t>
            </a:r>
            <a:endParaRPr sz="1800">
              <a:latin typeface="Ebrima"/>
              <a:cs typeface="Ebrim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8671941" y="463677"/>
            <a:ext cx="80962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dirty="0">
                <a:solidFill>
                  <a:srgbClr val="D9D9D9"/>
                </a:solidFill>
                <a:latin typeface="Ebrima"/>
                <a:cs typeface="Ebrima"/>
              </a:rPr>
              <a:t>UNIT</a:t>
            </a:r>
            <a:r>
              <a:rPr sz="1600" spc="400" dirty="0">
                <a:solidFill>
                  <a:srgbClr val="D9D9D9"/>
                </a:solidFill>
                <a:latin typeface="Ebrima"/>
                <a:cs typeface="Ebrima"/>
              </a:rPr>
              <a:t> </a:t>
            </a:r>
            <a:r>
              <a:rPr sz="1600" spc="-35" dirty="0">
                <a:solidFill>
                  <a:srgbClr val="D9D9D9"/>
                </a:solidFill>
                <a:latin typeface="Ebrima"/>
                <a:cs typeface="Ebrima"/>
              </a:rPr>
              <a:t>03</a:t>
            </a:r>
            <a:endParaRPr sz="1600">
              <a:latin typeface="Ebrima"/>
              <a:cs typeface="Ebrima"/>
            </a:endParaRPr>
          </a:p>
        </p:txBody>
      </p:sp>
      <p:pic>
        <p:nvPicPr>
          <p:cNvPr id="7" name="object 7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473963" y="1443164"/>
            <a:ext cx="1581150" cy="233997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554736" y="1883664"/>
            <a:ext cx="8847582" cy="1021841"/>
          </a:xfrm>
          <a:prstGeom prst="rect">
            <a:avLst/>
          </a:prstGeom>
        </p:spPr>
      </p:pic>
    </p:spTree>
  </p:cSld>
  <p:clrMapOvr>
    <a:masterClrMapping/>
  </p:clrMapOvr>
</p:sld>
</file>

<file path=ppt/slides/slide1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331543" y="6524434"/>
            <a:ext cx="111922" cy="90487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54151" y="6527292"/>
            <a:ext cx="1794510" cy="142494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862571" y="6521195"/>
            <a:ext cx="2327910" cy="118110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437489" y="431419"/>
            <a:ext cx="164274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FFFFFF"/>
                </a:solidFill>
                <a:latin typeface="Ebrima"/>
                <a:cs typeface="Ebrima"/>
              </a:rPr>
              <a:t>3.2.</a:t>
            </a:r>
            <a:r>
              <a:rPr sz="1800" spc="-15" dirty="0">
                <a:solidFill>
                  <a:srgbClr val="FFFFFF"/>
                </a:solidFill>
                <a:latin typeface="Ebrima"/>
                <a:cs typeface="Ebrima"/>
              </a:rPr>
              <a:t> </a:t>
            </a:r>
            <a:r>
              <a:rPr sz="1800" dirty="0">
                <a:solidFill>
                  <a:srgbClr val="FFFFFF"/>
                </a:solidFill>
                <a:latin typeface="Ebrima"/>
                <a:cs typeface="Ebrima"/>
              </a:rPr>
              <a:t>Keras</a:t>
            </a:r>
            <a:r>
              <a:rPr sz="1800" spc="-5" dirty="0">
                <a:solidFill>
                  <a:srgbClr val="FFFFFF"/>
                </a:solidFill>
                <a:latin typeface="Ebrima"/>
                <a:cs typeface="Ebrima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Ebrima"/>
                <a:cs typeface="Ebrima"/>
              </a:rPr>
              <a:t>Basics</a:t>
            </a:r>
            <a:endParaRPr sz="1800">
              <a:latin typeface="Ebrima"/>
              <a:cs typeface="Ebrim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8671941" y="463677"/>
            <a:ext cx="80962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dirty="0">
                <a:solidFill>
                  <a:srgbClr val="D9D9D9"/>
                </a:solidFill>
                <a:latin typeface="Ebrima"/>
                <a:cs typeface="Ebrima"/>
              </a:rPr>
              <a:t>UNIT</a:t>
            </a:r>
            <a:r>
              <a:rPr sz="1600" spc="400" dirty="0">
                <a:solidFill>
                  <a:srgbClr val="D9D9D9"/>
                </a:solidFill>
                <a:latin typeface="Ebrima"/>
                <a:cs typeface="Ebrima"/>
              </a:rPr>
              <a:t> </a:t>
            </a:r>
            <a:r>
              <a:rPr sz="1600" spc="-35" dirty="0">
                <a:solidFill>
                  <a:srgbClr val="D9D9D9"/>
                </a:solidFill>
                <a:latin typeface="Ebrima"/>
                <a:cs typeface="Ebrima"/>
              </a:rPr>
              <a:t>03</a:t>
            </a:r>
            <a:endParaRPr sz="1600">
              <a:latin typeface="Ebrima"/>
              <a:cs typeface="Ebrima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559308" y="1440180"/>
            <a:ext cx="36830" cy="180340"/>
          </a:xfrm>
          <a:custGeom>
            <a:avLst/>
            <a:gdLst/>
            <a:ahLst/>
            <a:cxnLst/>
            <a:rect l="l" t="t" r="r" b="b"/>
            <a:pathLst>
              <a:path w="36829" h="180340">
                <a:moveTo>
                  <a:pt x="36576" y="0"/>
                </a:moveTo>
                <a:lnTo>
                  <a:pt x="0" y="0"/>
                </a:lnTo>
                <a:lnTo>
                  <a:pt x="0" y="179832"/>
                </a:lnTo>
                <a:lnTo>
                  <a:pt x="36576" y="179832"/>
                </a:lnTo>
                <a:lnTo>
                  <a:pt x="36576" y="0"/>
                </a:lnTo>
                <a:close/>
              </a:path>
            </a:pathLst>
          </a:custGeom>
          <a:solidFill>
            <a:srgbClr val="183DAF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8" name="object 8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713231" y="1463039"/>
            <a:ext cx="1297686" cy="176022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710183" y="1805927"/>
            <a:ext cx="2684526" cy="657618"/>
          </a:xfrm>
          <a:prstGeom prst="rect">
            <a:avLst/>
          </a:prstGeom>
        </p:spPr>
      </p:pic>
      <p:grpSp>
        <p:nvGrpSpPr>
          <p:cNvPr id="10" name="object 10"/>
          <p:cNvGrpSpPr/>
          <p:nvPr/>
        </p:nvGrpSpPr>
        <p:grpSpPr>
          <a:xfrm>
            <a:off x="2944367" y="2781300"/>
            <a:ext cx="3253740" cy="443865"/>
            <a:chOff x="2944367" y="2781300"/>
            <a:chExt cx="3253740" cy="443865"/>
          </a:xfrm>
        </p:grpSpPr>
        <p:sp>
          <p:nvSpPr>
            <p:cNvPr id="11" name="object 11"/>
            <p:cNvSpPr/>
            <p:nvPr/>
          </p:nvSpPr>
          <p:spPr>
            <a:xfrm>
              <a:off x="2944367" y="2781300"/>
              <a:ext cx="3253740" cy="443865"/>
            </a:xfrm>
            <a:custGeom>
              <a:avLst/>
              <a:gdLst/>
              <a:ahLst/>
              <a:cxnLst/>
              <a:rect l="l" t="t" r="r" b="b"/>
              <a:pathLst>
                <a:path w="3253740" h="443864">
                  <a:moveTo>
                    <a:pt x="3179826" y="0"/>
                  </a:moveTo>
                  <a:lnTo>
                    <a:pt x="73913" y="0"/>
                  </a:lnTo>
                  <a:lnTo>
                    <a:pt x="45166" y="5816"/>
                  </a:lnTo>
                  <a:lnTo>
                    <a:pt x="21669" y="21669"/>
                  </a:lnTo>
                  <a:lnTo>
                    <a:pt x="5816" y="45166"/>
                  </a:lnTo>
                  <a:lnTo>
                    <a:pt x="0" y="73913"/>
                  </a:lnTo>
                  <a:lnTo>
                    <a:pt x="0" y="369570"/>
                  </a:lnTo>
                  <a:lnTo>
                    <a:pt x="5816" y="398317"/>
                  </a:lnTo>
                  <a:lnTo>
                    <a:pt x="21669" y="421814"/>
                  </a:lnTo>
                  <a:lnTo>
                    <a:pt x="45166" y="437667"/>
                  </a:lnTo>
                  <a:lnTo>
                    <a:pt x="73913" y="443484"/>
                  </a:lnTo>
                  <a:lnTo>
                    <a:pt x="3179826" y="443484"/>
                  </a:lnTo>
                  <a:lnTo>
                    <a:pt x="3208573" y="437667"/>
                  </a:lnTo>
                  <a:lnTo>
                    <a:pt x="3232070" y="421814"/>
                  </a:lnTo>
                  <a:lnTo>
                    <a:pt x="3247923" y="398317"/>
                  </a:lnTo>
                  <a:lnTo>
                    <a:pt x="3253740" y="369570"/>
                  </a:lnTo>
                  <a:lnTo>
                    <a:pt x="3253740" y="73913"/>
                  </a:lnTo>
                  <a:lnTo>
                    <a:pt x="3247923" y="45166"/>
                  </a:lnTo>
                  <a:lnTo>
                    <a:pt x="3232070" y="21669"/>
                  </a:lnTo>
                  <a:lnTo>
                    <a:pt x="3208573" y="5816"/>
                  </a:lnTo>
                  <a:lnTo>
                    <a:pt x="3179826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2" name="object 12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4338827" y="2933700"/>
              <a:ext cx="473201" cy="159258"/>
            </a:xfrm>
            <a:prstGeom prst="rect">
              <a:avLst/>
            </a:prstGeom>
          </p:spPr>
        </p:pic>
      </p:grpSp>
      <p:grpSp>
        <p:nvGrpSpPr>
          <p:cNvPr id="13" name="object 13"/>
          <p:cNvGrpSpPr/>
          <p:nvPr/>
        </p:nvGrpSpPr>
        <p:grpSpPr>
          <a:xfrm>
            <a:off x="2944367" y="3323844"/>
            <a:ext cx="3253740" cy="443865"/>
            <a:chOff x="2944367" y="3323844"/>
            <a:chExt cx="3253740" cy="443865"/>
          </a:xfrm>
        </p:grpSpPr>
        <p:sp>
          <p:nvSpPr>
            <p:cNvPr id="14" name="object 14"/>
            <p:cNvSpPr/>
            <p:nvPr/>
          </p:nvSpPr>
          <p:spPr>
            <a:xfrm>
              <a:off x="2944367" y="3323844"/>
              <a:ext cx="3253740" cy="443865"/>
            </a:xfrm>
            <a:custGeom>
              <a:avLst/>
              <a:gdLst/>
              <a:ahLst/>
              <a:cxnLst/>
              <a:rect l="l" t="t" r="r" b="b"/>
              <a:pathLst>
                <a:path w="3253740" h="443864">
                  <a:moveTo>
                    <a:pt x="3179826" y="0"/>
                  </a:moveTo>
                  <a:lnTo>
                    <a:pt x="73913" y="0"/>
                  </a:lnTo>
                  <a:lnTo>
                    <a:pt x="45166" y="5816"/>
                  </a:lnTo>
                  <a:lnTo>
                    <a:pt x="21669" y="21669"/>
                  </a:lnTo>
                  <a:lnTo>
                    <a:pt x="5816" y="45166"/>
                  </a:lnTo>
                  <a:lnTo>
                    <a:pt x="0" y="73913"/>
                  </a:lnTo>
                  <a:lnTo>
                    <a:pt x="0" y="369569"/>
                  </a:lnTo>
                  <a:lnTo>
                    <a:pt x="5816" y="398317"/>
                  </a:lnTo>
                  <a:lnTo>
                    <a:pt x="21669" y="421814"/>
                  </a:lnTo>
                  <a:lnTo>
                    <a:pt x="45166" y="437667"/>
                  </a:lnTo>
                  <a:lnTo>
                    <a:pt x="73913" y="443483"/>
                  </a:lnTo>
                  <a:lnTo>
                    <a:pt x="3179826" y="443483"/>
                  </a:lnTo>
                  <a:lnTo>
                    <a:pt x="3208573" y="437667"/>
                  </a:lnTo>
                  <a:lnTo>
                    <a:pt x="3232070" y="421814"/>
                  </a:lnTo>
                  <a:lnTo>
                    <a:pt x="3247923" y="398317"/>
                  </a:lnTo>
                  <a:lnTo>
                    <a:pt x="3253740" y="369569"/>
                  </a:lnTo>
                  <a:lnTo>
                    <a:pt x="3253740" y="73913"/>
                  </a:lnTo>
                  <a:lnTo>
                    <a:pt x="3247923" y="45166"/>
                  </a:lnTo>
                  <a:lnTo>
                    <a:pt x="3232070" y="21669"/>
                  </a:lnTo>
                  <a:lnTo>
                    <a:pt x="3208573" y="5816"/>
                  </a:lnTo>
                  <a:lnTo>
                    <a:pt x="3179826" y="0"/>
                  </a:lnTo>
                  <a:close/>
                </a:path>
              </a:pathLst>
            </a:custGeom>
            <a:solidFill>
              <a:srgbClr val="183DA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5" name="object 15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3791711" y="3483864"/>
              <a:ext cx="1544574" cy="153162"/>
            </a:xfrm>
            <a:prstGeom prst="rect">
              <a:avLst/>
            </a:prstGeom>
          </p:spPr>
        </p:pic>
      </p:grpSp>
      <p:grpSp>
        <p:nvGrpSpPr>
          <p:cNvPr id="16" name="object 16"/>
          <p:cNvGrpSpPr/>
          <p:nvPr/>
        </p:nvGrpSpPr>
        <p:grpSpPr>
          <a:xfrm>
            <a:off x="2938272" y="3860291"/>
            <a:ext cx="1577340" cy="455930"/>
            <a:chOff x="2938272" y="3860291"/>
            <a:chExt cx="1577340" cy="455930"/>
          </a:xfrm>
        </p:grpSpPr>
        <p:sp>
          <p:nvSpPr>
            <p:cNvPr id="17" name="object 17"/>
            <p:cNvSpPr/>
            <p:nvPr/>
          </p:nvSpPr>
          <p:spPr>
            <a:xfrm>
              <a:off x="2944368" y="3866387"/>
              <a:ext cx="1565275" cy="443865"/>
            </a:xfrm>
            <a:custGeom>
              <a:avLst/>
              <a:gdLst/>
              <a:ahLst/>
              <a:cxnLst/>
              <a:rect l="l" t="t" r="r" b="b"/>
              <a:pathLst>
                <a:path w="1565275" h="443864">
                  <a:moveTo>
                    <a:pt x="1491233" y="0"/>
                  </a:moveTo>
                  <a:lnTo>
                    <a:pt x="73913" y="0"/>
                  </a:lnTo>
                  <a:lnTo>
                    <a:pt x="45166" y="5816"/>
                  </a:lnTo>
                  <a:lnTo>
                    <a:pt x="21669" y="21669"/>
                  </a:lnTo>
                  <a:lnTo>
                    <a:pt x="5816" y="45166"/>
                  </a:lnTo>
                  <a:lnTo>
                    <a:pt x="0" y="73913"/>
                  </a:lnTo>
                  <a:lnTo>
                    <a:pt x="0" y="369569"/>
                  </a:lnTo>
                  <a:lnTo>
                    <a:pt x="5816" y="398317"/>
                  </a:lnTo>
                  <a:lnTo>
                    <a:pt x="21669" y="421814"/>
                  </a:lnTo>
                  <a:lnTo>
                    <a:pt x="45166" y="437667"/>
                  </a:lnTo>
                  <a:lnTo>
                    <a:pt x="73913" y="443484"/>
                  </a:lnTo>
                  <a:lnTo>
                    <a:pt x="1491233" y="443484"/>
                  </a:lnTo>
                  <a:lnTo>
                    <a:pt x="1519981" y="437667"/>
                  </a:lnTo>
                  <a:lnTo>
                    <a:pt x="1543478" y="421814"/>
                  </a:lnTo>
                  <a:lnTo>
                    <a:pt x="1559331" y="398317"/>
                  </a:lnTo>
                  <a:lnTo>
                    <a:pt x="1565147" y="369569"/>
                  </a:lnTo>
                  <a:lnTo>
                    <a:pt x="1565147" y="73913"/>
                  </a:lnTo>
                  <a:lnTo>
                    <a:pt x="1559331" y="45166"/>
                  </a:lnTo>
                  <a:lnTo>
                    <a:pt x="1543478" y="21669"/>
                  </a:lnTo>
                  <a:lnTo>
                    <a:pt x="1519981" y="5816"/>
                  </a:lnTo>
                  <a:lnTo>
                    <a:pt x="1491233" y="0"/>
                  </a:lnTo>
                  <a:close/>
                </a:path>
              </a:pathLst>
            </a:custGeom>
            <a:solidFill>
              <a:srgbClr val="E6F5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2944368" y="3866387"/>
              <a:ext cx="1565275" cy="443865"/>
            </a:xfrm>
            <a:custGeom>
              <a:avLst/>
              <a:gdLst/>
              <a:ahLst/>
              <a:cxnLst/>
              <a:rect l="l" t="t" r="r" b="b"/>
              <a:pathLst>
                <a:path w="1565275" h="443864">
                  <a:moveTo>
                    <a:pt x="0" y="73913"/>
                  </a:moveTo>
                  <a:lnTo>
                    <a:pt x="5816" y="45166"/>
                  </a:lnTo>
                  <a:lnTo>
                    <a:pt x="21669" y="21669"/>
                  </a:lnTo>
                  <a:lnTo>
                    <a:pt x="45166" y="5816"/>
                  </a:lnTo>
                  <a:lnTo>
                    <a:pt x="73913" y="0"/>
                  </a:lnTo>
                  <a:lnTo>
                    <a:pt x="1491233" y="0"/>
                  </a:lnTo>
                  <a:lnTo>
                    <a:pt x="1519981" y="5816"/>
                  </a:lnTo>
                  <a:lnTo>
                    <a:pt x="1543478" y="21669"/>
                  </a:lnTo>
                  <a:lnTo>
                    <a:pt x="1559331" y="45166"/>
                  </a:lnTo>
                  <a:lnTo>
                    <a:pt x="1565147" y="73913"/>
                  </a:lnTo>
                  <a:lnTo>
                    <a:pt x="1565147" y="369569"/>
                  </a:lnTo>
                  <a:lnTo>
                    <a:pt x="1559331" y="398317"/>
                  </a:lnTo>
                  <a:lnTo>
                    <a:pt x="1543478" y="421814"/>
                  </a:lnTo>
                  <a:lnTo>
                    <a:pt x="1519981" y="437667"/>
                  </a:lnTo>
                  <a:lnTo>
                    <a:pt x="1491233" y="443484"/>
                  </a:lnTo>
                  <a:lnTo>
                    <a:pt x="73913" y="443484"/>
                  </a:lnTo>
                  <a:lnTo>
                    <a:pt x="45166" y="437667"/>
                  </a:lnTo>
                  <a:lnTo>
                    <a:pt x="21669" y="421814"/>
                  </a:lnTo>
                  <a:lnTo>
                    <a:pt x="5816" y="398317"/>
                  </a:lnTo>
                  <a:lnTo>
                    <a:pt x="0" y="369569"/>
                  </a:lnTo>
                  <a:lnTo>
                    <a:pt x="0" y="73913"/>
                  </a:lnTo>
                  <a:close/>
                </a:path>
              </a:pathLst>
            </a:custGeom>
            <a:ln w="12192">
              <a:solidFill>
                <a:srgbClr val="0033C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9" name="object 19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3546348" y="4030979"/>
              <a:ext cx="363474" cy="128778"/>
            </a:xfrm>
            <a:prstGeom prst="rect">
              <a:avLst/>
            </a:prstGeom>
          </p:spPr>
        </p:pic>
      </p:grpSp>
      <p:grpSp>
        <p:nvGrpSpPr>
          <p:cNvPr id="20" name="object 20"/>
          <p:cNvGrpSpPr/>
          <p:nvPr/>
        </p:nvGrpSpPr>
        <p:grpSpPr>
          <a:xfrm>
            <a:off x="4626864" y="3860291"/>
            <a:ext cx="1577340" cy="455930"/>
            <a:chOff x="4626864" y="3860291"/>
            <a:chExt cx="1577340" cy="455930"/>
          </a:xfrm>
        </p:grpSpPr>
        <p:sp>
          <p:nvSpPr>
            <p:cNvPr id="21" name="object 21"/>
            <p:cNvSpPr/>
            <p:nvPr/>
          </p:nvSpPr>
          <p:spPr>
            <a:xfrm>
              <a:off x="4632960" y="3866387"/>
              <a:ext cx="1565275" cy="443865"/>
            </a:xfrm>
            <a:custGeom>
              <a:avLst/>
              <a:gdLst/>
              <a:ahLst/>
              <a:cxnLst/>
              <a:rect l="l" t="t" r="r" b="b"/>
              <a:pathLst>
                <a:path w="1565275" h="443864">
                  <a:moveTo>
                    <a:pt x="1491234" y="0"/>
                  </a:moveTo>
                  <a:lnTo>
                    <a:pt x="73913" y="0"/>
                  </a:lnTo>
                  <a:lnTo>
                    <a:pt x="45166" y="5816"/>
                  </a:lnTo>
                  <a:lnTo>
                    <a:pt x="21669" y="21669"/>
                  </a:lnTo>
                  <a:lnTo>
                    <a:pt x="5816" y="45166"/>
                  </a:lnTo>
                  <a:lnTo>
                    <a:pt x="0" y="73913"/>
                  </a:lnTo>
                  <a:lnTo>
                    <a:pt x="0" y="369569"/>
                  </a:lnTo>
                  <a:lnTo>
                    <a:pt x="5816" y="398317"/>
                  </a:lnTo>
                  <a:lnTo>
                    <a:pt x="21669" y="421814"/>
                  </a:lnTo>
                  <a:lnTo>
                    <a:pt x="45166" y="437667"/>
                  </a:lnTo>
                  <a:lnTo>
                    <a:pt x="73913" y="443484"/>
                  </a:lnTo>
                  <a:lnTo>
                    <a:pt x="1491234" y="443484"/>
                  </a:lnTo>
                  <a:lnTo>
                    <a:pt x="1519981" y="437667"/>
                  </a:lnTo>
                  <a:lnTo>
                    <a:pt x="1543478" y="421814"/>
                  </a:lnTo>
                  <a:lnTo>
                    <a:pt x="1559331" y="398317"/>
                  </a:lnTo>
                  <a:lnTo>
                    <a:pt x="1565148" y="369569"/>
                  </a:lnTo>
                  <a:lnTo>
                    <a:pt x="1565148" y="73913"/>
                  </a:lnTo>
                  <a:lnTo>
                    <a:pt x="1559331" y="45166"/>
                  </a:lnTo>
                  <a:lnTo>
                    <a:pt x="1543478" y="21669"/>
                  </a:lnTo>
                  <a:lnTo>
                    <a:pt x="1519981" y="5816"/>
                  </a:lnTo>
                  <a:lnTo>
                    <a:pt x="1491234" y="0"/>
                  </a:lnTo>
                  <a:close/>
                </a:path>
              </a:pathLst>
            </a:custGeom>
            <a:solidFill>
              <a:srgbClr val="E6F5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4632960" y="3866387"/>
              <a:ext cx="1565275" cy="443865"/>
            </a:xfrm>
            <a:custGeom>
              <a:avLst/>
              <a:gdLst/>
              <a:ahLst/>
              <a:cxnLst/>
              <a:rect l="l" t="t" r="r" b="b"/>
              <a:pathLst>
                <a:path w="1565275" h="443864">
                  <a:moveTo>
                    <a:pt x="0" y="73913"/>
                  </a:moveTo>
                  <a:lnTo>
                    <a:pt x="5816" y="45166"/>
                  </a:lnTo>
                  <a:lnTo>
                    <a:pt x="21669" y="21669"/>
                  </a:lnTo>
                  <a:lnTo>
                    <a:pt x="45166" y="5816"/>
                  </a:lnTo>
                  <a:lnTo>
                    <a:pt x="73913" y="0"/>
                  </a:lnTo>
                  <a:lnTo>
                    <a:pt x="1491234" y="0"/>
                  </a:lnTo>
                  <a:lnTo>
                    <a:pt x="1519981" y="5816"/>
                  </a:lnTo>
                  <a:lnTo>
                    <a:pt x="1543478" y="21669"/>
                  </a:lnTo>
                  <a:lnTo>
                    <a:pt x="1559331" y="45166"/>
                  </a:lnTo>
                  <a:lnTo>
                    <a:pt x="1565148" y="73913"/>
                  </a:lnTo>
                  <a:lnTo>
                    <a:pt x="1565148" y="369569"/>
                  </a:lnTo>
                  <a:lnTo>
                    <a:pt x="1559331" y="398317"/>
                  </a:lnTo>
                  <a:lnTo>
                    <a:pt x="1543478" y="421814"/>
                  </a:lnTo>
                  <a:lnTo>
                    <a:pt x="1519981" y="437667"/>
                  </a:lnTo>
                  <a:lnTo>
                    <a:pt x="1491234" y="443484"/>
                  </a:lnTo>
                  <a:lnTo>
                    <a:pt x="73913" y="443484"/>
                  </a:lnTo>
                  <a:lnTo>
                    <a:pt x="45166" y="437667"/>
                  </a:lnTo>
                  <a:lnTo>
                    <a:pt x="21669" y="421814"/>
                  </a:lnTo>
                  <a:lnTo>
                    <a:pt x="5816" y="398317"/>
                  </a:lnTo>
                  <a:lnTo>
                    <a:pt x="0" y="369569"/>
                  </a:lnTo>
                  <a:lnTo>
                    <a:pt x="0" y="73913"/>
                  </a:lnTo>
                  <a:close/>
                </a:path>
              </a:pathLst>
            </a:custGeom>
            <a:ln w="12192">
              <a:solidFill>
                <a:srgbClr val="0033C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3" name="object 23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5053584" y="4026407"/>
              <a:ext cx="724662" cy="163830"/>
            </a:xfrm>
            <a:prstGeom prst="rect">
              <a:avLst/>
            </a:prstGeom>
          </p:spPr>
        </p:pic>
      </p:grpSp>
      <p:grpSp>
        <p:nvGrpSpPr>
          <p:cNvPr id="24" name="object 24"/>
          <p:cNvGrpSpPr/>
          <p:nvPr/>
        </p:nvGrpSpPr>
        <p:grpSpPr>
          <a:xfrm>
            <a:off x="2938272" y="4402835"/>
            <a:ext cx="1577340" cy="455930"/>
            <a:chOff x="2938272" y="4402835"/>
            <a:chExt cx="1577340" cy="455930"/>
          </a:xfrm>
        </p:grpSpPr>
        <p:sp>
          <p:nvSpPr>
            <p:cNvPr id="25" name="object 25"/>
            <p:cNvSpPr/>
            <p:nvPr/>
          </p:nvSpPr>
          <p:spPr>
            <a:xfrm>
              <a:off x="2944368" y="4408931"/>
              <a:ext cx="1565275" cy="443865"/>
            </a:xfrm>
            <a:custGeom>
              <a:avLst/>
              <a:gdLst/>
              <a:ahLst/>
              <a:cxnLst/>
              <a:rect l="l" t="t" r="r" b="b"/>
              <a:pathLst>
                <a:path w="1565275" h="443864">
                  <a:moveTo>
                    <a:pt x="1491233" y="0"/>
                  </a:moveTo>
                  <a:lnTo>
                    <a:pt x="73913" y="0"/>
                  </a:lnTo>
                  <a:lnTo>
                    <a:pt x="45166" y="5816"/>
                  </a:lnTo>
                  <a:lnTo>
                    <a:pt x="21669" y="21669"/>
                  </a:lnTo>
                  <a:lnTo>
                    <a:pt x="5816" y="45166"/>
                  </a:lnTo>
                  <a:lnTo>
                    <a:pt x="0" y="73914"/>
                  </a:lnTo>
                  <a:lnTo>
                    <a:pt x="0" y="369570"/>
                  </a:lnTo>
                  <a:lnTo>
                    <a:pt x="5816" y="398317"/>
                  </a:lnTo>
                  <a:lnTo>
                    <a:pt x="21669" y="421814"/>
                  </a:lnTo>
                  <a:lnTo>
                    <a:pt x="45166" y="437667"/>
                  </a:lnTo>
                  <a:lnTo>
                    <a:pt x="73913" y="443484"/>
                  </a:lnTo>
                  <a:lnTo>
                    <a:pt x="1491233" y="443484"/>
                  </a:lnTo>
                  <a:lnTo>
                    <a:pt x="1519981" y="437667"/>
                  </a:lnTo>
                  <a:lnTo>
                    <a:pt x="1543478" y="421814"/>
                  </a:lnTo>
                  <a:lnTo>
                    <a:pt x="1559331" y="398317"/>
                  </a:lnTo>
                  <a:lnTo>
                    <a:pt x="1565147" y="369570"/>
                  </a:lnTo>
                  <a:lnTo>
                    <a:pt x="1565147" y="73914"/>
                  </a:lnTo>
                  <a:lnTo>
                    <a:pt x="1559331" y="45166"/>
                  </a:lnTo>
                  <a:lnTo>
                    <a:pt x="1543478" y="21669"/>
                  </a:lnTo>
                  <a:lnTo>
                    <a:pt x="1519981" y="5816"/>
                  </a:lnTo>
                  <a:lnTo>
                    <a:pt x="1491233" y="0"/>
                  </a:lnTo>
                  <a:close/>
                </a:path>
              </a:pathLst>
            </a:custGeom>
            <a:solidFill>
              <a:srgbClr val="D9D9D9">
                <a:alpha val="6901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2944368" y="4408931"/>
              <a:ext cx="1565275" cy="443865"/>
            </a:xfrm>
            <a:custGeom>
              <a:avLst/>
              <a:gdLst/>
              <a:ahLst/>
              <a:cxnLst/>
              <a:rect l="l" t="t" r="r" b="b"/>
              <a:pathLst>
                <a:path w="1565275" h="443864">
                  <a:moveTo>
                    <a:pt x="0" y="73914"/>
                  </a:moveTo>
                  <a:lnTo>
                    <a:pt x="5816" y="45166"/>
                  </a:lnTo>
                  <a:lnTo>
                    <a:pt x="21669" y="21669"/>
                  </a:lnTo>
                  <a:lnTo>
                    <a:pt x="45166" y="5816"/>
                  </a:lnTo>
                  <a:lnTo>
                    <a:pt x="73913" y="0"/>
                  </a:lnTo>
                  <a:lnTo>
                    <a:pt x="1491233" y="0"/>
                  </a:lnTo>
                  <a:lnTo>
                    <a:pt x="1519981" y="5816"/>
                  </a:lnTo>
                  <a:lnTo>
                    <a:pt x="1543478" y="21669"/>
                  </a:lnTo>
                  <a:lnTo>
                    <a:pt x="1559331" y="45166"/>
                  </a:lnTo>
                  <a:lnTo>
                    <a:pt x="1565147" y="73914"/>
                  </a:lnTo>
                  <a:lnTo>
                    <a:pt x="1565147" y="369570"/>
                  </a:lnTo>
                  <a:lnTo>
                    <a:pt x="1559331" y="398317"/>
                  </a:lnTo>
                  <a:lnTo>
                    <a:pt x="1543478" y="421814"/>
                  </a:lnTo>
                  <a:lnTo>
                    <a:pt x="1519981" y="437667"/>
                  </a:lnTo>
                  <a:lnTo>
                    <a:pt x="1491233" y="443484"/>
                  </a:lnTo>
                  <a:lnTo>
                    <a:pt x="73913" y="443484"/>
                  </a:lnTo>
                  <a:lnTo>
                    <a:pt x="45166" y="437667"/>
                  </a:lnTo>
                  <a:lnTo>
                    <a:pt x="21669" y="421814"/>
                  </a:lnTo>
                  <a:lnTo>
                    <a:pt x="5816" y="398317"/>
                  </a:lnTo>
                  <a:lnTo>
                    <a:pt x="0" y="369570"/>
                  </a:lnTo>
                  <a:lnTo>
                    <a:pt x="0" y="73914"/>
                  </a:lnTo>
                  <a:close/>
                </a:path>
              </a:pathLst>
            </a:custGeom>
            <a:ln w="12192">
              <a:solidFill>
                <a:srgbClr val="BEBEB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7" name="object 27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3582923" y="4573523"/>
              <a:ext cx="279653" cy="128777"/>
            </a:xfrm>
            <a:prstGeom prst="rect">
              <a:avLst/>
            </a:prstGeom>
          </p:spPr>
        </p:pic>
      </p:grpSp>
      <p:grpSp>
        <p:nvGrpSpPr>
          <p:cNvPr id="28" name="object 28"/>
          <p:cNvGrpSpPr/>
          <p:nvPr/>
        </p:nvGrpSpPr>
        <p:grpSpPr>
          <a:xfrm>
            <a:off x="4626864" y="4402835"/>
            <a:ext cx="1577340" cy="455930"/>
            <a:chOff x="4626864" y="4402835"/>
            <a:chExt cx="1577340" cy="455930"/>
          </a:xfrm>
        </p:grpSpPr>
        <p:sp>
          <p:nvSpPr>
            <p:cNvPr id="29" name="object 29"/>
            <p:cNvSpPr/>
            <p:nvPr/>
          </p:nvSpPr>
          <p:spPr>
            <a:xfrm>
              <a:off x="4632960" y="4408931"/>
              <a:ext cx="1565275" cy="443865"/>
            </a:xfrm>
            <a:custGeom>
              <a:avLst/>
              <a:gdLst/>
              <a:ahLst/>
              <a:cxnLst/>
              <a:rect l="l" t="t" r="r" b="b"/>
              <a:pathLst>
                <a:path w="1565275" h="443864">
                  <a:moveTo>
                    <a:pt x="1491234" y="0"/>
                  </a:moveTo>
                  <a:lnTo>
                    <a:pt x="73913" y="0"/>
                  </a:lnTo>
                  <a:lnTo>
                    <a:pt x="45166" y="5816"/>
                  </a:lnTo>
                  <a:lnTo>
                    <a:pt x="21669" y="21669"/>
                  </a:lnTo>
                  <a:lnTo>
                    <a:pt x="5816" y="45166"/>
                  </a:lnTo>
                  <a:lnTo>
                    <a:pt x="0" y="73914"/>
                  </a:lnTo>
                  <a:lnTo>
                    <a:pt x="0" y="369570"/>
                  </a:lnTo>
                  <a:lnTo>
                    <a:pt x="5816" y="398317"/>
                  </a:lnTo>
                  <a:lnTo>
                    <a:pt x="21669" y="421814"/>
                  </a:lnTo>
                  <a:lnTo>
                    <a:pt x="45166" y="437667"/>
                  </a:lnTo>
                  <a:lnTo>
                    <a:pt x="73913" y="443484"/>
                  </a:lnTo>
                  <a:lnTo>
                    <a:pt x="1491234" y="443484"/>
                  </a:lnTo>
                  <a:lnTo>
                    <a:pt x="1519981" y="437667"/>
                  </a:lnTo>
                  <a:lnTo>
                    <a:pt x="1543478" y="421814"/>
                  </a:lnTo>
                  <a:lnTo>
                    <a:pt x="1559331" y="398317"/>
                  </a:lnTo>
                  <a:lnTo>
                    <a:pt x="1565148" y="369570"/>
                  </a:lnTo>
                  <a:lnTo>
                    <a:pt x="1565148" y="73914"/>
                  </a:lnTo>
                  <a:lnTo>
                    <a:pt x="1559331" y="45166"/>
                  </a:lnTo>
                  <a:lnTo>
                    <a:pt x="1543478" y="21669"/>
                  </a:lnTo>
                  <a:lnTo>
                    <a:pt x="1519981" y="5816"/>
                  </a:lnTo>
                  <a:lnTo>
                    <a:pt x="1491234" y="0"/>
                  </a:lnTo>
                  <a:close/>
                </a:path>
              </a:pathLst>
            </a:custGeom>
            <a:solidFill>
              <a:srgbClr val="D9D9D9">
                <a:alpha val="6901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4632960" y="4408931"/>
              <a:ext cx="1565275" cy="443865"/>
            </a:xfrm>
            <a:custGeom>
              <a:avLst/>
              <a:gdLst/>
              <a:ahLst/>
              <a:cxnLst/>
              <a:rect l="l" t="t" r="r" b="b"/>
              <a:pathLst>
                <a:path w="1565275" h="443864">
                  <a:moveTo>
                    <a:pt x="0" y="73914"/>
                  </a:moveTo>
                  <a:lnTo>
                    <a:pt x="5816" y="45166"/>
                  </a:lnTo>
                  <a:lnTo>
                    <a:pt x="21669" y="21669"/>
                  </a:lnTo>
                  <a:lnTo>
                    <a:pt x="45166" y="5816"/>
                  </a:lnTo>
                  <a:lnTo>
                    <a:pt x="73913" y="0"/>
                  </a:lnTo>
                  <a:lnTo>
                    <a:pt x="1491234" y="0"/>
                  </a:lnTo>
                  <a:lnTo>
                    <a:pt x="1519981" y="5816"/>
                  </a:lnTo>
                  <a:lnTo>
                    <a:pt x="1543478" y="21669"/>
                  </a:lnTo>
                  <a:lnTo>
                    <a:pt x="1559331" y="45166"/>
                  </a:lnTo>
                  <a:lnTo>
                    <a:pt x="1565148" y="73914"/>
                  </a:lnTo>
                  <a:lnTo>
                    <a:pt x="1565148" y="369570"/>
                  </a:lnTo>
                  <a:lnTo>
                    <a:pt x="1559331" y="398317"/>
                  </a:lnTo>
                  <a:lnTo>
                    <a:pt x="1543478" y="421814"/>
                  </a:lnTo>
                  <a:lnTo>
                    <a:pt x="1519981" y="437667"/>
                  </a:lnTo>
                  <a:lnTo>
                    <a:pt x="1491234" y="443484"/>
                  </a:lnTo>
                  <a:lnTo>
                    <a:pt x="73913" y="443484"/>
                  </a:lnTo>
                  <a:lnTo>
                    <a:pt x="45166" y="437667"/>
                  </a:lnTo>
                  <a:lnTo>
                    <a:pt x="21669" y="421814"/>
                  </a:lnTo>
                  <a:lnTo>
                    <a:pt x="5816" y="398317"/>
                  </a:lnTo>
                  <a:lnTo>
                    <a:pt x="0" y="369570"/>
                  </a:lnTo>
                  <a:lnTo>
                    <a:pt x="0" y="73914"/>
                  </a:lnTo>
                  <a:close/>
                </a:path>
              </a:pathLst>
            </a:custGeom>
            <a:ln w="12192">
              <a:solidFill>
                <a:srgbClr val="BEBEB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1" name="object 31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5282184" y="4573523"/>
              <a:ext cx="258317" cy="128777"/>
            </a:xfrm>
            <a:prstGeom prst="rect">
              <a:avLst/>
            </a:prstGeom>
          </p:spPr>
        </p:pic>
      </p:grpSp>
      <p:sp>
        <p:nvSpPr>
          <p:cNvPr id="32" name="object 32"/>
          <p:cNvSpPr txBox="1"/>
          <p:nvPr/>
        </p:nvSpPr>
        <p:spPr>
          <a:xfrm>
            <a:off x="1182116" y="2888742"/>
            <a:ext cx="1087755" cy="18516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6670" algn="ctr">
              <a:lnSpc>
                <a:spcPct val="100000"/>
              </a:lnSpc>
              <a:spcBef>
                <a:spcPts val="95"/>
              </a:spcBef>
            </a:pPr>
            <a:r>
              <a:rPr sz="1300" spc="-220" dirty="0">
                <a:latin typeface="Trebuchet MS"/>
                <a:cs typeface="Trebuchet MS"/>
              </a:rPr>
              <a:t>High</a:t>
            </a:r>
            <a:r>
              <a:rPr sz="1300" spc="-75" dirty="0">
                <a:latin typeface="Trebuchet MS"/>
                <a:cs typeface="Trebuchet MS"/>
              </a:rPr>
              <a:t> </a:t>
            </a:r>
            <a:r>
              <a:rPr sz="1300" spc="-200" dirty="0">
                <a:latin typeface="Trebuchet MS"/>
                <a:cs typeface="Trebuchet MS"/>
              </a:rPr>
              <a:t>level</a:t>
            </a:r>
            <a:r>
              <a:rPr sz="1300" spc="-100" dirty="0">
                <a:latin typeface="Trebuchet MS"/>
                <a:cs typeface="Trebuchet MS"/>
              </a:rPr>
              <a:t> </a:t>
            </a:r>
            <a:r>
              <a:rPr sz="1300" spc="-20" dirty="0">
                <a:latin typeface="Trebuchet MS"/>
                <a:cs typeface="Trebuchet MS"/>
              </a:rPr>
              <a:t>APIs</a:t>
            </a:r>
            <a:endParaRPr sz="1300">
              <a:latin typeface="Trebuchet MS"/>
              <a:cs typeface="Trebuchet MS"/>
            </a:endParaRPr>
          </a:p>
          <a:p>
            <a:pPr marL="12700" marR="5080" indent="252095">
              <a:lnSpc>
                <a:spcPct val="274000"/>
              </a:lnSpc>
            </a:pPr>
            <a:r>
              <a:rPr sz="1300" spc="-110" dirty="0">
                <a:latin typeface="Trebuchet MS"/>
                <a:cs typeface="Trebuchet MS"/>
              </a:rPr>
              <a:t>Framework </a:t>
            </a:r>
            <a:r>
              <a:rPr sz="1300" spc="-195" dirty="0">
                <a:latin typeface="Trebuchet MS"/>
                <a:cs typeface="Trebuchet MS"/>
              </a:rPr>
              <a:t>Linear</a:t>
            </a:r>
            <a:r>
              <a:rPr sz="1300" spc="-75" dirty="0">
                <a:latin typeface="Trebuchet MS"/>
                <a:cs typeface="Trebuchet MS"/>
              </a:rPr>
              <a:t> </a:t>
            </a:r>
            <a:r>
              <a:rPr sz="1300" spc="-204" dirty="0">
                <a:latin typeface="Trebuchet MS"/>
                <a:cs typeface="Trebuchet MS"/>
              </a:rPr>
              <a:t>Algebra,</a:t>
            </a:r>
            <a:r>
              <a:rPr sz="1300" spc="-120" dirty="0">
                <a:latin typeface="Trebuchet MS"/>
                <a:cs typeface="Trebuchet MS"/>
              </a:rPr>
              <a:t> </a:t>
            </a:r>
            <a:r>
              <a:rPr sz="1300" spc="-215" dirty="0">
                <a:latin typeface="Trebuchet MS"/>
                <a:cs typeface="Trebuchet MS"/>
              </a:rPr>
              <a:t>Math</a:t>
            </a:r>
            <a:endParaRPr sz="13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</a:pPr>
            <a:endParaRPr sz="1500">
              <a:latin typeface="Trebuchet MS"/>
              <a:cs typeface="Trebuchet MS"/>
            </a:endParaRPr>
          </a:p>
          <a:p>
            <a:pPr marL="10160" algn="ctr">
              <a:lnSpc>
                <a:spcPct val="100000"/>
              </a:lnSpc>
              <a:spcBef>
                <a:spcPts val="969"/>
              </a:spcBef>
            </a:pPr>
            <a:r>
              <a:rPr sz="1300" spc="-90" dirty="0">
                <a:latin typeface="Trebuchet MS"/>
                <a:cs typeface="Trebuchet MS"/>
              </a:rPr>
              <a:t>Hardware</a:t>
            </a:r>
            <a:endParaRPr sz="1300">
              <a:latin typeface="Trebuchet MS"/>
              <a:cs typeface="Trebuchet MS"/>
            </a:endParaRPr>
          </a:p>
        </p:txBody>
      </p:sp>
      <p:sp>
        <p:nvSpPr>
          <p:cNvPr id="33" name="object 33"/>
          <p:cNvSpPr/>
          <p:nvPr/>
        </p:nvSpPr>
        <p:spPr>
          <a:xfrm>
            <a:off x="2718816" y="4428744"/>
            <a:ext cx="78105" cy="403860"/>
          </a:xfrm>
          <a:custGeom>
            <a:avLst/>
            <a:gdLst/>
            <a:ahLst/>
            <a:cxnLst/>
            <a:rect l="l" t="t" r="r" b="b"/>
            <a:pathLst>
              <a:path w="78105" h="403860">
                <a:moveTo>
                  <a:pt x="77723" y="0"/>
                </a:moveTo>
                <a:lnTo>
                  <a:pt x="62597" y="6018"/>
                </a:lnTo>
                <a:lnTo>
                  <a:pt x="50244" y="22431"/>
                </a:lnTo>
                <a:lnTo>
                  <a:pt x="41915" y="46773"/>
                </a:lnTo>
                <a:lnTo>
                  <a:pt x="38861" y="76580"/>
                </a:lnTo>
                <a:lnTo>
                  <a:pt x="38861" y="125348"/>
                </a:lnTo>
                <a:lnTo>
                  <a:pt x="35808" y="155156"/>
                </a:lnTo>
                <a:lnTo>
                  <a:pt x="27479" y="179498"/>
                </a:lnTo>
                <a:lnTo>
                  <a:pt x="15126" y="195911"/>
                </a:lnTo>
                <a:lnTo>
                  <a:pt x="0" y="201929"/>
                </a:lnTo>
                <a:lnTo>
                  <a:pt x="15126" y="207948"/>
                </a:lnTo>
                <a:lnTo>
                  <a:pt x="27479" y="224361"/>
                </a:lnTo>
                <a:lnTo>
                  <a:pt x="35808" y="248703"/>
                </a:lnTo>
                <a:lnTo>
                  <a:pt x="38861" y="278510"/>
                </a:lnTo>
                <a:lnTo>
                  <a:pt x="38861" y="327278"/>
                </a:lnTo>
                <a:lnTo>
                  <a:pt x="41915" y="357086"/>
                </a:lnTo>
                <a:lnTo>
                  <a:pt x="50244" y="381428"/>
                </a:lnTo>
                <a:lnTo>
                  <a:pt x="62597" y="397841"/>
                </a:lnTo>
                <a:lnTo>
                  <a:pt x="77723" y="403859"/>
                </a:lnTo>
              </a:path>
            </a:pathLst>
          </a:custGeom>
          <a:ln w="9144">
            <a:solidFill>
              <a:srgbClr val="00AF5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/>
          <p:nvPr/>
        </p:nvSpPr>
        <p:spPr>
          <a:xfrm>
            <a:off x="2718816" y="3886200"/>
            <a:ext cx="78105" cy="403860"/>
          </a:xfrm>
          <a:custGeom>
            <a:avLst/>
            <a:gdLst/>
            <a:ahLst/>
            <a:cxnLst/>
            <a:rect l="l" t="t" r="r" b="b"/>
            <a:pathLst>
              <a:path w="78105" h="403860">
                <a:moveTo>
                  <a:pt x="77723" y="0"/>
                </a:moveTo>
                <a:lnTo>
                  <a:pt x="62597" y="6018"/>
                </a:lnTo>
                <a:lnTo>
                  <a:pt x="50244" y="22431"/>
                </a:lnTo>
                <a:lnTo>
                  <a:pt x="41915" y="46773"/>
                </a:lnTo>
                <a:lnTo>
                  <a:pt x="38861" y="76581"/>
                </a:lnTo>
                <a:lnTo>
                  <a:pt x="38861" y="125349"/>
                </a:lnTo>
                <a:lnTo>
                  <a:pt x="35808" y="155156"/>
                </a:lnTo>
                <a:lnTo>
                  <a:pt x="27479" y="179498"/>
                </a:lnTo>
                <a:lnTo>
                  <a:pt x="15126" y="195911"/>
                </a:lnTo>
                <a:lnTo>
                  <a:pt x="0" y="201930"/>
                </a:lnTo>
                <a:lnTo>
                  <a:pt x="15126" y="207948"/>
                </a:lnTo>
                <a:lnTo>
                  <a:pt x="27479" y="224361"/>
                </a:lnTo>
                <a:lnTo>
                  <a:pt x="35808" y="248703"/>
                </a:lnTo>
                <a:lnTo>
                  <a:pt x="38861" y="278511"/>
                </a:lnTo>
                <a:lnTo>
                  <a:pt x="38861" y="327279"/>
                </a:lnTo>
                <a:lnTo>
                  <a:pt x="41915" y="357086"/>
                </a:lnTo>
                <a:lnTo>
                  <a:pt x="50244" y="381428"/>
                </a:lnTo>
                <a:lnTo>
                  <a:pt x="62597" y="397841"/>
                </a:lnTo>
                <a:lnTo>
                  <a:pt x="77723" y="403860"/>
                </a:lnTo>
              </a:path>
            </a:pathLst>
          </a:custGeom>
          <a:ln w="9144">
            <a:solidFill>
              <a:srgbClr val="00AF5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/>
          <p:cNvSpPr/>
          <p:nvPr/>
        </p:nvSpPr>
        <p:spPr>
          <a:xfrm>
            <a:off x="2718816" y="3343655"/>
            <a:ext cx="78105" cy="402590"/>
          </a:xfrm>
          <a:custGeom>
            <a:avLst/>
            <a:gdLst/>
            <a:ahLst/>
            <a:cxnLst/>
            <a:rect l="l" t="t" r="r" b="b"/>
            <a:pathLst>
              <a:path w="78105" h="402589">
                <a:moveTo>
                  <a:pt x="77723" y="0"/>
                </a:moveTo>
                <a:lnTo>
                  <a:pt x="62597" y="6018"/>
                </a:lnTo>
                <a:lnTo>
                  <a:pt x="50244" y="22431"/>
                </a:lnTo>
                <a:lnTo>
                  <a:pt x="41915" y="46773"/>
                </a:lnTo>
                <a:lnTo>
                  <a:pt x="38861" y="76581"/>
                </a:lnTo>
                <a:lnTo>
                  <a:pt x="38861" y="124587"/>
                </a:lnTo>
                <a:lnTo>
                  <a:pt x="35808" y="154394"/>
                </a:lnTo>
                <a:lnTo>
                  <a:pt x="27479" y="178736"/>
                </a:lnTo>
                <a:lnTo>
                  <a:pt x="15126" y="195149"/>
                </a:lnTo>
                <a:lnTo>
                  <a:pt x="0" y="201168"/>
                </a:lnTo>
                <a:lnTo>
                  <a:pt x="15126" y="207186"/>
                </a:lnTo>
                <a:lnTo>
                  <a:pt x="27479" y="223599"/>
                </a:lnTo>
                <a:lnTo>
                  <a:pt x="35808" y="247941"/>
                </a:lnTo>
                <a:lnTo>
                  <a:pt x="38861" y="277749"/>
                </a:lnTo>
                <a:lnTo>
                  <a:pt x="38861" y="325755"/>
                </a:lnTo>
                <a:lnTo>
                  <a:pt x="41915" y="355562"/>
                </a:lnTo>
                <a:lnTo>
                  <a:pt x="50244" y="379904"/>
                </a:lnTo>
                <a:lnTo>
                  <a:pt x="62597" y="396317"/>
                </a:lnTo>
                <a:lnTo>
                  <a:pt x="77723" y="402336"/>
                </a:lnTo>
              </a:path>
            </a:pathLst>
          </a:custGeom>
          <a:ln w="9144">
            <a:solidFill>
              <a:srgbClr val="00AF5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/>
          <p:cNvSpPr/>
          <p:nvPr/>
        </p:nvSpPr>
        <p:spPr>
          <a:xfrm>
            <a:off x="2718816" y="2801111"/>
            <a:ext cx="78105" cy="402590"/>
          </a:xfrm>
          <a:custGeom>
            <a:avLst/>
            <a:gdLst/>
            <a:ahLst/>
            <a:cxnLst/>
            <a:rect l="l" t="t" r="r" b="b"/>
            <a:pathLst>
              <a:path w="78105" h="402589">
                <a:moveTo>
                  <a:pt x="77723" y="0"/>
                </a:moveTo>
                <a:lnTo>
                  <a:pt x="62597" y="6018"/>
                </a:lnTo>
                <a:lnTo>
                  <a:pt x="50244" y="22431"/>
                </a:lnTo>
                <a:lnTo>
                  <a:pt x="41915" y="46773"/>
                </a:lnTo>
                <a:lnTo>
                  <a:pt x="38861" y="76580"/>
                </a:lnTo>
                <a:lnTo>
                  <a:pt x="38861" y="124587"/>
                </a:lnTo>
                <a:lnTo>
                  <a:pt x="35808" y="154394"/>
                </a:lnTo>
                <a:lnTo>
                  <a:pt x="27479" y="178736"/>
                </a:lnTo>
                <a:lnTo>
                  <a:pt x="15126" y="195149"/>
                </a:lnTo>
                <a:lnTo>
                  <a:pt x="0" y="201167"/>
                </a:lnTo>
                <a:lnTo>
                  <a:pt x="15126" y="207186"/>
                </a:lnTo>
                <a:lnTo>
                  <a:pt x="27479" y="223599"/>
                </a:lnTo>
                <a:lnTo>
                  <a:pt x="35808" y="247941"/>
                </a:lnTo>
                <a:lnTo>
                  <a:pt x="38861" y="277749"/>
                </a:lnTo>
                <a:lnTo>
                  <a:pt x="38861" y="325754"/>
                </a:lnTo>
                <a:lnTo>
                  <a:pt x="41915" y="355562"/>
                </a:lnTo>
                <a:lnTo>
                  <a:pt x="50244" y="379904"/>
                </a:lnTo>
                <a:lnTo>
                  <a:pt x="62597" y="396317"/>
                </a:lnTo>
                <a:lnTo>
                  <a:pt x="77723" y="402336"/>
                </a:lnTo>
              </a:path>
            </a:pathLst>
          </a:custGeom>
          <a:ln w="9144">
            <a:solidFill>
              <a:srgbClr val="00AF5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1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337639" y="6524434"/>
            <a:ext cx="111922" cy="90487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54151" y="6527292"/>
            <a:ext cx="1794510" cy="142494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862571" y="6521195"/>
            <a:ext cx="2327910" cy="118110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437489" y="431419"/>
            <a:ext cx="164211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FFFFFF"/>
                </a:solidFill>
                <a:latin typeface="Ebrima"/>
                <a:cs typeface="Ebrima"/>
              </a:rPr>
              <a:t>3.2.</a:t>
            </a:r>
            <a:r>
              <a:rPr sz="1800" spc="-15" dirty="0">
                <a:solidFill>
                  <a:srgbClr val="FFFFFF"/>
                </a:solidFill>
                <a:latin typeface="Ebrima"/>
                <a:cs typeface="Ebrima"/>
              </a:rPr>
              <a:t> </a:t>
            </a:r>
            <a:r>
              <a:rPr sz="1800" dirty="0">
                <a:solidFill>
                  <a:srgbClr val="FFFFFF"/>
                </a:solidFill>
                <a:latin typeface="Ebrima"/>
                <a:cs typeface="Ebrima"/>
              </a:rPr>
              <a:t>Keras</a:t>
            </a:r>
            <a:r>
              <a:rPr sz="1800" spc="-10" dirty="0">
                <a:solidFill>
                  <a:srgbClr val="FFFFFF"/>
                </a:solidFill>
                <a:latin typeface="Ebrima"/>
                <a:cs typeface="Ebrima"/>
              </a:rPr>
              <a:t> Basics</a:t>
            </a:r>
            <a:endParaRPr sz="1800">
              <a:latin typeface="Ebrima"/>
              <a:cs typeface="Ebrim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8671941" y="463677"/>
            <a:ext cx="80962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dirty="0">
                <a:solidFill>
                  <a:srgbClr val="D9D9D9"/>
                </a:solidFill>
                <a:latin typeface="Ebrima"/>
                <a:cs typeface="Ebrima"/>
              </a:rPr>
              <a:t>UNIT</a:t>
            </a:r>
            <a:r>
              <a:rPr sz="1600" spc="400" dirty="0">
                <a:solidFill>
                  <a:srgbClr val="D9D9D9"/>
                </a:solidFill>
                <a:latin typeface="Ebrima"/>
                <a:cs typeface="Ebrima"/>
              </a:rPr>
              <a:t> </a:t>
            </a:r>
            <a:r>
              <a:rPr sz="1600" spc="-35" dirty="0">
                <a:solidFill>
                  <a:srgbClr val="D9D9D9"/>
                </a:solidFill>
                <a:latin typeface="Ebrima"/>
                <a:cs typeface="Ebrima"/>
              </a:rPr>
              <a:t>03</a:t>
            </a:r>
            <a:endParaRPr sz="1600">
              <a:latin typeface="Ebrima"/>
              <a:cs typeface="Ebrima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559308" y="1440180"/>
            <a:ext cx="36830" cy="180340"/>
          </a:xfrm>
          <a:custGeom>
            <a:avLst/>
            <a:gdLst/>
            <a:ahLst/>
            <a:cxnLst/>
            <a:rect l="l" t="t" r="r" b="b"/>
            <a:pathLst>
              <a:path w="36829" h="180340">
                <a:moveTo>
                  <a:pt x="36576" y="0"/>
                </a:moveTo>
                <a:lnTo>
                  <a:pt x="0" y="0"/>
                </a:lnTo>
                <a:lnTo>
                  <a:pt x="0" y="179832"/>
                </a:lnTo>
                <a:lnTo>
                  <a:pt x="36576" y="179832"/>
                </a:lnTo>
                <a:lnTo>
                  <a:pt x="36576" y="0"/>
                </a:lnTo>
                <a:close/>
              </a:path>
            </a:pathLst>
          </a:custGeom>
          <a:solidFill>
            <a:srgbClr val="183DAF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8" name="object 8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713231" y="1463039"/>
            <a:ext cx="1297686" cy="176022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710183" y="1805939"/>
            <a:ext cx="2884169" cy="162305"/>
          </a:xfrm>
          <a:prstGeom prst="rect">
            <a:avLst/>
          </a:prstGeom>
        </p:spPr>
      </p:pic>
      <p:grpSp>
        <p:nvGrpSpPr>
          <p:cNvPr id="10" name="object 10"/>
          <p:cNvGrpSpPr/>
          <p:nvPr/>
        </p:nvGrpSpPr>
        <p:grpSpPr>
          <a:xfrm>
            <a:off x="2734055" y="2878835"/>
            <a:ext cx="3965575" cy="2399665"/>
            <a:chOff x="2734055" y="2878835"/>
            <a:chExt cx="3965575" cy="2399665"/>
          </a:xfrm>
        </p:grpSpPr>
        <p:sp>
          <p:nvSpPr>
            <p:cNvPr id="11" name="object 11"/>
            <p:cNvSpPr/>
            <p:nvPr/>
          </p:nvSpPr>
          <p:spPr>
            <a:xfrm>
              <a:off x="2738627" y="3171443"/>
              <a:ext cx="408940" cy="407034"/>
            </a:xfrm>
            <a:custGeom>
              <a:avLst/>
              <a:gdLst/>
              <a:ahLst/>
              <a:cxnLst/>
              <a:rect l="l" t="t" r="r" b="b"/>
              <a:pathLst>
                <a:path w="408939" h="407035">
                  <a:moveTo>
                    <a:pt x="204216" y="0"/>
                  </a:moveTo>
                  <a:lnTo>
                    <a:pt x="157394" y="5371"/>
                  </a:lnTo>
                  <a:lnTo>
                    <a:pt x="114411" y="20673"/>
                  </a:lnTo>
                  <a:lnTo>
                    <a:pt x="76493" y="44686"/>
                  </a:lnTo>
                  <a:lnTo>
                    <a:pt x="44866" y="76191"/>
                  </a:lnTo>
                  <a:lnTo>
                    <a:pt x="20758" y="113966"/>
                  </a:lnTo>
                  <a:lnTo>
                    <a:pt x="5393" y="156794"/>
                  </a:lnTo>
                  <a:lnTo>
                    <a:pt x="0" y="203453"/>
                  </a:lnTo>
                  <a:lnTo>
                    <a:pt x="5393" y="250113"/>
                  </a:lnTo>
                  <a:lnTo>
                    <a:pt x="20758" y="292941"/>
                  </a:lnTo>
                  <a:lnTo>
                    <a:pt x="44866" y="330716"/>
                  </a:lnTo>
                  <a:lnTo>
                    <a:pt x="76493" y="362221"/>
                  </a:lnTo>
                  <a:lnTo>
                    <a:pt x="114411" y="386234"/>
                  </a:lnTo>
                  <a:lnTo>
                    <a:pt x="157394" y="401536"/>
                  </a:lnTo>
                  <a:lnTo>
                    <a:pt x="204216" y="406907"/>
                  </a:lnTo>
                  <a:lnTo>
                    <a:pt x="251037" y="401536"/>
                  </a:lnTo>
                  <a:lnTo>
                    <a:pt x="294020" y="386234"/>
                  </a:lnTo>
                  <a:lnTo>
                    <a:pt x="331938" y="362221"/>
                  </a:lnTo>
                  <a:lnTo>
                    <a:pt x="363565" y="330716"/>
                  </a:lnTo>
                  <a:lnTo>
                    <a:pt x="387673" y="292941"/>
                  </a:lnTo>
                  <a:lnTo>
                    <a:pt x="403038" y="250113"/>
                  </a:lnTo>
                  <a:lnTo>
                    <a:pt x="408432" y="203453"/>
                  </a:lnTo>
                  <a:lnTo>
                    <a:pt x="403038" y="156794"/>
                  </a:lnTo>
                  <a:lnTo>
                    <a:pt x="387673" y="113966"/>
                  </a:lnTo>
                  <a:lnTo>
                    <a:pt x="363565" y="76191"/>
                  </a:lnTo>
                  <a:lnTo>
                    <a:pt x="331938" y="44686"/>
                  </a:lnTo>
                  <a:lnTo>
                    <a:pt x="294020" y="20673"/>
                  </a:lnTo>
                  <a:lnTo>
                    <a:pt x="251037" y="5371"/>
                  </a:lnTo>
                  <a:lnTo>
                    <a:pt x="204216" y="0"/>
                  </a:lnTo>
                  <a:close/>
                </a:path>
              </a:pathLst>
            </a:custGeom>
            <a:solidFill>
              <a:srgbClr val="183DAF">
                <a:alpha val="19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2738627" y="3171443"/>
              <a:ext cx="408940" cy="407034"/>
            </a:xfrm>
            <a:custGeom>
              <a:avLst/>
              <a:gdLst/>
              <a:ahLst/>
              <a:cxnLst/>
              <a:rect l="l" t="t" r="r" b="b"/>
              <a:pathLst>
                <a:path w="408939" h="407035">
                  <a:moveTo>
                    <a:pt x="0" y="203453"/>
                  </a:moveTo>
                  <a:lnTo>
                    <a:pt x="5393" y="156794"/>
                  </a:lnTo>
                  <a:lnTo>
                    <a:pt x="20758" y="113966"/>
                  </a:lnTo>
                  <a:lnTo>
                    <a:pt x="44866" y="76191"/>
                  </a:lnTo>
                  <a:lnTo>
                    <a:pt x="76493" y="44686"/>
                  </a:lnTo>
                  <a:lnTo>
                    <a:pt x="114411" y="20673"/>
                  </a:lnTo>
                  <a:lnTo>
                    <a:pt x="157394" y="5371"/>
                  </a:lnTo>
                  <a:lnTo>
                    <a:pt x="204216" y="0"/>
                  </a:lnTo>
                  <a:lnTo>
                    <a:pt x="251037" y="5371"/>
                  </a:lnTo>
                  <a:lnTo>
                    <a:pt x="294020" y="20673"/>
                  </a:lnTo>
                  <a:lnTo>
                    <a:pt x="331938" y="44686"/>
                  </a:lnTo>
                  <a:lnTo>
                    <a:pt x="363565" y="76191"/>
                  </a:lnTo>
                  <a:lnTo>
                    <a:pt x="387673" y="113966"/>
                  </a:lnTo>
                  <a:lnTo>
                    <a:pt x="403038" y="156794"/>
                  </a:lnTo>
                  <a:lnTo>
                    <a:pt x="408432" y="203453"/>
                  </a:lnTo>
                  <a:lnTo>
                    <a:pt x="403038" y="250113"/>
                  </a:lnTo>
                  <a:lnTo>
                    <a:pt x="387673" y="292941"/>
                  </a:lnTo>
                  <a:lnTo>
                    <a:pt x="363565" y="330716"/>
                  </a:lnTo>
                  <a:lnTo>
                    <a:pt x="331938" y="362221"/>
                  </a:lnTo>
                  <a:lnTo>
                    <a:pt x="294020" y="386234"/>
                  </a:lnTo>
                  <a:lnTo>
                    <a:pt x="251037" y="401536"/>
                  </a:lnTo>
                  <a:lnTo>
                    <a:pt x="204216" y="406907"/>
                  </a:lnTo>
                  <a:lnTo>
                    <a:pt x="157394" y="401536"/>
                  </a:lnTo>
                  <a:lnTo>
                    <a:pt x="114411" y="386234"/>
                  </a:lnTo>
                  <a:lnTo>
                    <a:pt x="76493" y="362221"/>
                  </a:lnTo>
                  <a:lnTo>
                    <a:pt x="44866" y="330716"/>
                  </a:lnTo>
                  <a:lnTo>
                    <a:pt x="20758" y="292941"/>
                  </a:lnTo>
                  <a:lnTo>
                    <a:pt x="5393" y="250113"/>
                  </a:lnTo>
                  <a:lnTo>
                    <a:pt x="0" y="203453"/>
                  </a:lnTo>
                  <a:close/>
                </a:path>
              </a:pathLst>
            </a:custGeom>
            <a:ln w="9144">
              <a:solidFill>
                <a:srgbClr val="A6A6A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4084319" y="2883407"/>
              <a:ext cx="408940" cy="408940"/>
            </a:xfrm>
            <a:custGeom>
              <a:avLst/>
              <a:gdLst/>
              <a:ahLst/>
              <a:cxnLst/>
              <a:rect l="l" t="t" r="r" b="b"/>
              <a:pathLst>
                <a:path w="408939" h="408939">
                  <a:moveTo>
                    <a:pt x="204215" y="0"/>
                  </a:moveTo>
                  <a:lnTo>
                    <a:pt x="157394" y="5393"/>
                  </a:lnTo>
                  <a:lnTo>
                    <a:pt x="114411" y="20758"/>
                  </a:lnTo>
                  <a:lnTo>
                    <a:pt x="76493" y="44866"/>
                  </a:lnTo>
                  <a:lnTo>
                    <a:pt x="44866" y="76493"/>
                  </a:lnTo>
                  <a:lnTo>
                    <a:pt x="20758" y="114411"/>
                  </a:lnTo>
                  <a:lnTo>
                    <a:pt x="5393" y="157394"/>
                  </a:lnTo>
                  <a:lnTo>
                    <a:pt x="0" y="204215"/>
                  </a:lnTo>
                  <a:lnTo>
                    <a:pt x="5393" y="251037"/>
                  </a:lnTo>
                  <a:lnTo>
                    <a:pt x="20758" y="294020"/>
                  </a:lnTo>
                  <a:lnTo>
                    <a:pt x="44866" y="331938"/>
                  </a:lnTo>
                  <a:lnTo>
                    <a:pt x="76493" y="363565"/>
                  </a:lnTo>
                  <a:lnTo>
                    <a:pt x="114411" y="387673"/>
                  </a:lnTo>
                  <a:lnTo>
                    <a:pt x="157394" y="403038"/>
                  </a:lnTo>
                  <a:lnTo>
                    <a:pt x="204215" y="408431"/>
                  </a:lnTo>
                  <a:lnTo>
                    <a:pt x="251037" y="403038"/>
                  </a:lnTo>
                  <a:lnTo>
                    <a:pt x="294020" y="387673"/>
                  </a:lnTo>
                  <a:lnTo>
                    <a:pt x="331938" y="363565"/>
                  </a:lnTo>
                  <a:lnTo>
                    <a:pt x="363565" y="331938"/>
                  </a:lnTo>
                  <a:lnTo>
                    <a:pt x="387673" y="294020"/>
                  </a:lnTo>
                  <a:lnTo>
                    <a:pt x="403038" y="251037"/>
                  </a:lnTo>
                  <a:lnTo>
                    <a:pt x="408431" y="204215"/>
                  </a:lnTo>
                  <a:lnTo>
                    <a:pt x="403038" y="157394"/>
                  </a:lnTo>
                  <a:lnTo>
                    <a:pt x="387673" y="114411"/>
                  </a:lnTo>
                  <a:lnTo>
                    <a:pt x="363565" y="76493"/>
                  </a:lnTo>
                  <a:lnTo>
                    <a:pt x="331938" y="44866"/>
                  </a:lnTo>
                  <a:lnTo>
                    <a:pt x="294020" y="20758"/>
                  </a:lnTo>
                  <a:lnTo>
                    <a:pt x="251037" y="5393"/>
                  </a:lnTo>
                  <a:lnTo>
                    <a:pt x="204215" y="0"/>
                  </a:lnTo>
                  <a:close/>
                </a:path>
              </a:pathLst>
            </a:custGeom>
            <a:solidFill>
              <a:srgbClr val="FF0000">
                <a:alpha val="19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4084319" y="2883407"/>
              <a:ext cx="408940" cy="408940"/>
            </a:xfrm>
            <a:custGeom>
              <a:avLst/>
              <a:gdLst/>
              <a:ahLst/>
              <a:cxnLst/>
              <a:rect l="l" t="t" r="r" b="b"/>
              <a:pathLst>
                <a:path w="408939" h="408939">
                  <a:moveTo>
                    <a:pt x="0" y="204215"/>
                  </a:moveTo>
                  <a:lnTo>
                    <a:pt x="5393" y="157394"/>
                  </a:lnTo>
                  <a:lnTo>
                    <a:pt x="20758" y="114411"/>
                  </a:lnTo>
                  <a:lnTo>
                    <a:pt x="44866" y="76493"/>
                  </a:lnTo>
                  <a:lnTo>
                    <a:pt x="76493" y="44866"/>
                  </a:lnTo>
                  <a:lnTo>
                    <a:pt x="114411" y="20758"/>
                  </a:lnTo>
                  <a:lnTo>
                    <a:pt x="157394" y="5393"/>
                  </a:lnTo>
                  <a:lnTo>
                    <a:pt x="204215" y="0"/>
                  </a:lnTo>
                  <a:lnTo>
                    <a:pt x="251037" y="5393"/>
                  </a:lnTo>
                  <a:lnTo>
                    <a:pt x="294020" y="20758"/>
                  </a:lnTo>
                  <a:lnTo>
                    <a:pt x="331938" y="44866"/>
                  </a:lnTo>
                  <a:lnTo>
                    <a:pt x="363565" y="76493"/>
                  </a:lnTo>
                  <a:lnTo>
                    <a:pt x="387673" y="114411"/>
                  </a:lnTo>
                  <a:lnTo>
                    <a:pt x="403038" y="157394"/>
                  </a:lnTo>
                  <a:lnTo>
                    <a:pt x="408431" y="204215"/>
                  </a:lnTo>
                  <a:lnTo>
                    <a:pt x="403038" y="251037"/>
                  </a:lnTo>
                  <a:lnTo>
                    <a:pt x="387673" y="294020"/>
                  </a:lnTo>
                  <a:lnTo>
                    <a:pt x="363565" y="331938"/>
                  </a:lnTo>
                  <a:lnTo>
                    <a:pt x="331938" y="363565"/>
                  </a:lnTo>
                  <a:lnTo>
                    <a:pt x="294020" y="387673"/>
                  </a:lnTo>
                  <a:lnTo>
                    <a:pt x="251037" y="403038"/>
                  </a:lnTo>
                  <a:lnTo>
                    <a:pt x="204215" y="408431"/>
                  </a:lnTo>
                  <a:lnTo>
                    <a:pt x="157394" y="403038"/>
                  </a:lnTo>
                  <a:lnTo>
                    <a:pt x="114411" y="387673"/>
                  </a:lnTo>
                  <a:lnTo>
                    <a:pt x="76493" y="363565"/>
                  </a:lnTo>
                  <a:lnTo>
                    <a:pt x="44866" y="331938"/>
                  </a:lnTo>
                  <a:lnTo>
                    <a:pt x="20758" y="294020"/>
                  </a:lnTo>
                  <a:lnTo>
                    <a:pt x="5393" y="251037"/>
                  </a:lnTo>
                  <a:lnTo>
                    <a:pt x="0" y="204215"/>
                  </a:lnTo>
                  <a:close/>
                </a:path>
              </a:pathLst>
            </a:custGeom>
            <a:ln w="9144">
              <a:solidFill>
                <a:srgbClr val="A6A6A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3147059" y="3087623"/>
              <a:ext cx="937894" cy="287655"/>
            </a:xfrm>
            <a:custGeom>
              <a:avLst/>
              <a:gdLst/>
              <a:ahLst/>
              <a:cxnLst/>
              <a:rect l="l" t="t" r="r" b="b"/>
              <a:pathLst>
                <a:path w="937895" h="287654">
                  <a:moveTo>
                    <a:pt x="0" y="287400"/>
                  </a:moveTo>
                  <a:lnTo>
                    <a:pt x="937640" y="0"/>
                  </a:lnTo>
                </a:path>
              </a:pathLst>
            </a:custGeom>
            <a:ln w="12192">
              <a:solidFill>
                <a:srgbClr val="7E7E7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4084319" y="3459479"/>
              <a:ext cx="408940" cy="407034"/>
            </a:xfrm>
            <a:custGeom>
              <a:avLst/>
              <a:gdLst/>
              <a:ahLst/>
              <a:cxnLst/>
              <a:rect l="l" t="t" r="r" b="b"/>
              <a:pathLst>
                <a:path w="408939" h="407035">
                  <a:moveTo>
                    <a:pt x="204215" y="0"/>
                  </a:moveTo>
                  <a:lnTo>
                    <a:pt x="157394" y="5371"/>
                  </a:lnTo>
                  <a:lnTo>
                    <a:pt x="114411" y="20673"/>
                  </a:lnTo>
                  <a:lnTo>
                    <a:pt x="76493" y="44686"/>
                  </a:lnTo>
                  <a:lnTo>
                    <a:pt x="44866" y="76191"/>
                  </a:lnTo>
                  <a:lnTo>
                    <a:pt x="20758" y="113966"/>
                  </a:lnTo>
                  <a:lnTo>
                    <a:pt x="5393" y="156794"/>
                  </a:lnTo>
                  <a:lnTo>
                    <a:pt x="0" y="203454"/>
                  </a:lnTo>
                  <a:lnTo>
                    <a:pt x="5393" y="250113"/>
                  </a:lnTo>
                  <a:lnTo>
                    <a:pt x="20758" y="292941"/>
                  </a:lnTo>
                  <a:lnTo>
                    <a:pt x="44866" y="330716"/>
                  </a:lnTo>
                  <a:lnTo>
                    <a:pt x="76493" y="362221"/>
                  </a:lnTo>
                  <a:lnTo>
                    <a:pt x="114411" y="386234"/>
                  </a:lnTo>
                  <a:lnTo>
                    <a:pt x="157394" y="401536"/>
                  </a:lnTo>
                  <a:lnTo>
                    <a:pt x="204215" y="406908"/>
                  </a:lnTo>
                  <a:lnTo>
                    <a:pt x="251037" y="401536"/>
                  </a:lnTo>
                  <a:lnTo>
                    <a:pt x="294020" y="386234"/>
                  </a:lnTo>
                  <a:lnTo>
                    <a:pt x="331938" y="362221"/>
                  </a:lnTo>
                  <a:lnTo>
                    <a:pt x="363565" y="330716"/>
                  </a:lnTo>
                  <a:lnTo>
                    <a:pt x="387673" y="292941"/>
                  </a:lnTo>
                  <a:lnTo>
                    <a:pt x="403038" y="250113"/>
                  </a:lnTo>
                  <a:lnTo>
                    <a:pt x="408431" y="203454"/>
                  </a:lnTo>
                  <a:lnTo>
                    <a:pt x="403038" y="156794"/>
                  </a:lnTo>
                  <a:lnTo>
                    <a:pt x="387673" y="113966"/>
                  </a:lnTo>
                  <a:lnTo>
                    <a:pt x="363565" y="76191"/>
                  </a:lnTo>
                  <a:lnTo>
                    <a:pt x="331938" y="44686"/>
                  </a:lnTo>
                  <a:lnTo>
                    <a:pt x="294020" y="20673"/>
                  </a:lnTo>
                  <a:lnTo>
                    <a:pt x="251037" y="5371"/>
                  </a:lnTo>
                  <a:lnTo>
                    <a:pt x="204215" y="0"/>
                  </a:lnTo>
                  <a:close/>
                </a:path>
              </a:pathLst>
            </a:custGeom>
            <a:solidFill>
              <a:srgbClr val="FF0000">
                <a:alpha val="19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4084319" y="3459479"/>
              <a:ext cx="408940" cy="407034"/>
            </a:xfrm>
            <a:custGeom>
              <a:avLst/>
              <a:gdLst/>
              <a:ahLst/>
              <a:cxnLst/>
              <a:rect l="l" t="t" r="r" b="b"/>
              <a:pathLst>
                <a:path w="408939" h="407035">
                  <a:moveTo>
                    <a:pt x="0" y="203454"/>
                  </a:moveTo>
                  <a:lnTo>
                    <a:pt x="5393" y="156794"/>
                  </a:lnTo>
                  <a:lnTo>
                    <a:pt x="20758" y="113966"/>
                  </a:lnTo>
                  <a:lnTo>
                    <a:pt x="44866" y="76191"/>
                  </a:lnTo>
                  <a:lnTo>
                    <a:pt x="76493" y="44686"/>
                  </a:lnTo>
                  <a:lnTo>
                    <a:pt x="114411" y="20673"/>
                  </a:lnTo>
                  <a:lnTo>
                    <a:pt x="157394" y="5371"/>
                  </a:lnTo>
                  <a:lnTo>
                    <a:pt x="204215" y="0"/>
                  </a:lnTo>
                  <a:lnTo>
                    <a:pt x="251037" y="5371"/>
                  </a:lnTo>
                  <a:lnTo>
                    <a:pt x="294020" y="20673"/>
                  </a:lnTo>
                  <a:lnTo>
                    <a:pt x="331938" y="44686"/>
                  </a:lnTo>
                  <a:lnTo>
                    <a:pt x="363565" y="76191"/>
                  </a:lnTo>
                  <a:lnTo>
                    <a:pt x="387673" y="113966"/>
                  </a:lnTo>
                  <a:lnTo>
                    <a:pt x="403038" y="156794"/>
                  </a:lnTo>
                  <a:lnTo>
                    <a:pt x="408431" y="203454"/>
                  </a:lnTo>
                  <a:lnTo>
                    <a:pt x="403038" y="250113"/>
                  </a:lnTo>
                  <a:lnTo>
                    <a:pt x="387673" y="292941"/>
                  </a:lnTo>
                  <a:lnTo>
                    <a:pt x="363565" y="330716"/>
                  </a:lnTo>
                  <a:lnTo>
                    <a:pt x="331938" y="362221"/>
                  </a:lnTo>
                  <a:lnTo>
                    <a:pt x="294020" y="386234"/>
                  </a:lnTo>
                  <a:lnTo>
                    <a:pt x="251037" y="401536"/>
                  </a:lnTo>
                  <a:lnTo>
                    <a:pt x="204215" y="406908"/>
                  </a:lnTo>
                  <a:lnTo>
                    <a:pt x="157394" y="401536"/>
                  </a:lnTo>
                  <a:lnTo>
                    <a:pt x="114411" y="386234"/>
                  </a:lnTo>
                  <a:lnTo>
                    <a:pt x="76493" y="362221"/>
                  </a:lnTo>
                  <a:lnTo>
                    <a:pt x="44866" y="330716"/>
                  </a:lnTo>
                  <a:lnTo>
                    <a:pt x="20758" y="292941"/>
                  </a:lnTo>
                  <a:lnTo>
                    <a:pt x="5393" y="250113"/>
                  </a:lnTo>
                  <a:lnTo>
                    <a:pt x="0" y="203454"/>
                  </a:lnTo>
                  <a:close/>
                </a:path>
              </a:pathLst>
            </a:custGeom>
            <a:ln w="9144">
              <a:solidFill>
                <a:srgbClr val="A6A6A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3147059" y="3375659"/>
              <a:ext cx="937894" cy="287655"/>
            </a:xfrm>
            <a:custGeom>
              <a:avLst/>
              <a:gdLst/>
              <a:ahLst/>
              <a:cxnLst/>
              <a:rect l="l" t="t" r="r" b="b"/>
              <a:pathLst>
                <a:path w="937895" h="287654">
                  <a:moveTo>
                    <a:pt x="0" y="0"/>
                  </a:moveTo>
                  <a:lnTo>
                    <a:pt x="937640" y="287400"/>
                  </a:lnTo>
                </a:path>
              </a:pathLst>
            </a:custGeom>
            <a:ln w="12192">
              <a:solidFill>
                <a:srgbClr val="7E7E7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2738627" y="3745991"/>
              <a:ext cx="408940" cy="408940"/>
            </a:xfrm>
            <a:custGeom>
              <a:avLst/>
              <a:gdLst/>
              <a:ahLst/>
              <a:cxnLst/>
              <a:rect l="l" t="t" r="r" b="b"/>
              <a:pathLst>
                <a:path w="408939" h="408939">
                  <a:moveTo>
                    <a:pt x="204216" y="0"/>
                  </a:moveTo>
                  <a:lnTo>
                    <a:pt x="157394" y="5393"/>
                  </a:lnTo>
                  <a:lnTo>
                    <a:pt x="114411" y="20758"/>
                  </a:lnTo>
                  <a:lnTo>
                    <a:pt x="76493" y="44866"/>
                  </a:lnTo>
                  <a:lnTo>
                    <a:pt x="44866" y="76493"/>
                  </a:lnTo>
                  <a:lnTo>
                    <a:pt x="20758" y="114411"/>
                  </a:lnTo>
                  <a:lnTo>
                    <a:pt x="5393" y="157394"/>
                  </a:lnTo>
                  <a:lnTo>
                    <a:pt x="0" y="204215"/>
                  </a:lnTo>
                  <a:lnTo>
                    <a:pt x="5393" y="251037"/>
                  </a:lnTo>
                  <a:lnTo>
                    <a:pt x="20758" y="294020"/>
                  </a:lnTo>
                  <a:lnTo>
                    <a:pt x="44866" y="331938"/>
                  </a:lnTo>
                  <a:lnTo>
                    <a:pt x="76493" y="363565"/>
                  </a:lnTo>
                  <a:lnTo>
                    <a:pt x="114411" y="387673"/>
                  </a:lnTo>
                  <a:lnTo>
                    <a:pt x="157394" y="403038"/>
                  </a:lnTo>
                  <a:lnTo>
                    <a:pt x="204216" y="408431"/>
                  </a:lnTo>
                  <a:lnTo>
                    <a:pt x="251037" y="403038"/>
                  </a:lnTo>
                  <a:lnTo>
                    <a:pt x="294020" y="387673"/>
                  </a:lnTo>
                  <a:lnTo>
                    <a:pt x="331938" y="363565"/>
                  </a:lnTo>
                  <a:lnTo>
                    <a:pt x="363565" y="331938"/>
                  </a:lnTo>
                  <a:lnTo>
                    <a:pt x="387673" y="294020"/>
                  </a:lnTo>
                  <a:lnTo>
                    <a:pt x="403038" y="251037"/>
                  </a:lnTo>
                  <a:lnTo>
                    <a:pt x="408432" y="204215"/>
                  </a:lnTo>
                  <a:lnTo>
                    <a:pt x="403038" y="157394"/>
                  </a:lnTo>
                  <a:lnTo>
                    <a:pt x="387673" y="114411"/>
                  </a:lnTo>
                  <a:lnTo>
                    <a:pt x="363565" y="76493"/>
                  </a:lnTo>
                  <a:lnTo>
                    <a:pt x="331938" y="44866"/>
                  </a:lnTo>
                  <a:lnTo>
                    <a:pt x="294020" y="20758"/>
                  </a:lnTo>
                  <a:lnTo>
                    <a:pt x="251037" y="5393"/>
                  </a:lnTo>
                  <a:lnTo>
                    <a:pt x="204216" y="0"/>
                  </a:lnTo>
                  <a:close/>
                </a:path>
              </a:pathLst>
            </a:custGeom>
            <a:solidFill>
              <a:srgbClr val="183DAF">
                <a:alpha val="19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2738627" y="3745991"/>
              <a:ext cx="408940" cy="408940"/>
            </a:xfrm>
            <a:custGeom>
              <a:avLst/>
              <a:gdLst/>
              <a:ahLst/>
              <a:cxnLst/>
              <a:rect l="l" t="t" r="r" b="b"/>
              <a:pathLst>
                <a:path w="408939" h="408939">
                  <a:moveTo>
                    <a:pt x="0" y="204215"/>
                  </a:moveTo>
                  <a:lnTo>
                    <a:pt x="5393" y="157394"/>
                  </a:lnTo>
                  <a:lnTo>
                    <a:pt x="20758" y="114411"/>
                  </a:lnTo>
                  <a:lnTo>
                    <a:pt x="44866" y="76493"/>
                  </a:lnTo>
                  <a:lnTo>
                    <a:pt x="76493" y="44866"/>
                  </a:lnTo>
                  <a:lnTo>
                    <a:pt x="114411" y="20758"/>
                  </a:lnTo>
                  <a:lnTo>
                    <a:pt x="157394" y="5393"/>
                  </a:lnTo>
                  <a:lnTo>
                    <a:pt x="204216" y="0"/>
                  </a:lnTo>
                  <a:lnTo>
                    <a:pt x="251037" y="5393"/>
                  </a:lnTo>
                  <a:lnTo>
                    <a:pt x="294020" y="20758"/>
                  </a:lnTo>
                  <a:lnTo>
                    <a:pt x="331938" y="44866"/>
                  </a:lnTo>
                  <a:lnTo>
                    <a:pt x="363565" y="76493"/>
                  </a:lnTo>
                  <a:lnTo>
                    <a:pt x="387673" y="114411"/>
                  </a:lnTo>
                  <a:lnTo>
                    <a:pt x="403038" y="157394"/>
                  </a:lnTo>
                  <a:lnTo>
                    <a:pt x="408432" y="204215"/>
                  </a:lnTo>
                  <a:lnTo>
                    <a:pt x="403038" y="251037"/>
                  </a:lnTo>
                  <a:lnTo>
                    <a:pt x="387673" y="294020"/>
                  </a:lnTo>
                  <a:lnTo>
                    <a:pt x="363565" y="331938"/>
                  </a:lnTo>
                  <a:lnTo>
                    <a:pt x="331938" y="363565"/>
                  </a:lnTo>
                  <a:lnTo>
                    <a:pt x="294020" y="387673"/>
                  </a:lnTo>
                  <a:lnTo>
                    <a:pt x="251037" y="403038"/>
                  </a:lnTo>
                  <a:lnTo>
                    <a:pt x="204216" y="408431"/>
                  </a:lnTo>
                  <a:lnTo>
                    <a:pt x="157394" y="403038"/>
                  </a:lnTo>
                  <a:lnTo>
                    <a:pt x="114411" y="387673"/>
                  </a:lnTo>
                  <a:lnTo>
                    <a:pt x="76493" y="363565"/>
                  </a:lnTo>
                  <a:lnTo>
                    <a:pt x="44866" y="331938"/>
                  </a:lnTo>
                  <a:lnTo>
                    <a:pt x="20758" y="294020"/>
                  </a:lnTo>
                  <a:lnTo>
                    <a:pt x="5393" y="251037"/>
                  </a:lnTo>
                  <a:lnTo>
                    <a:pt x="0" y="204215"/>
                  </a:lnTo>
                  <a:close/>
                </a:path>
              </a:pathLst>
            </a:custGeom>
            <a:ln w="9144">
              <a:solidFill>
                <a:srgbClr val="A6A6A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4084319" y="4034027"/>
              <a:ext cx="408940" cy="407034"/>
            </a:xfrm>
            <a:custGeom>
              <a:avLst/>
              <a:gdLst/>
              <a:ahLst/>
              <a:cxnLst/>
              <a:rect l="l" t="t" r="r" b="b"/>
              <a:pathLst>
                <a:path w="408939" h="407035">
                  <a:moveTo>
                    <a:pt x="204215" y="0"/>
                  </a:moveTo>
                  <a:lnTo>
                    <a:pt x="157394" y="5371"/>
                  </a:lnTo>
                  <a:lnTo>
                    <a:pt x="114411" y="20673"/>
                  </a:lnTo>
                  <a:lnTo>
                    <a:pt x="76493" y="44686"/>
                  </a:lnTo>
                  <a:lnTo>
                    <a:pt x="44866" y="76191"/>
                  </a:lnTo>
                  <a:lnTo>
                    <a:pt x="20758" y="113966"/>
                  </a:lnTo>
                  <a:lnTo>
                    <a:pt x="5393" y="156794"/>
                  </a:lnTo>
                  <a:lnTo>
                    <a:pt x="0" y="203454"/>
                  </a:lnTo>
                  <a:lnTo>
                    <a:pt x="5393" y="250113"/>
                  </a:lnTo>
                  <a:lnTo>
                    <a:pt x="20758" y="292941"/>
                  </a:lnTo>
                  <a:lnTo>
                    <a:pt x="44866" y="330716"/>
                  </a:lnTo>
                  <a:lnTo>
                    <a:pt x="76493" y="362221"/>
                  </a:lnTo>
                  <a:lnTo>
                    <a:pt x="114411" y="386234"/>
                  </a:lnTo>
                  <a:lnTo>
                    <a:pt x="157394" y="401536"/>
                  </a:lnTo>
                  <a:lnTo>
                    <a:pt x="204215" y="406908"/>
                  </a:lnTo>
                  <a:lnTo>
                    <a:pt x="251037" y="401536"/>
                  </a:lnTo>
                  <a:lnTo>
                    <a:pt x="294020" y="386234"/>
                  </a:lnTo>
                  <a:lnTo>
                    <a:pt x="331938" y="362221"/>
                  </a:lnTo>
                  <a:lnTo>
                    <a:pt x="363565" y="330716"/>
                  </a:lnTo>
                  <a:lnTo>
                    <a:pt x="387673" y="292941"/>
                  </a:lnTo>
                  <a:lnTo>
                    <a:pt x="403038" y="250113"/>
                  </a:lnTo>
                  <a:lnTo>
                    <a:pt x="408431" y="203454"/>
                  </a:lnTo>
                  <a:lnTo>
                    <a:pt x="403038" y="156794"/>
                  </a:lnTo>
                  <a:lnTo>
                    <a:pt x="387673" y="113966"/>
                  </a:lnTo>
                  <a:lnTo>
                    <a:pt x="363565" y="76191"/>
                  </a:lnTo>
                  <a:lnTo>
                    <a:pt x="331938" y="44686"/>
                  </a:lnTo>
                  <a:lnTo>
                    <a:pt x="294020" y="20673"/>
                  </a:lnTo>
                  <a:lnTo>
                    <a:pt x="251037" y="5371"/>
                  </a:lnTo>
                  <a:lnTo>
                    <a:pt x="204215" y="0"/>
                  </a:lnTo>
                  <a:close/>
                </a:path>
              </a:pathLst>
            </a:custGeom>
            <a:solidFill>
              <a:srgbClr val="FF0000">
                <a:alpha val="19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4084319" y="4034027"/>
              <a:ext cx="408940" cy="407034"/>
            </a:xfrm>
            <a:custGeom>
              <a:avLst/>
              <a:gdLst/>
              <a:ahLst/>
              <a:cxnLst/>
              <a:rect l="l" t="t" r="r" b="b"/>
              <a:pathLst>
                <a:path w="408939" h="407035">
                  <a:moveTo>
                    <a:pt x="0" y="203454"/>
                  </a:moveTo>
                  <a:lnTo>
                    <a:pt x="5393" y="156794"/>
                  </a:lnTo>
                  <a:lnTo>
                    <a:pt x="20758" y="113966"/>
                  </a:lnTo>
                  <a:lnTo>
                    <a:pt x="44866" y="76191"/>
                  </a:lnTo>
                  <a:lnTo>
                    <a:pt x="76493" y="44686"/>
                  </a:lnTo>
                  <a:lnTo>
                    <a:pt x="114411" y="20673"/>
                  </a:lnTo>
                  <a:lnTo>
                    <a:pt x="157394" y="5371"/>
                  </a:lnTo>
                  <a:lnTo>
                    <a:pt x="204215" y="0"/>
                  </a:lnTo>
                  <a:lnTo>
                    <a:pt x="251037" y="5371"/>
                  </a:lnTo>
                  <a:lnTo>
                    <a:pt x="294020" y="20673"/>
                  </a:lnTo>
                  <a:lnTo>
                    <a:pt x="331938" y="44686"/>
                  </a:lnTo>
                  <a:lnTo>
                    <a:pt x="363565" y="76191"/>
                  </a:lnTo>
                  <a:lnTo>
                    <a:pt x="387673" y="113966"/>
                  </a:lnTo>
                  <a:lnTo>
                    <a:pt x="403038" y="156794"/>
                  </a:lnTo>
                  <a:lnTo>
                    <a:pt x="408431" y="203454"/>
                  </a:lnTo>
                  <a:lnTo>
                    <a:pt x="403038" y="250113"/>
                  </a:lnTo>
                  <a:lnTo>
                    <a:pt x="387673" y="292941"/>
                  </a:lnTo>
                  <a:lnTo>
                    <a:pt x="363565" y="330716"/>
                  </a:lnTo>
                  <a:lnTo>
                    <a:pt x="331938" y="362221"/>
                  </a:lnTo>
                  <a:lnTo>
                    <a:pt x="294020" y="386234"/>
                  </a:lnTo>
                  <a:lnTo>
                    <a:pt x="251037" y="401536"/>
                  </a:lnTo>
                  <a:lnTo>
                    <a:pt x="204215" y="406908"/>
                  </a:lnTo>
                  <a:lnTo>
                    <a:pt x="157394" y="401536"/>
                  </a:lnTo>
                  <a:lnTo>
                    <a:pt x="114411" y="386234"/>
                  </a:lnTo>
                  <a:lnTo>
                    <a:pt x="76493" y="362221"/>
                  </a:lnTo>
                  <a:lnTo>
                    <a:pt x="44866" y="330716"/>
                  </a:lnTo>
                  <a:lnTo>
                    <a:pt x="20758" y="292941"/>
                  </a:lnTo>
                  <a:lnTo>
                    <a:pt x="5393" y="250113"/>
                  </a:lnTo>
                  <a:lnTo>
                    <a:pt x="0" y="203454"/>
                  </a:lnTo>
                  <a:close/>
                </a:path>
              </a:pathLst>
            </a:custGeom>
            <a:ln w="9144">
              <a:solidFill>
                <a:srgbClr val="A6A6A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3147059" y="3375659"/>
              <a:ext cx="937894" cy="862330"/>
            </a:xfrm>
            <a:custGeom>
              <a:avLst/>
              <a:gdLst/>
              <a:ahLst/>
              <a:cxnLst/>
              <a:rect l="l" t="t" r="r" b="b"/>
              <a:pathLst>
                <a:path w="937895" h="862329">
                  <a:moveTo>
                    <a:pt x="0" y="0"/>
                  </a:moveTo>
                  <a:lnTo>
                    <a:pt x="937640" y="862329"/>
                  </a:lnTo>
                </a:path>
              </a:pathLst>
            </a:custGeom>
            <a:ln w="12192">
              <a:solidFill>
                <a:srgbClr val="7E7E7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2738627" y="4322063"/>
              <a:ext cx="408940" cy="407034"/>
            </a:xfrm>
            <a:custGeom>
              <a:avLst/>
              <a:gdLst/>
              <a:ahLst/>
              <a:cxnLst/>
              <a:rect l="l" t="t" r="r" b="b"/>
              <a:pathLst>
                <a:path w="408939" h="407035">
                  <a:moveTo>
                    <a:pt x="204216" y="0"/>
                  </a:moveTo>
                  <a:lnTo>
                    <a:pt x="157394" y="5371"/>
                  </a:lnTo>
                  <a:lnTo>
                    <a:pt x="114411" y="20673"/>
                  </a:lnTo>
                  <a:lnTo>
                    <a:pt x="76493" y="44686"/>
                  </a:lnTo>
                  <a:lnTo>
                    <a:pt x="44866" y="76191"/>
                  </a:lnTo>
                  <a:lnTo>
                    <a:pt x="20758" y="113966"/>
                  </a:lnTo>
                  <a:lnTo>
                    <a:pt x="5393" y="156794"/>
                  </a:lnTo>
                  <a:lnTo>
                    <a:pt x="0" y="203454"/>
                  </a:lnTo>
                  <a:lnTo>
                    <a:pt x="5393" y="250113"/>
                  </a:lnTo>
                  <a:lnTo>
                    <a:pt x="20758" y="292941"/>
                  </a:lnTo>
                  <a:lnTo>
                    <a:pt x="44866" y="330716"/>
                  </a:lnTo>
                  <a:lnTo>
                    <a:pt x="76493" y="362221"/>
                  </a:lnTo>
                  <a:lnTo>
                    <a:pt x="114411" y="386234"/>
                  </a:lnTo>
                  <a:lnTo>
                    <a:pt x="157394" y="401536"/>
                  </a:lnTo>
                  <a:lnTo>
                    <a:pt x="204216" y="406908"/>
                  </a:lnTo>
                  <a:lnTo>
                    <a:pt x="251037" y="401536"/>
                  </a:lnTo>
                  <a:lnTo>
                    <a:pt x="294020" y="386234"/>
                  </a:lnTo>
                  <a:lnTo>
                    <a:pt x="331938" y="362221"/>
                  </a:lnTo>
                  <a:lnTo>
                    <a:pt x="363565" y="330716"/>
                  </a:lnTo>
                  <a:lnTo>
                    <a:pt x="387673" y="292941"/>
                  </a:lnTo>
                  <a:lnTo>
                    <a:pt x="403038" y="250113"/>
                  </a:lnTo>
                  <a:lnTo>
                    <a:pt x="408432" y="203454"/>
                  </a:lnTo>
                  <a:lnTo>
                    <a:pt x="403038" y="156794"/>
                  </a:lnTo>
                  <a:lnTo>
                    <a:pt x="387673" y="113966"/>
                  </a:lnTo>
                  <a:lnTo>
                    <a:pt x="363565" y="76191"/>
                  </a:lnTo>
                  <a:lnTo>
                    <a:pt x="331938" y="44686"/>
                  </a:lnTo>
                  <a:lnTo>
                    <a:pt x="294020" y="20673"/>
                  </a:lnTo>
                  <a:lnTo>
                    <a:pt x="251037" y="5371"/>
                  </a:lnTo>
                  <a:lnTo>
                    <a:pt x="204216" y="0"/>
                  </a:lnTo>
                  <a:close/>
                </a:path>
              </a:pathLst>
            </a:custGeom>
            <a:solidFill>
              <a:srgbClr val="183DAF">
                <a:alpha val="19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2738627" y="4322063"/>
              <a:ext cx="408940" cy="407034"/>
            </a:xfrm>
            <a:custGeom>
              <a:avLst/>
              <a:gdLst/>
              <a:ahLst/>
              <a:cxnLst/>
              <a:rect l="l" t="t" r="r" b="b"/>
              <a:pathLst>
                <a:path w="408939" h="407035">
                  <a:moveTo>
                    <a:pt x="0" y="203454"/>
                  </a:moveTo>
                  <a:lnTo>
                    <a:pt x="5393" y="156794"/>
                  </a:lnTo>
                  <a:lnTo>
                    <a:pt x="20758" y="113966"/>
                  </a:lnTo>
                  <a:lnTo>
                    <a:pt x="44866" y="76191"/>
                  </a:lnTo>
                  <a:lnTo>
                    <a:pt x="76493" y="44686"/>
                  </a:lnTo>
                  <a:lnTo>
                    <a:pt x="114411" y="20673"/>
                  </a:lnTo>
                  <a:lnTo>
                    <a:pt x="157394" y="5371"/>
                  </a:lnTo>
                  <a:lnTo>
                    <a:pt x="204216" y="0"/>
                  </a:lnTo>
                  <a:lnTo>
                    <a:pt x="251037" y="5371"/>
                  </a:lnTo>
                  <a:lnTo>
                    <a:pt x="294020" y="20673"/>
                  </a:lnTo>
                  <a:lnTo>
                    <a:pt x="331938" y="44686"/>
                  </a:lnTo>
                  <a:lnTo>
                    <a:pt x="363565" y="76191"/>
                  </a:lnTo>
                  <a:lnTo>
                    <a:pt x="387673" y="113966"/>
                  </a:lnTo>
                  <a:lnTo>
                    <a:pt x="403038" y="156794"/>
                  </a:lnTo>
                  <a:lnTo>
                    <a:pt x="408432" y="203454"/>
                  </a:lnTo>
                  <a:lnTo>
                    <a:pt x="403038" y="250113"/>
                  </a:lnTo>
                  <a:lnTo>
                    <a:pt x="387673" y="292941"/>
                  </a:lnTo>
                  <a:lnTo>
                    <a:pt x="363565" y="330716"/>
                  </a:lnTo>
                  <a:lnTo>
                    <a:pt x="331938" y="362221"/>
                  </a:lnTo>
                  <a:lnTo>
                    <a:pt x="294020" y="386234"/>
                  </a:lnTo>
                  <a:lnTo>
                    <a:pt x="251037" y="401536"/>
                  </a:lnTo>
                  <a:lnTo>
                    <a:pt x="204216" y="406908"/>
                  </a:lnTo>
                  <a:lnTo>
                    <a:pt x="157394" y="401536"/>
                  </a:lnTo>
                  <a:lnTo>
                    <a:pt x="114411" y="386234"/>
                  </a:lnTo>
                  <a:lnTo>
                    <a:pt x="76493" y="362221"/>
                  </a:lnTo>
                  <a:lnTo>
                    <a:pt x="44866" y="330716"/>
                  </a:lnTo>
                  <a:lnTo>
                    <a:pt x="20758" y="292941"/>
                  </a:lnTo>
                  <a:lnTo>
                    <a:pt x="5393" y="250113"/>
                  </a:lnTo>
                  <a:lnTo>
                    <a:pt x="0" y="203454"/>
                  </a:lnTo>
                  <a:close/>
                </a:path>
              </a:pathLst>
            </a:custGeom>
            <a:ln w="9144">
              <a:solidFill>
                <a:srgbClr val="A6A6A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4084319" y="4608575"/>
              <a:ext cx="408940" cy="407034"/>
            </a:xfrm>
            <a:custGeom>
              <a:avLst/>
              <a:gdLst/>
              <a:ahLst/>
              <a:cxnLst/>
              <a:rect l="l" t="t" r="r" b="b"/>
              <a:pathLst>
                <a:path w="408939" h="407035">
                  <a:moveTo>
                    <a:pt x="204215" y="0"/>
                  </a:moveTo>
                  <a:lnTo>
                    <a:pt x="157394" y="5371"/>
                  </a:lnTo>
                  <a:lnTo>
                    <a:pt x="114411" y="20673"/>
                  </a:lnTo>
                  <a:lnTo>
                    <a:pt x="76493" y="44686"/>
                  </a:lnTo>
                  <a:lnTo>
                    <a:pt x="44866" y="76191"/>
                  </a:lnTo>
                  <a:lnTo>
                    <a:pt x="20758" y="113966"/>
                  </a:lnTo>
                  <a:lnTo>
                    <a:pt x="5393" y="156794"/>
                  </a:lnTo>
                  <a:lnTo>
                    <a:pt x="0" y="203454"/>
                  </a:lnTo>
                  <a:lnTo>
                    <a:pt x="5393" y="250113"/>
                  </a:lnTo>
                  <a:lnTo>
                    <a:pt x="20758" y="292941"/>
                  </a:lnTo>
                  <a:lnTo>
                    <a:pt x="44866" y="330716"/>
                  </a:lnTo>
                  <a:lnTo>
                    <a:pt x="76493" y="362221"/>
                  </a:lnTo>
                  <a:lnTo>
                    <a:pt x="114411" y="386234"/>
                  </a:lnTo>
                  <a:lnTo>
                    <a:pt x="157394" y="401536"/>
                  </a:lnTo>
                  <a:lnTo>
                    <a:pt x="204215" y="406907"/>
                  </a:lnTo>
                  <a:lnTo>
                    <a:pt x="251037" y="401536"/>
                  </a:lnTo>
                  <a:lnTo>
                    <a:pt x="294020" y="386234"/>
                  </a:lnTo>
                  <a:lnTo>
                    <a:pt x="331938" y="362221"/>
                  </a:lnTo>
                  <a:lnTo>
                    <a:pt x="363565" y="330716"/>
                  </a:lnTo>
                  <a:lnTo>
                    <a:pt x="387673" y="292941"/>
                  </a:lnTo>
                  <a:lnTo>
                    <a:pt x="403038" y="250113"/>
                  </a:lnTo>
                  <a:lnTo>
                    <a:pt x="408431" y="203454"/>
                  </a:lnTo>
                  <a:lnTo>
                    <a:pt x="403038" y="156794"/>
                  </a:lnTo>
                  <a:lnTo>
                    <a:pt x="387673" y="113966"/>
                  </a:lnTo>
                  <a:lnTo>
                    <a:pt x="363565" y="76191"/>
                  </a:lnTo>
                  <a:lnTo>
                    <a:pt x="331938" y="44686"/>
                  </a:lnTo>
                  <a:lnTo>
                    <a:pt x="294020" y="20673"/>
                  </a:lnTo>
                  <a:lnTo>
                    <a:pt x="251037" y="5371"/>
                  </a:lnTo>
                  <a:lnTo>
                    <a:pt x="204215" y="0"/>
                  </a:lnTo>
                  <a:close/>
                </a:path>
              </a:pathLst>
            </a:custGeom>
            <a:solidFill>
              <a:srgbClr val="FF0000">
                <a:alpha val="19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4084319" y="4608575"/>
              <a:ext cx="408940" cy="407034"/>
            </a:xfrm>
            <a:custGeom>
              <a:avLst/>
              <a:gdLst/>
              <a:ahLst/>
              <a:cxnLst/>
              <a:rect l="l" t="t" r="r" b="b"/>
              <a:pathLst>
                <a:path w="408939" h="407035">
                  <a:moveTo>
                    <a:pt x="0" y="203454"/>
                  </a:moveTo>
                  <a:lnTo>
                    <a:pt x="5393" y="156794"/>
                  </a:lnTo>
                  <a:lnTo>
                    <a:pt x="20758" y="113966"/>
                  </a:lnTo>
                  <a:lnTo>
                    <a:pt x="44866" y="76191"/>
                  </a:lnTo>
                  <a:lnTo>
                    <a:pt x="76493" y="44686"/>
                  </a:lnTo>
                  <a:lnTo>
                    <a:pt x="114411" y="20673"/>
                  </a:lnTo>
                  <a:lnTo>
                    <a:pt x="157394" y="5371"/>
                  </a:lnTo>
                  <a:lnTo>
                    <a:pt x="204215" y="0"/>
                  </a:lnTo>
                  <a:lnTo>
                    <a:pt x="251037" y="5371"/>
                  </a:lnTo>
                  <a:lnTo>
                    <a:pt x="294020" y="20673"/>
                  </a:lnTo>
                  <a:lnTo>
                    <a:pt x="331938" y="44686"/>
                  </a:lnTo>
                  <a:lnTo>
                    <a:pt x="363565" y="76191"/>
                  </a:lnTo>
                  <a:lnTo>
                    <a:pt x="387673" y="113966"/>
                  </a:lnTo>
                  <a:lnTo>
                    <a:pt x="403038" y="156794"/>
                  </a:lnTo>
                  <a:lnTo>
                    <a:pt x="408431" y="203454"/>
                  </a:lnTo>
                  <a:lnTo>
                    <a:pt x="403038" y="250113"/>
                  </a:lnTo>
                  <a:lnTo>
                    <a:pt x="387673" y="292941"/>
                  </a:lnTo>
                  <a:lnTo>
                    <a:pt x="363565" y="330716"/>
                  </a:lnTo>
                  <a:lnTo>
                    <a:pt x="331938" y="362221"/>
                  </a:lnTo>
                  <a:lnTo>
                    <a:pt x="294020" y="386234"/>
                  </a:lnTo>
                  <a:lnTo>
                    <a:pt x="251037" y="401536"/>
                  </a:lnTo>
                  <a:lnTo>
                    <a:pt x="204215" y="406907"/>
                  </a:lnTo>
                  <a:lnTo>
                    <a:pt x="157394" y="401536"/>
                  </a:lnTo>
                  <a:lnTo>
                    <a:pt x="114411" y="386234"/>
                  </a:lnTo>
                  <a:lnTo>
                    <a:pt x="76493" y="362221"/>
                  </a:lnTo>
                  <a:lnTo>
                    <a:pt x="44866" y="330716"/>
                  </a:lnTo>
                  <a:lnTo>
                    <a:pt x="20758" y="292941"/>
                  </a:lnTo>
                  <a:lnTo>
                    <a:pt x="5393" y="250113"/>
                  </a:lnTo>
                  <a:lnTo>
                    <a:pt x="0" y="203454"/>
                  </a:lnTo>
                  <a:close/>
                </a:path>
              </a:pathLst>
            </a:custGeom>
            <a:ln w="9144">
              <a:solidFill>
                <a:srgbClr val="A6A6A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3147059" y="3087623"/>
              <a:ext cx="937894" cy="1725295"/>
            </a:xfrm>
            <a:custGeom>
              <a:avLst/>
              <a:gdLst/>
              <a:ahLst/>
              <a:cxnLst/>
              <a:rect l="l" t="t" r="r" b="b"/>
              <a:pathLst>
                <a:path w="937895" h="1725295">
                  <a:moveTo>
                    <a:pt x="25907" y="868680"/>
                  </a:moveTo>
                  <a:lnTo>
                    <a:pt x="936878" y="1724152"/>
                  </a:lnTo>
                </a:path>
                <a:path w="937895" h="1725295">
                  <a:moveTo>
                    <a:pt x="25907" y="1421892"/>
                  </a:moveTo>
                  <a:lnTo>
                    <a:pt x="936878" y="1724406"/>
                  </a:lnTo>
                </a:path>
                <a:path w="937895" h="1725295">
                  <a:moveTo>
                    <a:pt x="0" y="1438020"/>
                  </a:moveTo>
                  <a:lnTo>
                    <a:pt x="937640" y="1150620"/>
                  </a:lnTo>
                </a:path>
                <a:path w="937895" h="1725295">
                  <a:moveTo>
                    <a:pt x="0" y="1436877"/>
                  </a:moveTo>
                  <a:lnTo>
                    <a:pt x="937640" y="574548"/>
                  </a:lnTo>
                </a:path>
                <a:path w="937895" h="1725295">
                  <a:moveTo>
                    <a:pt x="0" y="1437258"/>
                  </a:moveTo>
                  <a:lnTo>
                    <a:pt x="937640" y="0"/>
                  </a:lnTo>
                </a:path>
                <a:path w="937895" h="1725295">
                  <a:moveTo>
                    <a:pt x="0" y="288036"/>
                  </a:moveTo>
                  <a:lnTo>
                    <a:pt x="937640" y="1725295"/>
                  </a:lnTo>
                </a:path>
                <a:path w="937895" h="1725295">
                  <a:moveTo>
                    <a:pt x="0" y="862330"/>
                  </a:moveTo>
                  <a:lnTo>
                    <a:pt x="937640" y="0"/>
                  </a:lnTo>
                </a:path>
                <a:path w="937895" h="1725295">
                  <a:moveTo>
                    <a:pt x="25907" y="853058"/>
                  </a:moveTo>
                  <a:lnTo>
                    <a:pt x="936878" y="574548"/>
                  </a:lnTo>
                </a:path>
                <a:path w="937895" h="1725295">
                  <a:moveTo>
                    <a:pt x="0" y="862583"/>
                  </a:moveTo>
                  <a:lnTo>
                    <a:pt x="937640" y="1149984"/>
                  </a:lnTo>
                </a:path>
              </a:pathLst>
            </a:custGeom>
            <a:ln w="12192">
              <a:solidFill>
                <a:srgbClr val="7E7E7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5082539" y="2883407"/>
              <a:ext cx="408940" cy="408940"/>
            </a:xfrm>
            <a:custGeom>
              <a:avLst/>
              <a:gdLst/>
              <a:ahLst/>
              <a:cxnLst/>
              <a:rect l="l" t="t" r="r" b="b"/>
              <a:pathLst>
                <a:path w="408939" h="408939">
                  <a:moveTo>
                    <a:pt x="204215" y="0"/>
                  </a:moveTo>
                  <a:lnTo>
                    <a:pt x="157394" y="5393"/>
                  </a:lnTo>
                  <a:lnTo>
                    <a:pt x="114411" y="20758"/>
                  </a:lnTo>
                  <a:lnTo>
                    <a:pt x="76493" y="44866"/>
                  </a:lnTo>
                  <a:lnTo>
                    <a:pt x="44866" y="76493"/>
                  </a:lnTo>
                  <a:lnTo>
                    <a:pt x="20758" y="114411"/>
                  </a:lnTo>
                  <a:lnTo>
                    <a:pt x="5393" y="157394"/>
                  </a:lnTo>
                  <a:lnTo>
                    <a:pt x="0" y="204215"/>
                  </a:lnTo>
                  <a:lnTo>
                    <a:pt x="5393" y="251037"/>
                  </a:lnTo>
                  <a:lnTo>
                    <a:pt x="20758" y="294020"/>
                  </a:lnTo>
                  <a:lnTo>
                    <a:pt x="44866" y="331938"/>
                  </a:lnTo>
                  <a:lnTo>
                    <a:pt x="76493" y="363565"/>
                  </a:lnTo>
                  <a:lnTo>
                    <a:pt x="114411" y="387673"/>
                  </a:lnTo>
                  <a:lnTo>
                    <a:pt x="157394" y="403038"/>
                  </a:lnTo>
                  <a:lnTo>
                    <a:pt x="204215" y="408431"/>
                  </a:lnTo>
                  <a:lnTo>
                    <a:pt x="251037" y="403038"/>
                  </a:lnTo>
                  <a:lnTo>
                    <a:pt x="294020" y="387673"/>
                  </a:lnTo>
                  <a:lnTo>
                    <a:pt x="331938" y="363565"/>
                  </a:lnTo>
                  <a:lnTo>
                    <a:pt x="363565" y="331938"/>
                  </a:lnTo>
                  <a:lnTo>
                    <a:pt x="387673" y="294020"/>
                  </a:lnTo>
                  <a:lnTo>
                    <a:pt x="403038" y="251037"/>
                  </a:lnTo>
                  <a:lnTo>
                    <a:pt x="408432" y="204215"/>
                  </a:lnTo>
                  <a:lnTo>
                    <a:pt x="403038" y="157394"/>
                  </a:lnTo>
                  <a:lnTo>
                    <a:pt x="387673" y="114411"/>
                  </a:lnTo>
                  <a:lnTo>
                    <a:pt x="363565" y="76493"/>
                  </a:lnTo>
                  <a:lnTo>
                    <a:pt x="331938" y="44866"/>
                  </a:lnTo>
                  <a:lnTo>
                    <a:pt x="294020" y="20758"/>
                  </a:lnTo>
                  <a:lnTo>
                    <a:pt x="251037" y="5393"/>
                  </a:lnTo>
                  <a:lnTo>
                    <a:pt x="204215" y="0"/>
                  </a:lnTo>
                  <a:close/>
                </a:path>
              </a:pathLst>
            </a:custGeom>
            <a:solidFill>
              <a:srgbClr val="FF0000">
                <a:alpha val="19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5082539" y="2883407"/>
              <a:ext cx="408940" cy="408940"/>
            </a:xfrm>
            <a:custGeom>
              <a:avLst/>
              <a:gdLst/>
              <a:ahLst/>
              <a:cxnLst/>
              <a:rect l="l" t="t" r="r" b="b"/>
              <a:pathLst>
                <a:path w="408939" h="408939">
                  <a:moveTo>
                    <a:pt x="0" y="204215"/>
                  </a:moveTo>
                  <a:lnTo>
                    <a:pt x="5393" y="157394"/>
                  </a:lnTo>
                  <a:lnTo>
                    <a:pt x="20758" y="114411"/>
                  </a:lnTo>
                  <a:lnTo>
                    <a:pt x="44866" y="76493"/>
                  </a:lnTo>
                  <a:lnTo>
                    <a:pt x="76493" y="44866"/>
                  </a:lnTo>
                  <a:lnTo>
                    <a:pt x="114411" y="20758"/>
                  </a:lnTo>
                  <a:lnTo>
                    <a:pt x="157394" y="5393"/>
                  </a:lnTo>
                  <a:lnTo>
                    <a:pt x="204215" y="0"/>
                  </a:lnTo>
                  <a:lnTo>
                    <a:pt x="251037" y="5393"/>
                  </a:lnTo>
                  <a:lnTo>
                    <a:pt x="294020" y="20758"/>
                  </a:lnTo>
                  <a:lnTo>
                    <a:pt x="331938" y="44866"/>
                  </a:lnTo>
                  <a:lnTo>
                    <a:pt x="363565" y="76493"/>
                  </a:lnTo>
                  <a:lnTo>
                    <a:pt x="387673" y="114411"/>
                  </a:lnTo>
                  <a:lnTo>
                    <a:pt x="403038" y="157394"/>
                  </a:lnTo>
                  <a:lnTo>
                    <a:pt x="408432" y="204215"/>
                  </a:lnTo>
                  <a:lnTo>
                    <a:pt x="403038" y="251037"/>
                  </a:lnTo>
                  <a:lnTo>
                    <a:pt x="387673" y="294020"/>
                  </a:lnTo>
                  <a:lnTo>
                    <a:pt x="363565" y="331938"/>
                  </a:lnTo>
                  <a:lnTo>
                    <a:pt x="331938" y="363565"/>
                  </a:lnTo>
                  <a:lnTo>
                    <a:pt x="294020" y="387673"/>
                  </a:lnTo>
                  <a:lnTo>
                    <a:pt x="251037" y="403038"/>
                  </a:lnTo>
                  <a:lnTo>
                    <a:pt x="204215" y="408431"/>
                  </a:lnTo>
                  <a:lnTo>
                    <a:pt x="157394" y="403038"/>
                  </a:lnTo>
                  <a:lnTo>
                    <a:pt x="114411" y="387673"/>
                  </a:lnTo>
                  <a:lnTo>
                    <a:pt x="76493" y="363565"/>
                  </a:lnTo>
                  <a:lnTo>
                    <a:pt x="44866" y="331938"/>
                  </a:lnTo>
                  <a:lnTo>
                    <a:pt x="20758" y="294020"/>
                  </a:lnTo>
                  <a:lnTo>
                    <a:pt x="5393" y="251037"/>
                  </a:lnTo>
                  <a:lnTo>
                    <a:pt x="0" y="204215"/>
                  </a:lnTo>
                  <a:close/>
                </a:path>
              </a:pathLst>
            </a:custGeom>
            <a:ln w="9144">
              <a:solidFill>
                <a:srgbClr val="A6A6A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4492751" y="3087623"/>
              <a:ext cx="589915" cy="0"/>
            </a:xfrm>
            <a:custGeom>
              <a:avLst/>
              <a:gdLst/>
              <a:ahLst/>
              <a:cxnLst/>
              <a:rect l="l" t="t" r="r" b="b"/>
              <a:pathLst>
                <a:path w="589914">
                  <a:moveTo>
                    <a:pt x="589407" y="0"/>
                  </a:moveTo>
                  <a:lnTo>
                    <a:pt x="0" y="0"/>
                  </a:lnTo>
                </a:path>
              </a:pathLst>
            </a:custGeom>
            <a:ln w="12192">
              <a:solidFill>
                <a:srgbClr val="7E7E7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5082539" y="3459479"/>
              <a:ext cx="408940" cy="407034"/>
            </a:xfrm>
            <a:custGeom>
              <a:avLst/>
              <a:gdLst/>
              <a:ahLst/>
              <a:cxnLst/>
              <a:rect l="l" t="t" r="r" b="b"/>
              <a:pathLst>
                <a:path w="408939" h="407035">
                  <a:moveTo>
                    <a:pt x="204215" y="0"/>
                  </a:moveTo>
                  <a:lnTo>
                    <a:pt x="157394" y="5371"/>
                  </a:lnTo>
                  <a:lnTo>
                    <a:pt x="114411" y="20673"/>
                  </a:lnTo>
                  <a:lnTo>
                    <a:pt x="76493" y="44686"/>
                  </a:lnTo>
                  <a:lnTo>
                    <a:pt x="44866" y="76191"/>
                  </a:lnTo>
                  <a:lnTo>
                    <a:pt x="20758" y="113966"/>
                  </a:lnTo>
                  <a:lnTo>
                    <a:pt x="5393" y="156794"/>
                  </a:lnTo>
                  <a:lnTo>
                    <a:pt x="0" y="203454"/>
                  </a:lnTo>
                  <a:lnTo>
                    <a:pt x="5393" y="250113"/>
                  </a:lnTo>
                  <a:lnTo>
                    <a:pt x="20758" y="292941"/>
                  </a:lnTo>
                  <a:lnTo>
                    <a:pt x="44866" y="330716"/>
                  </a:lnTo>
                  <a:lnTo>
                    <a:pt x="76493" y="362221"/>
                  </a:lnTo>
                  <a:lnTo>
                    <a:pt x="114411" y="386234"/>
                  </a:lnTo>
                  <a:lnTo>
                    <a:pt x="157394" y="401536"/>
                  </a:lnTo>
                  <a:lnTo>
                    <a:pt x="204215" y="406908"/>
                  </a:lnTo>
                  <a:lnTo>
                    <a:pt x="251037" y="401536"/>
                  </a:lnTo>
                  <a:lnTo>
                    <a:pt x="294020" y="386234"/>
                  </a:lnTo>
                  <a:lnTo>
                    <a:pt x="331938" y="362221"/>
                  </a:lnTo>
                  <a:lnTo>
                    <a:pt x="363565" y="330716"/>
                  </a:lnTo>
                  <a:lnTo>
                    <a:pt x="387673" y="292941"/>
                  </a:lnTo>
                  <a:lnTo>
                    <a:pt x="403038" y="250113"/>
                  </a:lnTo>
                  <a:lnTo>
                    <a:pt x="408432" y="203454"/>
                  </a:lnTo>
                  <a:lnTo>
                    <a:pt x="403038" y="156794"/>
                  </a:lnTo>
                  <a:lnTo>
                    <a:pt x="387673" y="113966"/>
                  </a:lnTo>
                  <a:lnTo>
                    <a:pt x="363565" y="76191"/>
                  </a:lnTo>
                  <a:lnTo>
                    <a:pt x="331938" y="44686"/>
                  </a:lnTo>
                  <a:lnTo>
                    <a:pt x="294020" y="20673"/>
                  </a:lnTo>
                  <a:lnTo>
                    <a:pt x="251037" y="5371"/>
                  </a:lnTo>
                  <a:lnTo>
                    <a:pt x="204215" y="0"/>
                  </a:lnTo>
                  <a:close/>
                </a:path>
              </a:pathLst>
            </a:custGeom>
            <a:solidFill>
              <a:srgbClr val="FF0000">
                <a:alpha val="19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5082539" y="3459479"/>
              <a:ext cx="408940" cy="407034"/>
            </a:xfrm>
            <a:custGeom>
              <a:avLst/>
              <a:gdLst/>
              <a:ahLst/>
              <a:cxnLst/>
              <a:rect l="l" t="t" r="r" b="b"/>
              <a:pathLst>
                <a:path w="408939" h="407035">
                  <a:moveTo>
                    <a:pt x="0" y="203454"/>
                  </a:moveTo>
                  <a:lnTo>
                    <a:pt x="5393" y="156794"/>
                  </a:lnTo>
                  <a:lnTo>
                    <a:pt x="20758" y="113966"/>
                  </a:lnTo>
                  <a:lnTo>
                    <a:pt x="44866" y="76191"/>
                  </a:lnTo>
                  <a:lnTo>
                    <a:pt x="76493" y="44686"/>
                  </a:lnTo>
                  <a:lnTo>
                    <a:pt x="114411" y="20673"/>
                  </a:lnTo>
                  <a:lnTo>
                    <a:pt x="157394" y="5371"/>
                  </a:lnTo>
                  <a:lnTo>
                    <a:pt x="204215" y="0"/>
                  </a:lnTo>
                  <a:lnTo>
                    <a:pt x="251037" y="5371"/>
                  </a:lnTo>
                  <a:lnTo>
                    <a:pt x="294020" y="20673"/>
                  </a:lnTo>
                  <a:lnTo>
                    <a:pt x="331938" y="44686"/>
                  </a:lnTo>
                  <a:lnTo>
                    <a:pt x="363565" y="76191"/>
                  </a:lnTo>
                  <a:lnTo>
                    <a:pt x="387673" y="113966"/>
                  </a:lnTo>
                  <a:lnTo>
                    <a:pt x="403038" y="156794"/>
                  </a:lnTo>
                  <a:lnTo>
                    <a:pt x="408432" y="203454"/>
                  </a:lnTo>
                  <a:lnTo>
                    <a:pt x="403038" y="250113"/>
                  </a:lnTo>
                  <a:lnTo>
                    <a:pt x="387673" y="292941"/>
                  </a:lnTo>
                  <a:lnTo>
                    <a:pt x="363565" y="330716"/>
                  </a:lnTo>
                  <a:lnTo>
                    <a:pt x="331938" y="362221"/>
                  </a:lnTo>
                  <a:lnTo>
                    <a:pt x="294020" y="386234"/>
                  </a:lnTo>
                  <a:lnTo>
                    <a:pt x="251037" y="401536"/>
                  </a:lnTo>
                  <a:lnTo>
                    <a:pt x="204215" y="406908"/>
                  </a:lnTo>
                  <a:lnTo>
                    <a:pt x="157394" y="401536"/>
                  </a:lnTo>
                  <a:lnTo>
                    <a:pt x="114411" y="386234"/>
                  </a:lnTo>
                  <a:lnTo>
                    <a:pt x="76493" y="362221"/>
                  </a:lnTo>
                  <a:lnTo>
                    <a:pt x="44866" y="330716"/>
                  </a:lnTo>
                  <a:lnTo>
                    <a:pt x="20758" y="292941"/>
                  </a:lnTo>
                  <a:lnTo>
                    <a:pt x="5393" y="250113"/>
                  </a:lnTo>
                  <a:lnTo>
                    <a:pt x="0" y="203454"/>
                  </a:lnTo>
                  <a:close/>
                </a:path>
              </a:pathLst>
            </a:custGeom>
            <a:ln w="9144">
              <a:solidFill>
                <a:srgbClr val="A6A6A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4492751" y="3087623"/>
              <a:ext cx="589915" cy="575310"/>
            </a:xfrm>
            <a:custGeom>
              <a:avLst/>
              <a:gdLst/>
              <a:ahLst/>
              <a:cxnLst/>
              <a:rect l="l" t="t" r="r" b="b"/>
              <a:pathLst>
                <a:path w="589914" h="575310">
                  <a:moveTo>
                    <a:pt x="589407" y="574928"/>
                  </a:moveTo>
                  <a:lnTo>
                    <a:pt x="0" y="0"/>
                  </a:lnTo>
                </a:path>
              </a:pathLst>
            </a:custGeom>
            <a:ln w="12192">
              <a:solidFill>
                <a:srgbClr val="7E7E7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5082539" y="4034027"/>
              <a:ext cx="408940" cy="407034"/>
            </a:xfrm>
            <a:custGeom>
              <a:avLst/>
              <a:gdLst/>
              <a:ahLst/>
              <a:cxnLst/>
              <a:rect l="l" t="t" r="r" b="b"/>
              <a:pathLst>
                <a:path w="408939" h="407035">
                  <a:moveTo>
                    <a:pt x="204215" y="0"/>
                  </a:moveTo>
                  <a:lnTo>
                    <a:pt x="157394" y="5371"/>
                  </a:lnTo>
                  <a:lnTo>
                    <a:pt x="114411" y="20673"/>
                  </a:lnTo>
                  <a:lnTo>
                    <a:pt x="76493" y="44686"/>
                  </a:lnTo>
                  <a:lnTo>
                    <a:pt x="44866" y="76191"/>
                  </a:lnTo>
                  <a:lnTo>
                    <a:pt x="20758" y="113966"/>
                  </a:lnTo>
                  <a:lnTo>
                    <a:pt x="5393" y="156794"/>
                  </a:lnTo>
                  <a:lnTo>
                    <a:pt x="0" y="203454"/>
                  </a:lnTo>
                  <a:lnTo>
                    <a:pt x="5393" y="250113"/>
                  </a:lnTo>
                  <a:lnTo>
                    <a:pt x="20758" y="292941"/>
                  </a:lnTo>
                  <a:lnTo>
                    <a:pt x="44866" y="330716"/>
                  </a:lnTo>
                  <a:lnTo>
                    <a:pt x="76493" y="362221"/>
                  </a:lnTo>
                  <a:lnTo>
                    <a:pt x="114411" y="386234"/>
                  </a:lnTo>
                  <a:lnTo>
                    <a:pt x="157394" y="401536"/>
                  </a:lnTo>
                  <a:lnTo>
                    <a:pt x="204215" y="406908"/>
                  </a:lnTo>
                  <a:lnTo>
                    <a:pt x="251037" y="401536"/>
                  </a:lnTo>
                  <a:lnTo>
                    <a:pt x="294020" y="386234"/>
                  </a:lnTo>
                  <a:lnTo>
                    <a:pt x="331938" y="362221"/>
                  </a:lnTo>
                  <a:lnTo>
                    <a:pt x="363565" y="330716"/>
                  </a:lnTo>
                  <a:lnTo>
                    <a:pt x="387673" y="292941"/>
                  </a:lnTo>
                  <a:lnTo>
                    <a:pt x="403038" y="250113"/>
                  </a:lnTo>
                  <a:lnTo>
                    <a:pt x="408432" y="203454"/>
                  </a:lnTo>
                  <a:lnTo>
                    <a:pt x="403038" y="156794"/>
                  </a:lnTo>
                  <a:lnTo>
                    <a:pt x="387673" y="113966"/>
                  </a:lnTo>
                  <a:lnTo>
                    <a:pt x="363565" y="76191"/>
                  </a:lnTo>
                  <a:lnTo>
                    <a:pt x="331938" y="44686"/>
                  </a:lnTo>
                  <a:lnTo>
                    <a:pt x="294020" y="20673"/>
                  </a:lnTo>
                  <a:lnTo>
                    <a:pt x="251037" y="5371"/>
                  </a:lnTo>
                  <a:lnTo>
                    <a:pt x="204215" y="0"/>
                  </a:lnTo>
                  <a:close/>
                </a:path>
              </a:pathLst>
            </a:custGeom>
            <a:solidFill>
              <a:srgbClr val="FF0000">
                <a:alpha val="19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5082539" y="4034027"/>
              <a:ext cx="408940" cy="407034"/>
            </a:xfrm>
            <a:custGeom>
              <a:avLst/>
              <a:gdLst/>
              <a:ahLst/>
              <a:cxnLst/>
              <a:rect l="l" t="t" r="r" b="b"/>
              <a:pathLst>
                <a:path w="408939" h="407035">
                  <a:moveTo>
                    <a:pt x="0" y="203454"/>
                  </a:moveTo>
                  <a:lnTo>
                    <a:pt x="5393" y="156794"/>
                  </a:lnTo>
                  <a:lnTo>
                    <a:pt x="20758" y="113966"/>
                  </a:lnTo>
                  <a:lnTo>
                    <a:pt x="44866" y="76191"/>
                  </a:lnTo>
                  <a:lnTo>
                    <a:pt x="76493" y="44686"/>
                  </a:lnTo>
                  <a:lnTo>
                    <a:pt x="114411" y="20673"/>
                  </a:lnTo>
                  <a:lnTo>
                    <a:pt x="157394" y="5371"/>
                  </a:lnTo>
                  <a:lnTo>
                    <a:pt x="204215" y="0"/>
                  </a:lnTo>
                  <a:lnTo>
                    <a:pt x="251037" y="5371"/>
                  </a:lnTo>
                  <a:lnTo>
                    <a:pt x="294020" y="20673"/>
                  </a:lnTo>
                  <a:lnTo>
                    <a:pt x="331938" y="44686"/>
                  </a:lnTo>
                  <a:lnTo>
                    <a:pt x="363565" y="76191"/>
                  </a:lnTo>
                  <a:lnTo>
                    <a:pt x="387673" y="113966"/>
                  </a:lnTo>
                  <a:lnTo>
                    <a:pt x="403038" y="156794"/>
                  </a:lnTo>
                  <a:lnTo>
                    <a:pt x="408432" y="203454"/>
                  </a:lnTo>
                  <a:lnTo>
                    <a:pt x="403038" y="250113"/>
                  </a:lnTo>
                  <a:lnTo>
                    <a:pt x="387673" y="292941"/>
                  </a:lnTo>
                  <a:lnTo>
                    <a:pt x="363565" y="330716"/>
                  </a:lnTo>
                  <a:lnTo>
                    <a:pt x="331938" y="362221"/>
                  </a:lnTo>
                  <a:lnTo>
                    <a:pt x="294020" y="386234"/>
                  </a:lnTo>
                  <a:lnTo>
                    <a:pt x="251037" y="401536"/>
                  </a:lnTo>
                  <a:lnTo>
                    <a:pt x="204215" y="406908"/>
                  </a:lnTo>
                  <a:lnTo>
                    <a:pt x="157394" y="401536"/>
                  </a:lnTo>
                  <a:lnTo>
                    <a:pt x="114411" y="386234"/>
                  </a:lnTo>
                  <a:lnTo>
                    <a:pt x="76493" y="362221"/>
                  </a:lnTo>
                  <a:lnTo>
                    <a:pt x="44866" y="330716"/>
                  </a:lnTo>
                  <a:lnTo>
                    <a:pt x="20758" y="292941"/>
                  </a:lnTo>
                  <a:lnTo>
                    <a:pt x="5393" y="250113"/>
                  </a:lnTo>
                  <a:lnTo>
                    <a:pt x="0" y="203454"/>
                  </a:lnTo>
                  <a:close/>
                </a:path>
              </a:pathLst>
            </a:custGeom>
            <a:ln w="9144">
              <a:solidFill>
                <a:srgbClr val="A6A6A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4492751" y="3087623"/>
              <a:ext cx="589915" cy="1149985"/>
            </a:xfrm>
            <a:custGeom>
              <a:avLst/>
              <a:gdLst/>
              <a:ahLst/>
              <a:cxnLst/>
              <a:rect l="l" t="t" r="r" b="b"/>
              <a:pathLst>
                <a:path w="589914" h="1149985">
                  <a:moveTo>
                    <a:pt x="589407" y="1149731"/>
                  </a:moveTo>
                  <a:lnTo>
                    <a:pt x="0" y="0"/>
                  </a:lnTo>
                </a:path>
              </a:pathLst>
            </a:custGeom>
            <a:ln w="12192">
              <a:solidFill>
                <a:srgbClr val="7E7E7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5082539" y="4608575"/>
              <a:ext cx="408940" cy="407034"/>
            </a:xfrm>
            <a:custGeom>
              <a:avLst/>
              <a:gdLst/>
              <a:ahLst/>
              <a:cxnLst/>
              <a:rect l="l" t="t" r="r" b="b"/>
              <a:pathLst>
                <a:path w="408939" h="407035">
                  <a:moveTo>
                    <a:pt x="204215" y="0"/>
                  </a:moveTo>
                  <a:lnTo>
                    <a:pt x="157394" y="5371"/>
                  </a:lnTo>
                  <a:lnTo>
                    <a:pt x="114411" y="20673"/>
                  </a:lnTo>
                  <a:lnTo>
                    <a:pt x="76493" y="44686"/>
                  </a:lnTo>
                  <a:lnTo>
                    <a:pt x="44866" y="76191"/>
                  </a:lnTo>
                  <a:lnTo>
                    <a:pt x="20758" y="113966"/>
                  </a:lnTo>
                  <a:lnTo>
                    <a:pt x="5393" y="156794"/>
                  </a:lnTo>
                  <a:lnTo>
                    <a:pt x="0" y="203454"/>
                  </a:lnTo>
                  <a:lnTo>
                    <a:pt x="5393" y="250113"/>
                  </a:lnTo>
                  <a:lnTo>
                    <a:pt x="20758" y="292941"/>
                  </a:lnTo>
                  <a:lnTo>
                    <a:pt x="44866" y="330716"/>
                  </a:lnTo>
                  <a:lnTo>
                    <a:pt x="76493" y="362221"/>
                  </a:lnTo>
                  <a:lnTo>
                    <a:pt x="114411" y="386234"/>
                  </a:lnTo>
                  <a:lnTo>
                    <a:pt x="157394" y="401536"/>
                  </a:lnTo>
                  <a:lnTo>
                    <a:pt x="204215" y="406907"/>
                  </a:lnTo>
                  <a:lnTo>
                    <a:pt x="251037" y="401536"/>
                  </a:lnTo>
                  <a:lnTo>
                    <a:pt x="294020" y="386234"/>
                  </a:lnTo>
                  <a:lnTo>
                    <a:pt x="331938" y="362221"/>
                  </a:lnTo>
                  <a:lnTo>
                    <a:pt x="363565" y="330716"/>
                  </a:lnTo>
                  <a:lnTo>
                    <a:pt x="387673" y="292941"/>
                  </a:lnTo>
                  <a:lnTo>
                    <a:pt x="403038" y="250113"/>
                  </a:lnTo>
                  <a:lnTo>
                    <a:pt x="408432" y="203454"/>
                  </a:lnTo>
                  <a:lnTo>
                    <a:pt x="403038" y="156794"/>
                  </a:lnTo>
                  <a:lnTo>
                    <a:pt x="387673" y="113966"/>
                  </a:lnTo>
                  <a:lnTo>
                    <a:pt x="363565" y="76191"/>
                  </a:lnTo>
                  <a:lnTo>
                    <a:pt x="331938" y="44686"/>
                  </a:lnTo>
                  <a:lnTo>
                    <a:pt x="294020" y="20673"/>
                  </a:lnTo>
                  <a:lnTo>
                    <a:pt x="251037" y="5371"/>
                  </a:lnTo>
                  <a:lnTo>
                    <a:pt x="204215" y="0"/>
                  </a:lnTo>
                  <a:close/>
                </a:path>
              </a:pathLst>
            </a:custGeom>
            <a:solidFill>
              <a:srgbClr val="FF0000">
                <a:alpha val="19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5082539" y="4608575"/>
              <a:ext cx="408940" cy="407034"/>
            </a:xfrm>
            <a:custGeom>
              <a:avLst/>
              <a:gdLst/>
              <a:ahLst/>
              <a:cxnLst/>
              <a:rect l="l" t="t" r="r" b="b"/>
              <a:pathLst>
                <a:path w="408939" h="407035">
                  <a:moveTo>
                    <a:pt x="0" y="203454"/>
                  </a:moveTo>
                  <a:lnTo>
                    <a:pt x="5393" y="156794"/>
                  </a:lnTo>
                  <a:lnTo>
                    <a:pt x="20758" y="113966"/>
                  </a:lnTo>
                  <a:lnTo>
                    <a:pt x="44866" y="76191"/>
                  </a:lnTo>
                  <a:lnTo>
                    <a:pt x="76493" y="44686"/>
                  </a:lnTo>
                  <a:lnTo>
                    <a:pt x="114411" y="20673"/>
                  </a:lnTo>
                  <a:lnTo>
                    <a:pt x="157394" y="5371"/>
                  </a:lnTo>
                  <a:lnTo>
                    <a:pt x="204215" y="0"/>
                  </a:lnTo>
                  <a:lnTo>
                    <a:pt x="251037" y="5371"/>
                  </a:lnTo>
                  <a:lnTo>
                    <a:pt x="294020" y="20673"/>
                  </a:lnTo>
                  <a:lnTo>
                    <a:pt x="331938" y="44686"/>
                  </a:lnTo>
                  <a:lnTo>
                    <a:pt x="363565" y="76191"/>
                  </a:lnTo>
                  <a:lnTo>
                    <a:pt x="387673" y="113966"/>
                  </a:lnTo>
                  <a:lnTo>
                    <a:pt x="403038" y="156794"/>
                  </a:lnTo>
                  <a:lnTo>
                    <a:pt x="408432" y="203454"/>
                  </a:lnTo>
                  <a:lnTo>
                    <a:pt x="403038" y="250113"/>
                  </a:lnTo>
                  <a:lnTo>
                    <a:pt x="387673" y="292941"/>
                  </a:lnTo>
                  <a:lnTo>
                    <a:pt x="363565" y="330716"/>
                  </a:lnTo>
                  <a:lnTo>
                    <a:pt x="331938" y="362221"/>
                  </a:lnTo>
                  <a:lnTo>
                    <a:pt x="294020" y="386234"/>
                  </a:lnTo>
                  <a:lnTo>
                    <a:pt x="251037" y="401536"/>
                  </a:lnTo>
                  <a:lnTo>
                    <a:pt x="204215" y="406907"/>
                  </a:lnTo>
                  <a:lnTo>
                    <a:pt x="157394" y="401536"/>
                  </a:lnTo>
                  <a:lnTo>
                    <a:pt x="114411" y="386234"/>
                  </a:lnTo>
                  <a:lnTo>
                    <a:pt x="76493" y="362221"/>
                  </a:lnTo>
                  <a:lnTo>
                    <a:pt x="44866" y="330716"/>
                  </a:lnTo>
                  <a:lnTo>
                    <a:pt x="20758" y="292941"/>
                  </a:lnTo>
                  <a:lnTo>
                    <a:pt x="5393" y="250113"/>
                  </a:lnTo>
                  <a:lnTo>
                    <a:pt x="0" y="203454"/>
                  </a:lnTo>
                  <a:close/>
                </a:path>
              </a:pathLst>
            </a:custGeom>
            <a:ln w="9144">
              <a:solidFill>
                <a:srgbClr val="A6A6A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4492751" y="3087623"/>
              <a:ext cx="589915" cy="1725930"/>
            </a:xfrm>
            <a:custGeom>
              <a:avLst/>
              <a:gdLst/>
              <a:ahLst/>
              <a:cxnLst/>
              <a:rect l="l" t="t" r="r" b="b"/>
              <a:pathLst>
                <a:path w="589914" h="1725929">
                  <a:moveTo>
                    <a:pt x="589407" y="1724659"/>
                  </a:moveTo>
                  <a:lnTo>
                    <a:pt x="0" y="0"/>
                  </a:lnTo>
                </a:path>
                <a:path w="589914" h="1725929">
                  <a:moveTo>
                    <a:pt x="589407" y="0"/>
                  </a:moveTo>
                  <a:lnTo>
                    <a:pt x="0" y="574928"/>
                  </a:lnTo>
                </a:path>
                <a:path w="589914" h="1725929">
                  <a:moveTo>
                    <a:pt x="589407" y="574548"/>
                  </a:moveTo>
                  <a:lnTo>
                    <a:pt x="0" y="574548"/>
                  </a:lnTo>
                </a:path>
                <a:path w="589914" h="1725929">
                  <a:moveTo>
                    <a:pt x="589407" y="1149477"/>
                  </a:moveTo>
                  <a:lnTo>
                    <a:pt x="0" y="574548"/>
                  </a:lnTo>
                </a:path>
                <a:path w="589914" h="1725929">
                  <a:moveTo>
                    <a:pt x="589407" y="1724278"/>
                  </a:moveTo>
                  <a:lnTo>
                    <a:pt x="0" y="574548"/>
                  </a:lnTo>
                </a:path>
                <a:path w="589914" h="1725929">
                  <a:moveTo>
                    <a:pt x="589407" y="0"/>
                  </a:moveTo>
                  <a:lnTo>
                    <a:pt x="0" y="1149731"/>
                  </a:lnTo>
                </a:path>
                <a:path w="589914" h="1725929">
                  <a:moveTo>
                    <a:pt x="589407" y="574548"/>
                  </a:moveTo>
                  <a:lnTo>
                    <a:pt x="0" y="1149477"/>
                  </a:lnTo>
                </a:path>
                <a:path w="589914" h="1725929">
                  <a:moveTo>
                    <a:pt x="589407" y="1150620"/>
                  </a:moveTo>
                  <a:lnTo>
                    <a:pt x="0" y="1150620"/>
                  </a:lnTo>
                </a:path>
                <a:path w="589914" h="1725929">
                  <a:moveTo>
                    <a:pt x="589407" y="1725549"/>
                  </a:moveTo>
                  <a:lnTo>
                    <a:pt x="0" y="1150620"/>
                  </a:lnTo>
                </a:path>
                <a:path w="589914" h="1725929">
                  <a:moveTo>
                    <a:pt x="589407" y="0"/>
                  </a:moveTo>
                  <a:lnTo>
                    <a:pt x="0" y="1724659"/>
                  </a:lnTo>
                </a:path>
                <a:path w="589914" h="1725929">
                  <a:moveTo>
                    <a:pt x="589407" y="574548"/>
                  </a:moveTo>
                  <a:lnTo>
                    <a:pt x="0" y="1724278"/>
                  </a:lnTo>
                </a:path>
                <a:path w="589914" h="1725929">
                  <a:moveTo>
                    <a:pt x="589407" y="1150620"/>
                  </a:moveTo>
                  <a:lnTo>
                    <a:pt x="0" y="1725549"/>
                  </a:lnTo>
                </a:path>
                <a:path w="589914" h="1725929">
                  <a:moveTo>
                    <a:pt x="589407" y="1725168"/>
                  </a:moveTo>
                  <a:lnTo>
                    <a:pt x="0" y="1725168"/>
                  </a:lnTo>
                </a:path>
              </a:pathLst>
            </a:custGeom>
            <a:ln w="12192">
              <a:solidFill>
                <a:srgbClr val="7E7E7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6286500" y="3745991"/>
              <a:ext cx="408940" cy="408940"/>
            </a:xfrm>
            <a:custGeom>
              <a:avLst/>
              <a:gdLst/>
              <a:ahLst/>
              <a:cxnLst/>
              <a:rect l="l" t="t" r="r" b="b"/>
              <a:pathLst>
                <a:path w="408940" h="408939">
                  <a:moveTo>
                    <a:pt x="204215" y="0"/>
                  </a:moveTo>
                  <a:lnTo>
                    <a:pt x="157394" y="5393"/>
                  </a:lnTo>
                  <a:lnTo>
                    <a:pt x="114411" y="20758"/>
                  </a:lnTo>
                  <a:lnTo>
                    <a:pt x="76493" y="44866"/>
                  </a:lnTo>
                  <a:lnTo>
                    <a:pt x="44866" y="76493"/>
                  </a:lnTo>
                  <a:lnTo>
                    <a:pt x="20758" y="114411"/>
                  </a:lnTo>
                  <a:lnTo>
                    <a:pt x="5393" y="157394"/>
                  </a:lnTo>
                  <a:lnTo>
                    <a:pt x="0" y="204215"/>
                  </a:lnTo>
                  <a:lnTo>
                    <a:pt x="5393" y="251037"/>
                  </a:lnTo>
                  <a:lnTo>
                    <a:pt x="20758" y="294020"/>
                  </a:lnTo>
                  <a:lnTo>
                    <a:pt x="44866" y="331938"/>
                  </a:lnTo>
                  <a:lnTo>
                    <a:pt x="76493" y="363565"/>
                  </a:lnTo>
                  <a:lnTo>
                    <a:pt x="114411" y="387673"/>
                  </a:lnTo>
                  <a:lnTo>
                    <a:pt x="157394" y="403038"/>
                  </a:lnTo>
                  <a:lnTo>
                    <a:pt x="204215" y="408431"/>
                  </a:lnTo>
                  <a:lnTo>
                    <a:pt x="251037" y="403038"/>
                  </a:lnTo>
                  <a:lnTo>
                    <a:pt x="294020" y="387673"/>
                  </a:lnTo>
                  <a:lnTo>
                    <a:pt x="331938" y="363565"/>
                  </a:lnTo>
                  <a:lnTo>
                    <a:pt x="363565" y="331938"/>
                  </a:lnTo>
                  <a:lnTo>
                    <a:pt x="387673" y="294020"/>
                  </a:lnTo>
                  <a:lnTo>
                    <a:pt x="403038" y="251037"/>
                  </a:lnTo>
                  <a:lnTo>
                    <a:pt x="408431" y="204215"/>
                  </a:lnTo>
                  <a:lnTo>
                    <a:pt x="403038" y="157394"/>
                  </a:lnTo>
                  <a:lnTo>
                    <a:pt x="387673" y="114411"/>
                  </a:lnTo>
                  <a:lnTo>
                    <a:pt x="363565" y="76493"/>
                  </a:lnTo>
                  <a:lnTo>
                    <a:pt x="331938" y="44866"/>
                  </a:lnTo>
                  <a:lnTo>
                    <a:pt x="294020" y="20758"/>
                  </a:lnTo>
                  <a:lnTo>
                    <a:pt x="251037" y="5393"/>
                  </a:lnTo>
                  <a:lnTo>
                    <a:pt x="204215" y="0"/>
                  </a:lnTo>
                  <a:close/>
                </a:path>
              </a:pathLst>
            </a:custGeom>
            <a:solidFill>
              <a:srgbClr val="FFC000">
                <a:alpha val="19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6286500" y="3745991"/>
              <a:ext cx="408940" cy="408940"/>
            </a:xfrm>
            <a:custGeom>
              <a:avLst/>
              <a:gdLst/>
              <a:ahLst/>
              <a:cxnLst/>
              <a:rect l="l" t="t" r="r" b="b"/>
              <a:pathLst>
                <a:path w="408940" h="408939">
                  <a:moveTo>
                    <a:pt x="0" y="204215"/>
                  </a:moveTo>
                  <a:lnTo>
                    <a:pt x="5393" y="157394"/>
                  </a:lnTo>
                  <a:lnTo>
                    <a:pt x="20758" y="114411"/>
                  </a:lnTo>
                  <a:lnTo>
                    <a:pt x="44866" y="76493"/>
                  </a:lnTo>
                  <a:lnTo>
                    <a:pt x="76493" y="44866"/>
                  </a:lnTo>
                  <a:lnTo>
                    <a:pt x="114411" y="20758"/>
                  </a:lnTo>
                  <a:lnTo>
                    <a:pt x="157394" y="5393"/>
                  </a:lnTo>
                  <a:lnTo>
                    <a:pt x="204215" y="0"/>
                  </a:lnTo>
                  <a:lnTo>
                    <a:pt x="251037" y="5393"/>
                  </a:lnTo>
                  <a:lnTo>
                    <a:pt x="294020" y="20758"/>
                  </a:lnTo>
                  <a:lnTo>
                    <a:pt x="331938" y="44866"/>
                  </a:lnTo>
                  <a:lnTo>
                    <a:pt x="363565" y="76493"/>
                  </a:lnTo>
                  <a:lnTo>
                    <a:pt x="387673" y="114411"/>
                  </a:lnTo>
                  <a:lnTo>
                    <a:pt x="403038" y="157394"/>
                  </a:lnTo>
                  <a:lnTo>
                    <a:pt x="408431" y="204215"/>
                  </a:lnTo>
                  <a:lnTo>
                    <a:pt x="403038" y="251037"/>
                  </a:lnTo>
                  <a:lnTo>
                    <a:pt x="387673" y="294020"/>
                  </a:lnTo>
                  <a:lnTo>
                    <a:pt x="363565" y="331938"/>
                  </a:lnTo>
                  <a:lnTo>
                    <a:pt x="331938" y="363565"/>
                  </a:lnTo>
                  <a:lnTo>
                    <a:pt x="294020" y="387673"/>
                  </a:lnTo>
                  <a:lnTo>
                    <a:pt x="251037" y="403038"/>
                  </a:lnTo>
                  <a:lnTo>
                    <a:pt x="204215" y="408431"/>
                  </a:lnTo>
                  <a:lnTo>
                    <a:pt x="157394" y="403038"/>
                  </a:lnTo>
                  <a:lnTo>
                    <a:pt x="114411" y="387673"/>
                  </a:lnTo>
                  <a:lnTo>
                    <a:pt x="76493" y="363565"/>
                  </a:lnTo>
                  <a:lnTo>
                    <a:pt x="44866" y="331938"/>
                  </a:lnTo>
                  <a:lnTo>
                    <a:pt x="20758" y="294020"/>
                  </a:lnTo>
                  <a:lnTo>
                    <a:pt x="5393" y="251037"/>
                  </a:lnTo>
                  <a:lnTo>
                    <a:pt x="0" y="204215"/>
                  </a:lnTo>
                  <a:close/>
                </a:path>
              </a:pathLst>
            </a:custGeom>
            <a:ln w="9144">
              <a:solidFill>
                <a:srgbClr val="A6A6A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3"/>
            <p:cNvSpPr/>
            <p:nvPr/>
          </p:nvSpPr>
          <p:spPr>
            <a:xfrm>
              <a:off x="5490972" y="3087623"/>
              <a:ext cx="796925" cy="1725295"/>
            </a:xfrm>
            <a:custGeom>
              <a:avLst/>
              <a:gdLst/>
              <a:ahLst/>
              <a:cxnLst/>
              <a:rect l="l" t="t" r="r" b="b"/>
              <a:pathLst>
                <a:path w="796925" h="1725295">
                  <a:moveTo>
                    <a:pt x="0" y="0"/>
                  </a:moveTo>
                  <a:lnTo>
                    <a:pt x="796670" y="862330"/>
                  </a:lnTo>
                </a:path>
                <a:path w="796925" h="1725295">
                  <a:moveTo>
                    <a:pt x="0" y="574548"/>
                  </a:moveTo>
                  <a:lnTo>
                    <a:pt x="796670" y="861949"/>
                  </a:lnTo>
                </a:path>
                <a:path w="796925" h="1725295">
                  <a:moveTo>
                    <a:pt x="0" y="1149984"/>
                  </a:moveTo>
                  <a:lnTo>
                    <a:pt x="796670" y="862583"/>
                  </a:lnTo>
                </a:path>
                <a:path w="796925" h="1725295">
                  <a:moveTo>
                    <a:pt x="0" y="1724914"/>
                  </a:moveTo>
                  <a:lnTo>
                    <a:pt x="796670" y="862583"/>
                  </a:lnTo>
                </a:path>
              </a:pathLst>
            </a:custGeom>
            <a:ln w="12192">
              <a:solidFill>
                <a:srgbClr val="7E7E7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4" name="object 44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5548757" y="4926075"/>
              <a:ext cx="478154" cy="352171"/>
            </a:xfrm>
            <a:prstGeom prst="rect">
              <a:avLst/>
            </a:prstGeom>
          </p:spPr>
        </p:pic>
      </p:grpSp>
      <p:pic>
        <p:nvPicPr>
          <p:cNvPr id="45" name="object 45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4322064" y="2584704"/>
            <a:ext cx="939546" cy="162305"/>
          </a:xfrm>
          <a:prstGeom prst="rect">
            <a:avLst/>
          </a:prstGeom>
        </p:spPr>
      </p:pic>
      <p:pic>
        <p:nvPicPr>
          <p:cNvPr id="46" name="object 46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2572511" y="2590800"/>
            <a:ext cx="749046" cy="156210"/>
          </a:xfrm>
          <a:prstGeom prst="rect">
            <a:avLst/>
          </a:prstGeom>
        </p:spPr>
      </p:pic>
      <p:pic>
        <p:nvPicPr>
          <p:cNvPr id="47" name="object 47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6065520" y="2587751"/>
            <a:ext cx="852677" cy="159258"/>
          </a:xfrm>
          <a:prstGeom prst="rect">
            <a:avLst/>
          </a:prstGeom>
        </p:spPr>
      </p:pic>
      <p:pic>
        <p:nvPicPr>
          <p:cNvPr id="48" name="object 48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6141720" y="5330952"/>
            <a:ext cx="1125474" cy="162306"/>
          </a:xfrm>
          <a:prstGeom prst="rect">
            <a:avLst/>
          </a:prstGeom>
        </p:spPr>
      </p:pic>
    </p:spTree>
  </p:cSld>
  <p:clrMapOvr>
    <a:masterClrMapping/>
  </p:clrMapOvr>
</p:sld>
</file>

<file path=ppt/slides/slide1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331482" y="6524434"/>
            <a:ext cx="110459" cy="90487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54151" y="6527292"/>
            <a:ext cx="1794510" cy="142494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862571" y="6521195"/>
            <a:ext cx="2327910" cy="118110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437489" y="431419"/>
            <a:ext cx="164211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FFFFFF"/>
                </a:solidFill>
                <a:latin typeface="Ebrima"/>
                <a:cs typeface="Ebrima"/>
              </a:rPr>
              <a:t>3.2.</a:t>
            </a:r>
            <a:r>
              <a:rPr sz="1800" spc="-15" dirty="0">
                <a:solidFill>
                  <a:srgbClr val="FFFFFF"/>
                </a:solidFill>
                <a:latin typeface="Ebrima"/>
                <a:cs typeface="Ebrima"/>
              </a:rPr>
              <a:t> </a:t>
            </a:r>
            <a:r>
              <a:rPr sz="1800" dirty="0">
                <a:solidFill>
                  <a:srgbClr val="FFFFFF"/>
                </a:solidFill>
                <a:latin typeface="Ebrima"/>
                <a:cs typeface="Ebrima"/>
              </a:rPr>
              <a:t>Keras</a:t>
            </a:r>
            <a:r>
              <a:rPr sz="1800" spc="-10" dirty="0">
                <a:solidFill>
                  <a:srgbClr val="FFFFFF"/>
                </a:solidFill>
                <a:latin typeface="Ebrima"/>
                <a:cs typeface="Ebrima"/>
              </a:rPr>
              <a:t> Basics</a:t>
            </a:r>
            <a:endParaRPr sz="1800">
              <a:latin typeface="Ebrima"/>
              <a:cs typeface="Ebrim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8671941" y="463677"/>
            <a:ext cx="80962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dirty="0">
                <a:solidFill>
                  <a:srgbClr val="D9D9D9"/>
                </a:solidFill>
                <a:latin typeface="Ebrima"/>
                <a:cs typeface="Ebrima"/>
              </a:rPr>
              <a:t>UNIT</a:t>
            </a:r>
            <a:r>
              <a:rPr sz="1600" spc="400" dirty="0">
                <a:solidFill>
                  <a:srgbClr val="D9D9D9"/>
                </a:solidFill>
                <a:latin typeface="Ebrima"/>
                <a:cs typeface="Ebrima"/>
              </a:rPr>
              <a:t> </a:t>
            </a:r>
            <a:r>
              <a:rPr sz="1600" spc="-35" dirty="0">
                <a:solidFill>
                  <a:srgbClr val="D9D9D9"/>
                </a:solidFill>
                <a:latin typeface="Ebrima"/>
                <a:cs typeface="Ebrima"/>
              </a:rPr>
              <a:t>03</a:t>
            </a:r>
            <a:endParaRPr sz="1600">
              <a:latin typeface="Ebrima"/>
              <a:cs typeface="Ebrima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559308" y="1440180"/>
            <a:ext cx="36830" cy="180340"/>
          </a:xfrm>
          <a:custGeom>
            <a:avLst/>
            <a:gdLst/>
            <a:ahLst/>
            <a:cxnLst/>
            <a:rect l="l" t="t" r="r" b="b"/>
            <a:pathLst>
              <a:path w="36829" h="180340">
                <a:moveTo>
                  <a:pt x="36576" y="0"/>
                </a:moveTo>
                <a:lnTo>
                  <a:pt x="0" y="0"/>
                </a:lnTo>
                <a:lnTo>
                  <a:pt x="0" y="179832"/>
                </a:lnTo>
                <a:lnTo>
                  <a:pt x="36576" y="179832"/>
                </a:lnTo>
                <a:lnTo>
                  <a:pt x="36576" y="0"/>
                </a:lnTo>
                <a:close/>
              </a:path>
            </a:pathLst>
          </a:custGeom>
          <a:solidFill>
            <a:srgbClr val="183DAF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8" name="object 8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711708" y="1464563"/>
            <a:ext cx="1026413" cy="174498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710183" y="1805939"/>
            <a:ext cx="2884169" cy="162305"/>
          </a:xfrm>
          <a:prstGeom prst="rect">
            <a:avLst/>
          </a:prstGeom>
        </p:spPr>
      </p:pic>
      <p:grpSp>
        <p:nvGrpSpPr>
          <p:cNvPr id="10" name="object 10"/>
          <p:cNvGrpSpPr/>
          <p:nvPr/>
        </p:nvGrpSpPr>
        <p:grpSpPr>
          <a:xfrm>
            <a:off x="705612" y="2342388"/>
            <a:ext cx="8644255" cy="2413000"/>
            <a:chOff x="705612" y="2342388"/>
            <a:chExt cx="8644255" cy="2413000"/>
          </a:xfrm>
        </p:grpSpPr>
        <p:sp>
          <p:nvSpPr>
            <p:cNvPr id="11" name="object 11"/>
            <p:cNvSpPr/>
            <p:nvPr/>
          </p:nvSpPr>
          <p:spPr>
            <a:xfrm>
              <a:off x="711708" y="2348484"/>
              <a:ext cx="8632190" cy="370840"/>
            </a:xfrm>
            <a:custGeom>
              <a:avLst/>
              <a:gdLst/>
              <a:ahLst/>
              <a:cxnLst/>
              <a:rect l="l" t="t" r="r" b="b"/>
              <a:pathLst>
                <a:path w="8632190" h="370839">
                  <a:moveTo>
                    <a:pt x="0" y="370332"/>
                  </a:moveTo>
                  <a:lnTo>
                    <a:pt x="8631936" y="370332"/>
                  </a:lnTo>
                  <a:lnTo>
                    <a:pt x="8631936" y="0"/>
                  </a:lnTo>
                  <a:lnTo>
                    <a:pt x="0" y="0"/>
                  </a:lnTo>
                  <a:lnTo>
                    <a:pt x="0" y="370332"/>
                  </a:lnTo>
                  <a:close/>
                </a:path>
              </a:pathLst>
            </a:custGeom>
            <a:ln w="12191">
              <a:solidFill>
                <a:srgbClr val="D9D9D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2" name="object 12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3180588" y="2462784"/>
              <a:ext cx="3699510" cy="174498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711708" y="3025140"/>
              <a:ext cx="8632190" cy="368935"/>
            </a:xfrm>
            <a:custGeom>
              <a:avLst/>
              <a:gdLst/>
              <a:ahLst/>
              <a:cxnLst/>
              <a:rect l="l" t="t" r="r" b="b"/>
              <a:pathLst>
                <a:path w="8632190" h="368935">
                  <a:moveTo>
                    <a:pt x="0" y="368808"/>
                  </a:moveTo>
                  <a:lnTo>
                    <a:pt x="8631936" y="368808"/>
                  </a:lnTo>
                  <a:lnTo>
                    <a:pt x="8631936" y="0"/>
                  </a:lnTo>
                  <a:lnTo>
                    <a:pt x="0" y="0"/>
                  </a:lnTo>
                  <a:lnTo>
                    <a:pt x="0" y="368808"/>
                  </a:lnTo>
                  <a:close/>
                </a:path>
              </a:pathLst>
            </a:custGeom>
            <a:ln w="12191">
              <a:solidFill>
                <a:srgbClr val="D9D9D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4" name="object 14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3558540" y="3137916"/>
              <a:ext cx="2943606" cy="176022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4722876" y="2753868"/>
              <a:ext cx="609600" cy="231648"/>
            </a:xfrm>
            <a:prstGeom prst="rect">
              <a:avLst/>
            </a:prstGeom>
          </p:spPr>
        </p:pic>
        <p:sp>
          <p:nvSpPr>
            <p:cNvPr id="16" name="object 16"/>
            <p:cNvSpPr/>
            <p:nvPr/>
          </p:nvSpPr>
          <p:spPr>
            <a:xfrm>
              <a:off x="711708" y="3701796"/>
              <a:ext cx="8632190" cy="370840"/>
            </a:xfrm>
            <a:custGeom>
              <a:avLst/>
              <a:gdLst/>
              <a:ahLst/>
              <a:cxnLst/>
              <a:rect l="l" t="t" r="r" b="b"/>
              <a:pathLst>
                <a:path w="8632190" h="370839">
                  <a:moveTo>
                    <a:pt x="0" y="370331"/>
                  </a:moveTo>
                  <a:lnTo>
                    <a:pt x="8631936" y="370331"/>
                  </a:lnTo>
                  <a:lnTo>
                    <a:pt x="8631936" y="0"/>
                  </a:lnTo>
                  <a:lnTo>
                    <a:pt x="0" y="0"/>
                  </a:lnTo>
                  <a:lnTo>
                    <a:pt x="0" y="370331"/>
                  </a:lnTo>
                  <a:close/>
                </a:path>
              </a:pathLst>
            </a:custGeom>
            <a:ln w="12191">
              <a:solidFill>
                <a:srgbClr val="D9D9D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7" name="object 17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4506468" y="3816096"/>
              <a:ext cx="1046226" cy="174498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4722876" y="3430524"/>
              <a:ext cx="609600" cy="231648"/>
            </a:xfrm>
            <a:prstGeom prst="rect">
              <a:avLst/>
            </a:prstGeom>
          </p:spPr>
        </p:pic>
        <p:sp>
          <p:nvSpPr>
            <p:cNvPr id="19" name="object 19"/>
            <p:cNvSpPr/>
            <p:nvPr/>
          </p:nvSpPr>
          <p:spPr>
            <a:xfrm>
              <a:off x="711708" y="4379976"/>
              <a:ext cx="8632190" cy="368935"/>
            </a:xfrm>
            <a:custGeom>
              <a:avLst/>
              <a:gdLst/>
              <a:ahLst/>
              <a:cxnLst/>
              <a:rect l="l" t="t" r="r" b="b"/>
              <a:pathLst>
                <a:path w="8632190" h="368935">
                  <a:moveTo>
                    <a:pt x="0" y="368807"/>
                  </a:moveTo>
                  <a:lnTo>
                    <a:pt x="8631936" y="368807"/>
                  </a:lnTo>
                  <a:lnTo>
                    <a:pt x="8631936" y="0"/>
                  </a:lnTo>
                  <a:lnTo>
                    <a:pt x="0" y="0"/>
                  </a:lnTo>
                  <a:lnTo>
                    <a:pt x="0" y="368807"/>
                  </a:lnTo>
                  <a:close/>
                </a:path>
              </a:pathLst>
            </a:custGeom>
            <a:ln w="12191">
              <a:solidFill>
                <a:srgbClr val="D9D9D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0" name="object 20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2915412" y="4492752"/>
              <a:ext cx="4228338" cy="174498"/>
            </a:xfrm>
            <a:prstGeom prst="rect">
              <a:avLst/>
            </a:prstGeom>
          </p:spPr>
        </p:pic>
        <p:pic>
          <p:nvPicPr>
            <p:cNvPr id="21" name="object 21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4722876" y="4113276"/>
              <a:ext cx="609600" cy="231648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1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331543" y="6524434"/>
            <a:ext cx="111922" cy="90487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54151" y="6527292"/>
            <a:ext cx="1794510" cy="142494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862571" y="6521195"/>
            <a:ext cx="2327910" cy="118110"/>
          </a:xfrm>
          <a:prstGeom prst="rect">
            <a:avLst/>
          </a:prstGeom>
        </p:spPr>
      </p:pic>
      <p:sp>
        <p:nvSpPr>
          <p:cNvPr id="5" name="object 5"/>
          <p:cNvSpPr/>
          <p:nvPr/>
        </p:nvSpPr>
        <p:spPr>
          <a:xfrm>
            <a:off x="3946905" y="2756280"/>
            <a:ext cx="681355" cy="165735"/>
          </a:xfrm>
          <a:custGeom>
            <a:avLst/>
            <a:gdLst/>
            <a:ahLst/>
            <a:cxnLst/>
            <a:rect l="l" t="t" r="r" b="b"/>
            <a:pathLst>
              <a:path w="681354" h="165735">
                <a:moveTo>
                  <a:pt x="628523" y="0"/>
                </a:moveTo>
                <a:lnTo>
                  <a:pt x="626110" y="6731"/>
                </a:lnTo>
                <a:lnTo>
                  <a:pt x="635708" y="10872"/>
                </a:lnTo>
                <a:lnTo>
                  <a:pt x="643937" y="16621"/>
                </a:lnTo>
                <a:lnTo>
                  <a:pt x="663654" y="54816"/>
                </a:lnTo>
                <a:lnTo>
                  <a:pt x="666115" y="81788"/>
                </a:lnTo>
                <a:lnTo>
                  <a:pt x="665497" y="96361"/>
                </a:lnTo>
                <a:lnTo>
                  <a:pt x="650813" y="141100"/>
                </a:lnTo>
                <a:lnTo>
                  <a:pt x="626364" y="158496"/>
                </a:lnTo>
                <a:lnTo>
                  <a:pt x="628523" y="165227"/>
                </a:lnTo>
                <a:lnTo>
                  <a:pt x="667639" y="136271"/>
                </a:lnTo>
                <a:lnTo>
                  <a:pt x="680372" y="97819"/>
                </a:lnTo>
                <a:lnTo>
                  <a:pt x="681228" y="82677"/>
                </a:lnTo>
                <a:lnTo>
                  <a:pt x="680370" y="67532"/>
                </a:lnTo>
                <a:lnTo>
                  <a:pt x="667512" y="28956"/>
                </a:lnTo>
                <a:lnTo>
                  <a:pt x="640472" y="4310"/>
                </a:lnTo>
                <a:lnTo>
                  <a:pt x="628523" y="0"/>
                </a:lnTo>
                <a:close/>
              </a:path>
              <a:path w="681354" h="165735">
                <a:moveTo>
                  <a:pt x="52578" y="0"/>
                </a:moveTo>
                <a:lnTo>
                  <a:pt x="13589" y="28956"/>
                </a:lnTo>
                <a:lnTo>
                  <a:pt x="855" y="67532"/>
                </a:lnTo>
                <a:lnTo>
                  <a:pt x="0" y="82677"/>
                </a:lnTo>
                <a:lnTo>
                  <a:pt x="837" y="97819"/>
                </a:lnTo>
                <a:lnTo>
                  <a:pt x="13589" y="136271"/>
                </a:lnTo>
                <a:lnTo>
                  <a:pt x="52578" y="165227"/>
                </a:lnTo>
                <a:lnTo>
                  <a:pt x="54737" y="158496"/>
                </a:lnTo>
                <a:lnTo>
                  <a:pt x="45303" y="154332"/>
                </a:lnTo>
                <a:lnTo>
                  <a:pt x="37179" y="148526"/>
                </a:lnTo>
                <a:lnTo>
                  <a:pt x="17446" y="109600"/>
                </a:lnTo>
                <a:lnTo>
                  <a:pt x="14986" y="81788"/>
                </a:lnTo>
                <a:lnTo>
                  <a:pt x="15603" y="67665"/>
                </a:lnTo>
                <a:lnTo>
                  <a:pt x="30362" y="23965"/>
                </a:lnTo>
                <a:lnTo>
                  <a:pt x="54991" y="6731"/>
                </a:lnTo>
                <a:lnTo>
                  <a:pt x="52578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3991228" y="3420490"/>
            <a:ext cx="13970" cy="162560"/>
          </a:xfrm>
          <a:custGeom>
            <a:avLst/>
            <a:gdLst/>
            <a:ahLst/>
            <a:cxnLst/>
            <a:rect l="l" t="t" r="r" b="b"/>
            <a:pathLst>
              <a:path w="13970" h="162560">
                <a:moveTo>
                  <a:pt x="13462" y="0"/>
                </a:moveTo>
                <a:lnTo>
                  <a:pt x="0" y="0"/>
                </a:lnTo>
                <a:lnTo>
                  <a:pt x="0" y="162051"/>
                </a:lnTo>
                <a:lnTo>
                  <a:pt x="13462" y="162051"/>
                </a:lnTo>
                <a:lnTo>
                  <a:pt x="13462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2741295" y="4276470"/>
            <a:ext cx="105410" cy="12700"/>
          </a:xfrm>
          <a:custGeom>
            <a:avLst/>
            <a:gdLst/>
            <a:ahLst/>
            <a:cxnLst/>
            <a:rect l="l" t="t" r="r" b="b"/>
            <a:pathLst>
              <a:path w="105410" h="12700">
                <a:moveTo>
                  <a:pt x="105156" y="0"/>
                </a:moveTo>
                <a:lnTo>
                  <a:pt x="0" y="0"/>
                </a:lnTo>
                <a:lnTo>
                  <a:pt x="0" y="12192"/>
                </a:lnTo>
                <a:lnTo>
                  <a:pt x="105156" y="12192"/>
                </a:lnTo>
                <a:lnTo>
                  <a:pt x="105156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3127375" y="4200905"/>
            <a:ext cx="2661285" cy="165735"/>
          </a:xfrm>
          <a:custGeom>
            <a:avLst/>
            <a:gdLst/>
            <a:ahLst/>
            <a:cxnLst/>
            <a:rect l="l" t="t" r="r" b="b"/>
            <a:pathLst>
              <a:path w="2661285" h="165735">
                <a:moveTo>
                  <a:pt x="54991" y="6731"/>
                </a:moveTo>
                <a:lnTo>
                  <a:pt x="52705" y="0"/>
                </a:lnTo>
                <a:lnTo>
                  <a:pt x="40690" y="4318"/>
                </a:lnTo>
                <a:lnTo>
                  <a:pt x="30187" y="10579"/>
                </a:lnTo>
                <a:lnTo>
                  <a:pt x="3403" y="53530"/>
                </a:lnTo>
                <a:lnTo>
                  <a:pt x="0" y="82677"/>
                </a:lnTo>
                <a:lnTo>
                  <a:pt x="825" y="97828"/>
                </a:lnTo>
                <a:lnTo>
                  <a:pt x="13589" y="136271"/>
                </a:lnTo>
                <a:lnTo>
                  <a:pt x="52705" y="165227"/>
                </a:lnTo>
                <a:lnTo>
                  <a:pt x="54737" y="158496"/>
                </a:lnTo>
                <a:lnTo>
                  <a:pt x="45300" y="154343"/>
                </a:lnTo>
                <a:lnTo>
                  <a:pt x="37185" y="148526"/>
                </a:lnTo>
                <a:lnTo>
                  <a:pt x="17462" y="109601"/>
                </a:lnTo>
                <a:lnTo>
                  <a:pt x="14986" y="81788"/>
                </a:lnTo>
                <a:lnTo>
                  <a:pt x="15595" y="67665"/>
                </a:lnTo>
                <a:lnTo>
                  <a:pt x="30416" y="23977"/>
                </a:lnTo>
                <a:lnTo>
                  <a:pt x="45466" y="10883"/>
                </a:lnTo>
                <a:lnTo>
                  <a:pt x="54991" y="6731"/>
                </a:lnTo>
                <a:close/>
              </a:path>
              <a:path w="2661285" h="165735">
                <a:moveTo>
                  <a:pt x="545719" y="6731"/>
                </a:moveTo>
                <a:lnTo>
                  <a:pt x="543433" y="0"/>
                </a:lnTo>
                <a:lnTo>
                  <a:pt x="531418" y="4318"/>
                </a:lnTo>
                <a:lnTo>
                  <a:pt x="520915" y="10579"/>
                </a:lnTo>
                <a:lnTo>
                  <a:pt x="494131" y="53530"/>
                </a:lnTo>
                <a:lnTo>
                  <a:pt x="490728" y="82677"/>
                </a:lnTo>
                <a:lnTo>
                  <a:pt x="491553" y="97828"/>
                </a:lnTo>
                <a:lnTo>
                  <a:pt x="504317" y="136271"/>
                </a:lnTo>
                <a:lnTo>
                  <a:pt x="543433" y="165227"/>
                </a:lnTo>
                <a:lnTo>
                  <a:pt x="545465" y="158496"/>
                </a:lnTo>
                <a:lnTo>
                  <a:pt x="536028" y="154343"/>
                </a:lnTo>
                <a:lnTo>
                  <a:pt x="527913" y="148526"/>
                </a:lnTo>
                <a:lnTo>
                  <a:pt x="508190" y="109601"/>
                </a:lnTo>
                <a:lnTo>
                  <a:pt x="505714" y="81788"/>
                </a:lnTo>
                <a:lnTo>
                  <a:pt x="506323" y="67665"/>
                </a:lnTo>
                <a:lnTo>
                  <a:pt x="521144" y="23977"/>
                </a:lnTo>
                <a:lnTo>
                  <a:pt x="536194" y="10883"/>
                </a:lnTo>
                <a:lnTo>
                  <a:pt x="545719" y="6731"/>
                </a:lnTo>
                <a:close/>
              </a:path>
              <a:path w="2661285" h="165735">
                <a:moveTo>
                  <a:pt x="804672" y="82677"/>
                </a:moveTo>
                <a:lnTo>
                  <a:pt x="796950" y="40678"/>
                </a:lnTo>
                <a:lnTo>
                  <a:pt x="763905" y="4318"/>
                </a:lnTo>
                <a:lnTo>
                  <a:pt x="751967" y="0"/>
                </a:lnTo>
                <a:lnTo>
                  <a:pt x="749554" y="6731"/>
                </a:lnTo>
                <a:lnTo>
                  <a:pt x="759142" y="10883"/>
                </a:lnTo>
                <a:lnTo>
                  <a:pt x="767372" y="16624"/>
                </a:lnTo>
                <a:lnTo>
                  <a:pt x="787146" y="54825"/>
                </a:lnTo>
                <a:lnTo>
                  <a:pt x="789559" y="81788"/>
                </a:lnTo>
                <a:lnTo>
                  <a:pt x="788936" y="96367"/>
                </a:lnTo>
                <a:lnTo>
                  <a:pt x="774255" y="141109"/>
                </a:lnTo>
                <a:lnTo>
                  <a:pt x="749808" y="158496"/>
                </a:lnTo>
                <a:lnTo>
                  <a:pt x="751967" y="165227"/>
                </a:lnTo>
                <a:lnTo>
                  <a:pt x="791083" y="136271"/>
                </a:lnTo>
                <a:lnTo>
                  <a:pt x="803808" y="97828"/>
                </a:lnTo>
                <a:lnTo>
                  <a:pt x="804672" y="82677"/>
                </a:lnTo>
                <a:close/>
              </a:path>
              <a:path w="2661285" h="165735">
                <a:moveTo>
                  <a:pt x="1103503" y="6731"/>
                </a:moveTo>
                <a:lnTo>
                  <a:pt x="1101217" y="0"/>
                </a:lnTo>
                <a:lnTo>
                  <a:pt x="1089202" y="4318"/>
                </a:lnTo>
                <a:lnTo>
                  <a:pt x="1078699" y="10579"/>
                </a:lnTo>
                <a:lnTo>
                  <a:pt x="1051915" y="53530"/>
                </a:lnTo>
                <a:lnTo>
                  <a:pt x="1048512" y="82677"/>
                </a:lnTo>
                <a:lnTo>
                  <a:pt x="1049337" y="97828"/>
                </a:lnTo>
                <a:lnTo>
                  <a:pt x="1062101" y="136271"/>
                </a:lnTo>
                <a:lnTo>
                  <a:pt x="1101217" y="165227"/>
                </a:lnTo>
                <a:lnTo>
                  <a:pt x="1103249" y="158496"/>
                </a:lnTo>
                <a:lnTo>
                  <a:pt x="1093812" y="154343"/>
                </a:lnTo>
                <a:lnTo>
                  <a:pt x="1085697" y="148526"/>
                </a:lnTo>
                <a:lnTo>
                  <a:pt x="1065974" y="109601"/>
                </a:lnTo>
                <a:lnTo>
                  <a:pt x="1063498" y="81788"/>
                </a:lnTo>
                <a:lnTo>
                  <a:pt x="1064107" y="67665"/>
                </a:lnTo>
                <a:lnTo>
                  <a:pt x="1078928" y="23977"/>
                </a:lnTo>
                <a:lnTo>
                  <a:pt x="1093978" y="10883"/>
                </a:lnTo>
                <a:lnTo>
                  <a:pt x="1103503" y="6731"/>
                </a:lnTo>
                <a:close/>
              </a:path>
              <a:path w="2661285" h="165735">
                <a:moveTo>
                  <a:pt x="1627632" y="82677"/>
                </a:moveTo>
                <a:lnTo>
                  <a:pt x="1619910" y="40678"/>
                </a:lnTo>
                <a:lnTo>
                  <a:pt x="1586865" y="4318"/>
                </a:lnTo>
                <a:lnTo>
                  <a:pt x="1574927" y="0"/>
                </a:lnTo>
                <a:lnTo>
                  <a:pt x="1572514" y="6731"/>
                </a:lnTo>
                <a:lnTo>
                  <a:pt x="1582102" y="10883"/>
                </a:lnTo>
                <a:lnTo>
                  <a:pt x="1590332" y="16624"/>
                </a:lnTo>
                <a:lnTo>
                  <a:pt x="1610106" y="54825"/>
                </a:lnTo>
                <a:lnTo>
                  <a:pt x="1612519" y="81788"/>
                </a:lnTo>
                <a:lnTo>
                  <a:pt x="1611896" y="96367"/>
                </a:lnTo>
                <a:lnTo>
                  <a:pt x="1597215" y="141109"/>
                </a:lnTo>
                <a:lnTo>
                  <a:pt x="1572768" y="158496"/>
                </a:lnTo>
                <a:lnTo>
                  <a:pt x="1574927" y="165227"/>
                </a:lnTo>
                <a:lnTo>
                  <a:pt x="1614043" y="136271"/>
                </a:lnTo>
                <a:lnTo>
                  <a:pt x="1626768" y="97828"/>
                </a:lnTo>
                <a:lnTo>
                  <a:pt x="1627632" y="82677"/>
                </a:lnTo>
                <a:close/>
              </a:path>
              <a:path w="2661285" h="165735">
                <a:moveTo>
                  <a:pt x="2660904" y="82677"/>
                </a:moveTo>
                <a:lnTo>
                  <a:pt x="2653182" y="40678"/>
                </a:lnTo>
                <a:lnTo>
                  <a:pt x="2620137" y="4318"/>
                </a:lnTo>
                <a:lnTo>
                  <a:pt x="2608199" y="0"/>
                </a:lnTo>
                <a:lnTo>
                  <a:pt x="2605786" y="6731"/>
                </a:lnTo>
                <a:lnTo>
                  <a:pt x="2615374" y="10883"/>
                </a:lnTo>
                <a:lnTo>
                  <a:pt x="2623604" y="16624"/>
                </a:lnTo>
                <a:lnTo>
                  <a:pt x="2643378" y="54825"/>
                </a:lnTo>
                <a:lnTo>
                  <a:pt x="2645791" y="81788"/>
                </a:lnTo>
                <a:lnTo>
                  <a:pt x="2645168" y="96367"/>
                </a:lnTo>
                <a:lnTo>
                  <a:pt x="2630487" y="141109"/>
                </a:lnTo>
                <a:lnTo>
                  <a:pt x="2606040" y="158496"/>
                </a:lnTo>
                <a:lnTo>
                  <a:pt x="2608199" y="165227"/>
                </a:lnTo>
                <a:lnTo>
                  <a:pt x="2647315" y="136271"/>
                </a:lnTo>
                <a:lnTo>
                  <a:pt x="2660040" y="97828"/>
                </a:lnTo>
                <a:lnTo>
                  <a:pt x="2660904" y="82677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3459098" y="5076063"/>
            <a:ext cx="105410" cy="12700"/>
          </a:xfrm>
          <a:custGeom>
            <a:avLst/>
            <a:gdLst/>
            <a:ahLst/>
            <a:cxnLst/>
            <a:rect l="l" t="t" r="r" b="b"/>
            <a:pathLst>
              <a:path w="105410" h="12700">
                <a:moveTo>
                  <a:pt x="105155" y="0"/>
                </a:moveTo>
                <a:lnTo>
                  <a:pt x="0" y="0"/>
                </a:lnTo>
                <a:lnTo>
                  <a:pt x="0" y="12191"/>
                </a:lnTo>
                <a:lnTo>
                  <a:pt x="105155" y="12191"/>
                </a:lnTo>
                <a:lnTo>
                  <a:pt x="105155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4677283" y="5000497"/>
            <a:ext cx="391795" cy="165735"/>
          </a:xfrm>
          <a:custGeom>
            <a:avLst/>
            <a:gdLst/>
            <a:ahLst/>
            <a:cxnLst/>
            <a:rect l="l" t="t" r="r" b="b"/>
            <a:pathLst>
              <a:path w="391795" h="165735">
                <a:moveTo>
                  <a:pt x="338963" y="0"/>
                </a:moveTo>
                <a:lnTo>
                  <a:pt x="336550" y="6731"/>
                </a:lnTo>
                <a:lnTo>
                  <a:pt x="346148" y="10872"/>
                </a:lnTo>
                <a:lnTo>
                  <a:pt x="354377" y="16621"/>
                </a:lnTo>
                <a:lnTo>
                  <a:pt x="374141" y="54863"/>
                </a:lnTo>
                <a:lnTo>
                  <a:pt x="376554" y="81787"/>
                </a:lnTo>
                <a:lnTo>
                  <a:pt x="375937" y="96361"/>
                </a:lnTo>
                <a:lnTo>
                  <a:pt x="361253" y="141100"/>
                </a:lnTo>
                <a:lnTo>
                  <a:pt x="336803" y="158495"/>
                </a:lnTo>
                <a:lnTo>
                  <a:pt x="338963" y="165226"/>
                </a:lnTo>
                <a:lnTo>
                  <a:pt x="378078" y="136397"/>
                </a:lnTo>
                <a:lnTo>
                  <a:pt x="390812" y="97821"/>
                </a:lnTo>
                <a:lnTo>
                  <a:pt x="391667" y="82676"/>
                </a:lnTo>
                <a:lnTo>
                  <a:pt x="390810" y="67532"/>
                </a:lnTo>
                <a:lnTo>
                  <a:pt x="377951" y="28956"/>
                </a:lnTo>
                <a:lnTo>
                  <a:pt x="350912" y="4363"/>
                </a:lnTo>
                <a:lnTo>
                  <a:pt x="338963" y="0"/>
                </a:lnTo>
                <a:close/>
              </a:path>
              <a:path w="391795" h="165735">
                <a:moveTo>
                  <a:pt x="52704" y="0"/>
                </a:moveTo>
                <a:lnTo>
                  <a:pt x="13588" y="28956"/>
                </a:lnTo>
                <a:lnTo>
                  <a:pt x="855" y="67532"/>
                </a:lnTo>
                <a:lnTo>
                  <a:pt x="0" y="82676"/>
                </a:lnTo>
                <a:lnTo>
                  <a:pt x="837" y="97821"/>
                </a:lnTo>
                <a:lnTo>
                  <a:pt x="13588" y="136397"/>
                </a:lnTo>
                <a:lnTo>
                  <a:pt x="52704" y="165226"/>
                </a:lnTo>
                <a:lnTo>
                  <a:pt x="54737" y="158495"/>
                </a:lnTo>
                <a:lnTo>
                  <a:pt x="45305" y="154332"/>
                </a:lnTo>
                <a:lnTo>
                  <a:pt x="37195" y="148526"/>
                </a:lnTo>
                <a:lnTo>
                  <a:pt x="17462" y="109600"/>
                </a:lnTo>
                <a:lnTo>
                  <a:pt x="14986" y="81787"/>
                </a:lnTo>
                <a:lnTo>
                  <a:pt x="15605" y="67718"/>
                </a:lnTo>
                <a:lnTo>
                  <a:pt x="30416" y="23965"/>
                </a:lnTo>
                <a:lnTo>
                  <a:pt x="54990" y="6731"/>
                </a:lnTo>
                <a:lnTo>
                  <a:pt x="52704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11" name="object 1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23996906"/>
              </p:ext>
            </p:extLst>
          </p:nvPr>
        </p:nvGraphicFramePr>
        <p:xfrm>
          <a:off x="454151" y="2270505"/>
          <a:ext cx="9027415" cy="312356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40460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7400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44880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159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 spc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6350">
                      <a:solidFill>
                        <a:srgbClr val="BEBEBE"/>
                      </a:solidFill>
                      <a:prstDash val="solid"/>
                    </a:lnR>
                    <a:lnT w="12700">
                      <a:solidFill>
                        <a:srgbClr val="183DAF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 spc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BEBEBE"/>
                      </a:solidFill>
                      <a:prstDash val="solid"/>
                    </a:lnL>
                    <a:lnR w="6350">
                      <a:solidFill>
                        <a:srgbClr val="BEBEBE"/>
                      </a:solidFill>
                      <a:prstDash val="solid"/>
                    </a:lnR>
                    <a:lnT w="12700">
                      <a:solidFill>
                        <a:srgbClr val="183DAF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 spc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BEBEBE"/>
                      </a:solidFill>
                      <a:prstDash val="solid"/>
                    </a:lnL>
                    <a:lnT w="12700">
                      <a:solidFill>
                        <a:srgbClr val="183DAF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6230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 spc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6350">
                      <a:solidFill>
                        <a:srgbClr val="BEBEBE"/>
                      </a:solidFill>
                      <a:prstDash val="solid"/>
                    </a:lnR>
                    <a:lnT w="6350">
                      <a:solidFill>
                        <a:srgbClr val="BEBEBE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457834" algn="ctr">
                        <a:lnSpc>
                          <a:spcPct val="100000"/>
                        </a:lnSpc>
                        <a:spcBef>
                          <a:spcPts val="30"/>
                        </a:spcBef>
                      </a:pPr>
                      <a:r>
                        <a:rPr sz="1000" spc="0" dirty="0">
                          <a:latin typeface="Cambria Math"/>
                          <a:cs typeface="Cambria Math"/>
                        </a:rPr>
                        <a:t>𝑛</a:t>
                      </a:r>
                      <a:endParaRPr sz="1000" spc="0">
                        <a:latin typeface="Cambria Math"/>
                        <a:cs typeface="Cambria Math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500"/>
                        </a:spcBef>
                      </a:pPr>
                      <a:r>
                        <a:rPr sz="1400" spc="0" dirty="0">
                          <a:latin typeface="Cambria Math"/>
                          <a:cs typeface="Cambria Math"/>
                        </a:rPr>
                        <a:t>𝐿 = ෍ 𝑦</a:t>
                      </a:r>
                      <a:r>
                        <a:rPr sz="1500" spc="0" baseline="-16666" dirty="0">
                          <a:latin typeface="Cambria Math"/>
                          <a:cs typeface="Cambria Math"/>
                        </a:rPr>
                        <a:t>𝑖 </a:t>
                      </a:r>
                      <a:r>
                        <a:rPr sz="1400" spc="0" dirty="0">
                          <a:latin typeface="Cambria Math"/>
                          <a:cs typeface="Cambria Math"/>
                        </a:rPr>
                        <a:t>− 𝑦ෝ </a:t>
                      </a:r>
                      <a:r>
                        <a:rPr sz="1500" spc="0" baseline="-16666" dirty="0">
                          <a:latin typeface="Cambria Math"/>
                          <a:cs typeface="Cambria Math"/>
                        </a:rPr>
                        <a:t>𝑖 </a:t>
                      </a:r>
                      <a:r>
                        <a:rPr sz="1500" spc="0" baseline="30555" dirty="0">
                          <a:latin typeface="Cambria Math"/>
                          <a:cs typeface="Cambria Math"/>
                        </a:rPr>
                        <a:t>2</a:t>
                      </a:r>
                      <a:endParaRPr sz="1500" spc="0" baseline="30555">
                        <a:latin typeface="Cambria Math"/>
                        <a:cs typeface="Cambria Math"/>
                      </a:endParaRPr>
                    </a:p>
                    <a:p>
                      <a:pPr marR="454659" algn="ctr">
                        <a:lnSpc>
                          <a:spcPct val="100000"/>
                        </a:lnSpc>
                        <a:spcBef>
                          <a:spcPts val="505"/>
                        </a:spcBef>
                      </a:pPr>
                      <a:r>
                        <a:rPr sz="1000" spc="0" dirty="0">
                          <a:latin typeface="Cambria Math"/>
                          <a:cs typeface="Cambria Math"/>
                        </a:rPr>
                        <a:t>𝑖=1</a:t>
                      </a:r>
                      <a:endParaRPr sz="1000" spc="0">
                        <a:latin typeface="Cambria Math"/>
                        <a:cs typeface="Cambria Math"/>
                      </a:endParaRPr>
                    </a:p>
                  </a:txBody>
                  <a:tcPr marL="0" marR="0" marT="3810" marB="0">
                    <a:lnL w="6350">
                      <a:solidFill>
                        <a:srgbClr val="BEBEBE"/>
                      </a:solidFill>
                      <a:prstDash val="solid"/>
                    </a:lnL>
                    <a:lnR w="6350">
                      <a:solidFill>
                        <a:srgbClr val="BEBEBE"/>
                      </a:solidFill>
                      <a:prstDash val="solid"/>
                    </a:lnR>
                    <a:lnT w="6350">
                      <a:solidFill>
                        <a:srgbClr val="BEBEBE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 spc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BEBEBE"/>
                      </a:solidFill>
                      <a:prstDash val="solid"/>
                    </a:lnL>
                    <a:lnT w="6350">
                      <a:solidFill>
                        <a:srgbClr val="BEBEBE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6294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 spc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6350">
                      <a:solidFill>
                        <a:srgbClr val="BEBEBE"/>
                      </a:solidFill>
                      <a:prstDash val="solid"/>
                    </a:lnR>
                    <a:lnT w="6350">
                      <a:solidFill>
                        <a:srgbClr val="BEBEBE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380365" algn="ctr">
                        <a:lnSpc>
                          <a:spcPct val="100000"/>
                        </a:lnSpc>
                        <a:spcBef>
                          <a:spcPts val="30"/>
                        </a:spcBef>
                      </a:pPr>
                      <a:r>
                        <a:rPr sz="1000" spc="0" dirty="0">
                          <a:latin typeface="Cambria Math"/>
                          <a:cs typeface="Cambria Math"/>
                        </a:rPr>
                        <a:t>𝑛</a:t>
                      </a:r>
                      <a:endParaRPr sz="1000" spc="0">
                        <a:latin typeface="Cambria Math"/>
                        <a:cs typeface="Cambria Math"/>
                      </a:endParaRPr>
                    </a:p>
                    <a:p>
                      <a:pPr marR="99060" algn="ctr">
                        <a:lnSpc>
                          <a:spcPct val="100000"/>
                        </a:lnSpc>
                        <a:spcBef>
                          <a:spcPts val="500"/>
                        </a:spcBef>
                      </a:pPr>
                      <a:r>
                        <a:rPr sz="1400" spc="0" dirty="0">
                          <a:latin typeface="Cambria Math"/>
                          <a:cs typeface="Cambria Math"/>
                        </a:rPr>
                        <a:t>𝐿 = ෍ 𝑦</a:t>
                      </a:r>
                      <a:r>
                        <a:rPr sz="1500" spc="0" baseline="-16666" dirty="0">
                          <a:latin typeface="Cambria Math"/>
                          <a:cs typeface="Cambria Math"/>
                        </a:rPr>
                        <a:t>𝑖 </a:t>
                      </a:r>
                      <a:r>
                        <a:rPr sz="1400" spc="0" dirty="0">
                          <a:latin typeface="Cambria Math"/>
                          <a:cs typeface="Cambria Math"/>
                        </a:rPr>
                        <a:t>− 𝑦ෝ </a:t>
                      </a:r>
                      <a:r>
                        <a:rPr sz="1500" spc="0" baseline="-16666" dirty="0">
                          <a:latin typeface="Cambria Math"/>
                          <a:cs typeface="Cambria Math"/>
                        </a:rPr>
                        <a:t>𝑖</a:t>
                      </a:r>
                      <a:endParaRPr sz="1500" spc="0" baseline="-16666">
                        <a:latin typeface="Cambria Math"/>
                        <a:cs typeface="Cambria Math"/>
                      </a:endParaRPr>
                    </a:p>
                    <a:p>
                      <a:pPr marR="377190" algn="ctr">
                        <a:lnSpc>
                          <a:spcPct val="100000"/>
                        </a:lnSpc>
                        <a:spcBef>
                          <a:spcPts val="509"/>
                        </a:spcBef>
                      </a:pPr>
                      <a:r>
                        <a:rPr sz="1000" spc="0" dirty="0">
                          <a:latin typeface="Cambria Math"/>
                          <a:cs typeface="Cambria Math"/>
                        </a:rPr>
                        <a:t>𝑖=1</a:t>
                      </a:r>
                      <a:endParaRPr sz="1000" spc="0">
                        <a:latin typeface="Cambria Math"/>
                        <a:cs typeface="Cambria Math"/>
                      </a:endParaRPr>
                    </a:p>
                  </a:txBody>
                  <a:tcPr marL="0" marR="0" marT="3810" marB="0">
                    <a:lnL w="6350">
                      <a:solidFill>
                        <a:srgbClr val="BEBEBE"/>
                      </a:solidFill>
                      <a:prstDash val="solid"/>
                    </a:lnL>
                    <a:lnR w="6350">
                      <a:solidFill>
                        <a:srgbClr val="BEBEBE"/>
                      </a:solidFill>
                      <a:prstDash val="solid"/>
                    </a:lnR>
                    <a:lnT w="6350">
                      <a:solidFill>
                        <a:srgbClr val="BEBEBE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 spc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BEBEBE"/>
                      </a:solidFill>
                      <a:prstDash val="solid"/>
                    </a:lnL>
                    <a:lnT w="6350">
                      <a:solidFill>
                        <a:srgbClr val="BEBEBE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99794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 spc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6350">
                      <a:solidFill>
                        <a:srgbClr val="BEBEBE"/>
                      </a:solidFill>
                      <a:prstDash val="solid"/>
                    </a:lnR>
                    <a:lnT w="6350">
                      <a:solidFill>
                        <a:srgbClr val="BEBEBE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5"/>
                        </a:spcBef>
                      </a:pPr>
                      <a:endParaRPr sz="800" spc="0" dirty="0">
                        <a:latin typeface="Times New Roman"/>
                        <a:cs typeface="Times New Roman"/>
                      </a:endParaRPr>
                    </a:p>
                    <a:p>
                      <a:pPr marR="2094230" algn="ctr">
                        <a:lnSpc>
                          <a:spcPts val="910"/>
                        </a:lnSpc>
                      </a:pPr>
                      <a:r>
                        <a:rPr sz="1000" spc="0" dirty="0">
                          <a:latin typeface="Cambria Math"/>
                          <a:cs typeface="Cambria Math"/>
                        </a:rPr>
                        <a:t>𝑛</a:t>
                      </a:r>
                    </a:p>
                    <a:p>
                      <a:pPr marL="697230">
                        <a:lnSpc>
                          <a:spcPts val="1090"/>
                        </a:lnSpc>
                      </a:pPr>
                      <a:r>
                        <a:rPr sz="1400" spc="0" dirty="0">
                          <a:latin typeface="Cambria Math"/>
                          <a:cs typeface="Cambria Math"/>
                        </a:rPr>
                        <a:t>1</a:t>
                      </a:r>
                    </a:p>
                    <a:p>
                      <a:pPr marL="200025">
                        <a:lnSpc>
                          <a:spcPts val="1000"/>
                        </a:lnSpc>
                        <a:tabLst>
                          <a:tab pos="829310" algn="l"/>
                          <a:tab pos="2763520" algn="l"/>
                        </a:tabLst>
                      </a:pPr>
                      <a:r>
                        <a:rPr sz="1400" spc="0" dirty="0">
                          <a:latin typeface="Cambria Math"/>
                          <a:cs typeface="Cambria Math"/>
                        </a:rPr>
                        <a:t>𝐿 = −	෍ 𝑦</a:t>
                      </a:r>
                      <a:r>
                        <a:rPr sz="1500" spc="0" baseline="-16666" dirty="0">
                          <a:latin typeface="Cambria Math"/>
                          <a:cs typeface="Cambria Math"/>
                        </a:rPr>
                        <a:t>𝑖 </a:t>
                      </a:r>
                      <a:r>
                        <a:rPr sz="1400" spc="0" dirty="0">
                          <a:latin typeface="Cambria Math"/>
                          <a:cs typeface="Cambria Math"/>
                        </a:rPr>
                        <a:t>𝑙𝑜𝑔  𝑝ෝ </a:t>
                      </a:r>
                      <a:r>
                        <a:rPr sz="1500" spc="0" baseline="-16666" dirty="0">
                          <a:latin typeface="Cambria Math"/>
                          <a:cs typeface="Cambria Math"/>
                        </a:rPr>
                        <a:t>𝑖 </a:t>
                      </a:r>
                      <a:r>
                        <a:rPr sz="1400" spc="0" dirty="0">
                          <a:latin typeface="Cambria Math"/>
                          <a:cs typeface="Cambria Math"/>
                        </a:rPr>
                        <a:t>+ 1 − 𝑦</a:t>
                      </a:r>
                      <a:r>
                        <a:rPr sz="1500" spc="0" baseline="-16666" dirty="0">
                          <a:latin typeface="Cambria Math"/>
                          <a:cs typeface="Cambria Math"/>
                        </a:rPr>
                        <a:t>𝑖	</a:t>
                      </a:r>
                      <a:r>
                        <a:rPr sz="1400" spc="0" dirty="0">
                          <a:latin typeface="Cambria Math"/>
                          <a:cs typeface="Cambria Math"/>
                        </a:rPr>
                        <a:t>𝑙𝑜𝑔(1 − 𝑝ෝ </a:t>
                      </a:r>
                      <a:r>
                        <a:rPr sz="1500" spc="0" baseline="-16666" dirty="0">
                          <a:latin typeface="Cambria Math"/>
                          <a:cs typeface="Cambria Math"/>
                        </a:rPr>
                        <a:t>𝑖</a:t>
                      </a:r>
                      <a:r>
                        <a:rPr sz="1400" spc="0" dirty="0">
                          <a:latin typeface="Cambria Math"/>
                          <a:cs typeface="Cambria Math"/>
                        </a:rPr>
                        <a:t>)</a:t>
                      </a:r>
                    </a:p>
                    <a:p>
                      <a:pPr marL="694055">
                        <a:lnSpc>
                          <a:spcPts val="1095"/>
                        </a:lnSpc>
                      </a:pPr>
                      <a:r>
                        <a:rPr sz="1400" spc="0" dirty="0">
                          <a:latin typeface="Cambria Math"/>
                          <a:cs typeface="Cambria Math"/>
                        </a:rPr>
                        <a:t>𝑛</a:t>
                      </a:r>
                    </a:p>
                    <a:p>
                      <a:pPr marR="2092325" algn="ctr">
                        <a:lnSpc>
                          <a:spcPts val="990"/>
                        </a:lnSpc>
                      </a:pPr>
                      <a:r>
                        <a:rPr sz="1000" spc="0" dirty="0">
                          <a:latin typeface="Cambria Math"/>
                          <a:cs typeface="Cambria Math"/>
                        </a:rPr>
                        <a:t>𝑖=1</a:t>
                      </a:r>
                    </a:p>
                  </a:txBody>
                  <a:tcPr marL="0" marR="0" marT="5715" marB="0">
                    <a:lnL w="6350">
                      <a:solidFill>
                        <a:srgbClr val="BEBEBE"/>
                      </a:solidFill>
                      <a:prstDash val="solid"/>
                    </a:lnL>
                    <a:lnR w="6350">
                      <a:solidFill>
                        <a:srgbClr val="BEBEBE"/>
                      </a:solidFill>
                      <a:prstDash val="solid"/>
                    </a:lnR>
                    <a:lnT w="6350">
                      <a:solidFill>
                        <a:srgbClr val="BEBEBE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 spc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BEBEBE"/>
                      </a:solidFill>
                      <a:prstDash val="solid"/>
                    </a:lnL>
                    <a:lnT w="6350">
                      <a:solidFill>
                        <a:srgbClr val="BEBEBE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8262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 spc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6350">
                      <a:solidFill>
                        <a:srgbClr val="BEBEBE"/>
                      </a:solidFill>
                      <a:prstDash val="solid"/>
                    </a:lnR>
                    <a:lnT w="6350">
                      <a:solidFill>
                        <a:srgbClr val="BEBEBE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383540" algn="ctr">
                        <a:lnSpc>
                          <a:spcPts val="910"/>
                        </a:lnSpc>
                        <a:spcBef>
                          <a:spcPts val="175"/>
                        </a:spcBef>
                        <a:tabLst>
                          <a:tab pos="264795" algn="l"/>
                        </a:tabLst>
                      </a:pPr>
                      <a:r>
                        <a:rPr sz="1000" spc="0" dirty="0">
                          <a:latin typeface="Cambria Math"/>
                          <a:cs typeface="Cambria Math"/>
                        </a:rPr>
                        <a:t>𝑛	𝐾</a:t>
                      </a:r>
                      <a:endParaRPr sz="1000" spc="0">
                        <a:latin typeface="Cambria Math"/>
                        <a:cs typeface="Cambria Math"/>
                      </a:endParaRPr>
                    </a:p>
                    <a:p>
                      <a:pPr marR="1058545" algn="ctr">
                        <a:lnSpc>
                          <a:spcPts val="1090"/>
                        </a:lnSpc>
                      </a:pPr>
                      <a:r>
                        <a:rPr sz="1400" spc="0" dirty="0">
                          <a:latin typeface="Cambria Math"/>
                          <a:cs typeface="Cambria Math"/>
                        </a:rPr>
                        <a:t>1</a:t>
                      </a:r>
                      <a:endParaRPr sz="1400" spc="0">
                        <a:latin typeface="Cambria Math"/>
                        <a:cs typeface="Cambria Math"/>
                      </a:endParaRPr>
                    </a:p>
                    <a:p>
                      <a:pPr marR="114935" algn="ctr">
                        <a:lnSpc>
                          <a:spcPts val="1000"/>
                        </a:lnSpc>
                        <a:tabLst>
                          <a:tab pos="629285" algn="l"/>
                        </a:tabLst>
                      </a:pPr>
                      <a:r>
                        <a:rPr sz="1400" spc="0" dirty="0">
                          <a:latin typeface="Cambria Math"/>
                          <a:cs typeface="Cambria Math"/>
                        </a:rPr>
                        <a:t>𝐿 = −	෍ ෍ 𝑦</a:t>
                      </a:r>
                      <a:r>
                        <a:rPr sz="1500" spc="0" baseline="-16666" dirty="0">
                          <a:latin typeface="Cambria Math"/>
                          <a:cs typeface="Cambria Math"/>
                        </a:rPr>
                        <a:t>𝑖𝑘 </a:t>
                      </a:r>
                      <a:r>
                        <a:rPr sz="1400" spc="0" dirty="0">
                          <a:latin typeface="Cambria Math"/>
                          <a:cs typeface="Cambria Math"/>
                        </a:rPr>
                        <a:t>𝑙𝑜𝑔 𝑝ෝ </a:t>
                      </a:r>
                      <a:r>
                        <a:rPr sz="1500" spc="0" baseline="-16666" dirty="0">
                          <a:latin typeface="Cambria Math"/>
                          <a:cs typeface="Cambria Math"/>
                        </a:rPr>
                        <a:t>𝑖𝑘</a:t>
                      </a:r>
                      <a:endParaRPr sz="1500" spc="0" baseline="-16666">
                        <a:latin typeface="Cambria Math"/>
                        <a:cs typeface="Cambria Math"/>
                      </a:endParaRPr>
                    </a:p>
                    <a:p>
                      <a:pPr marR="1061085" algn="ctr">
                        <a:lnSpc>
                          <a:spcPts val="1095"/>
                        </a:lnSpc>
                      </a:pPr>
                      <a:r>
                        <a:rPr sz="1400" spc="0" dirty="0">
                          <a:latin typeface="Cambria Math"/>
                          <a:cs typeface="Cambria Math"/>
                        </a:rPr>
                        <a:t>𝑛</a:t>
                      </a:r>
                      <a:endParaRPr sz="1400" spc="0">
                        <a:latin typeface="Cambria Math"/>
                        <a:cs typeface="Cambria Math"/>
                      </a:endParaRPr>
                    </a:p>
                    <a:p>
                      <a:pPr marR="368300" algn="ctr">
                        <a:lnSpc>
                          <a:spcPts val="990"/>
                        </a:lnSpc>
                      </a:pPr>
                      <a:r>
                        <a:rPr sz="1000" spc="0" dirty="0">
                          <a:latin typeface="Cambria Math"/>
                          <a:cs typeface="Cambria Math"/>
                        </a:rPr>
                        <a:t>𝑖=1 𝑘=1</a:t>
                      </a:r>
                      <a:endParaRPr sz="1000" spc="0">
                        <a:latin typeface="Cambria Math"/>
                        <a:cs typeface="Cambria Math"/>
                      </a:endParaRPr>
                    </a:p>
                  </a:txBody>
                  <a:tcPr marL="0" marR="0" marT="22225" marB="0">
                    <a:lnL w="6350">
                      <a:solidFill>
                        <a:srgbClr val="BEBEBE"/>
                      </a:solidFill>
                      <a:prstDash val="solid"/>
                    </a:lnL>
                    <a:lnR w="6350">
                      <a:solidFill>
                        <a:srgbClr val="BEBEBE"/>
                      </a:solidFill>
                      <a:prstDash val="solid"/>
                    </a:lnR>
                    <a:lnT w="6350">
                      <a:solidFill>
                        <a:srgbClr val="BEBEBE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 spc="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BEBEBE"/>
                      </a:solidFill>
                      <a:prstDash val="solid"/>
                    </a:lnL>
                    <a:lnT w="6350">
                      <a:solidFill>
                        <a:srgbClr val="BEBEBE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pic>
        <p:nvPicPr>
          <p:cNvPr id="12" name="object 12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204417" y="2321814"/>
            <a:ext cx="348030" cy="109727"/>
          </a:xfrm>
          <a:prstGeom prst="rect">
            <a:avLst/>
          </a:prstGeom>
        </p:spPr>
      </p:pic>
      <p:pic>
        <p:nvPicPr>
          <p:cNvPr id="13" name="object 13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3802888" y="2315845"/>
            <a:ext cx="487299" cy="115824"/>
          </a:xfrm>
          <a:prstGeom prst="rect">
            <a:avLst/>
          </a:prstGeom>
        </p:spPr>
      </p:pic>
      <p:pic>
        <p:nvPicPr>
          <p:cNvPr id="14" name="object 14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7174610" y="2320544"/>
            <a:ext cx="1040892" cy="138937"/>
          </a:xfrm>
          <a:prstGeom prst="rect">
            <a:avLst/>
          </a:prstGeom>
        </p:spPr>
      </p:pic>
      <p:grpSp>
        <p:nvGrpSpPr>
          <p:cNvPr id="15" name="object 15"/>
          <p:cNvGrpSpPr/>
          <p:nvPr/>
        </p:nvGrpSpPr>
        <p:grpSpPr>
          <a:xfrm>
            <a:off x="1008951" y="2652902"/>
            <a:ext cx="735330" cy="340360"/>
            <a:chOff x="1008951" y="2652902"/>
            <a:chExt cx="735330" cy="340360"/>
          </a:xfrm>
        </p:grpSpPr>
        <p:pic>
          <p:nvPicPr>
            <p:cNvPr id="16" name="object 16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008951" y="2652902"/>
              <a:ext cx="735012" cy="155448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1120520" y="2851022"/>
              <a:ext cx="508127" cy="141859"/>
            </a:xfrm>
            <a:prstGeom prst="rect">
              <a:avLst/>
            </a:prstGeom>
          </p:spPr>
        </p:pic>
      </p:grpSp>
      <p:grpSp>
        <p:nvGrpSpPr>
          <p:cNvPr id="18" name="object 18"/>
          <p:cNvGrpSpPr/>
          <p:nvPr/>
        </p:nvGrpSpPr>
        <p:grpSpPr>
          <a:xfrm>
            <a:off x="7369047" y="2762630"/>
            <a:ext cx="650875" cy="125730"/>
            <a:chOff x="7369047" y="2762630"/>
            <a:chExt cx="650875" cy="125730"/>
          </a:xfrm>
        </p:grpSpPr>
        <p:pic>
          <p:nvPicPr>
            <p:cNvPr id="19" name="object 19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7369047" y="2762630"/>
              <a:ext cx="379095" cy="125730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7764652" y="2809747"/>
              <a:ext cx="202183" cy="78612"/>
            </a:xfrm>
            <a:prstGeom prst="rect">
              <a:avLst/>
            </a:prstGeom>
          </p:spPr>
        </p:pic>
        <p:pic>
          <p:nvPicPr>
            <p:cNvPr id="21" name="object 21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7984616" y="2762630"/>
              <a:ext cx="34798" cy="39497"/>
            </a:xfrm>
            <a:prstGeom prst="rect">
              <a:avLst/>
            </a:prstGeom>
          </p:spPr>
        </p:pic>
      </p:grpSp>
      <p:pic>
        <p:nvPicPr>
          <p:cNvPr id="22" name="object 22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998347" y="3315589"/>
            <a:ext cx="751713" cy="126491"/>
          </a:xfrm>
          <a:prstGeom prst="rect">
            <a:avLst/>
          </a:prstGeom>
        </p:spPr>
      </p:pic>
      <p:pic>
        <p:nvPicPr>
          <p:cNvPr id="23" name="object 23"/>
          <p:cNvPicPr/>
          <p:nvPr/>
        </p:nvPicPr>
        <p:blipFill>
          <a:blip r:embed="rId14" cstate="print"/>
          <a:stretch>
            <a:fillRect/>
          </a:stretch>
        </p:blipFill>
        <p:spPr>
          <a:xfrm>
            <a:off x="1137285" y="3513963"/>
            <a:ext cx="476123" cy="141986"/>
          </a:xfrm>
          <a:prstGeom prst="rect">
            <a:avLst/>
          </a:prstGeom>
        </p:spPr>
      </p:pic>
      <p:sp>
        <p:nvSpPr>
          <p:cNvPr id="24" name="object 24"/>
          <p:cNvSpPr/>
          <p:nvPr/>
        </p:nvSpPr>
        <p:spPr>
          <a:xfrm>
            <a:off x="4613021" y="3420490"/>
            <a:ext cx="13970" cy="162560"/>
          </a:xfrm>
          <a:custGeom>
            <a:avLst/>
            <a:gdLst/>
            <a:ahLst/>
            <a:cxnLst/>
            <a:rect l="l" t="t" r="r" b="b"/>
            <a:pathLst>
              <a:path w="13970" h="162560">
                <a:moveTo>
                  <a:pt x="13462" y="0"/>
                </a:moveTo>
                <a:lnTo>
                  <a:pt x="0" y="0"/>
                </a:lnTo>
                <a:lnTo>
                  <a:pt x="0" y="162051"/>
                </a:lnTo>
                <a:lnTo>
                  <a:pt x="13462" y="162051"/>
                </a:lnTo>
                <a:lnTo>
                  <a:pt x="13462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25" name="object 25"/>
          <p:cNvGrpSpPr/>
          <p:nvPr/>
        </p:nvGrpSpPr>
        <p:grpSpPr>
          <a:xfrm>
            <a:off x="7369047" y="3425571"/>
            <a:ext cx="650875" cy="126364"/>
            <a:chOff x="7369047" y="3425571"/>
            <a:chExt cx="650875" cy="126364"/>
          </a:xfrm>
        </p:grpSpPr>
        <p:pic>
          <p:nvPicPr>
            <p:cNvPr id="26" name="object 26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7369047" y="3425571"/>
              <a:ext cx="379095" cy="125856"/>
            </a:xfrm>
            <a:prstGeom prst="rect">
              <a:avLst/>
            </a:prstGeom>
          </p:spPr>
        </p:pic>
        <p:pic>
          <p:nvPicPr>
            <p:cNvPr id="27" name="object 27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7764652" y="3472688"/>
              <a:ext cx="202183" cy="79121"/>
            </a:xfrm>
            <a:prstGeom prst="rect">
              <a:avLst/>
            </a:prstGeom>
          </p:spPr>
        </p:pic>
        <p:pic>
          <p:nvPicPr>
            <p:cNvPr id="28" name="object 28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7984616" y="3425571"/>
              <a:ext cx="34798" cy="39624"/>
            </a:xfrm>
            <a:prstGeom prst="rect">
              <a:avLst/>
            </a:prstGeom>
          </p:spPr>
        </p:pic>
      </p:grpSp>
      <p:grpSp>
        <p:nvGrpSpPr>
          <p:cNvPr id="29" name="object 29"/>
          <p:cNvGrpSpPr/>
          <p:nvPr/>
        </p:nvGrpSpPr>
        <p:grpSpPr>
          <a:xfrm>
            <a:off x="1017079" y="4097528"/>
            <a:ext cx="721360" cy="353695"/>
            <a:chOff x="1017079" y="4097528"/>
            <a:chExt cx="721360" cy="353695"/>
          </a:xfrm>
        </p:grpSpPr>
        <p:pic>
          <p:nvPicPr>
            <p:cNvPr id="30" name="object 30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1216723" y="4097528"/>
              <a:ext cx="321627" cy="155448"/>
            </a:xfrm>
            <a:prstGeom prst="rect">
              <a:avLst/>
            </a:prstGeom>
          </p:spPr>
        </p:pic>
        <p:pic>
          <p:nvPicPr>
            <p:cNvPr id="31" name="object 31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1017079" y="4295648"/>
              <a:ext cx="720915" cy="155447"/>
            </a:xfrm>
            <a:prstGeom prst="rect">
              <a:avLst/>
            </a:prstGeom>
          </p:spPr>
        </p:pic>
      </p:grpSp>
      <p:grpSp>
        <p:nvGrpSpPr>
          <p:cNvPr id="32" name="object 32"/>
          <p:cNvGrpSpPr/>
          <p:nvPr/>
        </p:nvGrpSpPr>
        <p:grpSpPr>
          <a:xfrm>
            <a:off x="6936231" y="4207255"/>
            <a:ext cx="1514475" cy="158750"/>
            <a:chOff x="6936231" y="4207255"/>
            <a:chExt cx="1514475" cy="158750"/>
          </a:xfrm>
        </p:grpSpPr>
        <p:pic>
          <p:nvPicPr>
            <p:cNvPr id="33" name="object 33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6936231" y="4207255"/>
              <a:ext cx="379095" cy="125730"/>
            </a:xfrm>
            <a:prstGeom prst="rect">
              <a:avLst/>
            </a:prstGeom>
          </p:spPr>
        </p:pic>
        <p:pic>
          <p:nvPicPr>
            <p:cNvPr id="34" name="object 34"/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7331836" y="4207255"/>
              <a:ext cx="1118870" cy="158750"/>
            </a:xfrm>
            <a:prstGeom prst="rect">
              <a:avLst/>
            </a:prstGeom>
          </p:spPr>
        </p:pic>
      </p:grpSp>
      <p:grpSp>
        <p:nvGrpSpPr>
          <p:cNvPr id="35" name="object 35"/>
          <p:cNvGrpSpPr/>
          <p:nvPr/>
        </p:nvGrpSpPr>
        <p:grpSpPr>
          <a:xfrm>
            <a:off x="1094803" y="4889119"/>
            <a:ext cx="559435" cy="126364"/>
            <a:chOff x="1094803" y="4889119"/>
            <a:chExt cx="559435" cy="126364"/>
          </a:xfrm>
        </p:grpSpPr>
        <p:pic>
          <p:nvPicPr>
            <p:cNvPr id="36" name="object 36"/>
            <p:cNvPicPr/>
            <p:nvPr/>
          </p:nvPicPr>
          <p:blipFill>
            <a:blip r:embed="rId22" cstate="print"/>
            <a:stretch>
              <a:fillRect/>
            </a:stretch>
          </p:blipFill>
          <p:spPr>
            <a:xfrm>
              <a:off x="1094803" y="4889119"/>
              <a:ext cx="226504" cy="126237"/>
            </a:xfrm>
            <a:prstGeom prst="rect">
              <a:avLst/>
            </a:prstGeom>
          </p:spPr>
        </p:pic>
        <p:pic>
          <p:nvPicPr>
            <p:cNvPr id="37" name="object 37"/>
            <p:cNvPicPr/>
            <p:nvPr/>
          </p:nvPicPr>
          <p:blipFill>
            <a:blip r:embed="rId23" cstate="print"/>
            <a:stretch>
              <a:fillRect/>
            </a:stretch>
          </p:blipFill>
          <p:spPr>
            <a:xfrm>
              <a:off x="1337818" y="4961830"/>
              <a:ext cx="33111" cy="9965"/>
            </a:xfrm>
            <a:prstGeom prst="rect">
              <a:avLst/>
            </a:prstGeom>
          </p:spPr>
        </p:pic>
        <p:pic>
          <p:nvPicPr>
            <p:cNvPr id="38" name="object 38"/>
            <p:cNvPicPr/>
            <p:nvPr/>
          </p:nvPicPr>
          <p:blipFill>
            <a:blip r:embed="rId24" cstate="print"/>
            <a:stretch>
              <a:fillRect/>
            </a:stretch>
          </p:blipFill>
          <p:spPr>
            <a:xfrm>
              <a:off x="1388999" y="4889119"/>
              <a:ext cx="264794" cy="126237"/>
            </a:xfrm>
            <a:prstGeom prst="rect">
              <a:avLst/>
            </a:prstGeom>
          </p:spPr>
        </p:pic>
      </p:grpSp>
      <p:pic>
        <p:nvPicPr>
          <p:cNvPr id="39" name="object 39"/>
          <p:cNvPicPr/>
          <p:nvPr/>
        </p:nvPicPr>
        <p:blipFill>
          <a:blip r:embed="rId25" cstate="print"/>
          <a:stretch>
            <a:fillRect/>
          </a:stretch>
        </p:blipFill>
        <p:spPr>
          <a:xfrm>
            <a:off x="1017079" y="5087239"/>
            <a:ext cx="720915" cy="155321"/>
          </a:xfrm>
          <a:prstGeom prst="rect">
            <a:avLst/>
          </a:prstGeom>
        </p:spPr>
      </p:pic>
      <p:grpSp>
        <p:nvGrpSpPr>
          <p:cNvPr id="40" name="object 40"/>
          <p:cNvGrpSpPr/>
          <p:nvPr/>
        </p:nvGrpSpPr>
        <p:grpSpPr>
          <a:xfrm>
            <a:off x="6806692" y="4998846"/>
            <a:ext cx="1774189" cy="158750"/>
            <a:chOff x="6806692" y="4998846"/>
            <a:chExt cx="1774189" cy="158750"/>
          </a:xfrm>
        </p:grpSpPr>
        <p:pic>
          <p:nvPicPr>
            <p:cNvPr id="41" name="object 41"/>
            <p:cNvPicPr/>
            <p:nvPr/>
          </p:nvPicPr>
          <p:blipFill>
            <a:blip r:embed="rId26" cstate="print"/>
            <a:stretch>
              <a:fillRect/>
            </a:stretch>
          </p:blipFill>
          <p:spPr>
            <a:xfrm>
              <a:off x="6806692" y="4998846"/>
              <a:ext cx="379222" cy="125729"/>
            </a:xfrm>
            <a:prstGeom prst="rect">
              <a:avLst/>
            </a:prstGeom>
          </p:spPr>
        </p:pic>
        <p:pic>
          <p:nvPicPr>
            <p:cNvPr id="42" name="object 42"/>
            <p:cNvPicPr/>
            <p:nvPr/>
          </p:nvPicPr>
          <p:blipFill>
            <a:blip r:embed="rId27" cstate="print"/>
            <a:stretch>
              <a:fillRect/>
            </a:stretch>
          </p:blipFill>
          <p:spPr>
            <a:xfrm>
              <a:off x="7202297" y="4998846"/>
              <a:ext cx="1378077" cy="158622"/>
            </a:xfrm>
            <a:prstGeom prst="rect">
              <a:avLst/>
            </a:prstGeom>
          </p:spPr>
        </p:pic>
      </p:grpSp>
      <p:sp>
        <p:nvSpPr>
          <p:cNvPr id="43" name="object 43"/>
          <p:cNvSpPr txBox="1"/>
          <p:nvPr/>
        </p:nvSpPr>
        <p:spPr>
          <a:xfrm>
            <a:off x="437489" y="431419"/>
            <a:ext cx="164211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FFFFFF"/>
                </a:solidFill>
                <a:latin typeface="Ebrima"/>
                <a:cs typeface="Ebrima"/>
              </a:rPr>
              <a:t>3.2.</a:t>
            </a:r>
            <a:r>
              <a:rPr sz="1800" spc="-15" dirty="0">
                <a:solidFill>
                  <a:srgbClr val="FFFFFF"/>
                </a:solidFill>
                <a:latin typeface="Ebrima"/>
                <a:cs typeface="Ebrima"/>
              </a:rPr>
              <a:t> </a:t>
            </a:r>
            <a:r>
              <a:rPr sz="1800" dirty="0">
                <a:solidFill>
                  <a:srgbClr val="FFFFFF"/>
                </a:solidFill>
                <a:latin typeface="Ebrima"/>
                <a:cs typeface="Ebrima"/>
              </a:rPr>
              <a:t>Keras</a:t>
            </a:r>
            <a:r>
              <a:rPr sz="1800" spc="-10" dirty="0">
                <a:solidFill>
                  <a:srgbClr val="FFFFFF"/>
                </a:solidFill>
                <a:latin typeface="Ebrima"/>
                <a:cs typeface="Ebrima"/>
              </a:rPr>
              <a:t> Basics</a:t>
            </a:r>
            <a:endParaRPr sz="1800">
              <a:latin typeface="Ebrima"/>
              <a:cs typeface="Ebrima"/>
            </a:endParaRPr>
          </a:p>
        </p:txBody>
      </p:sp>
      <p:sp>
        <p:nvSpPr>
          <p:cNvPr id="44" name="object 44"/>
          <p:cNvSpPr txBox="1"/>
          <p:nvPr/>
        </p:nvSpPr>
        <p:spPr>
          <a:xfrm>
            <a:off x="8671941" y="463677"/>
            <a:ext cx="80962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dirty="0">
                <a:solidFill>
                  <a:srgbClr val="D9D9D9"/>
                </a:solidFill>
                <a:latin typeface="Ebrima"/>
                <a:cs typeface="Ebrima"/>
              </a:rPr>
              <a:t>UNIT</a:t>
            </a:r>
            <a:r>
              <a:rPr sz="1600" spc="400" dirty="0">
                <a:solidFill>
                  <a:srgbClr val="D9D9D9"/>
                </a:solidFill>
                <a:latin typeface="Ebrima"/>
                <a:cs typeface="Ebrima"/>
              </a:rPr>
              <a:t> </a:t>
            </a:r>
            <a:r>
              <a:rPr sz="1600" spc="-35" dirty="0">
                <a:solidFill>
                  <a:srgbClr val="D9D9D9"/>
                </a:solidFill>
                <a:latin typeface="Ebrima"/>
                <a:cs typeface="Ebrima"/>
              </a:rPr>
              <a:t>03</a:t>
            </a:r>
            <a:endParaRPr sz="1600">
              <a:latin typeface="Ebrima"/>
              <a:cs typeface="Ebrima"/>
            </a:endParaRPr>
          </a:p>
        </p:txBody>
      </p:sp>
      <p:sp>
        <p:nvSpPr>
          <p:cNvPr id="45" name="object 45"/>
          <p:cNvSpPr/>
          <p:nvPr/>
        </p:nvSpPr>
        <p:spPr>
          <a:xfrm>
            <a:off x="559308" y="1440180"/>
            <a:ext cx="36830" cy="180340"/>
          </a:xfrm>
          <a:custGeom>
            <a:avLst/>
            <a:gdLst/>
            <a:ahLst/>
            <a:cxnLst/>
            <a:rect l="l" t="t" r="r" b="b"/>
            <a:pathLst>
              <a:path w="36829" h="180340">
                <a:moveTo>
                  <a:pt x="36576" y="0"/>
                </a:moveTo>
                <a:lnTo>
                  <a:pt x="0" y="0"/>
                </a:lnTo>
                <a:lnTo>
                  <a:pt x="0" y="179832"/>
                </a:lnTo>
                <a:lnTo>
                  <a:pt x="36576" y="179832"/>
                </a:lnTo>
                <a:lnTo>
                  <a:pt x="36576" y="0"/>
                </a:lnTo>
                <a:close/>
              </a:path>
            </a:pathLst>
          </a:custGeom>
          <a:solidFill>
            <a:srgbClr val="183DAF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46" name="object 46"/>
          <p:cNvPicPr/>
          <p:nvPr/>
        </p:nvPicPr>
        <p:blipFill>
          <a:blip r:embed="rId28" cstate="print"/>
          <a:stretch>
            <a:fillRect/>
          </a:stretch>
        </p:blipFill>
        <p:spPr>
          <a:xfrm>
            <a:off x="719327" y="1464563"/>
            <a:ext cx="1652777" cy="159258"/>
          </a:xfrm>
          <a:prstGeom prst="rect">
            <a:avLst/>
          </a:prstGeom>
        </p:spPr>
      </p:pic>
      <p:pic>
        <p:nvPicPr>
          <p:cNvPr id="47" name="object 47"/>
          <p:cNvPicPr/>
          <p:nvPr/>
        </p:nvPicPr>
        <p:blipFill>
          <a:blip r:embed="rId29" cstate="print"/>
          <a:stretch>
            <a:fillRect/>
          </a:stretch>
        </p:blipFill>
        <p:spPr>
          <a:xfrm>
            <a:off x="710183" y="1805939"/>
            <a:ext cx="2884169" cy="162305"/>
          </a:xfrm>
          <a:prstGeom prst="rect">
            <a:avLst/>
          </a:prstGeom>
        </p:spPr>
      </p:pic>
    </p:spTree>
  </p:cSld>
  <p:clrMapOvr>
    <a:masterClrMapping/>
  </p:clrMapOvr>
</p:sld>
</file>

<file path=ppt/slides/slide1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342278" y="6524434"/>
            <a:ext cx="108806" cy="90487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54151" y="6527292"/>
            <a:ext cx="1794510" cy="142494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862571" y="6521195"/>
            <a:ext cx="2327910" cy="118110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437489" y="431419"/>
            <a:ext cx="164211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FFFFFF"/>
                </a:solidFill>
                <a:latin typeface="Ebrima"/>
                <a:cs typeface="Ebrima"/>
              </a:rPr>
              <a:t>3.2.</a:t>
            </a:r>
            <a:r>
              <a:rPr sz="1800" spc="-15" dirty="0">
                <a:solidFill>
                  <a:srgbClr val="FFFFFF"/>
                </a:solidFill>
                <a:latin typeface="Ebrima"/>
                <a:cs typeface="Ebrima"/>
              </a:rPr>
              <a:t> </a:t>
            </a:r>
            <a:r>
              <a:rPr sz="1800" dirty="0">
                <a:solidFill>
                  <a:srgbClr val="FFFFFF"/>
                </a:solidFill>
                <a:latin typeface="Ebrima"/>
                <a:cs typeface="Ebrima"/>
              </a:rPr>
              <a:t>Keras</a:t>
            </a:r>
            <a:r>
              <a:rPr sz="1800" spc="-10" dirty="0">
                <a:solidFill>
                  <a:srgbClr val="FFFFFF"/>
                </a:solidFill>
                <a:latin typeface="Ebrima"/>
                <a:cs typeface="Ebrima"/>
              </a:rPr>
              <a:t> Basics</a:t>
            </a:r>
            <a:endParaRPr sz="1800">
              <a:latin typeface="Ebrima"/>
              <a:cs typeface="Ebrim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8671941" y="463677"/>
            <a:ext cx="80962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dirty="0">
                <a:solidFill>
                  <a:srgbClr val="D9D9D9"/>
                </a:solidFill>
                <a:latin typeface="Ebrima"/>
                <a:cs typeface="Ebrima"/>
              </a:rPr>
              <a:t>UNIT</a:t>
            </a:r>
            <a:r>
              <a:rPr sz="1600" spc="400" dirty="0">
                <a:solidFill>
                  <a:srgbClr val="D9D9D9"/>
                </a:solidFill>
                <a:latin typeface="Ebrima"/>
                <a:cs typeface="Ebrima"/>
              </a:rPr>
              <a:t> </a:t>
            </a:r>
            <a:r>
              <a:rPr sz="1600" spc="-35" dirty="0">
                <a:solidFill>
                  <a:srgbClr val="D9D9D9"/>
                </a:solidFill>
                <a:latin typeface="Ebrima"/>
                <a:cs typeface="Ebrima"/>
              </a:rPr>
              <a:t>03</a:t>
            </a:r>
            <a:endParaRPr sz="1600">
              <a:latin typeface="Ebrima"/>
              <a:cs typeface="Ebrima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559308" y="1440180"/>
            <a:ext cx="36830" cy="180340"/>
          </a:xfrm>
          <a:custGeom>
            <a:avLst/>
            <a:gdLst/>
            <a:ahLst/>
            <a:cxnLst/>
            <a:rect l="l" t="t" r="r" b="b"/>
            <a:pathLst>
              <a:path w="36829" h="180340">
                <a:moveTo>
                  <a:pt x="36576" y="0"/>
                </a:moveTo>
                <a:lnTo>
                  <a:pt x="0" y="0"/>
                </a:lnTo>
                <a:lnTo>
                  <a:pt x="0" y="179832"/>
                </a:lnTo>
                <a:lnTo>
                  <a:pt x="36576" y="179832"/>
                </a:lnTo>
                <a:lnTo>
                  <a:pt x="36576" y="0"/>
                </a:lnTo>
                <a:close/>
              </a:path>
            </a:pathLst>
          </a:custGeom>
          <a:solidFill>
            <a:srgbClr val="183DAF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8" name="object 8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719327" y="1464563"/>
            <a:ext cx="1579625" cy="174498"/>
          </a:xfrm>
          <a:prstGeom prst="rect">
            <a:avLst/>
          </a:prstGeom>
        </p:spPr>
      </p:pic>
      <p:graphicFrame>
        <p:nvGraphicFramePr>
          <p:cNvPr id="9" name="object 9"/>
          <p:cNvGraphicFramePr>
            <a:graphicFrameLocks noGrp="1"/>
          </p:cNvGraphicFramePr>
          <p:nvPr/>
        </p:nvGraphicFramePr>
        <p:xfrm>
          <a:off x="703262" y="1838451"/>
          <a:ext cx="8633459" cy="276987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3436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8180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00799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159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6350">
                      <a:solidFill>
                        <a:srgbClr val="BEBEBE"/>
                      </a:solidFill>
                      <a:prstDash val="solid"/>
                    </a:lnR>
                    <a:lnT w="12700">
                      <a:solidFill>
                        <a:srgbClr val="183DAF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BEBEBE"/>
                      </a:solidFill>
                      <a:prstDash val="solid"/>
                    </a:lnL>
                    <a:lnR w="6350">
                      <a:solidFill>
                        <a:srgbClr val="BEBEBE"/>
                      </a:solidFill>
                      <a:prstDash val="solid"/>
                    </a:lnR>
                    <a:lnT w="12700">
                      <a:solidFill>
                        <a:srgbClr val="183DAF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BEBEBE"/>
                      </a:solidFill>
                      <a:prstDash val="solid"/>
                    </a:lnL>
                    <a:lnT w="12700">
                      <a:solidFill>
                        <a:srgbClr val="183DAF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5153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6350">
                      <a:solidFill>
                        <a:srgbClr val="BEBEBE"/>
                      </a:solidFill>
                      <a:prstDash val="solid"/>
                    </a:lnR>
                    <a:lnT w="6350">
                      <a:solidFill>
                        <a:srgbClr val="BEBEBE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BEBEBE"/>
                      </a:solidFill>
                      <a:prstDash val="solid"/>
                    </a:lnL>
                    <a:lnR w="6350">
                      <a:solidFill>
                        <a:srgbClr val="BEBEBE"/>
                      </a:solidFill>
                      <a:prstDash val="solid"/>
                    </a:lnR>
                    <a:lnT w="6350">
                      <a:solidFill>
                        <a:srgbClr val="BEBEBE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BEBEBE"/>
                      </a:solidFill>
                      <a:prstDash val="solid"/>
                    </a:lnL>
                    <a:lnT w="6350">
                      <a:solidFill>
                        <a:srgbClr val="BEBEBE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384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6350">
                      <a:solidFill>
                        <a:srgbClr val="BEBEBE"/>
                      </a:solidFill>
                      <a:prstDash val="solid"/>
                    </a:lnR>
                    <a:lnT w="6350">
                      <a:solidFill>
                        <a:srgbClr val="BEBEBE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BEBEBE"/>
                      </a:solidFill>
                      <a:prstDash val="solid"/>
                    </a:lnL>
                    <a:lnR w="6350">
                      <a:solidFill>
                        <a:srgbClr val="BEBEBE"/>
                      </a:solidFill>
                      <a:prstDash val="solid"/>
                    </a:lnR>
                    <a:lnT w="6350">
                      <a:solidFill>
                        <a:srgbClr val="BEBEBE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BEBEBE"/>
                      </a:solidFill>
                      <a:prstDash val="solid"/>
                    </a:lnL>
                    <a:lnT w="6350">
                      <a:solidFill>
                        <a:srgbClr val="BEBEBE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769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6350">
                      <a:solidFill>
                        <a:srgbClr val="BEBEBE"/>
                      </a:solidFill>
                      <a:prstDash val="solid"/>
                    </a:lnR>
                    <a:lnT w="6350">
                      <a:solidFill>
                        <a:srgbClr val="BEBEBE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BEBEBE"/>
                      </a:solidFill>
                      <a:prstDash val="solid"/>
                    </a:lnL>
                    <a:lnR w="6350">
                      <a:solidFill>
                        <a:srgbClr val="BEBEBE"/>
                      </a:solidFill>
                      <a:prstDash val="solid"/>
                    </a:lnR>
                    <a:lnT w="6350">
                      <a:solidFill>
                        <a:srgbClr val="BEBEBE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BEBEBE"/>
                      </a:solidFill>
                      <a:prstDash val="solid"/>
                    </a:lnL>
                    <a:lnT w="6350">
                      <a:solidFill>
                        <a:srgbClr val="BEBEBE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384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6350">
                      <a:solidFill>
                        <a:srgbClr val="BEBEBE"/>
                      </a:solidFill>
                      <a:prstDash val="solid"/>
                    </a:lnR>
                    <a:lnT w="6350">
                      <a:solidFill>
                        <a:srgbClr val="BEBEBE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BEBEBE"/>
                      </a:solidFill>
                      <a:prstDash val="solid"/>
                    </a:lnL>
                    <a:lnR w="6350">
                      <a:solidFill>
                        <a:srgbClr val="BEBEBE"/>
                      </a:solidFill>
                      <a:prstDash val="solid"/>
                    </a:lnR>
                    <a:lnT w="6350">
                      <a:solidFill>
                        <a:srgbClr val="BEBEBE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BEBEBE"/>
                      </a:solidFill>
                      <a:prstDash val="solid"/>
                    </a:lnL>
                    <a:lnT w="6350">
                      <a:solidFill>
                        <a:srgbClr val="BEBEBE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8321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6350">
                      <a:solidFill>
                        <a:srgbClr val="BEBEBE"/>
                      </a:solidFill>
                      <a:prstDash val="solid"/>
                    </a:lnR>
                    <a:lnT w="6350">
                      <a:solidFill>
                        <a:srgbClr val="BEBEBE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BEBEBE"/>
                      </a:solidFill>
                      <a:prstDash val="solid"/>
                    </a:lnL>
                    <a:lnR w="6350">
                      <a:solidFill>
                        <a:srgbClr val="BEBEBE"/>
                      </a:solidFill>
                      <a:prstDash val="solid"/>
                    </a:lnR>
                    <a:lnT w="6350">
                      <a:solidFill>
                        <a:srgbClr val="BEBEBE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BEBEBE"/>
                      </a:solidFill>
                      <a:prstDash val="solid"/>
                    </a:lnL>
                    <a:lnT w="6350">
                      <a:solidFill>
                        <a:srgbClr val="BEBEBE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8384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6350">
                      <a:solidFill>
                        <a:srgbClr val="BEBEBE"/>
                      </a:solidFill>
                      <a:prstDash val="solid"/>
                    </a:lnR>
                    <a:lnT w="6350">
                      <a:solidFill>
                        <a:srgbClr val="BEBEBE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BEBEBE"/>
                      </a:solidFill>
                      <a:prstDash val="solid"/>
                    </a:lnL>
                    <a:lnR w="6350">
                      <a:solidFill>
                        <a:srgbClr val="BEBEBE"/>
                      </a:solidFill>
                      <a:prstDash val="solid"/>
                    </a:lnR>
                    <a:lnT w="6350">
                      <a:solidFill>
                        <a:srgbClr val="BEBEBE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BEBEBE"/>
                      </a:solidFill>
                      <a:prstDash val="solid"/>
                    </a:lnL>
                    <a:lnT w="6350">
                      <a:solidFill>
                        <a:srgbClr val="BEBEBE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pic>
        <p:nvPicPr>
          <p:cNvPr id="10" name="object 10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066787" y="1883791"/>
            <a:ext cx="610247" cy="143637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3828160" y="1883791"/>
            <a:ext cx="722376" cy="143637"/>
          </a:xfrm>
          <a:prstGeom prst="rect">
            <a:avLst/>
          </a:prstGeom>
        </p:spPr>
      </p:pic>
      <p:pic>
        <p:nvPicPr>
          <p:cNvPr id="12" name="object 12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7669148" y="1889760"/>
            <a:ext cx="334518" cy="109727"/>
          </a:xfrm>
          <a:prstGeom prst="rect">
            <a:avLst/>
          </a:prstGeom>
        </p:spPr>
      </p:pic>
      <p:pic>
        <p:nvPicPr>
          <p:cNvPr id="13" name="object 13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872883" y="2315210"/>
            <a:ext cx="1008748" cy="126237"/>
          </a:xfrm>
          <a:prstGeom prst="rect">
            <a:avLst/>
          </a:prstGeom>
        </p:spPr>
      </p:pic>
      <p:pic>
        <p:nvPicPr>
          <p:cNvPr id="14" name="object 14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1173594" y="2513329"/>
            <a:ext cx="407809" cy="125857"/>
          </a:xfrm>
          <a:prstGeom prst="rect">
            <a:avLst/>
          </a:prstGeom>
        </p:spPr>
      </p:pic>
      <p:pic>
        <p:nvPicPr>
          <p:cNvPr id="15" name="object 15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2976372" y="2414270"/>
            <a:ext cx="1969897" cy="155447"/>
          </a:xfrm>
          <a:prstGeom prst="rect">
            <a:avLst/>
          </a:prstGeom>
        </p:spPr>
      </p:pic>
      <p:pic>
        <p:nvPicPr>
          <p:cNvPr id="16" name="object 16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4991989" y="2414270"/>
            <a:ext cx="406526" cy="155447"/>
          </a:xfrm>
          <a:prstGeom prst="rect">
            <a:avLst/>
          </a:prstGeom>
        </p:spPr>
      </p:pic>
      <p:grpSp>
        <p:nvGrpSpPr>
          <p:cNvPr id="17" name="object 17"/>
          <p:cNvGrpSpPr/>
          <p:nvPr/>
        </p:nvGrpSpPr>
        <p:grpSpPr>
          <a:xfrm>
            <a:off x="7549768" y="2424938"/>
            <a:ext cx="565150" cy="142240"/>
            <a:chOff x="7549768" y="2424938"/>
            <a:chExt cx="565150" cy="142240"/>
          </a:xfrm>
        </p:grpSpPr>
        <p:pic>
          <p:nvPicPr>
            <p:cNvPr id="18" name="object 18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7549768" y="2424938"/>
              <a:ext cx="238759" cy="141986"/>
            </a:xfrm>
            <a:prstGeom prst="rect">
              <a:avLst/>
            </a:prstGeom>
          </p:spPr>
        </p:pic>
        <p:pic>
          <p:nvPicPr>
            <p:cNvPr id="19" name="object 19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7802625" y="2424938"/>
              <a:ext cx="69215" cy="125857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7885175" y="2424938"/>
              <a:ext cx="229362" cy="141986"/>
            </a:xfrm>
            <a:prstGeom prst="rect">
              <a:avLst/>
            </a:prstGeom>
          </p:spPr>
        </p:pic>
      </p:grpSp>
      <p:pic>
        <p:nvPicPr>
          <p:cNvPr id="21" name="object 21"/>
          <p:cNvPicPr/>
          <p:nvPr/>
        </p:nvPicPr>
        <p:blipFill>
          <a:blip r:embed="rId16" cstate="print"/>
          <a:stretch>
            <a:fillRect/>
          </a:stretch>
        </p:blipFill>
        <p:spPr>
          <a:xfrm>
            <a:off x="1100442" y="2982214"/>
            <a:ext cx="548271" cy="126237"/>
          </a:xfrm>
          <a:prstGeom prst="rect">
            <a:avLst/>
          </a:prstGeom>
        </p:spPr>
      </p:pic>
      <p:pic>
        <p:nvPicPr>
          <p:cNvPr id="22" name="object 22"/>
          <p:cNvPicPr/>
          <p:nvPr/>
        </p:nvPicPr>
        <p:blipFill>
          <a:blip r:embed="rId17" cstate="print"/>
          <a:stretch>
            <a:fillRect/>
          </a:stretch>
        </p:blipFill>
        <p:spPr>
          <a:xfrm>
            <a:off x="2766695" y="2982214"/>
            <a:ext cx="2577592" cy="155448"/>
          </a:xfrm>
          <a:prstGeom prst="rect">
            <a:avLst/>
          </a:prstGeom>
        </p:spPr>
      </p:pic>
      <p:pic>
        <p:nvPicPr>
          <p:cNvPr id="23" name="object 23"/>
          <p:cNvPicPr/>
          <p:nvPr/>
        </p:nvPicPr>
        <p:blipFill>
          <a:blip r:embed="rId18" cstate="print"/>
          <a:stretch>
            <a:fillRect/>
          </a:stretch>
        </p:blipFill>
        <p:spPr>
          <a:xfrm>
            <a:off x="5391530" y="3005454"/>
            <a:ext cx="211582" cy="132207"/>
          </a:xfrm>
          <a:prstGeom prst="rect">
            <a:avLst/>
          </a:prstGeom>
        </p:spPr>
      </p:pic>
      <p:grpSp>
        <p:nvGrpSpPr>
          <p:cNvPr id="24" name="object 24"/>
          <p:cNvGrpSpPr/>
          <p:nvPr/>
        </p:nvGrpSpPr>
        <p:grpSpPr>
          <a:xfrm>
            <a:off x="7283068" y="2992882"/>
            <a:ext cx="1098550" cy="142240"/>
            <a:chOff x="7283068" y="2992882"/>
            <a:chExt cx="1098550" cy="142240"/>
          </a:xfrm>
        </p:grpSpPr>
        <p:pic>
          <p:nvPicPr>
            <p:cNvPr id="25" name="object 25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7283068" y="2992882"/>
              <a:ext cx="238759" cy="141985"/>
            </a:xfrm>
            <a:prstGeom prst="rect">
              <a:avLst/>
            </a:prstGeom>
          </p:spPr>
        </p:pic>
        <p:pic>
          <p:nvPicPr>
            <p:cNvPr id="26" name="object 26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7535290" y="3016123"/>
              <a:ext cx="561720" cy="102997"/>
            </a:xfrm>
            <a:prstGeom prst="rect">
              <a:avLst/>
            </a:prstGeom>
          </p:spPr>
        </p:pic>
        <p:pic>
          <p:nvPicPr>
            <p:cNvPr id="27" name="object 27"/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8113902" y="2992882"/>
              <a:ext cx="267462" cy="141985"/>
            </a:xfrm>
            <a:prstGeom prst="rect">
              <a:avLst/>
            </a:prstGeom>
          </p:spPr>
        </p:pic>
      </p:grpSp>
      <p:grpSp>
        <p:nvGrpSpPr>
          <p:cNvPr id="28" name="object 28"/>
          <p:cNvGrpSpPr/>
          <p:nvPr/>
        </p:nvGrpSpPr>
        <p:grpSpPr>
          <a:xfrm>
            <a:off x="850480" y="3408171"/>
            <a:ext cx="1048385" cy="126364"/>
            <a:chOff x="850480" y="3408171"/>
            <a:chExt cx="1048385" cy="126364"/>
          </a:xfrm>
        </p:grpSpPr>
        <p:pic>
          <p:nvPicPr>
            <p:cNvPr id="29" name="object 29"/>
            <p:cNvPicPr/>
            <p:nvPr/>
          </p:nvPicPr>
          <p:blipFill>
            <a:blip r:embed="rId22" cstate="print"/>
            <a:stretch>
              <a:fillRect/>
            </a:stretch>
          </p:blipFill>
          <p:spPr>
            <a:xfrm>
              <a:off x="850480" y="3408171"/>
              <a:ext cx="458762" cy="125856"/>
            </a:xfrm>
            <a:prstGeom prst="rect">
              <a:avLst/>
            </a:prstGeom>
          </p:spPr>
        </p:pic>
        <p:pic>
          <p:nvPicPr>
            <p:cNvPr id="30" name="object 30"/>
            <p:cNvPicPr/>
            <p:nvPr/>
          </p:nvPicPr>
          <p:blipFill>
            <a:blip r:embed="rId23" cstate="print"/>
            <a:stretch>
              <a:fillRect/>
            </a:stretch>
          </p:blipFill>
          <p:spPr>
            <a:xfrm>
              <a:off x="1350391" y="3408171"/>
              <a:ext cx="548132" cy="126237"/>
            </a:xfrm>
            <a:prstGeom prst="rect">
              <a:avLst/>
            </a:prstGeom>
          </p:spPr>
        </p:pic>
      </p:grpSp>
      <p:grpSp>
        <p:nvGrpSpPr>
          <p:cNvPr id="31" name="object 31"/>
          <p:cNvGrpSpPr/>
          <p:nvPr/>
        </p:nvGrpSpPr>
        <p:grpSpPr>
          <a:xfrm>
            <a:off x="3282696" y="3408171"/>
            <a:ext cx="1809114" cy="155575"/>
            <a:chOff x="3282696" y="3408171"/>
            <a:chExt cx="1809114" cy="155575"/>
          </a:xfrm>
        </p:grpSpPr>
        <p:pic>
          <p:nvPicPr>
            <p:cNvPr id="32" name="object 32"/>
            <p:cNvPicPr/>
            <p:nvPr/>
          </p:nvPicPr>
          <p:blipFill>
            <a:blip r:embed="rId24" cstate="print"/>
            <a:stretch>
              <a:fillRect/>
            </a:stretch>
          </p:blipFill>
          <p:spPr>
            <a:xfrm>
              <a:off x="3282696" y="3408171"/>
              <a:ext cx="1187195" cy="155448"/>
            </a:xfrm>
            <a:prstGeom prst="rect">
              <a:avLst/>
            </a:prstGeom>
          </p:spPr>
        </p:pic>
        <p:pic>
          <p:nvPicPr>
            <p:cNvPr id="33" name="object 33"/>
            <p:cNvPicPr/>
            <p:nvPr/>
          </p:nvPicPr>
          <p:blipFill>
            <a:blip r:embed="rId25" cstate="print"/>
            <a:stretch>
              <a:fillRect/>
            </a:stretch>
          </p:blipFill>
          <p:spPr>
            <a:xfrm>
              <a:off x="4509770" y="3431412"/>
              <a:ext cx="581532" cy="102615"/>
            </a:xfrm>
            <a:prstGeom prst="rect">
              <a:avLst/>
            </a:prstGeom>
          </p:spPr>
        </p:pic>
      </p:grpSp>
      <p:grpSp>
        <p:nvGrpSpPr>
          <p:cNvPr id="34" name="object 34"/>
          <p:cNvGrpSpPr/>
          <p:nvPr/>
        </p:nvGrpSpPr>
        <p:grpSpPr>
          <a:xfrm>
            <a:off x="6658229" y="3418840"/>
            <a:ext cx="1505585" cy="142240"/>
            <a:chOff x="6658229" y="3418840"/>
            <a:chExt cx="1505585" cy="142240"/>
          </a:xfrm>
        </p:grpSpPr>
        <p:pic>
          <p:nvPicPr>
            <p:cNvPr id="35" name="object 35"/>
            <p:cNvPicPr/>
            <p:nvPr/>
          </p:nvPicPr>
          <p:blipFill>
            <a:blip r:embed="rId26" cstate="print"/>
            <a:stretch>
              <a:fillRect/>
            </a:stretch>
          </p:blipFill>
          <p:spPr>
            <a:xfrm>
              <a:off x="6658229" y="3418840"/>
              <a:ext cx="238760" cy="141859"/>
            </a:xfrm>
            <a:prstGeom prst="rect">
              <a:avLst/>
            </a:prstGeom>
          </p:spPr>
        </p:pic>
        <p:pic>
          <p:nvPicPr>
            <p:cNvPr id="36" name="object 36"/>
            <p:cNvPicPr/>
            <p:nvPr/>
          </p:nvPicPr>
          <p:blipFill>
            <a:blip r:embed="rId27" cstate="print"/>
            <a:stretch>
              <a:fillRect/>
            </a:stretch>
          </p:blipFill>
          <p:spPr>
            <a:xfrm>
              <a:off x="6911086" y="3418840"/>
              <a:ext cx="69215" cy="125730"/>
            </a:xfrm>
            <a:prstGeom prst="rect">
              <a:avLst/>
            </a:prstGeom>
          </p:spPr>
        </p:pic>
        <p:pic>
          <p:nvPicPr>
            <p:cNvPr id="37" name="object 37"/>
            <p:cNvPicPr/>
            <p:nvPr/>
          </p:nvPicPr>
          <p:blipFill>
            <a:blip r:embed="rId28" cstate="print"/>
            <a:stretch>
              <a:fillRect/>
            </a:stretch>
          </p:blipFill>
          <p:spPr>
            <a:xfrm>
              <a:off x="6993763" y="3418840"/>
              <a:ext cx="1169796" cy="134620"/>
            </a:xfrm>
            <a:prstGeom prst="rect">
              <a:avLst/>
            </a:prstGeom>
          </p:spPr>
        </p:pic>
      </p:grpSp>
      <p:pic>
        <p:nvPicPr>
          <p:cNvPr id="38" name="object 38"/>
          <p:cNvPicPr/>
          <p:nvPr/>
        </p:nvPicPr>
        <p:blipFill>
          <a:blip r:embed="rId29" cstate="print"/>
          <a:stretch>
            <a:fillRect/>
          </a:stretch>
        </p:blipFill>
        <p:spPr>
          <a:xfrm>
            <a:off x="8210422" y="3418840"/>
            <a:ext cx="795781" cy="141859"/>
          </a:xfrm>
          <a:prstGeom prst="rect">
            <a:avLst/>
          </a:prstGeom>
        </p:spPr>
      </p:pic>
      <p:pic>
        <p:nvPicPr>
          <p:cNvPr id="39" name="object 39"/>
          <p:cNvPicPr/>
          <p:nvPr/>
        </p:nvPicPr>
        <p:blipFill>
          <a:blip r:embed="rId30" cstate="print"/>
          <a:stretch>
            <a:fillRect/>
          </a:stretch>
        </p:blipFill>
        <p:spPr>
          <a:xfrm>
            <a:off x="1162481" y="3833748"/>
            <a:ext cx="421589" cy="155701"/>
          </a:xfrm>
          <a:prstGeom prst="rect">
            <a:avLst/>
          </a:prstGeom>
        </p:spPr>
      </p:pic>
      <p:grpSp>
        <p:nvGrpSpPr>
          <p:cNvPr id="40" name="object 40"/>
          <p:cNvGrpSpPr/>
          <p:nvPr/>
        </p:nvGrpSpPr>
        <p:grpSpPr>
          <a:xfrm>
            <a:off x="3672332" y="3833748"/>
            <a:ext cx="1027430" cy="156210"/>
            <a:chOff x="3672332" y="3833748"/>
            <a:chExt cx="1027430" cy="156210"/>
          </a:xfrm>
        </p:grpSpPr>
        <p:pic>
          <p:nvPicPr>
            <p:cNvPr id="41" name="object 41"/>
            <p:cNvPicPr/>
            <p:nvPr/>
          </p:nvPicPr>
          <p:blipFill>
            <a:blip r:embed="rId31" cstate="print"/>
            <a:stretch>
              <a:fillRect/>
            </a:stretch>
          </p:blipFill>
          <p:spPr>
            <a:xfrm>
              <a:off x="3672332" y="3833748"/>
              <a:ext cx="792352" cy="155701"/>
            </a:xfrm>
            <a:prstGeom prst="rect">
              <a:avLst/>
            </a:prstGeom>
          </p:spPr>
        </p:pic>
        <p:pic>
          <p:nvPicPr>
            <p:cNvPr id="42" name="object 42"/>
            <p:cNvPicPr/>
            <p:nvPr/>
          </p:nvPicPr>
          <p:blipFill>
            <a:blip r:embed="rId32" cstate="print"/>
            <a:stretch>
              <a:fillRect/>
            </a:stretch>
          </p:blipFill>
          <p:spPr>
            <a:xfrm>
              <a:off x="4509135" y="3851020"/>
              <a:ext cx="190626" cy="108839"/>
            </a:xfrm>
            <a:prstGeom prst="rect">
              <a:avLst/>
            </a:prstGeom>
          </p:spPr>
        </p:pic>
      </p:grpSp>
      <p:grpSp>
        <p:nvGrpSpPr>
          <p:cNvPr id="43" name="object 43"/>
          <p:cNvGrpSpPr/>
          <p:nvPr/>
        </p:nvGrpSpPr>
        <p:grpSpPr>
          <a:xfrm>
            <a:off x="7397495" y="3844416"/>
            <a:ext cx="865505" cy="156210"/>
            <a:chOff x="7397495" y="3844416"/>
            <a:chExt cx="865505" cy="156210"/>
          </a:xfrm>
        </p:grpSpPr>
        <p:pic>
          <p:nvPicPr>
            <p:cNvPr id="44" name="object 44"/>
            <p:cNvPicPr/>
            <p:nvPr/>
          </p:nvPicPr>
          <p:blipFill>
            <a:blip r:embed="rId33" cstate="print"/>
            <a:stretch>
              <a:fillRect/>
            </a:stretch>
          </p:blipFill>
          <p:spPr>
            <a:xfrm>
              <a:off x="7397495" y="3844416"/>
              <a:ext cx="421512" cy="155701"/>
            </a:xfrm>
            <a:prstGeom prst="rect">
              <a:avLst/>
            </a:prstGeom>
          </p:spPr>
        </p:pic>
        <p:pic>
          <p:nvPicPr>
            <p:cNvPr id="45" name="object 45"/>
            <p:cNvPicPr/>
            <p:nvPr/>
          </p:nvPicPr>
          <p:blipFill>
            <a:blip r:embed="rId34" cstate="print"/>
            <a:stretch>
              <a:fillRect/>
            </a:stretch>
          </p:blipFill>
          <p:spPr>
            <a:xfrm>
              <a:off x="7835137" y="3844670"/>
              <a:ext cx="112902" cy="141986"/>
            </a:xfrm>
            <a:prstGeom prst="rect">
              <a:avLst/>
            </a:prstGeom>
          </p:spPr>
        </p:pic>
        <p:pic>
          <p:nvPicPr>
            <p:cNvPr id="46" name="object 46"/>
            <p:cNvPicPr/>
            <p:nvPr/>
          </p:nvPicPr>
          <p:blipFill>
            <a:blip r:embed="rId35" cstate="print"/>
            <a:stretch>
              <a:fillRect/>
            </a:stretch>
          </p:blipFill>
          <p:spPr>
            <a:xfrm>
              <a:off x="7961502" y="3844670"/>
              <a:ext cx="300990" cy="141986"/>
            </a:xfrm>
            <a:prstGeom prst="rect">
              <a:avLst/>
            </a:prstGeom>
          </p:spPr>
        </p:pic>
      </p:grpSp>
      <p:pic>
        <p:nvPicPr>
          <p:cNvPr id="47" name="object 47"/>
          <p:cNvPicPr/>
          <p:nvPr/>
        </p:nvPicPr>
        <p:blipFill>
          <a:blip r:embed="rId36" cstate="print"/>
          <a:stretch>
            <a:fillRect/>
          </a:stretch>
        </p:blipFill>
        <p:spPr>
          <a:xfrm>
            <a:off x="1149210" y="4117975"/>
            <a:ext cx="452132" cy="155448"/>
          </a:xfrm>
          <a:prstGeom prst="rect">
            <a:avLst/>
          </a:prstGeom>
        </p:spPr>
      </p:pic>
      <p:pic>
        <p:nvPicPr>
          <p:cNvPr id="48" name="object 48"/>
          <p:cNvPicPr/>
          <p:nvPr/>
        </p:nvPicPr>
        <p:blipFill>
          <a:blip r:embed="rId37" cstate="print"/>
          <a:stretch>
            <a:fillRect/>
          </a:stretch>
        </p:blipFill>
        <p:spPr>
          <a:xfrm>
            <a:off x="3484498" y="4117975"/>
            <a:ext cx="942466" cy="155448"/>
          </a:xfrm>
          <a:prstGeom prst="rect">
            <a:avLst/>
          </a:prstGeom>
        </p:spPr>
      </p:pic>
      <p:pic>
        <p:nvPicPr>
          <p:cNvPr id="49" name="object 49"/>
          <p:cNvPicPr/>
          <p:nvPr/>
        </p:nvPicPr>
        <p:blipFill>
          <a:blip r:embed="rId38" cstate="print"/>
          <a:stretch>
            <a:fillRect/>
          </a:stretch>
        </p:blipFill>
        <p:spPr>
          <a:xfrm>
            <a:off x="4472432" y="4117721"/>
            <a:ext cx="421639" cy="155702"/>
          </a:xfrm>
          <a:prstGeom prst="rect">
            <a:avLst/>
          </a:prstGeom>
        </p:spPr>
      </p:pic>
      <p:grpSp>
        <p:nvGrpSpPr>
          <p:cNvPr id="50" name="object 50"/>
          <p:cNvGrpSpPr/>
          <p:nvPr/>
        </p:nvGrpSpPr>
        <p:grpSpPr>
          <a:xfrm>
            <a:off x="7384160" y="4128642"/>
            <a:ext cx="896619" cy="155575"/>
            <a:chOff x="7384160" y="4128642"/>
            <a:chExt cx="896619" cy="155575"/>
          </a:xfrm>
        </p:grpSpPr>
        <p:pic>
          <p:nvPicPr>
            <p:cNvPr id="51" name="object 51"/>
            <p:cNvPicPr/>
            <p:nvPr/>
          </p:nvPicPr>
          <p:blipFill>
            <a:blip r:embed="rId39" cstate="print"/>
            <a:stretch>
              <a:fillRect/>
            </a:stretch>
          </p:blipFill>
          <p:spPr>
            <a:xfrm>
              <a:off x="7384160" y="4128642"/>
              <a:ext cx="452120" cy="155448"/>
            </a:xfrm>
            <a:prstGeom prst="rect">
              <a:avLst/>
            </a:prstGeom>
          </p:spPr>
        </p:pic>
        <p:pic>
          <p:nvPicPr>
            <p:cNvPr id="52" name="object 52"/>
            <p:cNvPicPr/>
            <p:nvPr/>
          </p:nvPicPr>
          <p:blipFill>
            <a:blip r:embed="rId40" cstate="print"/>
            <a:stretch>
              <a:fillRect/>
            </a:stretch>
          </p:blipFill>
          <p:spPr>
            <a:xfrm>
              <a:off x="7853425" y="4128642"/>
              <a:ext cx="112902" cy="141986"/>
            </a:xfrm>
            <a:prstGeom prst="rect">
              <a:avLst/>
            </a:prstGeom>
          </p:spPr>
        </p:pic>
        <p:pic>
          <p:nvPicPr>
            <p:cNvPr id="53" name="object 53"/>
            <p:cNvPicPr/>
            <p:nvPr/>
          </p:nvPicPr>
          <p:blipFill>
            <a:blip r:embed="rId41" cstate="print"/>
            <a:stretch>
              <a:fillRect/>
            </a:stretch>
          </p:blipFill>
          <p:spPr>
            <a:xfrm>
              <a:off x="7979663" y="4128642"/>
              <a:ext cx="300989" cy="141986"/>
            </a:xfrm>
            <a:prstGeom prst="rect">
              <a:avLst/>
            </a:prstGeom>
          </p:spPr>
        </p:pic>
      </p:grpSp>
      <p:pic>
        <p:nvPicPr>
          <p:cNvPr id="54" name="object 54"/>
          <p:cNvPicPr/>
          <p:nvPr/>
        </p:nvPicPr>
        <p:blipFill>
          <a:blip r:embed="rId42" cstate="print"/>
          <a:stretch>
            <a:fillRect/>
          </a:stretch>
        </p:blipFill>
        <p:spPr>
          <a:xfrm>
            <a:off x="1234109" y="4401692"/>
            <a:ext cx="275793" cy="126492"/>
          </a:xfrm>
          <a:prstGeom prst="rect">
            <a:avLst/>
          </a:prstGeom>
        </p:spPr>
      </p:pic>
      <p:grpSp>
        <p:nvGrpSpPr>
          <p:cNvPr id="55" name="object 55"/>
          <p:cNvGrpSpPr/>
          <p:nvPr/>
        </p:nvGrpSpPr>
        <p:grpSpPr>
          <a:xfrm>
            <a:off x="2772155" y="4401692"/>
            <a:ext cx="2115820" cy="156210"/>
            <a:chOff x="2772155" y="4401692"/>
            <a:chExt cx="2115820" cy="156210"/>
          </a:xfrm>
        </p:grpSpPr>
        <p:pic>
          <p:nvPicPr>
            <p:cNvPr id="56" name="object 56"/>
            <p:cNvPicPr/>
            <p:nvPr/>
          </p:nvPicPr>
          <p:blipFill>
            <a:blip r:embed="rId43" cstate="print"/>
            <a:stretch>
              <a:fillRect/>
            </a:stretch>
          </p:blipFill>
          <p:spPr>
            <a:xfrm>
              <a:off x="2772155" y="4401946"/>
              <a:ext cx="1657349" cy="155447"/>
            </a:xfrm>
            <a:prstGeom prst="rect">
              <a:avLst/>
            </a:prstGeom>
          </p:spPr>
        </p:pic>
        <p:pic>
          <p:nvPicPr>
            <p:cNvPr id="57" name="object 57"/>
            <p:cNvPicPr/>
            <p:nvPr/>
          </p:nvPicPr>
          <p:blipFill>
            <a:blip r:embed="rId44" cstate="print"/>
            <a:stretch>
              <a:fillRect/>
            </a:stretch>
          </p:blipFill>
          <p:spPr>
            <a:xfrm>
              <a:off x="4467860" y="4401692"/>
              <a:ext cx="420115" cy="155701"/>
            </a:xfrm>
            <a:prstGeom prst="rect">
              <a:avLst/>
            </a:prstGeom>
          </p:spPr>
        </p:pic>
      </p:grpSp>
      <p:pic>
        <p:nvPicPr>
          <p:cNvPr id="58" name="object 58"/>
          <p:cNvPicPr/>
          <p:nvPr/>
        </p:nvPicPr>
        <p:blipFill>
          <a:blip r:embed="rId45" cstate="print"/>
          <a:stretch>
            <a:fillRect/>
          </a:stretch>
        </p:blipFill>
        <p:spPr>
          <a:xfrm>
            <a:off x="4932934" y="4401946"/>
            <a:ext cx="169925" cy="126237"/>
          </a:xfrm>
          <a:prstGeom prst="rect">
            <a:avLst/>
          </a:prstGeom>
        </p:spPr>
      </p:pic>
      <p:pic>
        <p:nvPicPr>
          <p:cNvPr id="59" name="object 59"/>
          <p:cNvPicPr/>
          <p:nvPr/>
        </p:nvPicPr>
        <p:blipFill>
          <a:blip r:embed="rId46" cstate="print"/>
          <a:stretch>
            <a:fillRect/>
          </a:stretch>
        </p:blipFill>
        <p:spPr>
          <a:xfrm>
            <a:off x="5151120" y="4401946"/>
            <a:ext cx="451992" cy="155447"/>
          </a:xfrm>
          <a:prstGeom prst="rect">
            <a:avLst/>
          </a:prstGeom>
        </p:spPr>
      </p:pic>
      <p:grpSp>
        <p:nvGrpSpPr>
          <p:cNvPr id="60" name="object 60"/>
          <p:cNvGrpSpPr/>
          <p:nvPr/>
        </p:nvGrpSpPr>
        <p:grpSpPr>
          <a:xfrm>
            <a:off x="7470647" y="4412360"/>
            <a:ext cx="720725" cy="142240"/>
            <a:chOff x="7470647" y="4412360"/>
            <a:chExt cx="720725" cy="142240"/>
          </a:xfrm>
        </p:grpSpPr>
        <p:pic>
          <p:nvPicPr>
            <p:cNvPr id="61" name="object 61"/>
            <p:cNvPicPr/>
            <p:nvPr/>
          </p:nvPicPr>
          <p:blipFill>
            <a:blip r:embed="rId47" cstate="print"/>
            <a:stretch>
              <a:fillRect/>
            </a:stretch>
          </p:blipFill>
          <p:spPr>
            <a:xfrm>
              <a:off x="7470647" y="4412360"/>
              <a:ext cx="275844" cy="126491"/>
            </a:xfrm>
            <a:prstGeom prst="rect">
              <a:avLst/>
            </a:prstGeom>
          </p:spPr>
        </p:pic>
        <p:pic>
          <p:nvPicPr>
            <p:cNvPr id="62" name="object 62"/>
            <p:cNvPicPr/>
            <p:nvPr/>
          </p:nvPicPr>
          <p:blipFill>
            <a:blip r:embed="rId48" cstate="print"/>
            <a:stretch>
              <a:fillRect/>
            </a:stretch>
          </p:blipFill>
          <p:spPr>
            <a:xfrm>
              <a:off x="7763509" y="4412614"/>
              <a:ext cx="112903" cy="141986"/>
            </a:xfrm>
            <a:prstGeom prst="rect">
              <a:avLst/>
            </a:prstGeom>
          </p:spPr>
        </p:pic>
        <p:pic>
          <p:nvPicPr>
            <p:cNvPr id="63" name="object 63"/>
            <p:cNvPicPr/>
            <p:nvPr/>
          </p:nvPicPr>
          <p:blipFill>
            <a:blip r:embed="rId49" cstate="print"/>
            <a:stretch>
              <a:fillRect/>
            </a:stretch>
          </p:blipFill>
          <p:spPr>
            <a:xfrm>
              <a:off x="7889874" y="4412614"/>
              <a:ext cx="300990" cy="141986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1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331543" y="6524434"/>
            <a:ext cx="111922" cy="90487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54151" y="6527292"/>
            <a:ext cx="1794510" cy="142494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862571" y="6521195"/>
            <a:ext cx="2327910" cy="118110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4012946" y="2218308"/>
            <a:ext cx="217931" cy="165226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3579876" y="2819145"/>
            <a:ext cx="217932" cy="165226"/>
          </a:xfrm>
          <a:prstGeom prst="rect">
            <a:avLst/>
          </a:prstGeom>
        </p:spPr>
      </p:pic>
      <p:sp>
        <p:nvSpPr>
          <p:cNvPr id="7" name="object 7"/>
          <p:cNvSpPr/>
          <p:nvPr/>
        </p:nvSpPr>
        <p:spPr>
          <a:xfrm>
            <a:off x="4129659" y="3636136"/>
            <a:ext cx="681355" cy="12700"/>
          </a:xfrm>
          <a:custGeom>
            <a:avLst/>
            <a:gdLst/>
            <a:ahLst/>
            <a:cxnLst/>
            <a:rect l="l" t="t" r="r" b="b"/>
            <a:pathLst>
              <a:path w="681354" h="12700">
                <a:moveTo>
                  <a:pt x="681227" y="0"/>
                </a:moveTo>
                <a:lnTo>
                  <a:pt x="0" y="0"/>
                </a:lnTo>
                <a:lnTo>
                  <a:pt x="0" y="12191"/>
                </a:lnTo>
                <a:lnTo>
                  <a:pt x="681227" y="12191"/>
                </a:lnTo>
                <a:lnTo>
                  <a:pt x="681227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4045839" y="4874005"/>
            <a:ext cx="661670" cy="12700"/>
          </a:xfrm>
          <a:custGeom>
            <a:avLst/>
            <a:gdLst/>
            <a:ahLst/>
            <a:cxnLst/>
            <a:rect l="l" t="t" r="r" b="b"/>
            <a:pathLst>
              <a:path w="661670" h="12700">
                <a:moveTo>
                  <a:pt x="661415" y="0"/>
                </a:moveTo>
                <a:lnTo>
                  <a:pt x="0" y="0"/>
                </a:lnTo>
                <a:lnTo>
                  <a:pt x="0" y="12192"/>
                </a:lnTo>
                <a:lnTo>
                  <a:pt x="661415" y="12192"/>
                </a:lnTo>
                <a:lnTo>
                  <a:pt x="661415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9" name="object 9"/>
          <p:cNvGraphicFramePr>
            <a:graphicFrameLocks noGrp="1"/>
          </p:cNvGraphicFramePr>
          <p:nvPr/>
        </p:nvGraphicFramePr>
        <p:xfrm>
          <a:off x="703262" y="1838451"/>
          <a:ext cx="8642350" cy="346392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3449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9954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302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159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6350">
                      <a:solidFill>
                        <a:srgbClr val="BEBEBE"/>
                      </a:solidFill>
                      <a:prstDash val="solid"/>
                    </a:lnR>
                    <a:lnT w="12700">
                      <a:solidFill>
                        <a:srgbClr val="183DAF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BEBEBE"/>
                      </a:solidFill>
                      <a:prstDash val="solid"/>
                    </a:lnL>
                    <a:lnR w="6350">
                      <a:solidFill>
                        <a:srgbClr val="BEBEBE"/>
                      </a:solidFill>
                      <a:prstDash val="solid"/>
                    </a:lnR>
                    <a:lnT w="12700">
                      <a:solidFill>
                        <a:srgbClr val="183DAF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BEBEBE"/>
                      </a:solidFill>
                      <a:prstDash val="solid"/>
                    </a:lnL>
                    <a:lnT w="12700">
                      <a:solidFill>
                        <a:srgbClr val="183DAF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767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6350">
                      <a:solidFill>
                        <a:srgbClr val="BEBEBE"/>
                      </a:solidFill>
                      <a:prstDash val="solid"/>
                    </a:lnR>
                    <a:lnT w="6350">
                      <a:solidFill>
                        <a:srgbClr val="BEBEBE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80"/>
                        </a:spcBef>
                        <a:tabLst>
                          <a:tab pos="786130" algn="l"/>
                        </a:tabLst>
                      </a:pPr>
                      <a:r>
                        <a:rPr sz="1400" dirty="0">
                          <a:latin typeface="Cambria Math"/>
                          <a:cs typeface="Cambria Math"/>
                        </a:rPr>
                        <a:t>𝑙𝑖𝑛𝑒𝑎𝑟</a:t>
                      </a:r>
                      <a:r>
                        <a:rPr sz="1400" spc="250" dirty="0">
                          <a:latin typeface="Cambria Math"/>
                          <a:cs typeface="Cambria Math"/>
                        </a:rPr>
                        <a:t> </a:t>
                      </a:r>
                      <a:r>
                        <a:rPr sz="1400" spc="-50" dirty="0">
                          <a:latin typeface="Cambria Math"/>
                          <a:cs typeface="Cambria Math"/>
                        </a:rPr>
                        <a:t>𝑥</a:t>
                      </a:r>
                      <a:r>
                        <a:rPr sz="1400" dirty="0">
                          <a:latin typeface="Cambria Math"/>
                          <a:cs typeface="Cambria Math"/>
                        </a:rPr>
                        <a:t>	=</a:t>
                      </a:r>
                      <a:r>
                        <a:rPr sz="1400" spc="80" dirty="0">
                          <a:latin typeface="Cambria Math"/>
                          <a:cs typeface="Cambria Math"/>
                        </a:rPr>
                        <a:t> </a:t>
                      </a:r>
                      <a:r>
                        <a:rPr sz="1400" spc="-50" dirty="0">
                          <a:latin typeface="Cambria Math"/>
                          <a:cs typeface="Cambria Math"/>
                        </a:rPr>
                        <a:t>𝑥</a:t>
                      </a:r>
                      <a:endParaRPr sz="1400">
                        <a:latin typeface="Cambria Math"/>
                        <a:cs typeface="Cambria Math"/>
                      </a:endParaRPr>
                    </a:p>
                  </a:txBody>
                  <a:tcPr marL="0" marR="0" marT="111760" marB="0">
                    <a:lnL w="6350">
                      <a:solidFill>
                        <a:srgbClr val="BEBEBE"/>
                      </a:solidFill>
                      <a:prstDash val="solid"/>
                    </a:lnL>
                    <a:lnR w="6350">
                      <a:solidFill>
                        <a:srgbClr val="BEBEBE"/>
                      </a:solidFill>
                      <a:prstDash val="solid"/>
                    </a:lnR>
                    <a:lnT w="6350">
                      <a:solidFill>
                        <a:srgbClr val="BEBEBE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BEBEBE"/>
                      </a:solidFill>
                      <a:prstDash val="solid"/>
                    </a:lnL>
                    <a:lnT w="6350">
                      <a:solidFill>
                        <a:srgbClr val="BEBEBE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2834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6350">
                      <a:solidFill>
                        <a:srgbClr val="BEBEBE"/>
                      </a:solidFill>
                      <a:prstDash val="solid"/>
                    </a:lnR>
                    <a:lnT w="6350">
                      <a:solidFill>
                        <a:srgbClr val="BEBEBE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88645" algn="ctr">
                        <a:lnSpc>
                          <a:spcPts val="1375"/>
                        </a:lnSpc>
                        <a:spcBef>
                          <a:spcPts val="1019"/>
                        </a:spcBef>
                      </a:pPr>
                      <a:r>
                        <a:rPr sz="1400" dirty="0">
                          <a:latin typeface="Cambria Math"/>
                          <a:cs typeface="Cambria Math"/>
                        </a:rPr>
                        <a:t>1</a:t>
                      </a:r>
                      <a:endParaRPr sz="1400">
                        <a:latin typeface="Cambria Math"/>
                        <a:cs typeface="Cambria Math"/>
                      </a:endParaRPr>
                    </a:p>
                    <a:p>
                      <a:pPr marR="631190" algn="ctr">
                        <a:lnSpc>
                          <a:spcPts val="1005"/>
                        </a:lnSpc>
                        <a:tabLst>
                          <a:tab pos="405130" algn="l"/>
                        </a:tabLst>
                      </a:pPr>
                      <a:r>
                        <a:rPr sz="1400" dirty="0">
                          <a:latin typeface="Cambria Math"/>
                          <a:cs typeface="Cambria Math"/>
                        </a:rPr>
                        <a:t>𝜎</a:t>
                      </a:r>
                      <a:r>
                        <a:rPr sz="1400" spc="305" dirty="0">
                          <a:latin typeface="Cambria Math"/>
                          <a:cs typeface="Cambria Math"/>
                        </a:rPr>
                        <a:t> </a:t>
                      </a:r>
                      <a:r>
                        <a:rPr sz="1400" spc="-50" dirty="0">
                          <a:latin typeface="Cambria Math"/>
                          <a:cs typeface="Cambria Math"/>
                        </a:rPr>
                        <a:t>𝑥</a:t>
                      </a:r>
                      <a:r>
                        <a:rPr sz="1400" dirty="0">
                          <a:latin typeface="Cambria Math"/>
                          <a:cs typeface="Cambria Math"/>
                        </a:rPr>
                        <a:t>	</a:t>
                      </a:r>
                      <a:r>
                        <a:rPr sz="1400" spc="-50" dirty="0">
                          <a:latin typeface="Cambria Math"/>
                          <a:cs typeface="Cambria Math"/>
                        </a:rPr>
                        <a:t>=</a:t>
                      </a:r>
                      <a:endParaRPr sz="1400">
                        <a:latin typeface="Cambria Math"/>
                        <a:cs typeface="Cambria Math"/>
                      </a:endParaRPr>
                    </a:p>
                    <a:p>
                      <a:pPr marL="579755" algn="ctr">
                        <a:lnSpc>
                          <a:spcPts val="1310"/>
                        </a:lnSpc>
                      </a:pPr>
                      <a:r>
                        <a:rPr sz="1400" dirty="0">
                          <a:latin typeface="Cambria Math"/>
                          <a:cs typeface="Cambria Math"/>
                        </a:rPr>
                        <a:t>1</a:t>
                      </a:r>
                      <a:r>
                        <a:rPr sz="1400" spc="5" dirty="0">
                          <a:latin typeface="Cambria Math"/>
                          <a:cs typeface="Cambria Math"/>
                        </a:rPr>
                        <a:t> </a:t>
                      </a:r>
                      <a:r>
                        <a:rPr sz="1400" dirty="0">
                          <a:latin typeface="Cambria Math"/>
                          <a:cs typeface="Cambria Math"/>
                        </a:rPr>
                        <a:t>+</a:t>
                      </a:r>
                      <a:r>
                        <a:rPr sz="1400" spc="-5" dirty="0">
                          <a:latin typeface="Cambria Math"/>
                          <a:cs typeface="Cambria Math"/>
                        </a:rPr>
                        <a:t> </a:t>
                      </a:r>
                      <a:r>
                        <a:rPr sz="1400" spc="-25" dirty="0">
                          <a:latin typeface="Cambria Math"/>
                          <a:cs typeface="Cambria Math"/>
                        </a:rPr>
                        <a:t>𝑒</a:t>
                      </a:r>
                      <a:r>
                        <a:rPr sz="1500" spc="-37" baseline="22222" dirty="0">
                          <a:latin typeface="Cambria Math"/>
                          <a:cs typeface="Cambria Math"/>
                        </a:rPr>
                        <a:t>−𝑥</a:t>
                      </a:r>
                      <a:endParaRPr sz="1500" baseline="22222">
                        <a:latin typeface="Cambria Math"/>
                        <a:cs typeface="Cambria Math"/>
                      </a:endParaRPr>
                    </a:p>
                  </a:txBody>
                  <a:tcPr marL="0" marR="0" marT="129539" marB="0">
                    <a:lnL w="6350">
                      <a:solidFill>
                        <a:srgbClr val="BEBEBE"/>
                      </a:solidFill>
                      <a:prstDash val="solid"/>
                    </a:lnL>
                    <a:lnR w="6350">
                      <a:solidFill>
                        <a:srgbClr val="BEBEBE"/>
                      </a:solidFill>
                      <a:prstDash val="solid"/>
                    </a:lnR>
                    <a:lnT w="6350">
                      <a:solidFill>
                        <a:srgbClr val="BEBEBE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BEBEBE"/>
                      </a:solidFill>
                      <a:prstDash val="solid"/>
                    </a:lnL>
                    <a:lnT w="6350">
                      <a:solidFill>
                        <a:srgbClr val="BEBEBE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4295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6350">
                      <a:solidFill>
                        <a:srgbClr val="BEBEBE"/>
                      </a:solidFill>
                      <a:prstDash val="solid"/>
                    </a:lnR>
                    <a:lnT w="6350">
                      <a:solidFill>
                        <a:srgbClr val="BEBEBE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082164">
                        <a:lnSpc>
                          <a:spcPts val="1635"/>
                        </a:lnSpc>
                        <a:spcBef>
                          <a:spcPts val="605"/>
                        </a:spcBef>
                      </a:pPr>
                      <a:r>
                        <a:rPr sz="2100" spc="135" baseline="-19841" dirty="0">
                          <a:latin typeface="Cambria Math"/>
                          <a:cs typeface="Cambria Math"/>
                        </a:rPr>
                        <a:t>𝑒</a:t>
                      </a:r>
                      <a:r>
                        <a:rPr sz="1000" spc="90" dirty="0">
                          <a:latin typeface="Cambria Math"/>
                          <a:cs typeface="Cambria Math"/>
                        </a:rPr>
                        <a:t>𝑥</a:t>
                      </a:r>
                      <a:r>
                        <a:rPr sz="1000" spc="155" dirty="0">
                          <a:latin typeface="Cambria Math"/>
                          <a:cs typeface="Cambria Math"/>
                        </a:rPr>
                        <a:t> </a:t>
                      </a:r>
                      <a:r>
                        <a:rPr sz="2100" baseline="-19841" dirty="0">
                          <a:latin typeface="Cambria Math"/>
                          <a:cs typeface="Cambria Math"/>
                        </a:rPr>
                        <a:t>−</a:t>
                      </a:r>
                      <a:r>
                        <a:rPr sz="2100" spc="15" baseline="-19841" dirty="0">
                          <a:latin typeface="Cambria Math"/>
                          <a:cs typeface="Cambria Math"/>
                        </a:rPr>
                        <a:t> </a:t>
                      </a:r>
                      <a:r>
                        <a:rPr sz="2100" spc="-37" baseline="-19841" dirty="0">
                          <a:latin typeface="Cambria Math"/>
                          <a:cs typeface="Cambria Math"/>
                        </a:rPr>
                        <a:t>𝑒</a:t>
                      </a:r>
                      <a:r>
                        <a:rPr sz="1000" spc="-25" dirty="0">
                          <a:latin typeface="Cambria Math"/>
                          <a:cs typeface="Cambria Math"/>
                        </a:rPr>
                        <a:t>−𝑥</a:t>
                      </a:r>
                      <a:endParaRPr sz="1000">
                        <a:latin typeface="Cambria Math"/>
                        <a:cs typeface="Cambria Math"/>
                      </a:endParaRPr>
                    </a:p>
                    <a:p>
                      <a:pPr marL="1231265">
                        <a:lnSpc>
                          <a:spcPts val="1635"/>
                        </a:lnSpc>
                      </a:pPr>
                      <a:r>
                        <a:rPr sz="1400" dirty="0">
                          <a:latin typeface="Cambria Math"/>
                          <a:cs typeface="Cambria Math"/>
                        </a:rPr>
                        <a:t>𝑡𝑎𝑛ℎ(𝑥)</a:t>
                      </a:r>
                      <a:r>
                        <a:rPr sz="1400" spc="75" dirty="0">
                          <a:latin typeface="Cambria Math"/>
                          <a:cs typeface="Cambria Math"/>
                        </a:rPr>
                        <a:t> </a:t>
                      </a:r>
                      <a:r>
                        <a:rPr sz="1400" dirty="0">
                          <a:latin typeface="Cambria Math"/>
                          <a:cs typeface="Cambria Math"/>
                        </a:rPr>
                        <a:t>=</a:t>
                      </a:r>
                      <a:r>
                        <a:rPr sz="1400" spc="105" dirty="0">
                          <a:latin typeface="Cambria Math"/>
                          <a:cs typeface="Cambria Math"/>
                        </a:rPr>
                        <a:t> </a:t>
                      </a:r>
                      <a:r>
                        <a:rPr sz="2100" spc="104" baseline="-37698" dirty="0">
                          <a:latin typeface="Cambria Math"/>
                          <a:cs typeface="Cambria Math"/>
                        </a:rPr>
                        <a:t>𝑒</a:t>
                      </a:r>
                      <a:r>
                        <a:rPr sz="1500" spc="104" baseline="-27777" dirty="0">
                          <a:latin typeface="Cambria Math"/>
                          <a:cs typeface="Cambria Math"/>
                        </a:rPr>
                        <a:t>𝑥</a:t>
                      </a:r>
                      <a:r>
                        <a:rPr sz="1500" spc="270" baseline="-27777" dirty="0">
                          <a:latin typeface="Cambria Math"/>
                          <a:cs typeface="Cambria Math"/>
                        </a:rPr>
                        <a:t> </a:t>
                      </a:r>
                      <a:r>
                        <a:rPr sz="2100" baseline="-37698" dirty="0">
                          <a:latin typeface="Cambria Math"/>
                          <a:cs typeface="Cambria Math"/>
                        </a:rPr>
                        <a:t>+ </a:t>
                      </a:r>
                      <a:r>
                        <a:rPr sz="2100" spc="-37" baseline="-37698" dirty="0">
                          <a:latin typeface="Cambria Math"/>
                          <a:cs typeface="Cambria Math"/>
                        </a:rPr>
                        <a:t>𝑒</a:t>
                      </a:r>
                      <a:r>
                        <a:rPr sz="1500" spc="-37" baseline="-27777" dirty="0">
                          <a:latin typeface="Cambria Math"/>
                          <a:cs typeface="Cambria Math"/>
                        </a:rPr>
                        <a:t>−𝑥</a:t>
                      </a:r>
                      <a:endParaRPr sz="1500" baseline="-27777">
                        <a:latin typeface="Cambria Math"/>
                        <a:cs typeface="Cambria Math"/>
                      </a:endParaRPr>
                    </a:p>
                  </a:txBody>
                  <a:tcPr marL="0" marR="0" marT="76835" marB="0">
                    <a:lnL w="6350">
                      <a:solidFill>
                        <a:srgbClr val="BEBEBE"/>
                      </a:solidFill>
                      <a:prstDash val="solid"/>
                    </a:lnL>
                    <a:lnR w="6350">
                      <a:solidFill>
                        <a:srgbClr val="BEBEBE"/>
                      </a:solidFill>
                      <a:prstDash val="solid"/>
                    </a:lnR>
                    <a:lnT w="6350">
                      <a:solidFill>
                        <a:srgbClr val="BEBEBE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BEBEBE"/>
                      </a:solidFill>
                      <a:prstDash val="solid"/>
                    </a:lnL>
                    <a:lnT w="6350">
                      <a:solidFill>
                        <a:srgbClr val="BEBEBE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4767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6350">
                      <a:solidFill>
                        <a:srgbClr val="BEBEBE"/>
                      </a:solidFill>
                      <a:prstDash val="solid"/>
                    </a:lnR>
                    <a:lnT w="6350">
                      <a:solidFill>
                        <a:srgbClr val="BEBEBE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885"/>
                        </a:spcBef>
                      </a:pPr>
                      <a:r>
                        <a:rPr sz="1400" dirty="0">
                          <a:latin typeface="Cambria Math"/>
                          <a:cs typeface="Cambria Math"/>
                        </a:rPr>
                        <a:t>𝑅𝑒𝐿𝑢(𝑥)</a:t>
                      </a:r>
                      <a:r>
                        <a:rPr sz="1400" spc="105" dirty="0">
                          <a:latin typeface="Cambria Math"/>
                          <a:cs typeface="Cambria Math"/>
                        </a:rPr>
                        <a:t> </a:t>
                      </a:r>
                      <a:r>
                        <a:rPr sz="1400" dirty="0">
                          <a:latin typeface="Cambria Math"/>
                          <a:cs typeface="Cambria Math"/>
                        </a:rPr>
                        <a:t>=</a:t>
                      </a:r>
                      <a:r>
                        <a:rPr sz="1400" spc="114" dirty="0">
                          <a:latin typeface="Cambria Math"/>
                          <a:cs typeface="Cambria Math"/>
                        </a:rPr>
                        <a:t> </a:t>
                      </a:r>
                      <a:r>
                        <a:rPr sz="1400" spc="-10" dirty="0">
                          <a:latin typeface="Cambria Math"/>
                          <a:cs typeface="Cambria Math"/>
                        </a:rPr>
                        <a:t>max(0,</a:t>
                      </a:r>
                      <a:r>
                        <a:rPr sz="1400" spc="-70" dirty="0">
                          <a:latin typeface="Cambria Math"/>
                          <a:cs typeface="Cambria Math"/>
                        </a:rPr>
                        <a:t> </a:t>
                      </a:r>
                      <a:r>
                        <a:rPr sz="1400" spc="-25" dirty="0">
                          <a:latin typeface="Cambria Math"/>
                          <a:cs typeface="Cambria Math"/>
                        </a:rPr>
                        <a:t>𝑥)</a:t>
                      </a:r>
                      <a:endParaRPr sz="1400">
                        <a:latin typeface="Cambria Math"/>
                        <a:cs typeface="Cambria Math"/>
                      </a:endParaRPr>
                    </a:p>
                  </a:txBody>
                  <a:tcPr marL="0" marR="0" marT="112395" marB="0">
                    <a:lnL w="6350">
                      <a:solidFill>
                        <a:srgbClr val="BEBEBE"/>
                      </a:solidFill>
                      <a:prstDash val="solid"/>
                    </a:lnL>
                    <a:lnR w="6350">
                      <a:solidFill>
                        <a:srgbClr val="BEBEBE"/>
                      </a:solidFill>
                      <a:prstDash val="solid"/>
                    </a:lnR>
                    <a:lnT w="6350">
                      <a:solidFill>
                        <a:srgbClr val="BEBEBE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BEBEBE"/>
                      </a:solidFill>
                      <a:prstDash val="solid"/>
                    </a:lnL>
                    <a:lnT w="6350">
                      <a:solidFill>
                        <a:srgbClr val="BEBEBE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88138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6350">
                      <a:solidFill>
                        <a:srgbClr val="BEBEBE"/>
                      </a:solidFill>
                      <a:prstDash val="solid"/>
                    </a:lnR>
                    <a:lnT w="6350">
                      <a:solidFill>
                        <a:srgbClr val="BEBEBE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51510" algn="ctr">
                        <a:lnSpc>
                          <a:spcPts val="1655"/>
                        </a:lnSpc>
                        <a:spcBef>
                          <a:spcPts val="935"/>
                        </a:spcBef>
                      </a:pPr>
                      <a:r>
                        <a:rPr sz="2100" spc="97" baseline="-21825" dirty="0">
                          <a:latin typeface="Cambria Math"/>
                          <a:cs typeface="Cambria Math"/>
                        </a:rPr>
                        <a:t>𝑒</a:t>
                      </a:r>
                      <a:r>
                        <a:rPr sz="1000" spc="65" dirty="0">
                          <a:latin typeface="Cambria Math"/>
                          <a:cs typeface="Cambria Math"/>
                        </a:rPr>
                        <a:t>𝑥</a:t>
                      </a:r>
                      <a:r>
                        <a:rPr sz="1275" spc="97" baseline="-13071" dirty="0">
                          <a:latin typeface="Cambria Math"/>
                          <a:cs typeface="Cambria Math"/>
                        </a:rPr>
                        <a:t>𝑗</a:t>
                      </a:r>
                      <a:endParaRPr sz="1275" baseline="-13071">
                        <a:latin typeface="Cambria Math"/>
                        <a:cs typeface="Cambria Math"/>
                      </a:endParaRPr>
                    </a:p>
                    <a:p>
                      <a:pPr marR="3810" algn="ctr">
                        <a:lnSpc>
                          <a:spcPts val="1655"/>
                        </a:lnSpc>
                        <a:tabLst>
                          <a:tab pos="1068070" algn="l"/>
                        </a:tabLst>
                      </a:pPr>
                      <a:r>
                        <a:rPr sz="1400" dirty="0">
                          <a:latin typeface="Cambria Math"/>
                          <a:cs typeface="Cambria Math"/>
                        </a:rPr>
                        <a:t>𝜎(𝒙)</a:t>
                      </a:r>
                      <a:r>
                        <a:rPr sz="1500" baseline="-16666" dirty="0">
                          <a:latin typeface="Cambria Math"/>
                          <a:cs typeface="Cambria Math"/>
                        </a:rPr>
                        <a:t>𝑗</a:t>
                      </a:r>
                      <a:r>
                        <a:rPr sz="1500" spc="480" baseline="-16666" dirty="0">
                          <a:latin typeface="Cambria Math"/>
                          <a:cs typeface="Cambria Math"/>
                        </a:rPr>
                        <a:t> </a:t>
                      </a:r>
                      <a:r>
                        <a:rPr sz="1400" dirty="0">
                          <a:latin typeface="Cambria Math"/>
                          <a:cs typeface="Cambria Math"/>
                        </a:rPr>
                        <a:t>=</a:t>
                      </a:r>
                      <a:r>
                        <a:rPr sz="1400" spc="145" dirty="0">
                          <a:latin typeface="Cambria Math"/>
                          <a:cs typeface="Cambria Math"/>
                        </a:rPr>
                        <a:t> </a:t>
                      </a:r>
                      <a:r>
                        <a:rPr sz="2100" spc="112" baseline="-37698" dirty="0">
                          <a:latin typeface="Cambria Math"/>
                          <a:cs typeface="Cambria Math"/>
                        </a:rPr>
                        <a:t>σ</a:t>
                      </a:r>
                      <a:r>
                        <a:rPr sz="1500" spc="112" baseline="-27777" dirty="0">
                          <a:latin typeface="Cambria Math"/>
                          <a:cs typeface="Cambria Math"/>
                        </a:rPr>
                        <a:t>𝐾</a:t>
                      </a:r>
                      <a:r>
                        <a:rPr sz="1500" baseline="-27777" dirty="0">
                          <a:latin typeface="Cambria Math"/>
                          <a:cs typeface="Cambria Math"/>
                        </a:rPr>
                        <a:t>	</a:t>
                      </a:r>
                      <a:r>
                        <a:rPr sz="2100" spc="67" baseline="-39682" dirty="0">
                          <a:latin typeface="Cambria Math"/>
                          <a:cs typeface="Cambria Math"/>
                        </a:rPr>
                        <a:t>𝑒</a:t>
                      </a:r>
                      <a:r>
                        <a:rPr sz="1500" spc="67" baseline="-33333" dirty="0">
                          <a:latin typeface="Cambria Math"/>
                          <a:cs typeface="Cambria Math"/>
                        </a:rPr>
                        <a:t>𝑥</a:t>
                      </a:r>
                      <a:r>
                        <a:rPr sz="1275" spc="67" baseline="-52287" dirty="0">
                          <a:latin typeface="Cambria Math"/>
                          <a:cs typeface="Cambria Math"/>
                        </a:rPr>
                        <a:t>𝑘</a:t>
                      </a:r>
                      <a:endParaRPr sz="1275" baseline="-52287">
                        <a:latin typeface="Cambria Math"/>
                        <a:cs typeface="Cambria Math"/>
                      </a:endParaRPr>
                    </a:p>
                    <a:p>
                      <a:pPr marL="505459" algn="ctr">
                        <a:lnSpc>
                          <a:spcPct val="100000"/>
                        </a:lnSpc>
                        <a:spcBef>
                          <a:spcPts val="100"/>
                        </a:spcBef>
                      </a:pPr>
                      <a:r>
                        <a:rPr sz="1000" spc="-25" dirty="0">
                          <a:latin typeface="Cambria Math"/>
                          <a:cs typeface="Cambria Math"/>
                        </a:rPr>
                        <a:t>𝑘=1</a:t>
                      </a:r>
                      <a:endParaRPr sz="1000">
                        <a:latin typeface="Cambria Math"/>
                        <a:cs typeface="Cambria Math"/>
                      </a:endParaRPr>
                    </a:p>
                  </a:txBody>
                  <a:tcPr marL="0" marR="0" marT="118745" marB="0">
                    <a:lnL w="6350">
                      <a:solidFill>
                        <a:srgbClr val="BEBEBE"/>
                      </a:solidFill>
                      <a:prstDash val="solid"/>
                    </a:lnL>
                    <a:lnR w="6350">
                      <a:solidFill>
                        <a:srgbClr val="BEBEBE"/>
                      </a:solidFill>
                      <a:prstDash val="solid"/>
                    </a:lnR>
                    <a:lnT w="6350">
                      <a:solidFill>
                        <a:srgbClr val="BEBEBE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BEBEBE"/>
                      </a:solidFill>
                      <a:prstDash val="solid"/>
                    </a:lnL>
                    <a:lnT w="6350">
                      <a:solidFill>
                        <a:srgbClr val="BEBEBE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pic>
        <p:nvPicPr>
          <p:cNvPr id="10" name="object 10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204747" y="1889760"/>
            <a:ext cx="347954" cy="109727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3803269" y="1883791"/>
            <a:ext cx="487171" cy="115824"/>
          </a:xfrm>
          <a:prstGeom prst="rect">
            <a:avLst/>
          </a:prstGeom>
        </p:spPr>
      </p:pic>
      <p:pic>
        <p:nvPicPr>
          <p:cNvPr id="12" name="object 12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7529956" y="1889760"/>
            <a:ext cx="334645" cy="109727"/>
          </a:xfrm>
          <a:prstGeom prst="rect">
            <a:avLst/>
          </a:prstGeom>
        </p:spPr>
      </p:pic>
      <p:pic>
        <p:nvPicPr>
          <p:cNvPr id="13" name="object 13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1222946" y="2212339"/>
            <a:ext cx="309435" cy="126237"/>
          </a:xfrm>
          <a:prstGeom prst="rect">
            <a:avLst/>
          </a:prstGeom>
        </p:spPr>
      </p:pic>
      <p:pic>
        <p:nvPicPr>
          <p:cNvPr id="14" name="object 14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7209663" y="2223007"/>
            <a:ext cx="966977" cy="126237"/>
          </a:xfrm>
          <a:prstGeom prst="rect">
            <a:avLst/>
          </a:prstGeom>
        </p:spPr>
      </p:pic>
      <p:pic>
        <p:nvPicPr>
          <p:cNvPr id="15" name="object 15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1178267" y="2800476"/>
            <a:ext cx="392595" cy="155321"/>
          </a:xfrm>
          <a:prstGeom prst="rect">
            <a:avLst/>
          </a:prstGeom>
        </p:spPr>
      </p:pic>
      <p:sp>
        <p:nvSpPr>
          <p:cNvPr id="16" name="object 16"/>
          <p:cNvSpPr/>
          <p:nvPr/>
        </p:nvSpPr>
        <p:spPr>
          <a:xfrm>
            <a:off x="4044315" y="2894710"/>
            <a:ext cx="589915" cy="12700"/>
          </a:xfrm>
          <a:custGeom>
            <a:avLst/>
            <a:gdLst/>
            <a:ahLst/>
            <a:cxnLst/>
            <a:rect l="l" t="t" r="r" b="b"/>
            <a:pathLst>
              <a:path w="589914" h="12700">
                <a:moveTo>
                  <a:pt x="589788" y="0"/>
                </a:moveTo>
                <a:lnTo>
                  <a:pt x="0" y="0"/>
                </a:lnTo>
                <a:lnTo>
                  <a:pt x="0" y="12192"/>
                </a:lnTo>
                <a:lnTo>
                  <a:pt x="589788" y="12192"/>
                </a:lnTo>
                <a:lnTo>
                  <a:pt x="589788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7" name="object 17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7157846" y="2811145"/>
            <a:ext cx="1070609" cy="155320"/>
          </a:xfrm>
          <a:prstGeom prst="rect">
            <a:avLst/>
          </a:prstGeom>
        </p:spPr>
      </p:pic>
      <p:pic>
        <p:nvPicPr>
          <p:cNvPr id="18" name="object 18"/>
          <p:cNvPicPr/>
          <p:nvPr/>
        </p:nvPicPr>
        <p:blipFill>
          <a:blip r:embed="rId14" cstate="print"/>
          <a:stretch>
            <a:fillRect/>
          </a:stretch>
        </p:blipFill>
        <p:spPr>
          <a:xfrm>
            <a:off x="1257185" y="3536188"/>
            <a:ext cx="230365" cy="126237"/>
          </a:xfrm>
          <a:prstGeom prst="rect">
            <a:avLst/>
          </a:prstGeom>
        </p:spPr>
      </p:pic>
      <p:pic>
        <p:nvPicPr>
          <p:cNvPr id="19" name="object 19"/>
          <p:cNvPicPr/>
          <p:nvPr/>
        </p:nvPicPr>
        <p:blipFill>
          <a:blip r:embed="rId15" cstate="print"/>
          <a:stretch>
            <a:fillRect/>
          </a:stretch>
        </p:blipFill>
        <p:spPr>
          <a:xfrm>
            <a:off x="7246239" y="3546855"/>
            <a:ext cx="895350" cy="126238"/>
          </a:xfrm>
          <a:prstGeom prst="rect">
            <a:avLst/>
          </a:prstGeom>
        </p:spPr>
      </p:pic>
      <p:pic>
        <p:nvPicPr>
          <p:cNvPr id="20" name="object 20"/>
          <p:cNvPicPr/>
          <p:nvPr/>
        </p:nvPicPr>
        <p:blipFill>
          <a:blip r:embed="rId16" cstate="print"/>
          <a:stretch>
            <a:fillRect/>
          </a:stretch>
        </p:blipFill>
        <p:spPr>
          <a:xfrm>
            <a:off x="1261046" y="4131564"/>
            <a:ext cx="229425" cy="126237"/>
          </a:xfrm>
          <a:prstGeom prst="rect">
            <a:avLst/>
          </a:prstGeom>
        </p:spPr>
      </p:pic>
      <p:grpSp>
        <p:nvGrpSpPr>
          <p:cNvPr id="21" name="object 21"/>
          <p:cNvGrpSpPr/>
          <p:nvPr/>
        </p:nvGrpSpPr>
        <p:grpSpPr>
          <a:xfrm>
            <a:off x="7255382" y="4142232"/>
            <a:ext cx="875665" cy="126364"/>
            <a:chOff x="7255382" y="4142232"/>
            <a:chExt cx="875665" cy="126364"/>
          </a:xfrm>
        </p:grpSpPr>
        <p:pic>
          <p:nvPicPr>
            <p:cNvPr id="22" name="object 22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7255382" y="4142232"/>
              <a:ext cx="616458" cy="126237"/>
            </a:xfrm>
            <a:prstGeom prst="rect">
              <a:avLst/>
            </a:prstGeom>
          </p:spPr>
        </p:pic>
        <p:pic>
          <p:nvPicPr>
            <p:cNvPr id="23" name="object 23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7888223" y="4142232"/>
              <a:ext cx="191134" cy="126237"/>
            </a:xfrm>
            <a:prstGeom prst="rect">
              <a:avLst/>
            </a:prstGeom>
          </p:spPr>
        </p:pic>
        <p:pic>
          <p:nvPicPr>
            <p:cNvPr id="24" name="object 24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8095995" y="4142232"/>
              <a:ext cx="34925" cy="39497"/>
            </a:xfrm>
            <a:prstGeom prst="rect">
              <a:avLst/>
            </a:prstGeom>
          </p:spPr>
        </p:pic>
      </p:grpSp>
      <p:pic>
        <p:nvPicPr>
          <p:cNvPr id="25" name="object 25"/>
          <p:cNvPicPr/>
          <p:nvPr/>
        </p:nvPicPr>
        <p:blipFill>
          <a:blip r:embed="rId20" cstate="print"/>
          <a:stretch>
            <a:fillRect/>
          </a:stretch>
        </p:blipFill>
        <p:spPr>
          <a:xfrm>
            <a:off x="1172171" y="4796409"/>
            <a:ext cx="412026" cy="126365"/>
          </a:xfrm>
          <a:prstGeom prst="rect">
            <a:avLst/>
          </a:prstGeom>
        </p:spPr>
      </p:pic>
      <p:grpSp>
        <p:nvGrpSpPr>
          <p:cNvPr id="26" name="object 26"/>
          <p:cNvGrpSpPr/>
          <p:nvPr/>
        </p:nvGrpSpPr>
        <p:grpSpPr>
          <a:xfrm>
            <a:off x="7151751" y="4807077"/>
            <a:ext cx="1083310" cy="126364"/>
            <a:chOff x="7151751" y="4807077"/>
            <a:chExt cx="1083310" cy="126364"/>
          </a:xfrm>
        </p:grpSpPr>
        <p:pic>
          <p:nvPicPr>
            <p:cNvPr id="27" name="object 27"/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7151751" y="4807077"/>
              <a:ext cx="616457" cy="126365"/>
            </a:xfrm>
            <a:prstGeom prst="rect">
              <a:avLst/>
            </a:prstGeom>
          </p:spPr>
        </p:pic>
        <p:pic>
          <p:nvPicPr>
            <p:cNvPr id="28" name="object 28"/>
            <p:cNvPicPr/>
            <p:nvPr/>
          </p:nvPicPr>
          <p:blipFill>
            <a:blip r:embed="rId22" cstate="print"/>
            <a:stretch>
              <a:fillRect/>
            </a:stretch>
          </p:blipFill>
          <p:spPr>
            <a:xfrm>
              <a:off x="7784084" y="4807077"/>
              <a:ext cx="450469" cy="126365"/>
            </a:xfrm>
            <a:prstGeom prst="rect">
              <a:avLst/>
            </a:prstGeom>
          </p:spPr>
        </p:pic>
      </p:grpSp>
      <p:sp>
        <p:nvSpPr>
          <p:cNvPr id="29" name="object 29"/>
          <p:cNvSpPr txBox="1"/>
          <p:nvPr/>
        </p:nvSpPr>
        <p:spPr>
          <a:xfrm>
            <a:off x="437489" y="431419"/>
            <a:ext cx="164211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FFFFFF"/>
                </a:solidFill>
                <a:latin typeface="Ebrima"/>
                <a:cs typeface="Ebrima"/>
              </a:rPr>
              <a:t>3.2.</a:t>
            </a:r>
            <a:r>
              <a:rPr sz="1800" spc="-15" dirty="0">
                <a:solidFill>
                  <a:srgbClr val="FFFFFF"/>
                </a:solidFill>
                <a:latin typeface="Ebrima"/>
                <a:cs typeface="Ebrima"/>
              </a:rPr>
              <a:t> </a:t>
            </a:r>
            <a:r>
              <a:rPr sz="1800" dirty="0">
                <a:solidFill>
                  <a:srgbClr val="FFFFFF"/>
                </a:solidFill>
                <a:latin typeface="Ebrima"/>
                <a:cs typeface="Ebrima"/>
              </a:rPr>
              <a:t>Keras</a:t>
            </a:r>
            <a:r>
              <a:rPr sz="1800" spc="-10" dirty="0">
                <a:solidFill>
                  <a:srgbClr val="FFFFFF"/>
                </a:solidFill>
                <a:latin typeface="Ebrima"/>
                <a:cs typeface="Ebrima"/>
              </a:rPr>
              <a:t> Basics</a:t>
            </a:r>
            <a:endParaRPr sz="1800">
              <a:latin typeface="Ebrima"/>
              <a:cs typeface="Ebrima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8671941" y="463677"/>
            <a:ext cx="80962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dirty="0">
                <a:solidFill>
                  <a:srgbClr val="D9D9D9"/>
                </a:solidFill>
                <a:latin typeface="Ebrima"/>
                <a:cs typeface="Ebrima"/>
              </a:rPr>
              <a:t>UNIT</a:t>
            </a:r>
            <a:r>
              <a:rPr sz="1600" spc="400" dirty="0">
                <a:solidFill>
                  <a:srgbClr val="D9D9D9"/>
                </a:solidFill>
                <a:latin typeface="Ebrima"/>
                <a:cs typeface="Ebrima"/>
              </a:rPr>
              <a:t> </a:t>
            </a:r>
            <a:r>
              <a:rPr sz="1600" spc="-35" dirty="0">
                <a:solidFill>
                  <a:srgbClr val="D9D9D9"/>
                </a:solidFill>
                <a:latin typeface="Ebrima"/>
                <a:cs typeface="Ebrima"/>
              </a:rPr>
              <a:t>03</a:t>
            </a:r>
            <a:endParaRPr sz="1600">
              <a:latin typeface="Ebrima"/>
              <a:cs typeface="Ebrima"/>
            </a:endParaRPr>
          </a:p>
        </p:txBody>
      </p:sp>
      <p:sp>
        <p:nvSpPr>
          <p:cNvPr id="31" name="object 31"/>
          <p:cNvSpPr/>
          <p:nvPr/>
        </p:nvSpPr>
        <p:spPr>
          <a:xfrm>
            <a:off x="559308" y="1440180"/>
            <a:ext cx="36830" cy="180340"/>
          </a:xfrm>
          <a:custGeom>
            <a:avLst/>
            <a:gdLst/>
            <a:ahLst/>
            <a:cxnLst/>
            <a:rect l="l" t="t" r="r" b="b"/>
            <a:pathLst>
              <a:path w="36829" h="180340">
                <a:moveTo>
                  <a:pt x="36576" y="0"/>
                </a:moveTo>
                <a:lnTo>
                  <a:pt x="0" y="0"/>
                </a:lnTo>
                <a:lnTo>
                  <a:pt x="0" y="179832"/>
                </a:lnTo>
                <a:lnTo>
                  <a:pt x="36576" y="179832"/>
                </a:lnTo>
                <a:lnTo>
                  <a:pt x="36576" y="0"/>
                </a:lnTo>
                <a:close/>
              </a:path>
            </a:pathLst>
          </a:custGeom>
          <a:solidFill>
            <a:srgbClr val="183DAF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32" name="object 32"/>
          <p:cNvPicPr/>
          <p:nvPr/>
        </p:nvPicPr>
        <p:blipFill>
          <a:blip r:embed="rId23" cstate="print"/>
          <a:stretch>
            <a:fillRect/>
          </a:stretch>
        </p:blipFill>
        <p:spPr>
          <a:xfrm>
            <a:off x="713231" y="1463039"/>
            <a:ext cx="1096518" cy="144017"/>
          </a:xfrm>
          <a:prstGeom prst="rect">
            <a:avLst/>
          </a:prstGeom>
        </p:spPr>
      </p:pic>
    </p:spTree>
  </p:cSld>
  <p:clrMapOvr>
    <a:masterClrMapping/>
  </p:clrMapOvr>
</p:sld>
</file>

<file path=ppt/slides/slide1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331543" y="6524434"/>
            <a:ext cx="111922" cy="90487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54151" y="6527292"/>
            <a:ext cx="1794510" cy="142494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862571" y="6521195"/>
            <a:ext cx="2327910" cy="118110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437489" y="431419"/>
            <a:ext cx="164211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FFFFFF"/>
                </a:solidFill>
                <a:latin typeface="Ebrima"/>
                <a:cs typeface="Ebrima"/>
              </a:rPr>
              <a:t>3.2.</a:t>
            </a:r>
            <a:r>
              <a:rPr sz="1800" spc="-15" dirty="0">
                <a:solidFill>
                  <a:srgbClr val="FFFFFF"/>
                </a:solidFill>
                <a:latin typeface="Ebrima"/>
                <a:cs typeface="Ebrima"/>
              </a:rPr>
              <a:t> </a:t>
            </a:r>
            <a:r>
              <a:rPr sz="1800" dirty="0">
                <a:solidFill>
                  <a:srgbClr val="FFFFFF"/>
                </a:solidFill>
                <a:latin typeface="Ebrima"/>
                <a:cs typeface="Ebrima"/>
              </a:rPr>
              <a:t>Keras</a:t>
            </a:r>
            <a:r>
              <a:rPr sz="1800" spc="-10" dirty="0">
                <a:solidFill>
                  <a:srgbClr val="FFFFFF"/>
                </a:solidFill>
                <a:latin typeface="Ebrima"/>
                <a:cs typeface="Ebrima"/>
              </a:rPr>
              <a:t> Basics</a:t>
            </a:r>
            <a:endParaRPr sz="1800">
              <a:latin typeface="Ebrima"/>
              <a:cs typeface="Ebrim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8671941" y="463677"/>
            <a:ext cx="80962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dirty="0">
                <a:solidFill>
                  <a:srgbClr val="D9D9D9"/>
                </a:solidFill>
                <a:latin typeface="Ebrima"/>
                <a:cs typeface="Ebrima"/>
              </a:rPr>
              <a:t>UNIT</a:t>
            </a:r>
            <a:r>
              <a:rPr sz="1600" spc="400" dirty="0">
                <a:solidFill>
                  <a:srgbClr val="D9D9D9"/>
                </a:solidFill>
                <a:latin typeface="Ebrima"/>
                <a:cs typeface="Ebrima"/>
              </a:rPr>
              <a:t> </a:t>
            </a:r>
            <a:r>
              <a:rPr sz="1600" spc="-35" dirty="0">
                <a:solidFill>
                  <a:srgbClr val="D9D9D9"/>
                </a:solidFill>
                <a:latin typeface="Ebrima"/>
                <a:cs typeface="Ebrima"/>
              </a:rPr>
              <a:t>03</a:t>
            </a:r>
            <a:endParaRPr sz="1600">
              <a:latin typeface="Ebrima"/>
              <a:cs typeface="Ebrima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559308" y="1440180"/>
            <a:ext cx="36830" cy="180340"/>
          </a:xfrm>
          <a:custGeom>
            <a:avLst/>
            <a:gdLst/>
            <a:ahLst/>
            <a:cxnLst/>
            <a:rect l="l" t="t" r="r" b="b"/>
            <a:pathLst>
              <a:path w="36829" h="180340">
                <a:moveTo>
                  <a:pt x="36576" y="0"/>
                </a:moveTo>
                <a:lnTo>
                  <a:pt x="0" y="0"/>
                </a:lnTo>
                <a:lnTo>
                  <a:pt x="0" y="179832"/>
                </a:lnTo>
                <a:lnTo>
                  <a:pt x="36576" y="179832"/>
                </a:lnTo>
                <a:lnTo>
                  <a:pt x="36576" y="0"/>
                </a:lnTo>
                <a:close/>
              </a:path>
            </a:pathLst>
          </a:custGeom>
          <a:solidFill>
            <a:srgbClr val="183DAF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8" name="object 8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723909" y="1469156"/>
            <a:ext cx="361940" cy="169905"/>
          </a:xfrm>
          <a:prstGeom prst="rect">
            <a:avLst/>
          </a:prstGeom>
        </p:spPr>
      </p:pic>
      <p:graphicFrame>
        <p:nvGraphicFramePr>
          <p:cNvPr id="9" name="object 9"/>
          <p:cNvGraphicFramePr>
            <a:graphicFrameLocks noGrp="1"/>
          </p:cNvGraphicFramePr>
          <p:nvPr/>
        </p:nvGraphicFramePr>
        <p:xfrm>
          <a:off x="703262" y="1838451"/>
          <a:ext cx="8640445" cy="34544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5006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13981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159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6350">
                      <a:solidFill>
                        <a:srgbClr val="BEBEBE"/>
                      </a:solidFill>
                      <a:prstDash val="solid"/>
                    </a:lnR>
                    <a:lnT w="12700">
                      <a:solidFill>
                        <a:srgbClr val="183DAF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BEBEBE"/>
                      </a:solidFill>
                      <a:prstDash val="solid"/>
                    </a:lnL>
                    <a:lnT w="12700">
                      <a:solidFill>
                        <a:srgbClr val="183DAF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987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6350">
                      <a:solidFill>
                        <a:srgbClr val="BEBEBE"/>
                      </a:solidFill>
                      <a:prstDash val="solid"/>
                    </a:lnR>
                    <a:lnT w="6350">
                      <a:solidFill>
                        <a:srgbClr val="BEBEBE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BEBEBE"/>
                      </a:solidFill>
                      <a:prstDash val="solid"/>
                    </a:lnL>
                    <a:lnT w="6350">
                      <a:solidFill>
                        <a:srgbClr val="BEBEBE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987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6350">
                      <a:solidFill>
                        <a:srgbClr val="BEBEBE"/>
                      </a:solidFill>
                      <a:prstDash val="solid"/>
                    </a:lnR>
                    <a:lnT w="6350">
                      <a:solidFill>
                        <a:srgbClr val="BEBEBE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BEBEBE"/>
                      </a:solidFill>
                      <a:prstDash val="solid"/>
                    </a:lnL>
                    <a:lnT w="6350">
                      <a:solidFill>
                        <a:srgbClr val="BEBEBE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6987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6350">
                      <a:solidFill>
                        <a:srgbClr val="BEBEBE"/>
                      </a:solidFill>
                      <a:prstDash val="solid"/>
                    </a:lnR>
                    <a:lnT w="6350">
                      <a:solidFill>
                        <a:srgbClr val="BEBEBE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BEBEBE"/>
                      </a:solidFill>
                      <a:prstDash val="solid"/>
                    </a:lnL>
                    <a:lnT w="6350">
                      <a:solidFill>
                        <a:srgbClr val="BEBEBE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6987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6350">
                      <a:solidFill>
                        <a:srgbClr val="BEBEBE"/>
                      </a:solidFill>
                      <a:prstDash val="solid"/>
                    </a:lnR>
                    <a:lnT w="6350">
                      <a:solidFill>
                        <a:srgbClr val="BEBEBE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BEBEBE"/>
                      </a:solidFill>
                      <a:prstDash val="solid"/>
                    </a:lnL>
                    <a:lnT w="6350">
                      <a:solidFill>
                        <a:srgbClr val="BEBEBE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6987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6350">
                      <a:solidFill>
                        <a:srgbClr val="BEBEBE"/>
                      </a:solidFill>
                      <a:prstDash val="solid"/>
                    </a:lnR>
                    <a:lnT w="6350">
                      <a:solidFill>
                        <a:srgbClr val="BEBEBE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BEBEBE"/>
                      </a:solidFill>
                      <a:prstDash val="solid"/>
                    </a:lnL>
                    <a:lnT w="6350">
                      <a:solidFill>
                        <a:srgbClr val="BEBEBE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6987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6350">
                      <a:solidFill>
                        <a:srgbClr val="BEBEBE"/>
                      </a:solidFill>
                      <a:prstDash val="solid"/>
                    </a:lnR>
                    <a:lnT w="6350">
                      <a:solidFill>
                        <a:srgbClr val="BEBEBE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BEBEBE"/>
                      </a:solidFill>
                      <a:prstDash val="solid"/>
                    </a:lnL>
                    <a:lnT w="6350">
                      <a:solidFill>
                        <a:srgbClr val="BEBEBE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6987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6350">
                      <a:solidFill>
                        <a:srgbClr val="BEBEBE"/>
                      </a:solidFill>
                      <a:prstDash val="solid"/>
                    </a:lnR>
                    <a:lnT w="6350">
                      <a:solidFill>
                        <a:srgbClr val="BEBEBE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BEBEBE"/>
                      </a:solidFill>
                      <a:prstDash val="solid"/>
                    </a:lnL>
                    <a:lnT w="6350">
                      <a:solidFill>
                        <a:srgbClr val="BEBEBE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6987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6350">
                      <a:solidFill>
                        <a:srgbClr val="BEBEBE"/>
                      </a:solidFill>
                      <a:prstDash val="solid"/>
                    </a:lnR>
                    <a:lnT w="6350">
                      <a:solidFill>
                        <a:srgbClr val="BEBEBE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BEBEBE"/>
                      </a:solidFill>
                      <a:prstDash val="solid"/>
                    </a:lnL>
                    <a:lnT w="6350">
                      <a:solidFill>
                        <a:srgbClr val="BEBEBE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6987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6350">
                      <a:solidFill>
                        <a:srgbClr val="BEBEBE"/>
                      </a:solidFill>
                      <a:prstDash val="solid"/>
                    </a:lnR>
                    <a:lnT w="6350">
                      <a:solidFill>
                        <a:srgbClr val="BEBEBE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BEBEBE"/>
                      </a:solidFill>
                      <a:prstDash val="solid"/>
                    </a:lnL>
                    <a:lnT w="6350">
                      <a:solidFill>
                        <a:srgbClr val="BEBEBE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6987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6350">
                      <a:solidFill>
                        <a:srgbClr val="BEBEBE"/>
                      </a:solidFill>
                      <a:prstDash val="solid"/>
                    </a:lnR>
                    <a:lnT w="6350">
                      <a:solidFill>
                        <a:srgbClr val="BEBEBE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BEBEBE"/>
                      </a:solidFill>
                      <a:prstDash val="solid"/>
                    </a:lnL>
                    <a:lnT w="6350">
                      <a:solidFill>
                        <a:srgbClr val="BEBEBE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6987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6350">
                      <a:solidFill>
                        <a:srgbClr val="BEBEBE"/>
                      </a:solidFill>
                      <a:prstDash val="solid"/>
                    </a:lnR>
                    <a:lnT w="6350">
                      <a:solidFill>
                        <a:srgbClr val="BEBEBE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BEBEBE"/>
                      </a:solidFill>
                      <a:prstDash val="solid"/>
                    </a:lnL>
                    <a:lnT w="6350">
                      <a:solidFill>
                        <a:srgbClr val="BEBEBE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6987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6350">
                      <a:solidFill>
                        <a:srgbClr val="BEBEBE"/>
                      </a:solidFill>
                      <a:prstDash val="solid"/>
                    </a:lnR>
                    <a:lnT w="6350">
                      <a:solidFill>
                        <a:srgbClr val="BEBEBE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BEBEBE"/>
                      </a:solidFill>
                      <a:prstDash val="solid"/>
                    </a:lnL>
                    <a:lnT w="6350">
                      <a:solidFill>
                        <a:srgbClr val="BEBEBE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  <p:pic>
        <p:nvPicPr>
          <p:cNvPr id="10" name="object 10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790826" y="1880742"/>
            <a:ext cx="334518" cy="109855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5913501" y="1874901"/>
            <a:ext cx="722376" cy="143637"/>
          </a:xfrm>
          <a:prstGeom prst="rect">
            <a:avLst/>
          </a:prstGeom>
        </p:spPr>
      </p:pic>
      <p:pic>
        <p:nvPicPr>
          <p:cNvPr id="12" name="object 12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1760473" y="2123439"/>
            <a:ext cx="387476" cy="141859"/>
          </a:xfrm>
          <a:prstGeom prst="rect">
            <a:avLst/>
          </a:prstGeom>
        </p:spPr>
      </p:pic>
      <p:pic>
        <p:nvPicPr>
          <p:cNvPr id="13" name="object 13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5977509" y="2134107"/>
            <a:ext cx="299974" cy="125729"/>
          </a:xfrm>
          <a:prstGeom prst="rect">
            <a:avLst/>
          </a:prstGeom>
        </p:spPr>
      </p:pic>
      <p:pic>
        <p:nvPicPr>
          <p:cNvPr id="14" name="object 14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6324346" y="2134107"/>
            <a:ext cx="250571" cy="155320"/>
          </a:xfrm>
          <a:prstGeom prst="rect">
            <a:avLst/>
          </a:prstGeom>
        </p:spPr>
      </p:pic>
      <p:pic>
        <p:nvPicPr>
          <p:cNvPr id="15" name="object 15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1743582" y="2393442"/>
            <a:ext cx="421131" cy="141859"/>
          </a:xfrm>
          <a:prstGeom prst="rect">
            <a:avLst/>
          </a:prstGeom>
        </p:spPr>
      </p:pic>
      <p:pic>
        <p:nvPicPr>
          <p:cNvPr id="16" name="object 16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5768213" y="2404110"/>
            <a:ext cx="714756" cy="126237"/>
          </a:xfrm>
          <a:prstGeom prst="rect">
            <a:avLst/>
          </a:prstGeom>
        </p:spPr>
      </p:pic>
      <p:pic>
        <p:nvPicPr>
          <p:cNvPr id="17" name="object 17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6530085" y="2404110"/>
            <a:ext cx="250571" cy="155320"/>
          </a:xfrm>
          <a:prstGeom prst="rect">
            <a:avLst/>
          </a:prstGeom>
        </p:spPr>
      </p:pic>
      <p:pic>
        <p:nvPicPr>
          <p:cNvPr id="18" name="object 18"/>
          <p:cNvPicPr/>
          <p:nvPr/>
        </p:nvPicPr>
        <p:blipFill>
          <a:blip r:embed="rId14" cstate="print"/>
          <a:stretch>
            <a:fillRect/>
          </a:stretch>
        </p:blipFill>
        <p:spPr>
          <a:xfrm>
            <a:off x="1728342" y="2663444"/>
            <a:ext cx="453136" cy="141858"/>
          </a:xfrm>
          <a:prstGeom prst="rect">
            <a:avLst/>
          </a:prstGeom>
        </p:spPr>
      </p:pic>
      <p:pic>
        <p:nvPicPr>
          <p:cNvPr id="19" name="object 19"/>
          <p:cNvPicPr/>
          <p:nvPr/>
        </p:nvPicPr>
        <p:blipFill>
          <a:blip r:embed="rId15" cstate="print"/>
          <a:stretch>
            <a:fillRect/>
          </a:stretch>
        </p:blipFill>
        <p:spPr>
          <a:xfrm>
            <a:off x="5751957" y="2674111"/>
            <a:ext cx="744727" cy="126237"/>
          </a:xfrm>
          <a:prstGeom prst="rect">
            <a:avLst/>
          </a:prstGeom>
        </p:spPr>
      </p:pic>
      <p:pic>
        <p:nvPicPr>
          <p:cNvPr id="20" name="object 20"/>
          <p:cNvPicPr/>
          <p:nvPr/>
        </p:nvPicPr>
        <p:blipFill>
          <a:blip r:embed="rId16" cstate="print"/>
          <a:stretch>
            <a:fillRect/>
          </a:stretch>
        </p:blipFill>
        <p:spPr>
          <a:xfrm>
            <a:off x="6545326" y="2674111"/>
            <a:ext cx="250571" cy="155321"/>
          </a:xfrm>
          <a:prstGeom prst="rect">
            <a:avLst/>
          </a:prstGeom>
        </p:spPr>
      </p:pic>
      <p:pic>
        <p:nvPicPr>
          <p:cNvPr id="21" name="object 21"/>
          <p:cNvPicPr/>
          <p:nvPr/>
        </p:nvPicPr>
        <p:blipFill>
          <a:blip r:embed="rId17" cstate="print"/>
          <a:stretch>
            <a:fillRect/>
          </a:stretch>
        </p:blipFill>
        <p:spPr>
          <a:xfrm>
            <a:off x="1582038" y="2933445"/>
            <a:ext cx="744219" cy="155320"/>
          </a:xfrm>
          <a:prstGeom prst="rect">
            <a:avLst/>
          </a:prstGeom>
        </p:spPr>
      </p:pic>
      <p:pic>
        <p:nvPicPr>
          <p:cNvPr id="22" name="object 22"/>
          <p:cNvPicPr/>
          <p:nvPr/>
        </p:nvPicPr>
        <p:blipFill>
          <a:blip r:embed="rId18" cstate="print"/>
          <a:stretch>
            <a:fillRect/>
          </a:stretch>
        </p:blipFill>
        <p:spPr>
          <a:xfrm>
            <a:off x="5756021" y="2944114"/>
            <a:ext cx="735583" cy="155321"/>
          </a:xfrm>
          <a:prstGeom prst="rect">
            <a:avLst/>
          </a:prstGeom>
        </p:spPr>
      </p:pic>
      <p:pic>
        <p:nvPicPr>
          <p:cNvPr id="23" name="object 23"/>
          <p:cNvPicPr/>
          <p:nvPr/>
        </p:nvPicPr>
        <p:blipFill>
          <a:blip r:embed="rId19" cstate="print"/>
          <a:stretch>
            <a:fillRect/>
          </a:stretch>
        </p:blipFill>
        <p:spPr>
          <a:xfrm>
            <a:off x="6542278" y="2944114"/>
            <a:ext cx="250571" cy="155321"/>
          </a:xfrm>
          <a:prstGeom prst="rect">
            <a:avLst/>
          </a:prstGeom>
        </p:spPr>
      </p:pic>
      <p:pic>
        <p:nvPicPr>
          <p:cNvPr id="24" name="object 24"/>
          <p:cNvPicPr/>
          <p:nvPr/>
        </p:nvPicPr>
        <p:blipFill>
          <a:blip r:embed="rId20" cstate="print"/>
          <a:stretch>
            <a:fillRect/>
          </a:stretch>
        </p:blipFill>
        <p:spPr>
          <a:xfrm>
            <a:off x="1566799" y="3203448"/>
            <a:ext cx="776224" cy="155321"/>
          </a:xfrm>
          <a:prstGeom prst="rect">
            <a:avLst/>
          </a:prstGeom>
        </p:spPr>
      </p:pic>
      <p:pic>
        <p:nvPicPr>
          <p:cNvPr id="25" name="object 25"/>
          <p:cNvPicPr/>
          <p:nvPr/>
        </p:nvPicPr>
        <p:blipFill>
          <a:blip r:embed="rId21" cstate="print"/>
          <a:stretch>
            <a:fillRect/>
          </a:stretch>
        </p:blipFill>
        <p:spPr>
          <a:xfrm>
            <a:off x="5741289" y="3214116"/>
            <a:ext cx="767080" cy="155321"/>
          </a:xfrm>
          <a:prstGeom prst="rect">
            <a:avLst/>
          </a:prstGeom>
        </p:spPr>
      </p:pic>
      <p:pic>
        <p:nvPicPr>
          <p:cNvPr id="26" name="object 26"/>
          <p:cNvPicPr/>
          <p:nvPr/>
        </p:nvPicPr>
        <p:blipFill>
          <a:blip r:embed="rId22" cstate="print"/>
          <a:stretch>
            <a:fillRect/>
          </a:stretch>
        </p:blipFill>
        <p:spPr>
          <a:xfrm>
            <a:off x="6557518" y="3214116"/>
            <a:ext cx="250571" cy="155321"/>
          </a:xfrm>
          <a:prstGeom prst="rect">
            <a:avLst/>
          </a:prstGeom>
        </p:spPr>
      </p:pic>
      <p:pic>
        <p:nvPicPr>
          <p:cNvPr id="27" name="object 27"/>
          <p:cNvPicPr/>
          <p:nvPr/>
        </p:nvPicPr>
        <p:blipFill>
          <a:blip r:embed="rId23" cstate="print"/>
          <a:stretch>
            <a:fillRect/>
          </a:stretch>
        </p:blipFill>
        <p:spPr>
          <a:xfrm>
            <a:off x="5564123" y="3483736"/>
            <a:ext cx="1126362" cy="155701"/>
          </a:xfrm>
          <a:prstGeom prst="rect">
            <a:avLst/>
          </a:prstGeom>
        </p:spPr>
      </p:pic>
      <p:pic>
        <p:nvPicPr>
          <p:cNvPr id="28" name="object 28"/>
          <p:cNvPicPr/>
          <p:nvPr/>
        </p:nvPicPr>
        <p:blipFill>
          <a:blip r:embed="rId24" cstate="print"/>
          <a:stretch>
            <a:fillRect/>
          </a:stretch>
        </p:blipFill>
        <p:spPr>
          <a:xfrm>
            <a:off x="1713229" y="3473450"/>
            <a:ext cx="483488" cy="155320"/>
          </a:xfrm>
          <a:prstGeom prst="rect">
            <a:avLst/>
          </a:prstGeom>
        </p:spPr>
      </p:pic>
      <p:pic>
        <p:nvPicPr>
          <p:cNvPr id="29" name="object 29"/>
          <p:cNvPicPr/>
          <p:nvPr/>
        </p:nvPicPr>
        <p:blipFill>
          <a:blip r:embed="rId25" cstate="print"/>
          <a:stretch>
            <a:fillRect/>
          </a:stretch>
        </p:blipFill>
        <p:spPr>
          <a:xfrm>
            <a:off x="6740270" y="3501009"/>
            <a:ext cx="244094" cy="138429"/>
          </a:xfrm>
          <a:prstGeom prst="rect">
            <a:avLst/>
          </a:prstGeom>
        </p:spPr>
      </p:pic>
      <p:pic>
        <p:nvPicPr>
          <p:cNvPr id="30" name="object 30"/>
          <p:cNvPicPr/>
          <p:nvPr/>
        </p:nvPicPr>
        <p:blipFill>
          <a:blip r:embed="rId26" cstate="print"/>
          <a:stretch>
            <a:fillRect/>
          </a:stretch>
        </p:blipFill>
        <p:spPr>
          <a:xfrm>
            <a:off x="1745233" y="3743452"/>
            <a:ext cx="419481" cy="141859"/>
          </a:xfrm>
          <a:prstGeom prst="rect">
            <a:avLst/>
          </a:prstGeom>
        </p:spPr>
      </p:pic>
      <p:pic>
        <p:nvPicPr>
          <p:cNvPr id="31" name="object 31"/>
          <p:cNvPicPr/>
          <p:nvPr/>
        </p:nvPicPr>
        <p:blipFill>
          <a:blip r:embed="rId27" cstate="print"/>
          <a:stretch>
            <a:fillRect/>
          </a:stretch>
        </p:blipFill>
        <p:spPr>
          <a:xfrm>
            <a:off x="6475095" y="3771010"/>
            <a:ext cx="244094" cy="138430"/>
          </a:xfrm>
          <a:prstGeom prst="rect">
            <a:avLst/>
          </a:prstGeom>
        </p:spPr>
      </p:pic>
      <p:pic>
        <p:nvPicPr>
          <p:cNvPr id="32" name="object 32"/>
          <p:cNvPicPr/>
          <p:nvPr/>
        </p:nvPicPr>
        <p:blipFill>
          <a:blip r:embed="rId28" cstate="print"/>
          <a:stretch>
            <a:fillRect/>
          </a:stretch>
        </p:blipFill>
        <p:spPr>
          <a:xfrm>
            <a:off x="5834253" y="3754120"/>
            <a:ext cx="591058" cy="126237"/>
          </a:xfrm>
          <a:prstGeom prst="rect">
            <a:avLst/>
          </a:prstGeom>
        </p:spPr>
      </p:pic>
      <p:pic>
        <p:nvPicPr>
          <p:cNvPr id="33" name="object 33"/>
          <p:cNvPicPr/>
          <p:nvPr/>
        </p:nvPicPr>
        <p:blipFill>
          <a:blip r:embed="rId29" cstate="print"/>
          <a:stretch>
            <a:fillRect/>
          </a:stretch>
        </p:blipFill>
        <p:spPr>
          <a:xfrm>
            <a:off x="1641601" y="4013327"/>
            <a:ext cx="626745" cy="155448"/>
          </a:xfrm>
          <a:prstGeom prst="rect">
            <a:avLst/>
          </a:prstGeom>
        </p:spPr>
      </p:pic>
      <p:grpSp>
        <p:nvGrpSpPr>
          <p:cNvPr id="34" name="object 34"/>
          <p:cNvGrpSpPr/>
          <p:nvPr/>
        </p:nvGrpSpPr>
        <p:grpSpPr>
          <a:xfrm>
            <a:off x="4752975" y="4023995"/>
            <a:ext cx="3033395" cy="155575"/>
            <a:chOff x="4752975" y="4023995"/>
            <a:chExt cx="3033395" cy="155575"/>
          </a:xfrm>
        </p:grpSpPr>
        <p:pic>
          <p:nvPicPr>
            <p:cNvPr id="35" name="object 35"/>
            <p:cNvPicPr/>
            <p:nvPr/>
          </p:nvPicPr>
          <p:blipFill>
            <a:blip r:embed="rId30" cstate="print"/>
            <a:stretch>
              <a:fillRect/>
            </a:stretch>
          </p:blipFill>
          <p:spPr>
            <a:xfrm>
              <a:off x="4752975" y="4023995"/>
              <a:ext cx="2606548" cy="155448"/>
            </a:xfrm>
            <a:prstGeom prst="rect">
              <a:avLst/>
            </a:prstGeom>
          </p:spPr>
        </p:pic>
        <p:pic>
          <p:nvPicPr>
            <p:cNvPr id="36" name="object 36"/>
            <p:cNvPicPr/>
            <p:nvPr/>
          </p:nvPicPr>
          <p:blipFill>
            <a:blip r:embed="rId31" cstate="print"/>
            <a:stretch>
              <a:fillRect/>
            </a:stretch>
          </p:blipFill>
          <p:spPr>
            <a:xfrm>
              <a:off x="7399782" y="4047236"/>
              <a:ext cx="386461" cy="102743"/>
            </a:xfrm>
            <a:prstGeom prst="rect">
              <a:avLst/>
            </a:prstGeom>
          </p:spPr>
        </p:pic>
      </p:grpSp>
      <p:grpSp>
        <p:nvGrpSpPr>
          <p:cNvPr id="37" name="object 37"/>
          <p:cNvGrpSpPr/>
          <p:nvPr/>
        </p:nvGrpSpPr>
        <p:grpSpPr>
          <a:xfrm>
            <a:off x="1638045" y="4283328"/>
            <a:ext cx="633730" cy="155575"/>
            <a:chOff x="1638045" y="4283328"/>
            <a:chExt cx="633730" cy="155575"/>
          </a:xfrm>
        </p:grpSpPr>
        <p:pic>
          <p:nvPicPr>
            <p:cNvPr id="38" name="object 38"/>
            <p:cNvPicPr/>
            <p:nvPr/>
          </p:nvPicPr>
          <p:blipFill>
            <a:blip r:embed="rId32" cstate="print"/>
            <a:stretch>
              <a:fillRect/>
            </a:stretch>
          </p:blipFill>
          <p:spPr>
            <a:xfrm>
              <a:off x="1638045" y="4283328"/>
              <a:ext cx="544576" cy="155447"/>
            </a:xfrm>
            <a:prstGeom prst="rect">
              <a:avLst/>
            </a:prstGeom>
          </p:spPr>
        </p:pic>
        <p:pic>
          <p:nvPicPr>
            <p:cNvPr id="39" name="object 39"/>
            <p:cNvPicPr/>
            <p:nvPr/>
          </p:nvPicPr>
          <p:blipFill>
            <a:blip r:embed="rId33" cstate="print"/>
            <a:stretch>
              <a:fillRect/>
            </a:stretch>
          </p:blipFill>
          <p:spPr>
            <a:xfrm>
              <a:off x="2202179" y="4283328"/>
              <a:ext cx="69214" cy="141985"/>
            </a:xfrm>
            <a:prstGeom prst="rect">
              <a:avLst/>
            </a:prstGeom>
          </p:spPr>
        </p:pic>
      </p:grpSp>
      <p:pic>
        <p:nvPicPr>
          <p:cNvPr id="40" name="object 40"/>
          <p:cNvPicPr/>
          <p:nvPr/>
        </p:nvPicPr>
        <p:blipFill>
          <a:blip r:embed="rId34" cstate="print"/>
          <a:stretch>
            <a:fillRect/>
          </a:stretch>
        </p:blipFill>
        <p:spPr>
          <a:xfrm>
            <a:off x="7093839" y="4311015"/>
            <a:ext cx="244093" cy="138430"/>
          </a:xfrm>
          <a:prstGeom prst="rect">
            <a:avLst/>
          </a:prstGeom>
        </p:spPr>
      </p:pic>
      <p:pic>
        <p:nvPicPr>
          <p:cNvPr id="41" name="object 41"/>
          <p:cNvPicPr/>
          <p:nvPr/>
        </p:nvPicPr>
        <p:blipFill>
          <a:blip r:embed="rId35" cstate="print"/>
          <a:stretch>
            <a:fillRect/>
          </a:stretch>
        </p:blipFill>
        <p:spPr>
          <a:xfrm>
            <a:off x="5213984" y="4293996"/>
            <a:ext cx="1831339" cy="155447"/>
          </a:xfrm>
          <a:prstGeom prst="rect">
            <a:avLst/>
          </a:prstGeom>
        </p:spPr>
      </p:pic>
      <p:pic>
        <p:nvPicPr>
          <p:cNvPr id="42" name="object 42"/>
          <p:cNvPicPr/>
          <p:nvPr/>
        </p:nvPicPr>
        <p:blipFill>
          <a:blip r:embed="rId36" cstate="print"/>
          <a:stretch>
            <a:fillRect/>
          </a:stretch>
        </p:blipFill>
        <p:spPr>
          <a:xfrm>
            <a:off x="1789302" y="4553330"/>
            <a:ext cx="329692" cy="141986"/>
          </a:xfrm>
          <a:prstGeom prst="rect">
            <a:avLst/>
          </a:prstGeom>
        </p:spPr>
      </p:pic>
      <p:pic>
        <p:nvPicPr>
          <p:cNvPr id="43" name="object 43"/>
          <p:cNvPicPr/>
          <p:nvPr/>
        </p:nvPicPr>
        <p:blipFill>
          <a:blip r:embed="rId37" cstate="print"/>
          <a:stretch>
            <a:fillRect/>
          </a:stretch>
        </p:blipFill>
        <p:spPr>
          <a:xfrm>
            <a:off x="6003416" y="4563998"/>
            <a:ext cx="240537" cy="125856"/>
          </a:xfrm>
          <a:prstGeom prst="rect">
            <a:avLst/>
          </a:prstGeom>
        </p:spPr>
      </p:pic>
      <p:pic>
        <p:nvPicPr>
          <p:cNvPr id="44" name="object 44"/>
          <p:cNvPicPr/>
          <p:nvPr/>
        </p:nvPicPr>
        <p:blipFill>
          <a:blip r:embed="rId38" cstate="print"/>
          <a:stretch>
            <a:fillRect/>
          </a:stretch>
        </p:blipFill>
        <p:spPr>
          <a:xfrm>
            <a:off x="6298438" y="4563998"/>
            <a:ext cx="250570" cy="155448"/>
          </a:xfrm>
          <a:prstGeom prst="rect">
            <a:avLst/>
          </a:prstGeom>
        </p:spPr>
      </p:pic>
      <p:grpSp>
        <p:nvGrpSpPr>
          <p:cNvPr id="45" name="object 45"/>
          <p:cNvGrpSpPr/>
          <p:nvPr/>
        </p:nvGrpSpPr>
        <p:grpSpPr>
          <a:xfrm>
            <a:off x="1503552" y="4823333"/>
            <a:ext cx="894715" cy="142240"/>
            <a:chOff x="1503552" y="4823333"/>
            <a:chExt cx="894715" cy="142240"/>
          </a:xfrm>
        </p:grpSpPr>
        <p:pic>
          <p:nvPicPr>
            <p:cNvPr id="46" name="object 46"/>
            <p:cNvPicPr/>
            <p:nvPr/>
          </p:nvPicPr>
          <p:blipFill>
            <a:blip r:embed="rId39" cstate="print"/>
            <a:stretch>
              <a:fillRect/>
            </a:stretch>
          </p:blipFill>
          <p:spPr>
            <a:xfrm>
              <a:off x="1503552" y="4823333"/>
              <a:ext cx="807592" cy="126365"/>
            </a:xfrm>
            <a:prstGeom prst="rect">
              <a:avLst/>
            </a:prstGeom>
          </p:spPr>
        </p:pic>
        <p:pic>
          <p:nvPicPr>
            <p:cNvPr id="47" name="object 47"/>
            <p:cNvPicPr/>
            <p:nvPr/>
          </p:nvPicPr>
          <p:blipFill>
            <a:blip r:embed="rId40" cstate="print"/>
            <a:stretch>
              <a:fillRect/>
            </a:stretch>
          </p:blipFill>
          <p:spPr>
            <a:xfrm>
              <a:off x="2328672" y="4823333"/>
              <a:ext cx="69214" cy="141986"/>
            </a:xfrm>
            <a:prstGeom prst="rect">
              <a:avLst/>
            </a:prstGeom>
          </p:spPr>
        </p:pic>
      </p:grpSp>
      <p:pic>
        <p:nvPicPr>
          <p:cNvPr id="48" name="object 48"/>
          <p:cNvPicPr/>
          <p:nvPr/>
        </p:nvPicPr>
        <p:blipFill>
          <a:blip r:embed="rId41" cstate="print"/>
          <a:stretch>
            <a:fillRect/>
          </a:stretch>
        </p:blipFill>
        <p:spPr>
          <a:xfrm>
            <a:off x="4997196" y="4833746"/>
            <a:ext cx="2269362" cy="155701"/>
          </a:xfrm>
          <a:prstGeom prst="rect">
            <a:avLst/>
          </a:prstGeom>
        </p:spPr>
      </p:pic>
      <p:pic>
        <p:nvPicPr>
          <p:cNvPr id="49" name="object 49"/>
          <p:cNvPicPr/>
          <p:nvPr/>
        </p:nvPicPr>
        <p:blipFill>
          <a:blip r:embed="rId42" cstate="print"/>
          <a:stretch>
            <a:fillRect/>
          </a:stretch>
        </p:blipFill>
        <p:spPr>
          <a:xfrm>
            <a:off x="7318375" y="4834001"/>
            <a:ext cx="227075" cy="125856"/>
          </a:xfrm>
          <a:prstGeom prst="rect">
            <a:avLst/>
          </a:prstGeom>
        </p:spPr>
      </p:pic>
      <p:pic>
        <p:nvPicPr>
          <p:cNvPr id="50" name="object 50"/>
          <p:cNvPicPr/>
          <p:nvPr/>
        </p:nvPicPr>
        <p:blipFill>
          <a:blip r:embed="rId43" cstate="print"/>
          <a:stretch>
            <a:fillRect/>
          </a:stretch>
        </p:blipFill>
        <p:spPr>
          <a:xfrm>
            <a:off x="1791461" y="5093334"/>
            <a:ext cx="327532" cy="155447"/>
          </a:xfrm>
          <a:prstGeom prst="rect">
            <a:avLst/>
          </a:prstGeom>
        </p:spPr>
      </p:pic>
      <p:pic>
        <p:nvPicPr>
          <p:cNvPr id="51" name="object 51"/>
          <p:cNvPicPr/>
          <p:nvPr/>
        </p:nvPicPr>
        <p:blipFill>
          <a:blip r:embed="rId44" cstate="print"/>
          <a:stretch>
            <a:fillRect/>
          </a:stretch>
        </p:blipFill>
        <p:spPr>
          <a:xfrm>
            <a:off x="5225415" y="5103748"/>
            <a:ext cx="1743837" cy="155701"/>
          </a:xfrm>
          <a:prstGeom prst="rect">
            <a:avLst/>
          </a:prstGeom>
        </p:spPr>
      </p:pic>
      <p:pic>
        <p:nvPicPr>
          <p:cNvPr id="52" name="object 52"/>
          <p:cNvPicPr/>
          <p:nvPr/>
        </p:nvPicPr>
        <p:blipFill>
          <a:blip r:embed="rId45" cstate="print"/>
          <a:stretch>
            <a:fillRect/>
          </a:stretch>
        </p:blipFill>
        <p:spPr>
          <a:xfrm>
            <a:off x="7020179" y="5104003"/>
            <a:ext cx="294640" cy="126365"/>
          </a:xfrm>
          <a:prstGeom prst="rect">
            <a:avLst/>
          </a:prstGeom>
        </p:spPr>
      </p:pic>
    </p:spTree>
  </p:cSld>
  <p:clrMapOvr>
    <a:masterClrMapping/>
  </p:clrMapOvr>
</p:sld>
</file>

<file path=ppt/slides/slide1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331604" y="6524434"/>
            <a:ext cx="113385" cy="90487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54151" y="6527292"/>
            <a:ext cx="1794510" cy="142494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862571" y="6521195"/>
            <a:ext cx="2327910" cy="118110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437489" y="431419"/>
            <a:ext cx="164211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FFFFFF"/>
                </a:solidFill>
                <a:latin typeface="Ebrima"/>
                <a:cs typeface="Ebrima"/>
              </a:rPr>
              <a:t>3.2.</a:t>
            </a:r>
            <a:r>
              <a:rPr sz="1800" spc="-15" dirty="0">
                <a:solidFill>
                  <a:srgbClr val="FFFFFF"/>
                </a:solidFill>
                <a:latin typeface="Ebrima"/>
                <a:cs typeface="Ebrima"/>
              </a:rPr>
              <a:t> </a:t>
            </a:r>
            <a:r>
              <a:rPr sz="1800" dirty="0">
                <a:solidFill>
                  <a:srgbClr val="FFFFFF"/>
                </a:solidFill>
                <a:latin typeface="Ebrima"/>
                <a:cs typeface="Ebrima"/>
              </a:rPr>
              <a:t>Keras</a:t>
            </a:r>
            <a:r>
              <a:rPr sz="1800" spc="-10" dirty="0">
                <a:solidFill>
                  <a:srgbClr val="FFFFFF"/>
                </a:solidFill>
                <a:latin typeface="Ebrima"/>
                <a:cs typeface="Ebrima"/>
              </a:rPr>
              <a:t> Basics</a:t>
            </a:r>
            <a:endParaRPr sz="1800">
              <a:latin typeface="Ebrima"/>
              <a:cs typeface="Ebrim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8671941" y="463677"/>
            <a:ext cx="80962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dirty="0">
                <a:solidFill>
                  <a:srgbClr val="D9D9D9"/>
                </a:solidFill>
                <a:latin typeface="Ebrima"/>
                <a:cs typeface="Ebrima"/>
              </a:rPr>
              <a:t>UNIT</a:t>
            </a:r>
            <a:r>
              <a:rPr sz="1600" spc="400" dirty="0">
                <a:solidFill>
                  <a:srgbClr val="D9D9D9"/>
                </a:solidFill>
                <a:latin typeface="Ebrima"/>
                <a:cs typeface="Ebrima"/>
              </a:rPr>
              <a:t> </a:t>
            </a:r>
            <a:r>
              <a:rPr sz="1600" spc="-35" dirty="0">
                <a:solidFill>
                  <a:srgbClr val="D9D9D9"/>
                </a:solidFill>
                <a:latin typeface="Ebrima"/>
                <a:cs typeface="Ebrima"/>
              </a:rPr>
              <a:t>03</a:t>
            </a:r>
            <a:endParaRPr sz="1600">
              <a:latin typeface="Ebrima"/>
              <a:cs typeface="Ebrima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559308" y="1440180"/>
            <a:ext cx="36830" cy="180340"/>
          </a:xfrm>
          <a:custGeom>
            <a:avLst/>
            <a:gdLst/>
            <a:ahLst/>
            <a:cxnLst/>
            <a:rect l="l" t="t" r="r" b="b"/>
            <a:pathLst>
              <a:path w="36829" h="180340">
                <a:moveTo>
                  <a:pt x="36576" y="0"/>
                </a:moveTo>
                <a:lnTo>
                  <a:pt x="0" y="0"/>
                </a:lnTo>
                <a:lnTo>
                  <a:pt x="0" y="179832"/>
                </a:lnTo>
                <a:lnTo>
                  <a:pt x="36576" y="179832"/>
                </a:lnTo>
                <a:lnTo>
                  <a:pt x="36576" y="0"/>
                </a:lnTo>
                <a:close/>
              </a:path>
            </a:pathLst>
          </a:custGeom>
          <a:solidFill>
            <a:srgbClr val="183DAF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8" name="object 8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711708" y="1464563"/>
            <a:ext cx="2201418" cy="174498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705612" y="1805939"/>
            <a:ext cx="4536186" cy="2228850"/>
          </a:xfrm>
          <a:prstGeom prst="rect">
            <a:avLst/>
          </a:prstGeom>
        </p:spPr>
      </p:pic>
    </p:spTree>
  </p:cSld>
  <p:clrMapOvr>
    <a:masterClrMapping/>
  </p:clrMapOvr>
</p:sld>
</file>

<file path=ppt/slides/slide1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359084" y="6524434"/>
            <a:ext cx="85905" cy="90487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54151" y="6527292"/>
            <a:ext cx="1794510" cy="142494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862571" y="6521195"/>
            <a:ext cx="2327910" cy="118110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437489" y="431419"/>
            <a:ext cx="164211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FFFFFF"/>
                </a:solidFill>
                <a:latin typeface="Ebrima"/>
                <a:cs typeface="Ebrima"/>
              </a:rPr>
              <a:t>3.2.</a:t>
            </a:r>
            <a:r>
              <a:rPr sz="1800" spc="-15" dirty="0">
                <a:solidFill>
                  <a:srgbClr val="FFFFFF"/>
                </a:solidFill>
                <a:latin typeface="Ebrima"/>
                <a:cs typeface="Ebrima"/>
              </a:rPr>
              <a:t> </a:t>
            </a:r>
            <a:r>
              <a:rPr sz="1800" dirty="0">
                <a:solidFill>
                  <a:srgbClr val="FFFFFF"/>
                </a:solidFill>
                <a:latin typeface="Ebrima"/>
                <a:cs typeface="Ebrima"/>
              </a:rPr>
              <a:t>Keras</a:t>
            </a:r>
            <a:r>
              <a:rPr sz="1800" spc="-10" dirty="0">
                <a:solidFill>
                  <a:srgbClr val="FFFFFF"/>
                </a:solidFill>
                <a:latin typeface="Ebrima"/>
                <a:cs typeface="Ebrima"/>
              </a:rPr>
              <a:t> Basics</a:t>
            </a:r>
            <a:endParaRPr sz="1800">
              <a:latin typeface="Ebrima"/>
              <a:cs typeface="Ebrim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8671941" y="463677"/>
            <a:ext cx="80962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dirty="0">
                <a:solidFill>
                  <a:srgbClr val="D9D9D9"/>
                </a:solidFill>
                <a:latin typeface="Ebrima"/>
                <a:cs typeface="Ebrima"/>
              </a:rPr>
              <a:t>UNIT</a:t>
            </a:r>
            <a:r>
              <a:rPr sz="1600" spc="400" dirty="0">
                <a:solidFill>
                  <a:srgbClr val="D9D9D9"/>
                </a:solidFill>
                <a:latin typeface="Ebrima"/>
                <a:cs typeface="Ebrima"/>
              </a:rPr>
              <a:t> </a:t>
            </a:r>
            <a:r>
              <a:rPr sz="1600" spc="-35" dirty="0">
                <a:solidFill>
                  <a:srgbClr val="D9D9D9"/>
                </a:solidFill>
                <a:latin typeface="Ebrima"/>
                <a:cs typeface="Ebrima"/>
              </a:rPr>
              <a:t>03</a:t>
            </a:r>
            <a:endParaRPr sz="1600">
              <a:latin typeface="Ebrima"/>
              <a:cs typeface="Ebrima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559308" y="1440180"/>
            <a:ext cx="36830" cy="180340"/>
          </a:xfrm>
          <a:custGeom>
            <a:avLst/>
            <a:gdLst/>
            <a:ahLst/>
            <a:cxnLst/>
            <a:rect l="l" t="t" r="r" b="b"/>
            <a:pathLst>
              <a:path w="36829" h="180340">
                <a:moveTo>
                  <a:pt x="36576" y="0"/>
                </a:moveTo>
                <a:lnTo>
                  <a:pt x="0" y="0"/>
                </a:lnTo>
                <a:lnTo>
                  <a:pt x="0" y="179832"/>
                </a:lnTo>
                <a:lnTo>
                  <a:pt x="36576" y="179832"/>
                </a:lnTo>
                <a:lnTo>
                  <a:pt x="36576" y="0"/>
                </a:lnTo>
                <a:close/>
              </a:path>
            </a:pathLst>
          </a:custGeom>
          <a:solidFill>
            <a:srgbClr val="183DAF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8" name="object 8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719327" y="1464563"/>
            <a:ext cx="1526286" cy="174498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710183" y="1805939"/>
            <a:ext cx="2279141" cy="459486"/>
          </a:xfrm>
          <a:prstGeom prst="rect">
            <a:avLst/>
          </a:prstGeom>
        </p:spPr>
      </p:pic>
      <p:graphicFrame>
        <p:nvGraphicFramePr>
          <p:cNvPr id="10" name="object 10"/>
          <p:cNvGraphicFramePr>
            <a:graphicFrameLocks noGrp="1"/>
          </p:cNvGraphicFramePr>
          <p:nvPr/>
        </p:nvGraphicFramePr>
        <p:xfrm>
          <a:off x="703262" y="2414523"/>
          <a:ext cx="8641080" cy="231521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488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1526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8956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6350">
                      <a:solidFill>
                        <a:srgbClr val="BEBEBE"/>
                      </a:solidFill>
                      <a:prstDash val="solid"/>
                    </a:lnR>
                    <a:lnT w="12700">
                      <a:solidFill>
                        <a:srgbClr val="183DAF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BEBEBE"/>
                      </a:solidFill>
                      <a:prstDash val="solid"/>
                    </a:lnL>
                    <a:lnT w="12700">
                      <a:solidFill>
                        <a:srgbClr val="183DAF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956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6350">
                      <a:solidFill>
                        <a:srgbClr val="BEBEBE"/>
                      </a:solidFill>
                      <a:prstDash val="solid"/>
                    </a:lnR>
                    <a:lnT w="6350">
                      <a:solidFill>
                        <a:srgbClr val="BEBEBE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BEBEBE"/>
                      </a:solidFill>
                      <a:prstDash val="solid"/>
                    </a:lnL>
                    <a:lnT w="6350">
                      <a:solidFill>
                        <a:srgbClr val="BEBEBE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892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6350">
                      <a:solidFill>
                        <a:srgbClr val="BEBEBE"/>
                      </a:solidFill>
                      <a:prstDash val="solid"/>
                    </a:lnR>
                    <a:lnT w="6350">
                      <a:solidFill>
                        <a:srgbClr val="BEBEBE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BEBEBE"/>
                      </a:solidFill>
                      <a:prstDash val="solid"/>
                    </a:lnL>
                    <a:lnT w="6350">
                      <a:solidFill>
                        <a:srgbClr val="BEBEBE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956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6350">
                      <a:solidFill>
                        <a:srgbClr val="BEBEBE"/>
                      </a:solidFill>
                      <a:prstDash val="solid"/>
                    </a:lnR>
                    <a:lnT w="6350">
                      <a:solidFill>
                        <a:srgbClr val="BEBEBE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BEBEBE"/>
                      </a:solidFill>
                      <a:prstDash val="solid"/>
                    </a:lnL>
                    <a:lnT w="6350">
                      <a:solidFill>
                        <a:srgbClr val="BEBEBE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956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6350">
                      <a:solidFill>
                        <a:srgbClr val="BEBEBE"/>
                      </a:solidFill>
                      <a:prstDash val="solid"/>
                    </a:lnR>
                    <a:lnT w="6350">
                      <a:solidFill>
                        <a:srgbClr val="BEBEBE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BEBEBE"/>
                      </a:solidFill>
                      <a:prstDash val="solid"/>
                    </a:lnL>
                    <a:lnT w="6350">
                      <a:solidFill>
                        <a:srgbClr val="BEBEBE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8892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6350">
                      <a:solidFill>
                        <a:srgbClr val="BEBEBE"/>
                      </a:solidFill>
                      <a:prstDash val="solid"/>
                    </a:lnR>
                    <a:lnT w="6350">
                      <a:solidFill>
                        <a:srgbClr val="BEBEBE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BEBEBE"/>
                      </a:solidFill>
                      <a:prstDash val="solid"/>
                    </a:lnL>
                    <a:lnT w="6350">
                      <a:solidFill>
                        <a:srgbClr val="BEBEBE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8956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6350">
                      <a:solidFill>
                        <a:srgbClr val="BEBEBE"/>
                      </a:solidFill>
                      <a:prstDash val="solid"/>
                    </a:lnR>
                    <a:lnT w="6350">
                      <a:solidFill>
                        <a:srgbClr val="BEBEBE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BEBEBE"/>
                      </a:solidFill>
                      <a:prstDash val="solid"/>
                    </a:lnL>
                    <a:lnT w="6350">
                      <a:solidFill>
                        <a:srgbClr val="BEBEBE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8956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6350">
                      <a:solidFill>
                        <a:srgbClr val="BEBEBE"/>
                      </a:solidFill>
                      <a:prstDash val="solid"/>
                    </a:lnR>
                    <a:lnT w="6350">
                      <a:solidFill>
                        <a:srgbClr val="BEBEBE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BEBEBE"/>
                      </a:solidFill>
                      <a:prstDash val="solid"/>
                    </a:lnL>
                    <a:lnT w="6350">
                      <a:solidFill>
                        <a:srgbClr val="BEBEBE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pic>
        <p:nvPicPr>
          <p:cNvPr id="11" name="object 11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275841" y="2502535"/>
            <a:ext cx="347980" cy="109854"/>
          </a:xfrm>
          <a:prstGeom prst="rect">
            <a:avLst/>
          </a:prstGeom>
        </p:spPr>
      </p:pic>
      <p:pic>
        <p:nvPicPr>
          <p:cNvPr id="12" name="object 12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5432678" y="2501392"/>
            <a:ext cx="672211" cy="138937"/>
          </a:xfrm>
          <a:prstGeom prst="rect">
            <a:avLst/>
          </a:prstGeom>
        </p:spPr>
      </p:pic>
      <p:pic>
        <p:nvPicPr>
          <p:cNvPr id="13" name="object 13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1280794" y="2782823"/>
            <a:ext cx="331597" cy="126237"/>
          </a:xfrm>
          <a:prstGeom prst="rect">
            <a:avLst/>
          </a:prstGeom>
        </p:spPr>
      </p:pic>
      <p:pic>
        <p:nvPicPr>
          <p:cNvPr id="14" name="object 14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3334258" y="2806700"/>
            <a:ext cx="157733" cy="112267"/>
          </a:xfrm>
          <a:prstGeom prst="rect">
            <a:avLst/>
          </a:prstGeom>
        </p:spPr>
      </p:pic>
      <p:pic>
        <p:nvPicPr>
          <p:cNvPr id="15" name="object 15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3558159" y="2826639"/>
            <a:ext cx="88645" cy="88646"/>
          </a:xfrm>
          <a:prstGeom prst="rect">
            <a:avLst/>
          </a:prstGeom>
        </p:spPr>
      </p:pic>
      <p:pic>
        <p:nvPicPr>
          <p:cNvPr id="16" name="object 16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3709161" y="2806700"/>
            <a:ext cx="157734" cy="112267"/>
          </a:xfrm>
          <a:prstGeom prst="rect">
            <a:avLst/>
          </a:prstGeom>
        </p:spPr>
      </p:pic>
      <p:pic>
        <p:nvPicPr>
          <p:cNvPr id="17" name="object 17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3922776" y="2791967"/>
            <a:ext cx="4284218" cy="155448"/>
          </a:xfrm>
          <a:prstGeom prst="rect">
            <a:avLst/>
          </a:prstGeom>
        </p:spPr>
      </p:pic>
      <p:pic>
        <p:nvPicPr>
          <p:cNvPr id="18" name="object 18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1244193" y="3072383"/>
            <a:ext cx="403123" cy="126237"/>
          </a:xfrm>
          <a:prstGeom prst="rect">
            <a:avLst/>
          </a:prstGeom>
        </p:spPr>
      </p:pic>
      <p:pic>
        <p:nvPicPr>
          <p:cNvPr id="19" name="object 19"/>
          <p:cNvPicPr/>
          <p:nvPr/>
        </p:nvPicPr>
        <p:blipFill>
          <a:blip r:embed="rId14" cstate="print"/>
          <a:stretch>
            <a:fillRect/>
          </a:stretch>
        </p:blipFill>
        <p:spPr>
          <a:xfrm>
            <a:off x="3297682" y="3096260"/>
            <a:ext cx="157733" cy="112267"/>
          </a:xfrm>
          <a:prstGeom prst="rect">
            <a:avLst/>
          </a:prstGeom>
        </p:spPr>
      </p:pic>
      <p:pic>
        <p:nvPicPr>
          <p:cNvPr id="20" name="object 20"/>
          <p:cNvPicPr/>
          <p:nvPr/>
        </p:nvPicPr>
        <p:blipFill>
          <a:blip r:embed="rId15" cstate="print"/>
          <a:stretch>
            <a:fillRect/>
          </a:stretch>
        </p:blipFill>
        <p:spPr>
          <a:xfrm>
            <a:off x="3672585" y="3096260"/>
            <a:ext cx="157734" cy="112267"/>
          </a:xfrm>
          <a:prstGeom prst="rect">
            <a:avLst/>
          </a:prstGeom>
        </p:spPr>
      </p:pic>
      <p:pic>
        <p:nvPicPr>
          <p:cNvPr id="21" name="object 21"/>
          <p:cNvPicPr/>
          <p:nvPr/>
        </p:nvPicPr>
        <p:blipFill>
          <a:blip r:embed="rId16" cstate="print"/>
          <a:stretch>
            <a:fillRect/>
          </a:stretch>
        </p:blipFill>
        <p:spPr>
          <a:xfrm>
            <a:off x="3521455" y="3116198"/>
            <a:ext cx="88646" cy="88646"/>
          </a:xfrm>
          <a:prstGeom prst="rect">
            <a:avLst/>
          </a:prstGeom>
        </p:spPr>
      </p:pic>
      <p:pic>
        <p:nvPicPr>
          <p:cNvPr id="22" name="object 22"/>
          <p:cNvPicPr/>
          <p:nvPr/>
        </p:nvPicPr>
        <p:blipFill>
          <a:blip r:embed="rId17" cstate="print"/>
          <a:stretch>
            <a:fillRect/>
          </a:stretch>
        </p:blipFill>
        <p:spPr>
          <a:xfrm>
            <a:off x="3886200" y="3081527"/>
            <a:ext cx="4355846" cy="155448"/>
          </a:xfrm>
          <a:prstGeom prst="rect">
            <a:avLst/>
          </a:prstGeom>
        </p:spPr>
      </p:pic>
      <p:pic>
        <p:nvPicPr>
          <p:cNvPr id="23" name="object 23"/>
          <p:cNvPicPr/>
          <p:nvPr/>
        </p:nvPicPr>
        <p:blipFill>
          <a:blip r:embed="rId18" cstate="print"/>
          <a:stretch>
            <a:fillRect/>
          </a:stretch>
        </p:blipFill>
        <p:spPr>
          <a:xfrm>
            <a:off x="1331594" y="3361944"/>
            <a:ext cx="231902" cy="126237"/>
          </a:xfrm>
          <a:prstGeom prst="rect">
            <a:avLst/>
          </a:prstGeom>
        </p:spPr>
      </p:pic>
      <p:pic>
        <p:nvPicPr>
          <p:cNvPr id="24" name="object 24"/>
          <p:cNvPicPr/>
          <p:nvPr/>
        </p:nvPicPr>
        <p:blipFill>
          <a:blip r:embed="rId19" cstate="print"/>
          <a:stretch>
            <a:fillRect/>
          </a:stretch>
        </p:blipFill>
        <p:spPr>
          <a:xfrm>
            <a:off x="3821810" y="3372611"/>
            <a:ext cx="3891407" cy="155448"/>
          </a:xfrm>
          <a:prstGeom prst="rect">
            <a:avLst/>
          </a:prstGeom>
        </p:spPr>
      </p:pic>
      <p:pic>
        <p:nvPicPr>
          <p:cNvPr id="25" name="object 25"/>
          <p:cNvPicPr/>
          <p:nvPr/>
        </p:nvPicPr>
        <p:blipFill>
          <a:blip r:embed="rId20" cstate="print"/>
          <a:stretch>
            <a:fillRect/>
          </a:stretch>
        </p:blipFill>
        <p:spPr>
          <a:xfrm>
            <a:off x="1256385" y="3674745"/>
            <a:ext cx="378866" cy="102997"/>
          </a:xfrm>
          <a:prstGeom prst="rect">
            <a:avLst/>
          </a:prstGeom>
        </p:spPr>
      </p:pic>
      <p:pic>
        <p:nvPicPr>
          <p:cNvPr id="26" name="object 26"/>
          <p:cNvPicPr/>
          <p:nvPr/>
        </p:nvPicPr>
        <p:blipFill>
          <a:blip r:embed="rId21" cstate="print"/>
          <a:stretch>
            <a:fillRect/>
          </a:stretch>
        </p:blipFill>
        <p:spPr>
          <a:xfrm>
            <a:off x="1309750" y="3957954"/>
            <a:ext cx="278003" cy="108838"/>
          </a:xfrm>
          <a:prstGeom prst="rect">
            <a:avLst/>
          </a:prstGeom>
        </p:spPr>
      </p:pic>
      <p:pic>
        <p:nvPicPr>
          <p:cNvPr id="27" name="object 27"/>
          <p:cNvPicPr/>
          <p:nvPr/>
        </p:nvPicPr>
        <p:blipFill>
          <a:blip r:embed="rId22" cstate="print"/>
          <a:stretch>
            <a:fillRect/>
          </a:stretch>
        </p:blipFill>
        <p:spPr>
          <a:xfrm>
            <a:off x="4365371" y="3662171"/>
            <a:ext cx="2805303" cy="155447"/>
          </a:xfrm>
          <a:prstGeom prst="rect">
            <a:avLst/>
          </a:prstGeom>
        </p:spPr>
      </p:pic>
      <p:pic>
        <p:nvPicPr>
          <p:cNvPr id="28" name="object 28"/>
          <p:cNvPicPr/>
          <p:nvPr/>
        </p:nvPicPr>
        <p:blipFill>
          <a:blip r:embed="rId23" cstate="print"/>
          <a:stretch>
            <a:fillRect/>
          </a:stretch>
        </p:blipFill>
        <p:spPr>
          <a:xfrm>
            <a:off x="3355847" y="3964940"/>
            <a:ext cx="163322" cy="112268"/>
          </a:xfrm>
          <a:prstGeom prst="rect">
            <a:avLst/>
          </a:prstGeom>
        </p:spPr>
      </p:pic>
      <p:pic>
        <p:nvPicPr>
          <p:cNvPr id="29" name="object 29"/>
          <p:cNvPicPr/>
          <p:nvPr/>
        </p:nvPicPr>
        <p:blipFill>
          <a:blip r:embed="rId24" cstate="print"/>
          <a:stretch>
            <a:fillRect/>
          </a:stretch>
        </p:blipFill>
        <p:spPr>
          <a:xfrm>
            <a:off x="3580891" y="3984878"/>
            <a:ext cx="88646" cy="88645"/>
          </a:xfrm>
          <a:prstGeom prst="rect">
            <a:avLst/>
          </a:prstGeom>
        </p:spPr>
      </p:pic>
      <p:pic>
        <p:nvPicPr>
          <p:cNvPr id="30" name="object 30"/>
          <p:cNvPicPr/>
          <p:nvPr/>
        </p:nvPicPr>
        <p:blipFill>
          <a:blip r:embed="rId25" cstate="print"/>
          <a:stretch>
            <a:fillRect/>
          </a:stretch>
        </p:blipFill>
        <p:spPr>
          <a:xfrm>
            <a:off x="3730752" y="3964940"/>
            <a:ext cx="163322" cy="112268"/>
          </a:xfrm>
          <a:prstGeom prst="rect">
            <a:avLst/>
          </a:prstGeom>
        </p:spPr>
      </p:pic>
      <p:pic>
        <p:nvPicPr>
          <p:cNvPr id="31" name="object 31"/>
          <p:cNvPicPr/>
          <p:nvPr/>
        </p:nvPicPr>
        <p:blipFill>
          <a:blip r:embed="rId26" cstate="print"/>
          <a:stretch>
            <a:fillRect/>
          </a:stretch>
        </p:blipFill>
        <p:spPr>
          <a:xfrm>
            <a:off x="3945128" y="3950208"/>
            <a:ext cx="4239006" cy="155448"/>
          </a:xfrm>
          <a:prstGeom prst="rect">
            <a:avLst/>
          </a:prstGeom>
        </p:spPr>
      </p:pic>
      <p:pic>
        <p:nvPicPr>
          <p:cNvPr id="32" name="object 32"/>
          <p:cNvPicPr/>
          <p:nvPr/>
        </p:nvPicPr>
        <p:blipFill>
          <a:blip r:embed="rId27" cstate="print"/>
          <a:stretch>
            <a:fillRect/>
          </a:stretch>
        </p:blipFill>
        <p:spPr>
          <a:xfrm>
            <a:off x="1085151" y="4230623"/>
            <a:ext cx="722185" cy="158750"/>
          </a:xfrm>
          <a:prstGeom prst="rect">
            <a:avLst/>
          </a:prstGeom>
        </p:spPr>
      </p:pic>
      <p:pic>
        <p:nvPicPr>
          <p:cNvPr id="33" name="object 33"/>
          <p:cNvPicPr/>
          <p:nvPr/>
        </p:nvPicPr>
        <p:blipFill>
          <a:blip r:embed="rId28" cstate="print"/>
          <a:stretch>
            <a:fillRect/>
          </a:stretch>
        </p:blipFill>
        <p:spPr>
          <a:xfrm>
            <a:off x="3275076" y="4254500"/>
            <a:ext cx="163322" cy="112268"/>
          </a:xfrm>
          <a:prstGeom prst="rect">
            <a:avLst/>
          </a:prstGeom>
        </p:spPr>
      </p:pic>
      <p:pic>
        <p:nvPicPr>
          <p:cNvPr id="34" name="object 34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3500246" y="4274439"/>
            <a:ext cx="88645" cy="88646"/>
          </a:xfrm>
          <a:prstGeom prst="rect">
            <a:avLst/>
          </a:prstGeom>
        </p:spPr>
      </p:pic>
      <p:pic>
        <p:nvPicPr>
          <p:cNvPr id="35" name="object 35"/>
          <p:cNvPicPr/>
          <p:nvPr/>
        </p:nvPicPr>
        <p:blipFill>
          <a:blip r:embed="rId29" cstate="print"/>
          <a:stretch>
            <a:fillRect/>
          </a:stretch>
        </p:blipFill>
        <p:spPr>
          <a:xfrm>
            <a:off x="3649979" y="4254500"/>
            <a:ext cx="163322" cy="112268"/>
          </a:xfrm>
          <a:prstGeom prst="rect">
            <a:avLst/>
          </a:prstGeom>
        </p:spPr>
      </p:pic>
      <p:pic>
        <p:nvPicPr>
          <p:cNvPr id="36" name="object 36"/>
          <p:cNvPicPr/>
          <p:nvPr/>
        </p:nvPicPr>
        <p:blipFill>
          <a:blip r:embed="rId30" cstate="print"/>
          <a:stretch>
            <a:fillRect/>
          </a:stretch>
        </p:blipFill>
        <p:spPr>
          <a:xfrm>
            <a:off x="3864483" y="4239767"/>
            <a:ext cx="4398898" cy="155448"/>
          </a:xfrm>
          <a:prstGeom prst="rect">
            <a:avLst/>
          </a:prstGeom>
        </p:spPr>
      </p:pic>
      <p:pic>
        <p:nvPicPr>
          <p:cNvPr id="37" name="object 37"/>
          <p:cNvPicPr/>
          <p:nvPr/>
        </p:nvPicPr>
        <p:blipFill>
          <a:blip r:embed="rId31" cstate="print"/>
          <a:stretch>
            <a:fillRect/>
          </a:stretch>
        </p:blipFill>
        <p:spPr>
          <a:xfrm>
            <a:off x="1050645" y="4520184"/>
            <a:ext cx="792759" cy="158750"/>
          </a:xfrm>
          <a:prstGeom prst="rect">
            <a:avLst/>
          </a:prstGeom>
        </p:spPr>
      </p:pic>
      <p:pic>
        <p:nvPicPr>
          <p:cNvPr id="38" name="object 38"/>
          <p:cNvPicPr/>
          <p:nvPr/>
        </p:nvPicPr>
        <p:blipFill>
          <a:blip r:embed="rId32" cstate="print"/>
          <a:stretch>
            <a:fillRect/>
          </a:stretch>
        </p:blipFill>
        <p:spPr>
          <a:xfrm>
            <a:off x="3557651" y="4530852"/>
            <a:ext cx="4420743" cy="126237"/>
          </a:xfrm>
          <a:prstGeom prst="rect">
            <a:avLst/>
          </a:prstGeom>
        </p:spPr>
      </p:pic>
    </p:spTree>
  </p:cSld>
  <p:clrMapOvr>
    <a:masterClrMapping/>
  </p:clrMapOvr>
</p:sld>
</file>

<file path=ppt/slides/slide16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902951" cy="2997319"/>
          </a:xfrm>
          <a:prstGeom prst="rect">
            <a:avLst/>
          </a:prstGeom>
        </p:spPr>
      </p:pic>
      <p:sp>
        <p:nvSpPr>
          <p:cNvPr id="3" name="object 3"/>
          <p:cNvSpPr/>
          <p:nvPr/>
        </p:nvSpPr>
        <p:spPr>
          <a:xfrm>
            <a:off x="449580" y="6425184"/>
            <a:ext cx="9001125" cy="0"/>
          </a:xfrm>
          <a:custGeom>
            <a:avLst/>
            <a:gdLst/>
            <a:ahLst/>
            <a:cxnLst/>
            <a:rect l="l" t="t" r="r" b="b"/>
            <a:pathLst>
              <a:path w="9001125">
                <a:moveTo>
                  <a:pt x="0" y="0"/>
                </a:moveTo>
                <a:lnTo>
                  <a:pt x="9000744" y="0"/>
                </a:lnTo>
              </a:path>
            </a:pathLst>
          </a:custGeom>
          <a:ln w="6096">
            <a:solidFill>
              <a:srgbClr val="BEBEB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333134" y="6524434"/>
            <a:ext cx="108806" cy="90487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54151" y="6527292"/>
            <a:ext cx="1794510" cy="142494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6862571" y="6521195"/>
            <a:ext cx="2327910" cy="118110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926591" y="3224771"/>
            <a:ext cx="7323582" cy="799350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929639" y="2807207"/>
            <a:ext cx="700278" cy="195834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1243583" y="4415028"/>
            <a:ext cx="2308098" cy="182118"/>
          </a:xfrm>
          <a:prstGeom prst="rect">
            <a:avLst/>
          </a:prstGeom>
        </p:spPr>
      </p:pic>
      <p:sp>
        <p:nvSpPr>
          <p:cNvPr id="10" name="object 10"/>
          <p:cNvSpPr/>
          <p:nvPr/>
        </p:nvSpPr>
        <p:spPr>
          <a:xfrm>
            <a:off x="1051560" y="4364735"/>
            <a:ext cx="35560" cy="253365"/>
          </a:xfrm>
          <a:custGeom>
            <a:avLst/>
            <a:gdLst/>
            <a:ahLst/>
            <a:cxnLst/>
            <a:rect l="l" t="t" r="r" b="b"/>
            <a:pathLst>
              <a:path w="35559" h="253364">
                <a:moveTo>
                  <a:pt x="35052" y="0"/>
                </a:moveTo>
                <a:lnTo>
                  <a:pt x="0" y="0"/>
                </a:lnTo>
                <a:lnTo>
                  <a:pt x="0" y="252983"/>
                </a:lnTo>
                <a:lnTo>
                  <a:pt x="35052" y="252983"/>
                </a:lnTo>
                <a:lnTo>
                  <a:pt x="35052" y="0"/>
                </a:lnTo>
                <a:close/>
              </a:path>
            </a:pathLst>
          </a:custGeom>
          <a:solidFill>
            <a:srgbClr val="A6A6A6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1" name="object 11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1243583" y="4844796"/>
            <a:ext cx="1226058" cy="182118"/>
          </a:xfrm>
          <a:prstGeom prst="rect">
            <a:avLst/>
          </a:prstGeom>
        </p:spPr>
      </p:pic>
      <p:sp>
        <p:nvSpPr>
          <p:cNvPr id="12" name="object 12"/>
          <p:cNvSpPr/>
          <p:nvPr/>
        </p:nvSpPr>
        <p:spPr>
          <a:xfrm>
            <a:off x="1051560" y="4794503"/>
            <a:ext cx="35560" cy="251460"/>
          </a:xfrm>
          <a:custGeom>
            <a:avLst/>
            <a:gdLst/>
            <a:ahLst/>
            <a:cxnLst/>
            <a:rect l="l" t="t" r="r" b="b"/>
            <a:pathLst>
              <a:path w="35559" h="251460">
                <a:moveTo>
                  <a:pt x="35052" y="0"/>
                </a:moveTo>
                <a:lnTo>
                  <a:pt x="0" y="0"/>
                </a:lnTo>
                <a:lnTo>
                  <a:pt x="0" y="251460"/>
                </a:lnTo>
                <a:lnTo>
                  <a:pt x="35052" y="251460"/>
                </a:lnTo>
                <a:lnTo>
                  <a:pt x="35052" y="0"/>
                </a:lnTo>
                <a:close/>
              </a:path>
            </a:pathLst>
          </a:custGeom>
          <a:solidFill>
            <a:srgbClr val="A6A6A6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3" name="object 13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1245108" y="5266944"/>
            <a:ext cx="1555242" cy="168402"/>
          </a:xfrm>
          <a:prstGeom prst="rect">
            <a:avLst/>
          </a:prstGeom>
        </p:spPr>
      </p:pic>
      <p:sp>
        <p:nvSpPr>
          <p:cNvPr id="14" name="object 14"/>
          <p:cNvSpPr/>
          <p:nvPr/>
        </p:nvSpPr>
        <p:spPr>
          <a:xfrm>
            <a:off x="1051560" y="5204459"/>
            <a:ext cx="35560" cy="251460"/>
          </a:xfrm>
          <a:custGeom>
            <a:avLst/>
            <a:gdLst/>
            <a:ahLst/>
            <a:cxnLst/>
            <a:rect l="l" t="t" r="r" b="b"/>
            <a:pathLst>
              <a:path w="35559" h="251460">
                <a:moveTo>
                  <a:pt x="35052" y="0"/>
                </a:moveTo>
                <a:lnTo>
                  <a:pt x="0" y="0"/>
                </a:lnTo>
                <a:lnTo>
                  <a:pt x="0" y="251460"/>
                </a:lnTo>
                <a:lnTo>
                  <a:pt x="35052" y="251460"/>
                </a:lnTo>
                <a:lnTo>
                  <a:pt x="35052" y="0"/>
                </a:lnTo>
                <a:close/>
              </a:path>
            </a:pathLst>
          </a:custGeom>
          <a:solidFill>
            <a:srgbClr val="13299F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1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331543" y="6524434"/>
            <a:ext cx="111922" cy="90487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54151" y="6527292"/>
            <a:ext cx="1794510" cy="142494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862571" y="6521195"/>
            <a:ext cx="2327910" cy="118110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449580" y="1443164"/>
            <a:ext cx="1735074" cy="233997"/>
          </a:xfrm>
          <a:prstGeom prst="rect">
            <a:avLst/>
          </a:prstGeom>
        </p:spPr>
      </p:pic>
      <p:sp>
        <p:nvSpPr>
          <p:cNvPr id="6" name="object 6"/>
          <p:cNvSpPr/>
          <p:nvPr/>
        </p:nvSpPr>
        <p:spPr>
          <a:xfrm>
            <a:off x="559308" y="1914144"/>
            <a:ext cx="36830" cy="180340"/>
          </a:xfrm>
          <a:custGeom>
            <a:avLst/>
            <a:gdLst/>
            <a:ahLst/>
            <a:cxnLst/>
            <a:rect l="l" t="t" r="r" b="b"/>
            <a:pathLst>
              <a:path w="36829" h="180339">
                <a:moveTo>
                  <a:pt x="36576" y="0"/>
                </a:moveTo>
                <a:lnTo>
                  <a:pt x="0" y="0"/>
                </a:lnTo>
                <a:lnTo>
                  <a:pt x="0" y="179832"/>
                </a:lnTo>
                <a:lnTo>
                  <a:pt x="36576" y="179832"/>
                </a:lnTo>
                <a:lnTo>
                  <a:pt x="36576" y="0"/>
                </a:lnTo>
                <a:close/>
              </a:path>
            </a:pathLst>
          </a:custGeom>
          <a:solidFill>
            <a:srgbClr val="183DAF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7" name="object 7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719327" y="1937004"/>
            <a:ext cx="2119122" cy="176022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437489" y="431419"/>
            <a:ext cx="173672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FFFFFF"/>
                </a:solidFill>
                <a:latin typeface="Ebrima"/>
                <a:cs typeface="Ebrima"/>
              </a:rPr>
              <a:t>3.3.</a:t>
            </a:r>
            <a:r>
              <a:rPr sz="1800" spc="-15" dirty="0">
                <a:solidFill>
                  <a:srgbClr val="FFFFFF"/>
                </a:solidFill>
                <a:latin typeface="Ebrima"/>
                <a:cs typeface="Ebrima"/>
              </a:rPr>
              <a:t> </a:t>
            </a:r>
            <a:r>
              <a:rPr sz="1800" dirty="0">
                <a:solidFill>
                  <a:srgbClr val="FFFFFF"/>
                </a:solidFill>
                <a:latin typeface="Ebrima"/>
                <a:cs typeface="Ebrima"/>
              </a:rPr>
              <a:t>AI</a:t>
            </a:r>
            <a:r>
              <a:rPr sz="1800" spc="-15" dirty="0">
                <a:solidFill>
                  <a:srgbClr val="FFFFFF"/>
                </a:solidFill>
                <a:latin typeface="Ebrima"/>
                <a:cs typeface="Ebrima"/>
              </a:rPr>
              <a:t> </a:t>
            </a:r>
            <a:r>
              <a:rPr sz="1800" dirty="0">
                <a:solidFill>
                  <a:srgbClr val="FFFFFF"/>
                </a:solidFill>
                <a:latin typeface="Ebrima"/>
                <a:cs typeface="Ebrima"/>
              </a:rPr>
              <a:t>with</a:t>
            </a:r>
            <a:r>
              <a:rPr sz="1800" spc="-5" dirty="0">
                <a:solidFill>
                  <a:srgbClr val="FFFFFF"/>
                </a:solidFill>
                <a:latin typeface="Ebrima"/>
                <a:cs typeface="Ebrima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Ebrima"/>
                <a:cs typeface="Ebrima"/>
              </a:rPr>
              <a:t>Keras</a:t>
            </a:r>
            <a:endParaRPr sz="1800">
              <a:latin typeface="Ebrima"/>
              <a:cs typeface="Ebrim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8671941" y="463677"/>
            <a:ext cx="80962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dirty="0">
                <a:solidFill>
                  <a:srgbClr val="D9D9D9"/>
                </a:solidFill>
                <a:latin typeface="Ebrima"/>
                <a:cs typeface="Ebrima"/>
              </a:rPr>
              <a:t>UNIT</a:t>
            </a:r>
            <a:r>
              <a:rPr sz="1600" spc="400" dirty="0">
                <a:solidFill>
                  <a:srgbClr val="D9D9D9"/>
                </a:solidFill>
                <a:latin typeface="Ebrima"/>
                <a:cs typeface="Ebrima"/>
              </a:rPr>
              <a:t> </a:t>
            </a:r>
            <a:r>
              <a:rPr sz="1600" spc="-35" dirty="0">
                <a:solidFill>
                  <a:srgbClr val="D9D9D9"/>
                </a:solidFill>
                <a:latin typeface="Ebrima"/>
                <a:cs typeface="Ebrima"/>
              </a:rPr>
              <a:t>03</a:t>
            </a:r>
            <a:endParaRPr sz="1600">
              <a:latin typeface="Ebrima"/>
              <a:cs typeface="Ebrima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3622547" y="2528337"/>
            <a:ext cx="3217545" cy="2593975"/>
            <a:chOff x="3622547" y="2528337"/>
            <a:chExt cx="3217545" cy="2593975"/>
          </a:xfrm>
        </p:grpSpPr>
        <p:sp>
          <p:nvSpPr>
            <p:cNvPr id="11" name="object 11"/>
            <p:cNvSpPr/>
            <p:nvPr/>
          </p:nvSpPr>
          <p:spPr>
            <a:xfrm>
              <a:off x="3631691" y="3148583"/>
              <a:ext cx="440690" cy="440690"/>
            </a:xfrm>
            <a:custGeom>
              <a:avLst/>
              <a:gdLst/>
              <a:ahLst/>
              <a:cxnLst/>
              <a:rect l="l" t="t" r="r" b="b"/>
              <a:pathLst>
                <a:path w="440689" h="440689">
                  <a:moveTo>
                    <a:pt x="220218" y="0"/>
                  </a:moveTo>
                  <a:lnTo>
                    <a:pt x="175824" y="4472"/>
                  </a:lnTo>
                  <a:lnTo>
                    <a:pt x="134481" y="17299"/>
                  </a:lnTo>
                  <a:lnTo>
                    <a:pt x="97073" y="37598"/>
                  </a:lnTo>
                  <a:lnTo>
                    <a:pt x="64484" y="64484"/>
                  </a:lnTo>
                  <a:lnTo>
                    <a:pt x="37598" y="97073"/>
                  </a:lnTo>
                  <a:lnTo>
                    <a:pt x="17299" y="134481"/>
                  </a:lnTo>
                  <a:lnTo>
                    <a:pt x="4472" y="175824"/>
                  </a:lnTo>
                  <a:lnTo>
                    <a:pt x="0" y="220217"/>
                  </a:lnTo>
                  <a:lnTo>
                    <a:pt x="4472" y="264611"/>
                  </a:lnTo>
                  <a:lnTo>
                    <a:pt x="17299" y="305954"/>
                  </a:lnTo>
                  <a:lnTo>
                    <a:pt x="37598" y="343362"/>
                  </a:lnTo>
                  <a:lnTo>
                    <a:pt x="64484" y="375951"/>
                  </a:lnTo>
                  <a:lnTo>
                    <a:pt x="97073" y="402837"/>
                  </a:lnTo>
                  <a:lnTo>
                    <a:pt x="134481" y="423136"/>
                  </a:lnTo>
                  <a:lnTo>
                    <a:pt x="175824" y="435963"/>
                  </a:lnTo>
                  <a:lnTo>
                    <a:pt x="220218" y="440436"/>
                  </a:lnTo>
                  <a:lnTo>
                    <a:pt x="264611" y="435963"/>
                  </a:lnTo>
                  <a:lnTo>
                    <a:pt x="305954" y="423136"/>
                  </a:lnTo>
                  <a:lnTo>
                    <a:pt x="343362" y="402837"/>
                  </a:lnTo>
                  <a:lnTo>
                    <a:pt x="375951" y="375951"/>
                  </a:lnTo>
                  <a:lnTo>
                    <a:pt x="402837" y="343362"/>
                  </a:lnTo>
                  <a:lnTo>
                    <a:pt x="423136" y="305954"/>
                  </a:lnTo>
                  <a:lnTo>
                    <a:pt x="435963" y="264611"/>
                  </a:lnTo>
                  <a:lnTo>
                    <a:pt x="440436" y="220217"/>
                  </a:lnTo>
                  <a:lnTo>
                    <a:pt x="435963" y="175824"/>
                  </a:lnTo>
                  <a:lnTo>
                    <a:pt x="423136" y="134481"/>
                  </a:lnTo>
                  <a:lnTo>
                    <a:pt x="402837" y="97073"/>
                  </a:lnTo>
                  <a:lnTo>
                    <a:pt x="375951" y="64484"/>
                  </a:lnTo>
                  <a:lnTo>
                    <a:pt x="343362" y="37598"/>
                  </a:lnTo>
                  <a:lnTo>
                    <a:pt x="305954" y="17299"/>
                  </a:lnTo>
                  <a:lnTo>
                    <a:pt x="264611" y="4472"/>
                  </a:lnTo>
                  <a:lnTo>
                    <a:pt x="220218" y="0"/>
                  </a:lnTo>
                  <a:close/>
                </a:path>
              </a:pathLst>
            </a:custGeom>
            <a:solidFill>
              <a:srgbClr val="FF0000">
                <a:alpha val="19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3631691" y="3148583"/>
              <a:ext cx="440690" cy="440690"/>
            </a:xfrm>
            <a:custGeom>
              <a:avLst/>
              <a:gdLst/>
              <a:ahLst/>
              <a:cxnLst/>
              <a:rect l="l" t="t" r="r" b="b"/>
              <a:pathLst>
                <a:path w="440689" h="440689">
                  <a:moveTo>
                    <a:pt x="0" y="220217"/>
                  </a:moveTo>
                  <a:lnTo>
                    <a:pt x="4472" y="175824"/>
                  </a:lnTo>
                  <a:lnTo>
                    <a:pt x="17299" y="134481"/>
                  </a:lnTo>
                  <a:lnTo>
                    <a:pt x="37598" y="97073"/>
                  </a:lnTo>
                  <a:lnTo>
                    <a:pt x="64484" y="64484"/>
                  </a:lnTo>
                  <a:lnTo>
                    <a:pt x="97073" y="37598"/>
                  </a:lnTo>
                  <a:lnTo>
                    <a:pt x="134481" y="17299"/>
                  </a:lnTo>
                  <a:lnTo>
                    <a:pt x="175824" y="4472"/>
                  </a:lnTo>
                  <a:lnTo>
                    <a:pt x="220218" y="0"/>
                  </a:lnTo>
                  <a:lnTo>
                    <a:pt x="264611" y="4472"/>
                  </a:lnTo>
                  <a:lnTo>
                    <a:pt x="305954" y="17299"/>
                  </a:lnTo>
                  <a:lnTo>
                    <a:pt x="343362" y="37598"/>
                  </a:lnTo>
                  <a:lnTo>
                    <a:pt x="375951" y="64484"/>
                  </a:lnTo>
                  <a:lnTo>
                    <a:pt x="402837" y="97073"/>
                  </a:lnTo>
                  <a:lnTo>
                    <a:pt x="423136" y="134481"/>
                  </a:lnTo>
                  <a:lnTo>
                    <a:pt x="435963" y="175824"/>
                  </a:lnTo>
                  <a:lnTo>
                    <a:pt x="440436" y="220217"/>
                  </a:lnTo>
                  <a:lnTo>
                    <a:pt x="435963" y="264611"/>
                  </a:lnTo>
                  <a:lnTo>
                    <a:pt x="423136" y="305954"/>
                  </a:lnTo>
                  <a:lnTo>
                    <a:pt x="402837" y="343362"/>
                  </a:lnTo>
                  <a:lnTo>
                    <a:pt x="375951" y="375951"/>
                  </a:lnTo>
                  <a:lnTo>
                    <a:pt x="343362" y="402837"/>
                  </a:lnTo>
                  <a:lnTo>
                    <a:pt x="305954" y="423136"/>
                  </a:lnTo>
                  <a:lnTo>
                    <a:pt x="264611" y="435963"/>
                  </a:lnTo>
                  <a:lnTo>
                    <a:pt x="220218" y="440436"/>
                  </a:lnTo>
                  <a:lnTo>
                    <a:pt x="175824" y="435963"/>
                  </a:lnTo>
                  <a:lnTo>
                    <a:pt x="134481" y="423136"/>
                  </a:lnTo>
                  <a:lnTo>
                    <a:pt x="97073" y="402837"/>
                  </a:lnTo>
                  <a:lnTo>
                    <a:pt x="64484" y="375951"/>
                  </a:lnTo>
                  <a:lnTo>
                    <a:pt x="37598" y="343362"/>
                  </a:lnTo>
                  <a:lnTo>
                    <a:pt x="17299" y="305954"/>
                  </a:lnTo>
                  <a:lnTo>
                    <a:pt x="4472" y="264611"/>
                  </a:lnTo>
                  <a:lnTo>
                    <a:pt x="0" y="220217"/>
                  </a:lnTo>
                  <a:close/>
                </a:path>
              </a:pathLst>
            </a:custGeom>
            <a:ln w="9144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3" name="object 13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3721607" y="3290315"/>
              <a:ext cx="226313" cy="206501"/>
            </a:xfrm>
            <a:prstGeom prst="rect">
              <a:avLst/>
            </a:prstGeom>
          </p:spPr>
        </p:pic>
        <p:sp>
          <p:nvSpPr>
            <p:cNvPr id="14" name="object 14"/>
            <p:cNvSpPr/>
            <p:nvPr/>
          </p:nvSpPr>
          <p:spPr>
            <a:xfrm>
              <a:off x="3627119" y="3672839"/>
              <a:ext cx="440690" cy="440690"/>
            </a:xfrm>
            <a:custGeom>
              <a:avLst/>
              <a:gdLst/>
              <a:ahLst/>
              <a:cxnLst/>
              <a:rect l="l" t="t" r="r" b="b"/>
              <a:pathLst>
                <a:path w="440689" h="440689">
                  <a:moveTo>
                    <a:pt x="220217" y="0"/>
                  </a:moveTo>
                  <a:lnTo>
                    <a:pt x="175824" y="4472"/>
                  </a:lnTo>
                  <a:lnTo>
                    <a:pt x="134481" y="17299"/>
                  </a:lnTo>
                  <a:lnTo>
                    <a:pt x="97073" y="37598"/>
                  </a:lnTo>
                  <a:lnTo>
                    <a:pt x="64484" y="64484"/>
                  </a:lnTo>
                  <a:lnTo>
                    <a:pt x="37598" y="97073"/>
                  </a:lnTo>
                  <a:lnTo>
                    <a:pt x="17299" y="134481"/>
                  </a:lnTo>
                  <a:lnTo>
                    <a:pt x="4472" y="175824"/>
                  </a:lnTo>
                  <a:lnTo>
                    <a:pt x="0" y="220218"/>
                  </a:lnTo>
                  <a:lnTo>
                    <a:pt x="4472" y="264611"/>
                  </a:lnTo>
                  <a:lnTo>
                    <a:pt x="17299" y="305954"/>
                  </a:lnTo>
                  <a:lnTo>
                    <a:pt x="37598" y="343362"/>
                  </a:lnTo>
                  <a:lnTo>
                    <a:pt x="64484" y="375951"/>
                  </a:lnTo>
                  <a:lnTo>
                    <a:pt x="97073" y="402837"/>
                  </a:lnTo>
                  <a:lnTo>
                    <a:pt x="134481" y="423136"/>
                  </a:lnTo>
                  <a:lnTo>
                    <a:pt x="175824" y="435963"/>
                  </a:lnTo>
                  <a:lnTo>
                    <a:pt x="220217" y="440436"/>
                  </a:lnTo>
                  <a:lnTo>
                    <a:pt x="264611" y="435963"/>
                  </a:lnTo>
                  <a:lnTo>
                    <a:pt x="305954" y="423136"/>
                  </a:lnTo>
                  <a:lnTo>
                    <a:pt x="343362" y="402837"/>
                  </a:lnTo>
                  <a:lnTo>
                    <a:pt x="375951" y="375951"/>
                  </a:lnTo>
                  <a:lnTo>
                    <a:pt x="402837" y="343362"/>
                  </a:lnTo>
                  <a:lnTo>
                    <a:pt x="423136" y="305954"/>
                  </a:lnTo>
                  <a:lnTo>
                    <a:pt x="435963" y="264611"/>
                  </a:lnTo>
                  <a:lnTo>
                    <a:pt x="440435" y="220218"/>
                  </a:lnTo>
                  <a:lnTo>
                    <a:pt x="435963" y="175824"/>
                  </a:lnTo>
                  <a:lnTo>
                    <a:pt x="423136" y="134481"/>
                  </a:lnTo>
                  <a:lnTo>
                    <a:pt x="402837" y="97073"/>
                  </a:lnTo>
                  <a:lnTo>
                    <a:pt x="375951" y="64484"/>
                  </a:lnTo>
                  <a:lnTo>
                    <a:pt x="343362" y="37598"/>
                  </a:lnTo>
                  <a:lnTo>
                    <a:pt x="305954" y="17299"/>
                  </a:lnTo>
                  <a:lnTo>
                    <a:pt x="264611" y="4472"/>
                  </a:lnTo>
                  <a:lnTo>
                    <a:pt x="220217" y="0"/>
                  </a:lnTo>
                  <a:close/>
                </a:path>
              </a:pathLst>
            </a:custGeom>
            <a:solidFill>
              <a:srgbClr val="FF0000">
                <a:alpha val="19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3627119" y="3672839"/>
              <a:ext cx="440690" cy="440690"/>
            </a:xfrm>
            <a:custGeom>
              <a:avLst/>
              <a:gdLst/>
              <a:ahLst/>
              <a:cxnLst/>
              <a:rect l="l" t="t" r="r" b="b"/>
              <a:pathLst>
                <a:path w="440689" h="440689">
                  <a:moveTo>
                    <a:pt x="0" y="220218"/>
                  </a:moveTo>
                  <a:lnTo>
                    <a:pt x="4472" y="175824"/>
                  </a:lnTo>
                  <a:lnTo>
                    <a:pt x="17299" y="134481"/>
                  </a:lnTo>
                  <a:lnTo>
                    <a:pt x="37598" y="97073"/>
                  </a:lnTo>
                  <a:lnTo>
                    <a:pt x="64484" y="64484"/>
                  </a:lnTo>
                  <a:lnTo>
                    <a:pt x="97073" y="37598"/>
                  </a:lnTo>
                  <a:lnTo>
                    <a:pt x="134481" y="17299"/>
                  </a:lnTo>
                  <a:lnTo>
                    <a:pt x="175824" y="4472"/>
                  </a:lnTo>
                  <a:lnTo>
                    <a:pt x="220217" y="0"/>
                  </a:lnTo>
                  <a:lnTo>
                    <a:pt x="264611" y="4472"/>
                  </a:lnTo>
                  <a:lnTo>
                    <a:pt x="305954" y="17299"/>
                  </a:lnTo>
                  <a:lnTo>
                    <a:pt x="343362" y="37598"/>
                  </a:lnTo>
                  <a:lnTo>
                    <a:pt x="375951" y="64484"/>
                  </a:lnTo>
                  <a:lnTo>
                    <a:pt x="402837" y="97073"/>
                  </a:lnTo>
                  <a:lnTo>
                    <a:pt x="423136" y="134481"/>
                  </a:lnTo>
                  <a:lnTo>
                    <a:pt x="435963" y="175824"/>
                  </a:lnTo>
                  <a:lnTo>
                    <a:pt x="440435" y="220218"/>
                  </a:lnTo>
                  <a:lnTo>
                    <a:pt x="435963" y="264611"/>
                  </a:lnTo>
                  <a:lnTo>
                    <a:pt x="423136" y="305954"/>
                  </a:lnTo>
                  <a:lnTo>
                    <a:pt x="402837" y="343362"/>
                  </a:lnTo>
                  <a:lnTo>
                    <a:pt x="375951" y="375951"/>
                  </a:lnTo>
                  <a:lnTo>
                    <a:pt x="343362" y="402837"/>
                  </a:lnTo>
                  <a:lnTo>
                    <a:pt x="305954" y="423136"/>
                  </a:lnTo>
                  <a:lnTo>
                    <a:pt x="264611" y="435963"/>
                  </a:lnTo>
                  <a:lnTo>
                    <a:pt x="220217" y="440436"/>
                  </a:lnTo>
                  <a:lnTo>
                    <a:pt x="175824" y="435963"/>
                  </a:lnTo>
                  <a:lnTo>
                    <a:pt x="134481" y="423136"/>
                  </a:lnTo>
                  <a:lnTo>
                    <a:pt x="97073" y="402837"/>
                  </a:lnTo>
                  <a:lnTo>
                    <a:pt x="64484" y="375951"/>
                  </a:lnTo>
                  <a:lnTo>
                    <a:pt x="37598" y="343362"/>
                  </a:lnTo>
                  <a:lnTo>
                    <a:pt x="17299" y="305954"/>
                  </a:lnTo>
                  <a:lnTo>
                    <a:pt x="4472" y="264611"/>
                  </a:lnTo>
                  <a:lnTo>
                    <a:pt x="0" y="220218"/>
                  </a:lnTo>
                  <a:close/>
                </a:path>
              </a:pathLst>
            </a:custGeom>
            <a:ln w="9144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6" name="object 16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3713987" y="3808475"/>
              <a:ext cx="227837" cy="206501"/>
            </a:xfrm>
            <a:prstGeom prst="rect">
              <a:avLst/>
            </a:prstGeom>
          </p:spPr>
        </p:pic>
        <p:sp>
          <p:nvSpPr>
            <p:cNvPr id="17" name="object 17"/>
            <p:cNvSpPr/>
            <p:nvPr/>
          </p:nvSpPr>
          <p:spPr>
            <a:xfrm>
              <a:off x="5954267" y="3776471"/>
              <a:ext cx="439420" cy="440690"/>
            </a:xfrm>
            <a:custGeom>
              <a:avLst/>
              <a:gdLst/>
              <a:ahLst/>
              <a:cxnLst/>
              <a:rect l="l" t="t" r="r" b="b"/>
              <a:pathLst>
                <a:path w="439420" h="440689">
                  <a:moveTo>
                    <a:pt x="219456" y="0"/>
                  </a:moveTo>
                  <a:lnTo>
                    <a:pt x="175240" y="4472"/>
                  </a:lnTo>
                  <a:lnTo>
                    <a:pt x="134052" y="17299"/>
                  </a:lnTo>
                  <a:lnTo>
                    <a:pt x="96775" y="37598"/>
                  </a:lnTo>
                  <a:lnTo>
                    <a:pt x="64293" y="64484"/>
                  </a:lnTo>
                  <a:lnTo>
                    <a:pt x="37491" y="97073"/>
                  </a:lnTo>
                  <a:lnTo>
                    <a:pt x="17252" y="134481"/>
                  </a:lnTo>
                  <a:lnTo>
                    <a:pt x="4460" y="175824"/>
                  </a:lnTo>
                  <a:lnTo>
                    <a:pt x="0" y="220217"/>
                  </a:lnTo>
                  <a:lnTo>
                    <a:pt x="4460" y="264611"/>
                  </a:lnTo>
                  <a:lnTo>
                    <a:pt x="17252" y="305954"/>
                  </a:lnTo>
                  <a:lnTo>
                    <a:pt x="37491" y="343362"/>
                  </a:lnTo>
                  <a:lnTo>
                    <a:pt x="64293" y="375951"/>
                  </a:lnTo>
                  <a:lnTo>
                    <a:pt x="96775" y="402837"/>
                  </a:lnTo>
                  <a:lnTo>
                    <a:pt x="134052" y="423136"/>
                  </a:lnTo>
                  <a:lnTo>
                    <a:pt x="175240" y="435963"/>
                  </a:lnTo>
                  <a:lnTo>
                    <a:pt x="219456" y="440435"/>
                  </a:lnTo>
                  <a:lnTo>
                    <a:pt x="263671" y="435963"/>
                  </a:lnTo>
                  <a:lnTo>
                    <a:pt x="304859" y="423136"/>
                  </a:lnTo>
                  <a:lnTo>
                    <a:pt x="342136" y="402837"/>
                  </a:lnTo>
                  <a:lnTo>
                    <a:pt x="374618" y="375951"/>
                  </a:lnTo>
                  <a:lnTo>
                    <a:pt x="401420" y="343362"/>
                  </a:lnTo>
                  <a:lnTo>
                    <a:pt x="421659" y="305954"/>
                  </a:lnTo>
                  <a:lnTo>
                    <a:pt x="434451" y="264611"/>
                  </a:lnTo>
                  <a:lnTo>
                    <a:pt x="438912" y="220217"/>
                  </a:lnTo>
                  <a:lnTo>
                    <a:pt x="434451" y="175824"/>
                  </a:lnTo>
                  <a:lnTo>
                    <a:pt x="421659" y="134481"/>
                  </a:lnTo>
                  <a:lnTo>
                    <a:pt x="401420" y="97073"/>
                  </a:lnTo>
                  <a:lnTo>
                    <a:pt x="374618" y="64484"/>
                  </a:lnTo>
                  <a:lnTo>
                    <a:pt x="342136" y="37598"/>
                  </a:lnTo>
                  <a:lnTo>
                    <a:pt x="304859" y="17299"/>
                  </a:lnTo>
                  <a:lnTo>
                    <a:pt x="263671" y="4472"/>
                  </a:lnTo>
                  <a:lnTo>
                    <a:pt x="219456" y="0"/>
                  </a:lnTo>
                  <a:close/>
                </a:path>
              </a:pathLst>
            </a:custGeom>
            <a:solidFill>
              <a:srgbClr val="183DAF">
                <a:alpha val="19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5954267" y="3776471"/>
              <a:ext cx="439420" cy="440690"/>
            </a:xfrm>
            <a:custGeom>
              <a:avLst/>
              <a:gdLst/>
              <a:ahLst/>
              <a:cxnLst/>
              <a:rect l="l" t="t" r="r" b="b"/>
              <a:pathLst>
                <a:path w="439420" h="440689">
                  <a:moveTo>
                    <a:pt x="0" y="220217"/>
                  </a:moveTo>
                  <a:lnTo>
                    <a:pt x="4460" y="175824"/>
                  </a:lnTo>
                  <a:lnTo>
                    <a:pt x="17252" y="134481"/>
                  </a:lnTo>
                  <a:lnTo>
                    <a:pt x="37491" y="97073"/>
                  </a:lnTo>
                  <a:lnTo>
                    <a:pt x="64293" y="64484"/>
                  </a:lnTo>
                  <a:lnTo>
                    <a:pt x="96775" y="37598"/>
                  </a:lnTo>
                  <a:lnTo>
                    <a:pt x="134052" y="17299"/>
                  </a:lnTo>
                  <a:lnTo>
                    <a:pt x="175240" y="4472"/>
                  </a:lnTo>
                  <a:lnTo>
                    <a:pt x="219456" y="0"/>
                  </a:lnTo>
                  <a:lnTo>
                    <a:pt x="263671" y="4472"/>
                  </a:lnTo>
                  <a:lnTo>
                    <a:pt x="304859" y="17299"/>
                  </a:lnTo>
                  <a:lnTo>
                    <a:pt x="342136" y="37598"/>
                  </a:lnTo>
                  <a:lnTo>
                    <a:pt x="374618" y="64484"/>
                  </a:lnTo>
                  <a:lnTo>
                    <a:pt x="401420" y="97073"/>
                  </a:lnTo>
                  <a:lnTo>
                    <a:pt x="421659" y="134481"/>
                  </a:lnTo>
                  <a:lnTo>
                    <a:pt x="434451" y="175824"/>
                  </a:lnTo>
                  <a:lnTo>
                    <a:pt x="438912" y="220217"/>
                  </a:lnTo>
                  <a:lnTo>
                    <a:pt x="434451" y="264611"/>
                  </a:lnTo>
                  <a:lnTo>
                    <a:pt x="421659" y="305954"/>
                  </a:lnTo>
                  <a:lnTo>
                    <a:pt x="401420" y="343362"/>
                  </a:lnTo>
                  <a:lnTo>
                    <a:pt x="374618" y="375951"/>
                  </a:lnTo>
                  <a:lnTo>
                    <a:pt x="342136" y="402837"/>
                  </a:lnTo>
                  <a:lnTo>
                    <a:pt x="304859" y="423136"/>
                  </a:lnTo>
                  <a:lnTo>
                    <a:pt x="263671" y="435963"/>
                  </a:lnTo>
                  <a:lnTo>
                    <a:pt x="219456" y="440435"/>
                  </a:lnTo>
                  <a:lnTo>
                    <a:pt x="175240" y="435963"/>
                  </a:lnTo>
                  <a:lnTo>
                    <a:pt x="134052" y="423136"/>
                  </a:lnTo>
                  <a:lnTo>
                    <a:pt x="96775" y="402837"/>
                  </a:lnTo>
                  <a:lnTo>
                    <a:pt x="64293" y="375951"/>
                  </a:lnTo>
                  <a:lnTo>
                    <a:pt x="37491" y="343362"/>
                  </a:lnTo>
                  <a:lnTo>
                    <a:pt x="17252" y="305954"/>
                  </a:lnTo>
                  <a:lnTo>
                    <a:pt x="4460" y="264611"/>
                  </a:lnTo>
                  <a:lnTo>
                    <a:pt x="0" y="220217"/>
                  </a:lnTo>
                  <a:close/>
                </a:path>
              </a:pathLst>
            </a:custGeom>
            <a:ln w="9144">
              <a:solidFill>
                <a:srgbClr val="183D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9" name="object 19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6010655" y="3930395"/>
              <a:ext cx="127253" cy="157733"/>
            </a:xfrm>
            <a:prstGeom prst="rect">
              <a:avLst/>
            </a:prstGeom>
          </p:spPr>
        </p:pic>
        <p:sp>
          <p:nvSpPr>
            <p:cNvPr id="20" name="object 20"/>
            <p:cNvSpPr/>
            <p:nvPr/>
          </p:nvSpPr>
          <p:spPr>
            <a:xfrm>
              <a:off x="3908297" y="2792729"/>
              <a:ext cx="2043430" cy="1221740"/>
            </a:xfrm>
            <a:custGeom>
              <a:avLst/>
              <a:gdLst/>
              <a:ahLst/>
              <a:cxnLst/>
              <a:rect l="l" t="t" r="r" b="b"/>
              <a:pathLst>
                <a:path w="2043429" h="1221739">
                  <a:moveTo>
                    <a:pt x="160019" y="592836"/>
                  </a:moveTo>
                  <a:lnTo>
                    <a:pt x="2043049" y="1219073"/>
                  </a:lnTo>
                </a:path>
                <a:path w="2043429" h="1221739">
                  <a:moveTo>
                    <a:pt x="0" y="0"/>
                  </a:moveTo>
                  <a:lnTo>
                    <a:pt x="2038096" y="1208024"/>
                  </a:lnTo>
                </a:path>
                <a:path w="2043429" h="1221739">
                  <a:moveTo>
                    <a:pt x="160019" y="1109472"/>
                  </a:moveTo>
                  <a:lnTo>
                    <a:pt x="2043049" y="1221613"/>
                  </a:lnTo>
                </a:path>
              </a:pathLst>
            </a:custGeom>
            <a:ln w="19812">
              <a:solidFill>
                <a:srgbClr val="A6A6A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3634739" y="4677155"/>
              <a:ext cx="440690" cy="440690"/>
            </a:xfrm>
            <a:custGeom>
              <a:avLst/>
              <a:gdLst/>
              <a:ahLst/>
              <a:cxnLst/>
              <a:rect l="l" t="t" r="r" b="b"/>
              <a:pathLst>
                <a:path w="440689" h="440689">
                  <a:moveTo>
                    <a:pt x="220218" y="0"/>
                  </a:moveTo>
                  <a:lnTo>
                    <a:pt x="175824" y="4472"/>
                  </a:lnTo>
                  <a:lnTo>
                    <a:pt x="134481" y="17299"/>
                  </a:lnTo>
                  <a:lnTo>
                    <a:pt x="97073" y="37598"/>
                  </a:lnTo>
                  <a:lnTo>
                    <a:pt x="64484" y="64484"/>
                  </a:lnTo>
                  <a:lnTo>
                    <a:pt x="37598" y="97073"/>
                  </a:lnTo>
                  <a:lnTo>
                    <a:pt x="17299" y="134481"/>
                  </a:lnTo>
                  <a:lnTo>
                    <a:pt x="4472" y="175824"/>
                  </a:lnTo>
                  <a:lnTo>
                    <a:pt x="0" y="220218"/>
                  </a:lnTo>
                  <a:lnTo>
                    <a:pt x="4472" y="264611"/>
                  </a:lnTo>
                  <a:lnTo>
                    <a:pt x="17299" y="305954"/>
                  </a:lnTo>
                  <a:lnTo>
                    <a:pt x="37598" y="343362"/>
                  </a:lnTo>
                  <a:lnTo>
                    <a:pt x="64484" y="375951"/>
                  </a:lnTo>
                  <a:lnTo>
                    <a:pt x="97073" y="402837"/>
                  </a:lnTo>
                  <a:lnTo>
                    <a:pt x="134481" y="423136"/>
                  </a:lnTo>
                  <a:lnTo>
                    <a:pt x="175824" y="435963"/>
                  </a:lnTo>
                  <a:lnTo>
                    <a:pt x="220218" y="440436"/>
                  </a:lnTo>
                  <a:lnTo>
                    <a:pt x="264611" y="435963"/>
                  </a:lnTo>
                  <a:lnTo>
                    <a:pt x="305954" y="423136"/>
                  </a:lnTo>
                  <a:lnTo>
                    <a:pt x="343362" y="402837"/>
                  </a:lnTo>
                  <a:lnTo>
                    <a:pt x="375951" y="375951"/>
                  </a:lnTo>
                  <a:lnTo>
                    <a:pt x="402837" y="343362"/>
                  </a:lnTo>
                  <a:lnTo>
                    <a:pt x="423136" y="305954"/>
                  </a:lnTo>
                  <a:lnTo>
                    <a:pt x="435963" y="264611"/>
                  </a:lnTo>
                  <a:lnTo>
                    <a:pt x="440436" y="220218"/>
                  </a:lnTo>
                  <a:lnTo>
                    <a:pt x="435963" y="175824"/>
                  </a:lnTo>
                  <a:lnTo>
                    <a:pt x="423136" y="134481"/>
                  </a:lnTo>
                  <a:lnTo>
                    <a:pt x="402837" y="97073"/>
                  </a:lnTo>
                  <a:lnTo>
                    <a:pt x="375951" y="64484"/>
                  </a:lnTo>
                  <a:lnTo>
                    <a:pt x="343362" y="37598"/>
                  </a:lnTo>
                  <a:lnTo>
                    <a:pt x="305954" y="17299"/>
                  </a:lnTo>
                  <a:lnTo>
                    <a:pt x="264611" y="4472"/>
                  </a:lnTo>
                  <a:lnTo>
                    <a:pt x="220218" y="0"/>
                  </a:lnTo>
                  <a:close/>
                </a:path>
              </a:pathLst>
            </a:custGeom>
            <a:solidFill>
              <a:srgbClr val="FF0000">
                <a:alpha val="19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3634739" y="4677155"/>
              <a:ext cx="440690" cy="440690"/>
            </a:xfrm>
            <a:custGeom>
              <a:avLst/>
              <a:gdLst/>
              <a:ahLst/>
              <a:cxnLst/>
              <a:rect l="l" t="t" r="r" b="b"/>
              <a:pathLst>
                <a:path w="440689" h="440689">
                  <a:moveTo>
                    <a:pt x="0" y="220218"/>
                  </a:moveTo>
                  <a:lnTo>
                    <a:pt x="4472" y="175824"/>
                  </a:lnTo>
                  <a:lnTo>
                    <a:pt x="17299" y="134481"/>
                  </a:lnTo>
                  <a:lnTo>
                    <a:pt x="37598" y="97073"/>
                  </a:lnTo>
                  <a:lnTo>
                    <a:pt x="64484" y="64484"/>
                  </a:lnTo>
                  <a:lnTo>
                    <a:pt x="97073" y="37598"/>
                  </a:lnTo>
                  <a:lnTo>
                    <a:pt x="134481" y="17299"/>
                  </a:lnTo>
                  <a:lnTo>
                    <a:pt x="175824" y="4472"/>
                  </a:lnTo>
                  <a:lnTo>
                    <a:pt x="220218" y="0"/>
                  </a:lnTo>
                  <a:lnTo>
                    <a:pt x="264611" y="4472"/>
                  </a:lnTo>
                  <a:lnTo>
                    <a:pt x="305954" y="17299"/>
                  </a:lnTo>
                  <a:lnTo>
                    <a:pt x="343362" y="37598"/>
                  </a:lnTo>
                  <a:lnTo>
                    <a:pt x="375951" y="64484"/>
                  </a:lnTo>
                  <a:lnTo>
                    <a:pt x="402837" y="97073"/>
                  </a:lnTo>
                  <a:lnTo>
                    <a:pt x="423136" y="134481"/>
                  </a:lnTo>
                  <a:lnTo>
                    <a:pt x="435963" y="175824"/>
                  </a:lnTo>
                  <a:lnTo>
                    <a:pt x="440436" y="220218"/>
                  </a:lnTo>
                  <a:lnTo>
                    <a:pt x="435963" y="264611"/>
                  </a:lnTo>
                  <a:lnTo>
                    <a:pt x="423136" y="305954"/>
                  </a:lnTo>
                  <a:lnTo>
                    <a:pt x="402837" y="343362"/>
                  </a:lnTo>
                  <a:lnTo>
                    <a:pt x="375951" y="375951"/>
                  </a:lnTo>
                  <a:lnTo>
                    <a:pt x="343362" y="402837"/>
                  </a:lnTo>
                  <a:lnTo>
                    <a:pt x="305954" y="423136"/>
                  </a:lnTo>
                  <a:lnTo>
                    <a:pt x="264611" y="435963"/>
                  </a:lnTo>
                  <a:lnTo>
                    <a:pt x="220218" y="440436"/>
                  </a:lnTo>
                  <a:lnTo>
                    <a:pt x="175824" y="435963"/>
                  </a:lnTo>
                  <a:lnTo>
                    <a:pt x="134481" y="423136"/>
                  </a:lnTo>
                  <a:lnTo>
                    <a:pt x="97073" y="402837"/>
                  </a:lnTo>
                  <a:lnTo>
                    <a:pt x="64484" y="375951"/>
                  </a:lnTo>
                  <a:lnTo>
                    <a:pt x="37598" y="343362"/>
                  </a:lnTo>
                  <a:lnTo>
                    <a:pt x="17299" y="305954"/>
                  </a:lnTo>
                  <a:lnTo>
                    <a:pt x="4472" y="264611"/>
                  </a:lnTo>
                  <a:lnTo>
                    <a:pt x="0" y="220218"/>
                  </a:lnTo>
                  <a:close/>
                </a:path>
              </a:pathLst>
            </a:custGeom>
            <a:ln w="9144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3" name="object 23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3706367" y="4828032"/>
              <a:ext cx="243077" cy="208025"/>
            </a:xfrm>
            <a:prstGeom prst="rect">
              <a:avLst/>
            </a:prstGeom>
          </p:spPr>
        </p:pic>
        <p:sp>
          <p:nvSpPr>
            <p:cNvPr id="24" name="object 24"/>
            <p:cNvSpPr/>
            <p:nvPr/>
          </p:nvSpPr>
          <p:spPr>
            <a:xfrm>
              <a:off x="4075937" y="4030217"/>
              <a:ext cx="1877060" cy="862330"/>
            </a:xfrm>
            <a:custGeom>
              <a:avLst/>
              <a:gdLst/>
              <a:ahLst/>
              <a:cxnLst/>
              <a:rect l="l" t="t" r="r" b="b"/>
              <a:pathLst>
                <a:path w="1877060" h="862329">
                  <a:moveTo>
                    <a:pt x="0" y="861948"/>
                  </a:moveTo>
                  <a:lnTo>
                    <a:pt x="1876552" y="0"/>
                  </a:lnTo>
                </a:path>
              </a:pathLst>
            </a:custGeom>
            <a:ln w="19812">
              <a:solidFill>
                <a:srgbClr val="A6A6A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5" name="object 25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4251959" y="2718815"/>
              <a:ext cx="108965" cy="168401"/>
            </a:xfrm>
            <a:prstGeom prst="rect">
              <a:avLst/>
            </a:prstGeom>
          </p:spPr>
        </p:pic>
        <p:pic>
          <p:nvPicPr>
            <p:cNvPr id="26" name="object 26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3799522" y="2528337"/>
              <a:ext cx="90487" cy="156188"/>
            </a:xfrm>
            <a:prstGeom prst="rect">
              <a:avLst/>
            </a:prstGeom>
          </p:spPr>
        </p:pic>
        <p:pic>
          <p:nvPicPr>
            <p:cNvPr id="27" name="object 27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4181855" y="3221735"/>
              <a:ext cx="243077" cy="160782"/>
            </a:xfrm>
            <a:prstGeom prst="rect">
              <a:avLst/>
            </a:prstGeom>
          </p:spPr>
        </p:pic>
        <p:pic>
          <p:nvPicPr>
            <p:cNvPr id="28" name="object 28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4183422" y="3710961"/>
              <a:ext cx="239986" cy="156188"/>
            </a:xfrm>
            <a:prstGeom prst="rect">
              <a:avLst/>
            </a:prstGeom>
          </p:spPr>
        </p:pic>
        <p:pic>
          <p:nvPicPr>
            <p:cNvPr id="29" name="object 29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4178875" y="4558349"/>
              <a:ext cx="255201" cy="157668"/>
            </a:xfrm>
            <a:prstGeom prst="rect">
              <a:avLst/>
            </a:prstGeom>
          </p:spPr>
        </p:pic>
        <p:sp>
          <p:nvSpPr>
            <p:cNvPr id="30" name="object 30"/>
            <p:cNvSpPr/>
            <p:nvPr/>
          </p:nvSpPr>
          <p:spPr>
            <a:xfrm>
              <a:off x="6387718" y="3977386"/>
              <a:ext cx="309245" cy="76200"/>
            </a:xfrm>
            <a:custGeom>
              <a:avLst/>
              <a:gdLst/>
              <a:ahLst/>
              <a:cxnLst/>
              <a:rect l="l" t="t" r="r" b="b"/>
              <a:pathLst>
                <a:path w="309245" h="76200">
                  <a:moveTo>
                    <a:pt x="233425" y="0"/>
                  </a:moveTo>
                  <a:lnTo>
                    <a:pt x="233143" y="28209"/>
                  </a:lnTo>
                  <a:lnTo>
                    <a:pt x="245872" y="28320"/>
                  </a:lnTo>
                  <a:lnTo>
                    <a:pt x="245617" y="48132"/>
                  </a:lnTo>
                  <a:lnTo>
                    <a:pt x="232944" y="48132"/>
                  </a:lnTo>
                  <a:lnTo>
                    <a:pt x="232663" y="76200"/>
                  </a:lnTo>
                  <a:lnTo>
                    <a:pt x="290034" y="48132"/>
                  </a:lnTo>
                  <a:lnTo>
                    <a:pt x="245617" y="48132"/>
                  </a:lnTo>
                  <a:lnTo>
                    <a:pt x="290262" y="48021"/>
                  </a:lnTo>
                  <a:lnTo>
                    <a:pt x="309245" y="38734"/>
                  </a:lnTo>
                  <a:lnTo>
                    <a:pt x="233425" y="0"/>
                  </a:lnTo>
                  <a:close/>
                </a:path>
                <a:path w="309245" h="76200">
                  <a:moveTo>
                    <a:pt x="233143" y="28209"/>
                  </a:moveTo>
                  <a:lnTo>
                    <a:pt x="232945" y="48021"/>
                  </a:lnTo>
                  <a:lnTo>
                    <a:pt x="245617" y="48132"/>
                  </a:lnTo>
                  <a:lnTo>
                    <a:pt x="245872" y="28320"/>
                  </a:lnTo>
                  <a:lnTo>
                    <a:pt x="233143" y="28209"/>
                  </a:lnTo>
                  <a:close/>
                </a:path>
                <a:path w="309245" h="76200">
                  <a:moveTo>
                    <a:pt x="253" y="26162"/>
                  </a:moveTo>
                  <a:lnTo>
                    <a:pt x="0" y="45974"/>
                  </a:lnTo>
                  <a:lnTo>
                    <a:pt x="232945" y="48021"/>
                  </a:lnTo>
                  <a:lnTo>
                    <a:pt x="233143" y="28209"/>
                  </a:lnTo>
                  <a:lnTo>
                    <a:pt x="253" y="26162"/>
                  </a:lnTo>
                  <a:close/>
                </a:path>
              </a:pathLst>
            </a:custGeom>
            <a:solidFill>
              <a:srgbClr val="A6A6A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1" name="object 31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5698235" y="4735067"/>
              <a:ext cx="767334" cy="113537"/>
            </a:xfrm>
            <a:prstGeom prst="rect">
              <a:avLst/>
            </a:prstGeom>
          </p:spPr>
        </p:pic>
        <p:sp>
          <p:nvSpPr>
            <p:cNvPr id="32" name="object 32"/>
            <p:cNvSpPr/>
            <p:nvPr/>
          </p:nvSpPr>
          <p:spPr>
            <a:xfrm>
              <a:off x="6037325" y="4301489"/>
              <a:ext cx="76200" cy="386080"/>
            </a:xfrm>
            <a:custGeom>
              <a:avLst/>
              <a:gdLst/>
              <a:ahLst/>
              <a:cxnLst/>
              <a:rect l="l" t="t" r="r" b="b"/>
              <a:pathLst>
                <a:path w="76200" h="386079">
                  <a:moveTo>
                    <a:pt x="48006" y="63500"/>
                  </a:moveTo>
                  <a:lnTo>
                    <a:pt x="28194" y="63500"/>
                  </a:lnTo>
                  <a:lnTo>
                    <a:pt x="28194" y="385953"/>
                  </a:lnTo>
                  <a:lnTo>
                    <a:pt x="48006" y="385953"/>
                  </a:lnTo>
                  <a:lnTo>
                    <a:pt x="48006" y="63500"/>
                  </a:lnTo>
                  <a:close/>
                </a:path>
                <a:path w="76200" h="386079">
                  <a:moveTo>
                    <a:pt x="38100" y="0"/>
                  </a:moveTo>
                  <a:lnTo>
                    <a:pt x="0" y="76200"/>
                  </a:lnTo>
                  <a:lnTo>
                    <a:pt x="28194" y="76200"/>
                  </a:lnTo>
                  <a:lnTo>
                    <a:pt x="28194" y="63500"/>
                  </a:lnTo>
                  <a:lnTo>
                    <a:pt x="69850" y="63500"/>
                  </a:lnTo>
                  <a:lnTo>
                    <a:pt x="38100" y="0"/>
                  </a:lnTo>
                  <a:close/>
                </a:path>
                <a:path w="76200" h="386079">
                  <a:moveTo>
                    <a:pt x="69850" y="63500"/>
                  </a:moveTo>
                  <a:lnTo>
                    <a:pt x="48006" y="63500"/>
                  </a:lnTo>
                  <a:lnTo>
                    <a:pt x="48006" y="76200"/>
                  </a:lnTo>
                  <a:lnTo>
                    <a:pt x="76200" y="76200"/>
                  </a:lnTo>
                  <a:lnTo>
                    <a:pt x="69850" y="6350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6173723" y="3776471"/>
              <a:ext cx="0" cy="440690"/>
            </a:xfrm>
            <a:custGeom>
              <a:avLst/>
              <a:gdLst/>
              <a:ahLst/>
              <a:cxnLst/>
              <a:rect l="l" t="t" r="r" b="b"/>
              <a:pathLst>
                <a:path h="440689">
                  <a:moveTo>
                    <a:pt x="0" y="0"/>
                  </a:moveTo>
                  <a:lnTo>
                    <a:pt x="0" y="440181"/>
                  </a:lnTo>
                </a:path>
              </a:pathLst>
            </a:custGeom>
            <a:ln w="9144">
              <a:solidFill>
                <a:srgbClr val="183D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6491096" y="2690621"/>
              <a:ext cx="160655" cy="160655"/>
            </a:xfrm>
            <a:custGeom>
              <a:avLst/>
              <a:gdLst/>
              <a:ahLst/>
              <a:cxnLst/>
              <a:rect l="l" t="t" r="r" b="b"/>
              <a:pathLst>
                <a:path w="160654" h="160655">
                  <a:moveTo>
                    <a:pt x="0" y="160654"/>
                  </a:moveTo>
                  <a:lnTo>
                    <a:pt x="160654" y="0"/>
                  </a:lnTo>
                </a:path>
              </a:pathLst>
            </a:custGeom>
            <a:ln w="19050">
              <a:solidFill>
                <a:srgbClr val="A6A6A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6226301" y="3438905"/>
              <a:ext cx="76200" cy="568325"/>
            </a:xfrm>
            <a:custGeom>
              <a:avLst/>
              <a:gdLst/>
              <a:ahLst/>
              <a:cxnLst/>
              <a:rect l="l" t="t" r="r" b="b"/>
              <a:pathLst>
                <a:path w="76200" h="568325">
                  <a:moveTo>
                    <a:pt x="28194" y="491871"/>
                  </a:moveTo>
                  <a:lnTo>
                    <a:pt x="0" y="491871"/>
                  </a:lnTo>
                  <a:lnTo>
                    <a:pt x="38100" y="568071"/>
                  </a:lnTo>
                  <a:lnTo>
                    <a:pt x="69850" y="504571"/>
                  </a:lnTo>
                  <a:lnTo>
                    <a:pt x="28194" y="504571"/>
                  </a:lnTo>
                  <a:lnTo>
                    <a:pt x="28194" y="491871"/>
                  </a:lnTo>
                  <a:close/>
                </a:path>
                <a:path w="76200" h="568325">
                  <a:moveTo>
                    <a:pt x="48006" y="0"/>
                  </a:moveTo>
                  <a:lnTo>
                    <a:pt x="28194" y="0"/>
                  </a:lnTo>
                  <a:lnTo>
                    <a:pt x="28194" y="504571"/>
                  </a:lnTo>
                  <a:lnTo>
                    <a:pt x="48006" y="504571"/>
                  </a:lnTo>
                  <a:lnTo>
                    <a:pt x="48006" y="0"/>
                  </a:lnTo>
                  <a:close/>
                </a:path>
                <a:path w="76200" h="568325">
                  <a:moveTo>
                    <a:pt x="76200" y="491871"/>
                  </a:moveTo>
                  <a:lnTo>
                    <a:pt x="48006" y="491871"/>
                  </a:lnTo>
                  <a:lnTo>
                    <a:pt x="48006" y="504571"/>
                  </a:lnTo>
                  <a:lnTo>
                    <a:pt x="69850" y="504571"/>
                  </a:lnTo>
                  <a:lnTo>
                    <a:pt x="76200" y="491871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6" name="object 36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6500050" y="3185159"/>
              <a:ext cx="180974" cy="190499"/>
            </a:xfrm>
            <a:prstGeom prst="rect">
              <a:avLst/>
            </a:prstGeom>
          </p:spPr>
        </p:pic>
        <p:sp>
          <p:nvSpPr>
            <p:cNvPr id="37" name="object 37"/>
            <p:cNvSpPr/>
            <p:nvPr/>
          </p:nvSpPr>
          <p:spPr>
            <a:xfrm>
              <a:off x="5692901" y="2625089"/>
              <a:ext cx="1137285" cy="800100"/>
            </a:xfrm>
            <a:custGeom>
              <a:avLst/>
              <a:gdLst/>
              <a:ahLst/>
              <a:cxnLst/>
              <a:rect l="l" t="t" r="r" b="b"/>
              <a:pathLst>
                <a:path w="1137284" h="800100">
                  <a:moveTo>
                    <a:pt x="0" y="283463"/>
                  </a:moveTo>
                  <a:lnTo>
                    <a:pt x="1136903" y="283463"/>
                  </a:lnTo>
                  <a:lnTo>
                    <a:pt x="1136903" y="0"/>
                  </a:lnTo>
                  <a:lnTo>
                    <a:pt x="0" y="0"/>
                  </a:lnTo>
                  <a:lnTo>
                    <a:pt x="0" y="283463"/>
                  </a:lnTo>
                  <a:close/>
                </a:path>
                <a:path w="1137284" h="800100">
                  <a:moveTo>
                    <a:pt x="0" y="800100"/>
                  </a:moveTo>
                  <a:lnTo>
                    <a:pt x="1136903" y="800100"/>
                  </a:lnTo>
                  <a:lnTo>
                    <a:pt x="1136903" y="515112"/>
                  </a:lnTo>
                  <a:lnTo>
                    <a:pt x="0" y="515112"/>
                  </a:lnTo>
                  <a:lnTo>
                    <a:pt x="0" y="800100"/>
                  </a:lnTo>
                  <a:close/>
                </a:path>
              </a:pathLst>
            </a:custGeom>
            <a:ln w="19812">
              <a:solidFill>
                <a:srgbClr val="A6A6A6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8" name="object 38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5897879" y="3229355"/>
              <a:ext cx="457962" cy="139446"/>
            </a:xfrm>
            <a:prstGeom prst="rect">
              <a:avLst/>
            </a:prstGeom>
          </p:spPr>
        </p:pic>
        <p:pic>
          <p:nvPicPr>
            <p:cNvPr id="39" name="object 39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5960393" y="2725077"/>
              <a:ext cx="345155" cy="104228"/>
            </a:xfrm>
            <a:prstGeom prst="rect">
              <a:avLst/>
            </a:prstGeom>
          </p:spPr>
        </p:pic>
        <p:pic>
          <p:nvPicPr>
            <p:cNvPr id="40" name="object 40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6224045" y="3011558"/>
              <a:ext cx="115032" cy="75303"/>
            </a:xfrm>
            <a:prstGeom prst="rect">
              <a:avLst/>
            </a:prstGeom>
          </p:spPr>
        </p:pic>
        <p:pic>
          <p:nvPicPr>
            <p:cNvPr id="41" name="object 41"/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3794759" y="2734055"/>
              <a:ext cx="117348" cy="115824"/>
            </a:xfrm>
            <a:prstGeom prst="rect">
              <a:avLst/>
            </a:prstGeom>
          </p:spPr>
        </p:pic>
      </p:grpSp>
      <p:pic>
        <p:nvPicPr>
          <p:cNvPr id="42" name="object 42"/>
          <p:cNvPicPr/>
          <p:nvPr/>
        </p:nvPicPr>
        <p:blipFill>
          <a:blip r:embed="rId22" cstate="print"/>
          <a:stretch>
            <a:fillRect/>
          </a:stretch>
        </p:blipFill>
        <p:spPr>
          <a:xfrm>
            <a:off x="3842112" y="4204741"/>
            <a:ext cx="28085" cy="418313"/>
          </a:xfrm>
          <a:prstGeom prst="rect">
            <a:avLst/>
          </a:prstGeom>
        </p:spPr>
      </p:pic>
      <p:pic>
        <p:nvPicPr>
          <p:cNvPr id="43" name="object 43"/>
          <p:cNvPicPr/>
          <p:nvPr/>
        </p:nvPicPr>
        <p:blipFill>
          <a:blip r:embed="rId23" cstate="print"/>
          <a:stretch>
            <a:fillRect/>
          </a:stretch>
        </p:blipFill>
        <p:spPr>
          <a:xfrm>
            <a:off x="2378999" y="3950223"/>
            <a:ext cx="488406" cy="215630"/>
          </a:xfrm>
          <a:prstGeom prst="rect">
            <a:avLst/>
          </a:prstGeom>
        </p:spPr>
      </p:pic>
      <p:pic>
        <p:nvPicPr>
          <p:cNvPr id="44" name="object 44"/>
          <p:cNvPicPr/>
          <p:nvPr/>
        </p:nvPicPr>
        <p:blipFill>
          <a:blip r:embed="rId24" cstate="print"/>
          <a:stretch>
            <a:fillRect/>
          </a:stretch>
        </p:blipFill>
        <p:spPr>
          <a:xfrm>
            <a:off x="7239000" y="3919715"/>
            <a:ext cx="846581" cy="238518"/>
          </a:xfrm>
          <a:prstGeom prst="rect">
            <a:avLst/>
          </a:prstGeom>
        </p:spPr>
      </p:pic>
      <p:pic>
        <p:nvPicPr>
          <p:cNvPr id="45" name="object 45"/>
          <p:cNvPicPr/>
          <p:nvPr/>
        </p:nvPicPr>
        <p:blipFill>
          <a:blip r:embed="rId25" cstate="print"/>
          <a:stretch>
            <a:fillRect/>
          </a:stretch>
        </p:blipFill>
        <p:spPr>
          <a:xfrm>
            <a:off x="3046476" y="3706367"/>
            <a:ext cx="230124" cy="609600"/>
          </a:xfrm>
          <a:prstGeom prst="rect">
            <a:avLst/>
          </a:prstGeom>
        </p:spPr>
      </p:pic>
      <p:pic>
        <p:nvPicPr>
          <p:cNvPr id="46" name="object 46"/>
          <p:cNvPicPr/>
          <p:nvPr/>
        </p:nvPicPr>
        <p:blipFill>
          <a:blip r:embed="rId26" cstate="print"/>
          <a:stretch>
            <a:fillRect/>
          </a:stretch>
        </p:blipFill>
        <p:spPr>
          <a:xfrm>
            <a:off x="710183" y="5550408"/>
            <a:ext cx="5328666" cy="162306"/>
          </a:xfrm>
          <a:prstGeom prst="rect">
            <a:avLst/>
          </a:prstGeom>
        </p:spPr>
      </p:pic>
    </p:spTree>
  </p:cSld>
  <p:clrMapOvr>
    <a:masterClrMapping/>
  </p:clrMapOvr>
</p:sld>
</file>

<file path=ppt/slides/slide1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337639" y="6524434"/>
            <a:ext cx="111922" cy="90487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54151" y="6527292"/>
            <a:ext cx="1794510" cy="142494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862571" y="6521195"/>
            <a:ext cx="2327910" cy="118110"/>
          </a:xfrm>
          <a:prstGeom prst="rect">
            <a:avLst/>
          </a:prstGeom>
        </p:spPr>
      </p:pic>
      <p:sp>
        <p:nvSpPr>
          <p:cNvPr id="5" name="object 5"/>
          <p:cNvSpPr/>
          <p:nvPr/>
        </p:nvSpPr>
        <p:spPr>
          <a:xfrm>
            <a:off x="559308" y="1440180"/>
            <a:ext cx="36830" cy="180340"/>
          </a:xfrm>
          <a:custGeom>
            <a:avLst/>
            <a:gdLst/>
            <a:ahLst/>
            <a:cxnLst/>
            <a:rect l="l" t="t" r="r" b="b"/>
            <a:pathLst>
              <a:path w="36829" h="180340">
                <a:moveTo>
                  <a:pt x="36576" y="0"/>
                </a:moveTo>
                <a:lnTo>
                  <a:pt x="0" y="0"/>
                </a:lnTo>
                <a:lnTo>
                  <a:pt x="0" y="179832"/>
                </a:lnTo>
                <a:lnTo>
                  <a:pt x="36576" y="179832"/>
                </a:lnTo>
                <a:lnTo>
                  <a:pt x="36576" y="0"/>
                </a:lnTo>
                <a:close/>
              </a:path>
            </a:pathLst>
          </a:custGeom>
          <a:solidFill>
            <a:srgbClr val="183DAF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6" name="object 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719327" y="1463039"/>
            <a:ext cx="1515618" cy="176022"/>
          </a:xfrm>
          <a:prstGeom prst="rect">
            <a:avLst/>
          </a:prstGeom>
        </p:spPr>
      </p:pic>
      <p:grpSp>
        <p:nvGrpSpPr>
          <p:cNvPr id="7" name="object 7"/>
          <p:cNvGrpSpPr/>
          <p:nvPr/>
        </p:nvGrpSpPr>
        <p:grpSpPr>
          <a:xfrm>
            <a:off x="554736" y="1769364"/>
            <a:ext cx="8789035" cy="3657600"/>
            <a:chOff x="554736" y="1769364"/>
            <a:chExt cx="8789035" cy="3657600"/>
          </a:xfrm>
        </p:grpSpPr>
        <p:sp>
          <p:nvSpPr>
            <p:cNvPr id="8" name="object 8"/>
            <p:cNvSpPr/>
            <p:nvPr/>
          </p:nvSpPr>
          <p:spPr>
            <a:xfrm>
              <a:off x="557784" y="1772412"/>
              <a:ext cx="8783320" cy="3651885"/>
            </a:xfrm>
            <a:custGeom>
              <a:avLst/>
              <a:gdLst/>
              <a:ahLst/>
              <a:cxnLst/>
              <a:rect l="l" t="t" r="r" b="b"/>
              <a:pathLst>
                <a:path w="8783320" h="3651885">
                  <a:moveTo>
                    <a:pt x="0" y="3651504"/>
                  </a:moveTo>
                  <a:lnTo>
                    <a:pt x="8782812" y="3651504"/>
                  </a:lnTo>
                  <a:lnTo>
                    <a:pt x="8782812" y="0"/>
                  </a:lnTo>
                  <a:lnTo>
                    <a:pt x="0" y="0"/>
                  </a:lnTo>
                  <a:lnTo>
                    <a:pt x="0" y="3651504"/>
                  </a:lnTo>
                  <a:close/>
                </a:path>
              </a:pathLst>
            </a:custGeom>
            <a:ln w="6096">
              <a:solidFill>
                <a:srgbClr val="D9D9D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" name="object 9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658368" y="1802892"/>
              <a:ext cx="8683752" cy="3613404"/>
            </a:xfrm>
            <a:prstGeom prst="rect">
              <a:avLst/>
            </a:prstGeom>
          </p:spPr>
        </p:pic>
      </p:grpSp>
      <p:sp>
        <p:nvSpPr>
          <p:cNvPr id="10" name="object 10"/>
          <p:cNvSpPr txBox="1"/>
          <p:nvPr/>
        </p:nvSpPr>
        <p:spPr>
          <a:xfrm>
            <a:off x="437489" y="431419"/>
            <a:ext cx="173672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FFFFFF"/>
                </a:solidFill>
                <a:latin typeface="Ebrima"/>
                <a:cs typeface="Ebrima"/>
              </a:rPr>
              <a:t>3.3.</a:t>
            </a:r>
            <a:r>
              <a:rPr sz="1800" spc="-15" dirty="0">
                <a:solidFill>
                  <a:srgbClr val="FFFFFF"/>
                </a:solidFill>
                <a:latin typeface="Ebrima"/>
                <a:cs typeface="Ebrima"/>
              </a:rPr>
              <a:t> </a:t>
            </a:r>
            <a:r>
              <a:rPr sz="1800" dirty="0">
                <a:solidFill>
                  <a:srgbClr val="FFFFFF"/>
                </a:solidFill>
                <a:latin typeface="Ebrima"/>
                <a:cs typeface="Ebrima"/>
              </a:rPr>
              <a:t>AI</a:t>
            </a:r>
            <a:r>
              <a:rPr sz="1800" spc="-15" dirty="0">
                <a:solidFill>
                  <a:srgbClr val="FFFFFF"/>
                </a:solidFill>
                <a:latin typeface="Ebrima"/>
                <a:cs typeface="Ebrima"/>
              </a:rPr>
              <a:t> </a:t>
            </a:r>
            <a:r>
              <a:rPr sz="1800" dirty="0">
                <a:solidFill>
                  <a:srgbClr val="FFFFFF"/>
                </a:solidFill>
                <a:latin typeface="Ebrima"/>
                <a:cs typeface="Ebrima"/>
              </a:rPr>
              <a:t>with</a:t>
            </a:r>
            <a:r>
              <a:rPr sz="1800" spc="-5" dirty="0">
                <a:solidFill>
                  <a:srgbClr val="FFFFFF"/>
                </a:solidFill>
                <a:latin typeface="Ebrima"/>
                <a:cs typeface="Ebrima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Ebrima"/>
                <a:cs typeface="Ebrima"/>
              </a:rPr>
              <a:t>Keras</a:t>
            </a:r>
            <a:endParaRPr sz="1800">
              <a:latin typeface="Ebrima"/>
              <a:cs typeface="Ebrima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8671941" y="463677"/>
            <a:ext cx="80962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dirty="0">
                <a:solidFill>
                  <a:srgbClr val="D9D9D9"/>
                </a:solidFill>
                <a:latin typeface="Ebrima"/>
                <a:cs typeface="Ebrima"/>
              </a:rPr>
              <a:t>UNIT</a:t>
            </a:r>
            <a:r>
              <a:rPr sz="1600" spc="400" dirty="0">
                <a:solidFill>
                  <a:srgbClr val="D9D9D9"/>
                </a:solidFill>
                <a:latin typeface="Ebrima"/>
                <a:cs typeface="Ebrima"/>
              </a:rPr>
              <a:t> </a:t>
            </a:r>
            <a:r>
              <a:rPr sz="1600" spc="-35" dirty="0">
                <a:solidFill>
                  <a:srgbClr val="D9D9D9"/>
                </a:solidFill>
                <a:latin typeface="Ebrima"/>
                <a:cs typeface="Ebrima"/>
              </a:rPr>
              <a:t>03</a:t>
            </a:r>
            <a:endParaRPr sz="1600">
              <a:latin typeface="Ebrima"/>
              <a:cs typeface="Ebrima"/>
            </a:endParaRPr>
          </a:p>
        </p:txBody>
      </p:sp>
    </p:spTree>
  </p:cSld>
  <p:clrMapOvr>
    <a:masterClrMapping/>
  </p:clrMapOvr>
</p:sld>
</file>

<file path=ppt/slides/slide1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331482" y="6524434"/>
            <a:ext cx="110459" cy="90487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54151" y="6527292"/>
            <a:ext cx="1794510" cy="142494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862571" y="6521195"/>
            <a:ext cx="2327910" cy="118110"/>
          </a:xfrm>
          <a:prstGeom prst="rect">
            <a:avLst/>
          </a:prstGeom>
        </p:spPr>
      </p:pic>
      <p:sp>
        <p:nvSpPr>
          <p:cNvPr id="5" name="object 5"/>
          <p:cNvSpPr/>
          <p:nvPr/>
        </p:nvSpPr>
        <p:spPr>
          <a:xfrm>
            <a:off x="559308" y="1440180"/>
            <a:ext cx="36830" cy="180340"/>
          </a:xfrm>
          <a:custGeom>
            <a:avLst/>
            <a:gdLst/>
            <a:ahLst/>
            <a:cxnLst/>
            <a:rect l="l" t="t" r="r" b="b"/>
            <a:pathLst>
              <a:path w="36829" h="180340">
                <a:moveTo>
                  <a:pt x="36576" y="0"/>
                </a:moveTo>
                <a:lnTo>
                  <a:pt x="0" y="0"/>
                </a:lnTo>
                <a:lnTo>
                  <a:pt x="0" y="179832"/>
                </a:lnTo>
                <a:lnTo>
                  <a:pt x="36576" y="179832"/>
                </a:lnTo>
                <a:lnTo>
                  <a:pt x="36576" y="0"/>
                </a:lnTo>
                <a:close/>
              </a:path>
            </a:pathLst>
          </a:custGeom>
          <a:solidFill>
            <a:srgbClr val="183DAF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6" name="object 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719327" y="1464563"/>
            <a:ext cx="1709166" cy="174498"/>
          </a:xfrm>
          <a:prstGeom prst="rect">
            <a:avLst/>
          </a:prstGeom>
        </p:spPr>
      </p:pic>
      <p:grpSp>
        <p:nvGrpSpPr>
          <p:cNvPr id="7" name="object 7"/>
          <p:cNvGrpSpPr/>
          <p:nvPr/>
        </p:nvGrpSpPr>
        <p:grpSpPr>
          <a:xfrm>
            <a:off x="576072" y="1805939"/>
            <a:ext cx="8789035" cy="1625600"/>
            <a:chOff x="576072" y="1805939"/>
            <a:chExt cx="8789035" cy="1625600"/>
          </a:xfrm>
        </p:grpSpPr>
        <p:pic>
          <p:nvPicPr>
            <p:cNvPr id="8" name="object 8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710184" y="1805939"/>
              <a:ext cx="410730" cy="1625346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576072" y="2057399"/>
              <a:ext cx="8788908" cy="928115"/>
            </a:xfrm>
            <a:prstGeom prst="rect">
              <a:avLst/>
            </a:prstGeom>
          </p:spPr>
        </p:pic>
      </p:grpSp>
      <p:sp>
        <p:nvSpPr>
          <p:cNvPr id="10" name="object 10"/>
          <p:cNvSpPr txBox="1"/>
          <p:nvPr/>
        </p:nvSpPr>
        <p:spPr>
          <a:xfrm>
            <a:off x="437489" y="431419"/>
            <a:ext cx="173672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FFFFFF"/>
                </a:solidFill>
                <a:latin typeface="Ebrima"/>
                <a:cs typeface="Ebrima"/>
              </a:rPr>
              <a:t>3.3.</a:t>
            </a:r>
            <a:r>
              <a:rPr sz="1800" spc="-15" dirty="0">
                <a:solidFill>
                  <a:srgbClr val="FFFFFF"/>
                </a:solidFill>
                <a:latin typeface="Ebrima"/>
                <a:cs typeface="Ebrima"/>
              </a:rPr>
              <a:t> </a:t>
            </a:r>
            <a:r>
              <a:rPr sz="1800" dirty="0">
                <a:solidFill>
                  <a:srgbClr val="FFFFFF"/>
                </a:solidFill>
                <a:latin typeface="Ebrima"/>
                <a:cs typeface="Ebrima"/>
              </a:rPr>
              <a:t>AI</a:t>
            </a:r>
            <a:r>
              <a:rPr sz="1800" spc="-15" dirty="0">
                <a:solidFill>
                  <a:srgbClr val="FFFFFF"/>
                </a:solidFill>
                <a:latin typeface="Ebrima"/>
                <a:cs typeface="Ebrima"/>
              </a:rPr>
              <a:t> </a:t>
            </a:r>
            <a:r>
              <a:rPr sz="1800" dirty="0">
                <a:solidFill>
                  <a:srgbClr val="FFFFFF"/>
                </a:solidFill>
                <a:latin typeface="Ebrima"/>
                <a:cs typeface="Ebrima"/>
              </a:rPr>
              <a:t>with</a:t>
            </a:r>
            <a:r>
              <a:rPr sz="1800" spc="-5" dirty="0">
                <a:solidFill>
                  <a:srgbClr val="FFFFFF"/>
                </a:solidFill>
                <a:latin typeface="Ebrima"/>
                <a:cs typeface="Ebrima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Ebrima"/>
                <a:cs typeface="Ebrima"/>
              </a:rPr>
              <a:t>Keras</a:t>
            </a:r>
            <a:endParaRPr sz="1800">
              <a:latin typeface="Ebrima"/>
              <a:cs typeface="Ebrima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8671941" y="463677"/>
            <a:ext cx="80962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dirty="0">
                <a:solidFill>
                  <a:srgbClr val="D9D9D9"/>
                </a:solidFill>
                <a:latin typeface="Ebrima"/>
                <a:cs typeface="Ebrima"/>
              </a:rPr>
              <a:t>UNIT</a:t>
            </a:r>
            <a:r>
              <a:rPr sz="1600" spc="400" dirty="0">
                <a:solidFill>
                  <a:srgbClr val="D9D9D9"/>
                </a:solidFill>
                <a:latin typeface="Ebrima"/>
                <a:cs typeface="Ebrima"/>
              </a:rPr>
              <a:t> </a:t>
            </a:r>
            <a:r>
              <a:rPr sz="1600" spc="-35" dirty="0">
                <a:solidFill>
                  <a:srgbClr val="D9D9D9"/>
                </a:solidFill>
                <a:latin typeface="Ebrima"/>
                <a:cs typeface="Ebrima"/>
              </a:rPr>
              <a:t>03</a:t>
            </a:r>
            <a:endParaRPr sz="1600">
              <a:latin typeface="Ebrima"/>
              <a:cs typeface="Ebrima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556259" y="3569208"/>
            <a:ext cx="8787765" cy="2527300"/>
            <a:chOff x="556259" y="3569208"/>
            <a:chExt cx="8787765" cy="2527300"/>
          </a:xfrm>
        </p:grpSpPr>
        <p:sp>
          <p:nvSpPr>
            <p:cNvPr id="13" name="object 13"/>
            <p:cNvSpPr/>
            <p:nvPr/>
          </p:nvSpPr>
          <p:spPr>
            <a:xfrm>
              <a:off x="559307" y="3572256"/>
              <a:ext cx="8781415" cy="2520950"/>
            </a:xfrm>
            <a:custGeom>
              <a:avLst/>
              <a:gdLst/>
              <a:ahLst/>
              <a:cxnLst/>
              <a:rect l="l" t="t" r="r" b="b"/>
              <a:pathLst>
                <a:path w="8781415" h="2520950">
                  <a:moveTo>
                    <a:pt x="0" y="2520695"/>
                  </a:moveTo>
                  <a:lnTo>
                    <a:pt x="8781288" y="2520695"/>
                  </a:lnTo>
                  <a:lnTo>
                    <a:pt x="8781288" y="0"/>
                  </a:lnTo>
                  <a:lnTo>
                    <a:pt x="0" y="0"/>
                  </a:lnTo>
                  <a:lnTo>
                    <a:pt x="0" y="2520695"/>
                  </a:lnTo>
                  <a:close/>
                </a:path>
              </a:pathLst>
            </a:custGeom>
            <a:ln w="6096">
              <a:solidFill>
                <a:srgbClr val="D9D9D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4" name="object 14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772058" y="3730867"/>
              <a:ext cx="8557869" cy="2223988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1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331543" y="6524434"/>
            <a:ext cx="111922" cy="90487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54151" y="6527292"/>
            <a:ext cx="1794510" cy="142494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862571" y="6521195"/>
            <a:ext cx="2327910" cy="118110"/>
          </a:xfrm>
          <a:prstGeom prst="rect">
            <a:avLst/>
          </a:prstGeom>
        </p:spPr>
      </p:pic>
      <p:sp>
        <p:nvSpPr>
          <p:cNvPr id="5" name="object 5"/>
          <p:cNvSpPr/>
          <p:nvPr/>
        </p:nvSpPr>
        <p:spPr>
          <a:xfrm>
            <a:off x="559308" y="1440180"/>
            <a:ext cx="36830" cy="180340"/>
          </a:xfrm>
          <a:custGeom>
            <a:avLst/>
            <a:gdLst/>
            <a:ahLst/>
            <a:cxnLst/>
            <a:rect l="l" t="t" r="r" b="b"/>
            <a:pathLst>
              <a:path w="36829" h="180340">
                <a:moveTo>
                  <a:pt x="36576" y="0"/>
                </a:moveTo>
                <a:lnTo>
                  <a:pt x="0" y="0"/>
                </a:lnTo>
                <a:lnTo>
                  <a:pt x="0" y="179832"/>
                </a:lnTo>
                <a:lnTo>
                  <a:pt x="36576" y="179832"/>
                </a:lnTo>
                <a:lnTo>
                  <a:pt x="36576" y="0"/>
                </a:lnTo>
                <a:close/>
              </a:path>
            </a:pathLst>
          </a:custGeom>
          <a:solidFill>
            <a:srgbClr val="183DAF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6" name="object 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719327" y="1464563"/>
            <a:ext cx="1709166" cy="174498"/>
          </a:xfrm>
          <a:prstGeom prst="rect">
            <a:avLst/>
          </a:prstGeom>
        </p:spPr>
      </p:pic>
      <p:grpSp>
        <p:nvGrpSpPr>
          <p:cNvPr id="7" name="object 7"/>
          <p:cNvGrpSpPr/>
          <p:nvPr/>
        </p:nvGrpSpPr>
        <p:grpSpPr>
          <a:xfrm>
            <a:off x="554736" y="1805939"/>
            <a:ext cx="8789035" cy="1404620"/>
            <a:chOff x="554736" y="1805939"/>
            <a:chExt cx="8789035" cy="1404620"/>
          </a:xfrm>
        </p:grpSpPr>
        <p:pic>
          <p:nvPicPr>
            <p:cNvPr id="8" name="object 8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710184" y="1805939"/>
              <a:ext cx="2126741" cy="1404365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557784" y="2060447"/>
              <a:ext cx="8783320" cy="741045"/>
            </a:xfrm>
            <a:custGeom>
              <a:avLst/>
              <a:gdLst/>
              <a:ahLst/>
              <a:cxnLst/>
              <a:rect l="l" t="t" r="r" b="b"/>
              <a:pathLst>
                <a:path w="8783320" h="741044">
                  <a:moveTo>
                    <a:pt x="0" y="740663"/>
                  </a:moveTo>
                  <a:lnTo>
                    <a:pt x="8782812" y="740663"/>
                  </a:lnTo>
                  <a:lnTo>
                    <a:pt x="8782812" y="0"/>
                  </a:lnTo>
                  <a:lnTo>
                    <a:pt x="0" y="0"/>
                  </a:lnTo>
                  <a:lnTo>
                    <a:pt x="0" y="740663"/>
                  </a:lnTo>
                  <a:close/>
                </a:path>
              </a:pathLst>
            </a:custGeom>
            <a:ln w="6095">
              <a:solidFill>
                <a:srgbClr val="D9D9D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" name="object 10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597408" y="2113787"/>
              <a:ext cx="8738616" cy="618743"/>
            </a:xfrm>
            <a:prstGeom prst="rect">
              <a:avLst/>
            </a:prstGeom>
          </p:spPr>
        </p:pic>
      </p:grpSp>
      <p:sp>
        <p:nvSpPr>
          <p:cNvPr id="11" name="object 11"/>
          <p:cNvSpPr txBox="1"/>
          <p:nvPr/>
        </p:nvSpPr>
        <p:spPr>
          <a:xfrm>
            <a:off x="437489" y="431419"/>
            <a:ext cx="173672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FFFFFF"/>
                </a:solidFill>
                <a:latin typeface="Ebrima"/>
                <a:cs typeface="Ebrima"/>
              </a:rPr>
              <a:t>3.3.</a:t>
            </a:r>
            <a:r>
              <a:rPr sz="1800" spc="-15" dirty="0">
                <a:solidFill>
                  <a:srgbClr val="FFFFFF"/>
                </a:solidFill>
                <a:latin typeface="Ebrima"/>
                <a:cs typeface="Ebrima"/>
              </a:rPr>
              <a:t> </a:t>
            </a:r>
            <a:r>
              <a:rPr sz="1800" dirty="0">
                <a:solidFill>
                  <a:srgbClr val="FFFFFF"/>
                </a:solidFill>
                <a:latin typeface="Ebrima"/>
                <a:cs typeface="Ebrima"/>
              </a:rPr>
              <a:t>AI</a:t>
            </a:r>
            <a:r>
              <a:rPr sz="1800" spc="-15" dirty="0">
                <a:solidFill>
                  <a:srgbClr val="FFFFFF"/>
                </a:solidFill>
                <a:latin typeface="Ebrima"/>
                <a:cs typeface="Ebrima"/>
              </a:rPr>
              <a:t> </a:t>
            </a:r>
            <a:r>
              <a:rPr sz="1800" dirty="0">
                <a:solidFill>
                  <a:srgbClr val="FFFFFF"/>
                </a:solidFill>
                <a:latin typeface="Ebrima"/>
                <a:cs typeface="Ebrima"/>
              </a:rPr>
              <a:t>with</a:t>
            </a:r>
            <a:r>
              <a:rPr sz="1800" spc="-5" dirty="0">
                <a:solidFill>
                  <a:srgbClr val="FFFFFF"/>
                </a:solidFill>
                <a:latin typeface="Ebrima"/>
                <a:cs typeface="Ebrima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Ebrima"/>
                <a:cs typeface="Ebrima"/>
              </a:rPr>
              <a:t>Keras</a:t>
            </a:r>
            <a:endParaRPr sz="1800">
              <a:latin typeface="Ebrima"/>
              <a:cs typeface="Ebrima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8671941" y="463677"/>
            <a:ext cx="80962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dirty="0">
                <a:solidFill>
                  <a:srgbClr val="D9D9D9"/>
                </a:solidFill>
                <a:latin typeface="Ebrima"/>
                <a:cs typeface="Ebrima"/>
              </a:rPr>
              <a:t>UNIT</a:t>
            </a:r>
            <a:r>
              <a:rPr sz="1600" spc="400" dirty="0">
                <a:solidFill>
                  <a:srgbClr val="D9D9D9"/>
                </a:solidFill>
                <a:latin typeface="Ebrima"/>
                <a:cs typeface="Ebrima"/>
              </a:rPr>
              <a:t> </a:t>
            </a:r>
            <a:r>
              <a:rPr sz="1600" spc="-35" dirty="0">
                <a:solidFill>
                  <a:srgbClr val="D9D9D9"/>
                </a:solidFill>
                <a:latin typeface="Ebrima"/>
                <a:cs typeface="Ebrima"/>
              </a:rPr>
              <a:t>03</a:t>
            </a:r>
            <a:endParaRPr sz="1600">
              <a:latin typeface="Ebrima"/>
              <a:cs typeface="Ebrima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556259" y="3308603"/>
            <a:ext cx="8787765" cy="708660"/>
            <a:chOff x="556259" y="3308603"/>
            <a:chExt cx="8787765" cy="708660"/>
          </a:xfrm>
        </p:grpSpPr>
        <p:sp>
          <p:nvSpPr>
            <p:cNvPr id="14" name="object 14"/>
            <p:cNvSpPr/>
            <p:nvPr/>
          </p:nvSpPr>
          <p:spPr>
            <a:xfrm>
              <a:off x="559307" y="3311651"/>
              <a:ext cx="8781415" cy="702945"/>
            </a:xfrm>
            <a:custGeom>
              <a:avLst/>
              <a:gdLst/>
              <a:ahLst/>
              <a:cxnLst/>
              <a:rect l="l" t="t" r="r" b="b"/>
              <a:pathLst>
                <a:path w="8781415" h="702945">
                  <a:moveTo>
                    <a:pt x="0" y="702564"/>
                  </a:moveTo>
                  <a:lnTo>
                    <a:pt x="8781288" y="702564"/>
                  </a:lnTo>
                  <a:lnTo>
                    <a:pt x="8781288" y="0"/>
                  </a:lnTo>
                  <a:lnTo>
                    <a:pt x="0" y="0"/>
                  </a:lnTo>
                  <a:lnTo>
                    <a:pt x="0" y="702564"/>
                  </a:lnTo>
                  <a:close/>
                </a:path>
              </a:pathLst>
            </a:custGeom>
            <a:ln w="6096">
              <a:solidFill>
                <a:srgbClr val="D9D9D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5" name="object 15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775154" y="3426338"/>
              <a:ext cx="8560869" cy="480424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1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342278" y="6524434"/>
            <a:ext cx="108806" cy="90487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54151" y="6527292"/>
            <a:ext cx="1794510" cy="142494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862571" y="6521195"/>
            <a:ext cx="2327910" cy="118110"/>
          </a:xfrm>
          <a:prstGeom prst="rect">
            <a:avLst/>
          </a:prstGeom>
        </p:spPr>
      </p:pic>
      <p:sp>
        <p:nvSpPr>
          <p:cNvPr id="5" name="object 5"/>
          <p:cNvSpPr/>
          <p:nvPr/>
        </p:nvSpPr>
        <p:spPr>
          <a:xfrm>
            <a:off x="559308" y="1440180"/>
            <a:ext cx="36830" cy="180340"/>
          </a:xfrm>
          <a:custGeom>
            <a:avLst/>
            <a:gdLst/>
            <a:ahLst/>
            <a:cxnLst/>
            <a:rect l="l" t="t" r="r" b="b"/>
            <a:pathLst>
              <a:path w="36829" h="180340">
                <a:moveTo>
                  <a:pt x="36576" y="0"/>
                </a:moveTo>
                <a:lnTo>
                  <a:pt x="0" y="0"/>
                </a:lnTo>
                <a:lnTo>
                  <a:pt x="0" y="179832"/>
                </a:lnTo>
                <a:lnTo>
                  <a:pt x="36576" y="179832"/>
                </a:lnTo>
                <a:lnTo>
                  <a:pt x="36576" y="0"/>
                </a:lnTo>
                <a:close/>
              </a:path>
            </a:pathLst>
          </a:custGeom>
          <a:solidFill>
            <a:srgbClr val="183DAF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6" name="object 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719327" y="1463039"/>
            <a:ext cx="1744218" cy="176022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710183" y="1805939"/>
            <a:ext cx="1888998" cy="162305"/>
          </a:xfrm>
          <a:prstGeom prst="rect">
            <a:avLst/>
          </a:prstGeom>
        </p:spPr>
      </p:pic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3.3.</a:t>
            </a:r>
            <a:r>
              <a:rPr spc="-15" dirty="0"/>
              <a:t> </a:t>
            </a:r>
            <a:r>
              <a:rPr dirty="0"/>
              <a:t>AI</a:t>
            </a:r>
            <a:r>
              <a:rPr spc="-15" dirty="0"/>
              <a:t> </a:t>
            </a:r>
            <a:r>
              <a:rPr dirty="0"/>
              <a:t>with</a:t>
            </a:r>
            <a:r>
              <a:rPr spc="-5" dirty="0"/>
              <a:t> </a:t>
            </a:r>
            <a:r>
              <a:rPr spc="-10" dirty="0"/>
              <a:t>Keras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8671941" y="463677"/>
            <a:ext cx="80962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dirty="0">
                <a:solidFill>
                  <a:srgbClr val="D9D9D9"/>
                </a:solidFill>
                <a:latin typeface="Ebrima"/>
                <a:cs typeface="Ebrima"/>
              </a:rPr>
              <a:t>UNIT</a:t>
            </a:r>
            <a:r>
              <a:rPr sz="1600" spc="400" dirty="0">
                <a:solidFill>
                  <a:srgbClr val="D9D9D9"/>
                </a:solidFill>
                <a:latin typeface="Ebrima"/>
                <a:cs typeface="Ebrima"/>
              </a:rPr>
              <a:t> </a:t>
            </a:r>
            <a:r>
              <a:rPr sz="1600" spc="-35" dirty="0">
                <a:solidFill>
                  <a:srgbClr val="D9D9D9"/>
                </a:solidFill>
                <a:latin typeface="Ebrima"/>
                <a:cs typeface="Ebrima"/>
              </a:rPr>
              <a:t>03</a:t>
            </a:r>
            <a:endParaRPr sz="1600">
              <a:latin typeface="Ebrima"/>
              <a:cs typeface="Ebrima"/>
            </a:endParaRPr>
          </a:p>
        </p:txBody>
      </p:sp>
      <p:pic>
        <p:nvPicPr>
          <p:cNvPr id="10" name="object 10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706040" y="5216181"/>
            <a:ext cx="217122" cy="209003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704516" y="5760377"/>
            <a:ext cx="217122" cy="210350"/>
          </a:xfrm>
          <a:prstGeom prst="rect">
            <a:avLst/>
          </a:prstGeom>
        </p:spPr>
      </p:pic>
      <p:sp>
        <p:nvSpPr>
          <p:cNvPr id="12" name="object 12"/>
          <p:cNvSpPr txBox="1"/>
          <p:nvPr/>
        </p:nvSpPr>
        <p:spPr>
          <a:xfrm>
            <a:off x="557783" y="5085588"/>
            <a:ext cx="8781415" cy="1224280"/>
          </a:xfrm>
          <a:prstGeom prst="rect">
            <a:avLst/>
          </a:prstGeom>
          <a:ln w="6096">
            <a:solidFill>
              <a:srgbClr val="D9D9D9"/>
            </a:solidFill>
          </a:ln>
        </p:spPr>
        <p:txBody>
          <a:bodyPr vert="horz" wrap="square" lIns="0" tIns="139065" rIns="0" bIns="0" rtlCol="0">
            <a:spAutoFit/>
          </a:bodyPr>
          <a:lstStyle/>
          <a:p>
            <a:pPr marL="457200">
              <a:lnSpc>
                <a:spcPct val="100000"/>
              </a:lnSpc>
              <a:spcBef>
                <a:spcPts val="1095"/>
              </a:spcBef>
            </a:pPr>
            <a:r>
              <a:rPr sz="1300" b="1" spc="-254" dirty="0">
                <a:solidFill>
                  <a:srgbClr val="252525"/>
                </a:solidFill>
                <a:latin typeface="Tahoma"/>
                <a:cs typeface="Tahoma"/>
              </a:rPr>
              <a:t>Line</a:t>
            </a:r>
            <a:r>
              <a:rPr sz="1300" b="1" spc="-70" dirty="0">
                <a:solidFill>
                  <a:srgbClr val="252525"/>
                </a:solidFill>
                <a:latin typeface="Tahoma"/>
                <a:cs typeface="Tahoma"/>
              </a:rPr>
              <a:t> </a:t>
            </a:r>
            <a:r>
              <a:rPr sz="1300" b="1" spc="-409" dirty="0">
                <a:solidFill>
                  <a:srgbClr val="252525"/>
                </a:solidFill>
                <a:latin typeface="Tahoma"/>
                <a:cs typeface="Tahoma"/>
              </a:rPr>
              <a:t>91</a:t>
            </a:r>
            <a:endParaRPr sz="1300">
              <a:latin typeface="Tahoma"/>
              <a:cs typeface="Tahoma"/>
            </a:endParaRPr>
          </a:p>
          <a:p>
            <a:pPr marL="648970" indent="-182245">
              <a:lnSpc>
                <a:spcPct val="100000"/>
              </a:lnSpc>
              <a:spcBef>
                <a:spcPts val="705"/>
              </a:spcBef>
              <a:buFont typeface="Arial"/>
              <a:buChar char="•"/>
              <a:tabLst>
                <a:tab pos="648970" algn="l"/>
              </a:tabLst>
            </a:pPr>
            <a:r>
              <a:rPr sz="1300" spc="-245" dirty="0">
                <a:solidFill>
                  <a:srgbClr val="252525"/>
                </a:solidFill>
                <a:latin typeface="Trebuchet MS"/>
                <a:cs typeface="Trebuchet MS"/>
              </a:rPr>
              <a:t>Add</a:t>
            </a:r>
            <a:r>
              <a:rPr sz="1300" spc="-130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300" spc="-220" dirty="0">
                <a:solidFill>
                  <a:srgbClr val="252525"/>
                </a:solidFill>
                <a:latin typeface="Trebuchet MS"/>
                <a:cs typeface="Trebuchet MS"/>
              </a:rPr>
              <a:t>an</a:t>
            </a:r>
            <a:r>
              <a:rPr sz="1300" spc="-120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300" spc="-220" dirty="0">
                <a:solidFill>
                  <a:srgbClr val="252525"/>
                </a:solidFill>
                <a:latin typeface="Trebuchet MS"/>
                <a:cs typeface="Trebuchet MS"/>
              </a:rPr>
              <a:t>output</a:t>
            </a:r>
            <a:r>
              <a:rPr sz="1300" spc="-140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300" spc="-180" dirty="0">
                <a:solidFill>
                  <a:srgbClr val="252525"/>
                </a:solidFill>
                <a:latin typeface="Trebuchet MS"/>
                <a:cs typeface="Trebuchet MS"/>
              </a:rPr>
              <a:t>layer</a:t>
            </a:r>
            <a:r>
              <a:rPr sz="1300" spc="-105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300" spc="-165" dirty="0">
                <a:solidFill>
                  <a:srgbClr val="252525"/>
                </a:solidFill>
                <a:latin typeface="Trebuchet MS"/>
                <a:cs typeface="Trebuchet MS"/>
              </a:rPr>
              <a:t>for</a:t>
            </a:r>
            <a:r>
              <a:rPr sz="1300" spc="-105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300" spc="-180" dirty="0">
                <a:solidFill>
                  <a:srgbClr val="252525"/>
                </a:solidFill>
                <a:latin typeface="Trebuchet MS"/>
                <a:cs typeface="Trebuchet MS"/>
              </a:rPr>
              <a:t>linear</a:t>
            </a:r>
            <a:r>
              <a:rPr sz="1300" spc="-105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300" spc="-70" dirty="0">
                <a:solidFill>
                  <a:srgbClr val="252525"/>
                </a:solidFill>
                <a:latin typeface="Trebuchet MS"/>
                <a:cs typeface="Trebuchet MS"/>
              </a:rPr>
              <a:t>regression.</a:t>
            </a:r>
            <a:endParaRPr sz="1300">
              <a:latin typeface="Trebuchet MS"/>
              <a:cs typeface="Trebuchet MS"/>
            </a:endParaRPr>
          </a:p>
          <a:p>
            <a:pPr marL="454659">
              <a:lnSpc>
                <a:spcPct val="100000"/>
              </a:lnSpc>
              <a:spcBef>
                <a:spcPts val="465"/>
              </a:spcBef>
            </a:pPr>
            <a:r>
              <a:rPr sz="1300" b="1" spc="-254" dirty="0">
                <a:solidFill>
                  <a:srgbClr val="252525"/>
                </a:solidFill>
                <a:latin typeface="Tahoma"/>
                <a:cs typeface="Tahoma"/>
              </a:rPr>
              <a:t>Line</a:t>
            </a:r>
            <a:r>
              <a:rPr sz="1300" b="1" spc="-70" dirty="0">
                <a:solidFill>
                  <a:srgbClr val="252525"/>
                </a:solidFill>
                <a:latin typeface="Tahoma"/>
                <a:cs typeface="Tahoma"/>
              </a:rPr>
              <a:t> </a:t>
            </a:r>
            <a:r>
              <a:rPr sz="1300" b="1" spc="-25" dirty="0">
                <a:solidFill>
                  <a:srgbClr val="252525"/>
                </a:solidFill>
                <a:latin typeface="Tahoma"/>
                <a:cs typeface="Tahoma"/>
              </a:rPr>
              <a:t>92</a:t>
            </a:r>
            <a:endParaRPr sz="1300">
              <a:latin typeface="Tahoma"/>
              <a:cs typeface="Tahoma"/>
            </a:endParaRPr>
          </a:p>
          <a:p>
            <a:pPr marL="646430" indent="-182245">
              <a:lnSpc>
                <a:spcPct val="100000"/>
              </a:lnSpc>
              <a:spcBef>
                <a:spcPts val="705"/>
              </a:spcBef>
              <a:buFont typeface="Arial"/>
              <a:buChar char="•"/>
              <a:tabLst>
                <a:tab pos="646430" algn="l"/>
              </a:tabLst>
            </a:pPr>
            <a:r>
              <a:rPr sz="1300" spc="-210" dirty="0">
                <a:solidFill>
                  <a:srgbClr val="252525"/>
                </a:solidFill>
                <a:latin typeface="Trebuchet MS"/>
                <a:cs typeface="Trebuchet MS"/>
              </a:rPr>
              <a:t>Summary</a:t>
            </a:r>
            <a:r>
              <a:rPr sz="1300" spc="-145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300" spc="-200" dirty="0">
                <a:solidFill>
                  <a:srgbClr val="252525"/>
                </a:solidFill>
                <a:latin typeface="Trebuchet MS"/>
                <a:cs typeface="Trebuchet MS"/>
              </a:rPr>
              <a:t>of</a:t>
            </a:r>
            <a:r>
              <a:rPr sz="1300" spc="-135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300" spc="-220" dirty="0">
                <a:solidFill>
                  <a:srgbClr val="252525"/>
                </a:solidFill>
                <a:latin typeface="Trebuchet MS"/>
                <a:cs typeface="Trebuchet MS"/>
              </a:rPr>
              <a:t>the</a:t>
            </a:r>
            <a:r>
              <a:rPr sz="1300" spc="-110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300" spc="-40" dirty="0">
                <a:solidFill>
                  <a:srgbClr val="252525"/>
                </a:solidFill>
                <a:latin typeface="Trebuchet MS"/>
                <a:cs typeface="Trebuchet MS"/>
              </a:rPr>
              <a:t>model</a:t>
            </a:r>
            <a:endParaRPr sz="1300">
              <a:latin typeface="Trebuchet MS"/>
              <a:cs typeface="Trebuchet MS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554736" y="2057400"/>
            <a:ext cx="8789035" cy="2958465"/>
            <a:chOff x="554736" y="2057400"/>
            <a:chExt cx="8789035" cy="2958465"/>
          </a:xfrm>
        </p:grpSpPr>
        <p:sp>
          <p:nvSpPr>
            <p:cNvPr id="14" name="object 14"/>
            <p:cNvSpPr/>
            <p:nvPr/>
          </p:nvSpPr>
          <p:spPr>
            <a:xfrm>
              <a:off x="557784" y="2060447"/>
              <a:ext cx="8783320" cy="2952115"/>
            </a:xfrm>
            <a:custGeom>
              <a:avLst/>
              <a:gdLst/>
              <a:ahLst/>
              <a:cxnLst/>
              <a:rect l="l" t="t" r="r" b="b"/>
              <a:pathLst>
                <a:path w="8783320" h="2952115">
                  <a:moveTo>
                    <a:pt x="0" y="2951988"/>
                  </a:moveTo>
                  <a:lnTo>
                    <a:pt x="8782812" y="2951988"/>
                  </a:lnTo>
                  <a:lnTo>
                    <a:pt x="8782812" y="0"/>
                  </a:lnTo>
                  <a:lnTo>
                    <a:pt x="0" y="0"/>
                  </a:lnTo>
                  <a:lnTo>
                    <a:pt x="0" y="2951988"/>
                  </a:lnTo>
                  <a:close/>
                </a:path>
              </a:pathLst>
            </a:custGeom>
            <a:ln w="6096">
              <a:solidFill>
                <a:srgbClr val="D9D9D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5" name="object 15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643128" y="2087880"/>
              <a:ext cx="8697468" cy="2819400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1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331543" y="6524434"/>
            <a:ext cx="111922" cy="90487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54151" y="6527292"/>
            <a:ext cx="1794510" cy="142494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862571" y="6521195"/>
            <a:ext cx="2327910" cy="118110"/>
          </a:xfrm>
          <a:prstGeom prst="rect">
            <a:avLst/>
          </a:prstGeom>
        </p:spPr>
      </p:pic>
      <p:sp>
        <p:nvSpPr>
          <p:cNvPr id="5" name="object 5"/>
          <p:cNvSpPr/>
          <p:nvPr/>
        </p:nvSpPr>
        <p:spPr>
          <a:xfrm>
            <a:off x="559308" y="1440180"/>
            <a:ext cx="36830" cy="180340"/>
          </a:xfrm>
          <a:custGeom>
            <a:avLst/>
            <a:gdLst/>
            <a:ahLst/>
            <a:cxnLst/>
            <a:rect l="l" t="t" r="r" b="b"/>
            <a:pathLst>
              <a:path w="36829" h="180340">
                <a:moveTo>
                  <a:pt x="36576" y="0"/>
                </a:moveTo>
                <a:lnTo>
                  <a:pt x="0" y="0"/>
                </a:lnTo>
                <a:lnTo>
                  <a:pt x="0" y="179832"/>
                </a:lnTo>
                <a:lnTo>
                  <a:pt x="36576" y="179832"/>
                </a:lnTo>
                <a:lnTo>
                  <a:pt x="36576" y="0"/>
                </a:lnTo>
                <a:close/>
              </a:path>
            </a:pathLst>
          </a:custGeom>
          <a:solidFill>
            <a:srgbClr val="183DAF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6" name="object 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719327" y="1464563"/>
            <a:ext cx="2472690" cy="174498"/>
          </a:xfrm>
          <a:prstGeom prst="rect">
            <a:avLst/>
          </a:prstGeom>
        </p:spPr>
      </p:pic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3.3.</a:t>
            </a:r>
            <a:r>
              <a:rPr spc="-15" dirty="0"/>
              <a:t> </a:t>
            </a:r>
            <a:r>
              <a:rPr dirty="0"/>
              <a:t>AI</a:t>
            </a:r>
            <a:r>
              <a:rPr spc="-15" dirty="0"/>
              <a:t> </a:t>
            </a:r>
            <a:r>
              <a:rPr dirty="0"/>
              <a:t>with</a:t>
            </a:r>
            <a:r>
              <a:rPr spc="-5" dirty="0"/>
              <a:t> </a:t>
            </a:r>
            <a:r>
              <a:rPr spc="-10" dirty="0"/>
              <a:t>Keras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8671941" y="463677"/>
            <a:ext cx="80962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dirty="0">
                <a:solidFill>
                  <a:srgbClr val="D9D9D9"/>
                </a:solidFill>
                <a:latin typeface="Ebrima"/>
                <a:cs typeface="Ebrima"/>
              </a:rPr>
              <a:t>UNIT</a:t>
            </a:r>
            <a:r>
              <a:rPr sz="1600" spc="400" dirty="0">
                <a:solidFill>
                  <a:srgbClr val="D9D9D9"/>
                </a:solidFill>
                <a:latin typeface="Ebrima"/>
                <a:cs typeface="Ebrima"/>
              </a:rPr>
              <a:t> </a:t>
            </a:r>
            <a:r>
              <a:rPr sz="1600" spc="-35" dirty="0">
                <a:solidFill>
                  <a:srgbClr val="D9D9D9"/>
                </a:solidFill>
                <a:latin typeface="Ebrima"/>
                <a:cs typeface="Ebrima"/>
              </a:rPr>
              <a:t>03</a:t>
            </a:r>
            <a:endParaRPr sz="1600">
              <a:latin typeface="Ebrima"/>
              <a:cs typeface="Ebrima"/>
            </a:endParaRPr>
          </a:p>
        </p:txBody>
      </p:sp>
      <p:pic>
        <p:nvPicPr>
          <p:cNvPr id="9" name="object 9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706040" y="3495586"/>
            <a:ext cx="217122" cy="209003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704516" y="4039831"/>
            <a:ext cx="217122" cy="210350"/>
          </a:xfrm>
          <a:prstGeom prst="rect">
            <a:avLst/>
          </a:prstGeom>
        </p:spPr>
      </p:pic>
      <p:sp>
        <p:nvSpPr>
          <p:cNvPr id="11" name="object 11"/>
          <p:cNvSpPr txBox="1"/>
          <p:nvPr/>
        </p:nvSpPr>
        <p:spPr>
          <a:xfrm>
            <a:off x="557783" y="3364991"/>
            <a:ext cx="8781415" cy="1277620"/>
          </a:xfrm>
          <a:prstGeom prst="rect">
            <a:avLst/>
          </a:prstGeom>
          <a:ln w="6096">
            <a:solidFill>
              <a:srgbClr val="D9D9D9"/>
            </a:solidFill>
          </a:ln>
        </p:spPr>
        <p:txBody>
          <a:bodyPr vert="horz" wrap="square" lIns="0" tIns="138430" rIns="0" bIns="0" rtlCol="0">
            <a:spAutoFit/>
          </a:bodyPr>
          <a:lstStyle/>
          <a:p>
            <a:pPr marL="457200">
              <a:lnSpc>
                <a:spcPct val="100000"/>
              </a:lnSpc>
              <a:spcBef>
                <a:spcPts val="1090"/>
              </a:spcBef>
            </a:pPr>
            <a:r>
              <a:rPr sz="1300" b="1" spc="-254" dirty="0">
                <a:solidFill>
                  <a:srgbClr val="252525"/>
                </a:solidFill>
                <a:latin typeface="Tahoma"/>
                <a:cs typeface="Tahoma"/>
              </a:rPr>
              <a:t>Line</a:t>
            </a:r>
            <a:r>
              <a:rPr sz="1300" b="1" spc="-70" dirty="0">
                <a:solidFill>
                  <a:srgbClr val="252525"/>
                </a:solidFill>
                <a:latin typeface="Tahoma"/>
                <a:cs typeface="Tahoma"/>
              </a:rPr>
              <a:t> </a:t>
            </a:r>
            <a:r>
              <a:rPr sz="1300" b="1" spc="-25" dirty="0">
                <a:solidFill>
                  <a:srgbClr val="252525"/>
                </a:solidFill>
                <a:latin typeface="Tahoma"/>
                <a:cs typeface="Tahoma"/>
              </a:rPr>
              <a:t>93</a:t>
            </a:r>
            <a:endParaRPr sz="1300">
              <a:latin typeface="Tahoma"/>
              <a:cs typeface="Tahoma"/>
            </a:endParaRPr>
          </a:p>
          <a:p>
            <a:pPr marL="648970" indent="-182245">
              <a:lnSpc>
                <a:spcPct val="100000"/>
              </a:lnSpc>
              <a:spcBef>
                <a:spcPts val="705"/>
              </a:spcBef>
              <a:buFont typeface="Arial"/>
              <a:buChar char="•"/>
              <a:tabLst>
                <a:tab pos="648970" algn="l"/>
              </a:tabLst>
            </a:pPr>
            <a:r>
              <a:rPr sz="1300" spc="-135" dirty="0">
                <a:solidFill>
                  <a:srgbClr val="252525"/>
                </a:solidFill>
                <a:latin typeface="Trebuchet MS"/>
                <a:cs typeface="Trebuchet MS"/>
              </a:rPr>
              <a:t>Hyperparameters</a:t>
            </a:r>
            <a:endParaRPr sz="1300">
              <a:latin typeface="Trebuchet MS"/>
              <a:cs typeface="Trebuchet MS"/>
            </a:endParaRPr>
          </a:p>
          <a:p>
            <a:pPr marL="454659">
              <a:lnSpc>
                <a:spcPct val="100000"/>
              </a:lnSpc>
              <a:spcBef>
                <a:spcPts val="465"/>
              </a:spcBef>
            </a:pPr>
            <a:r>
              <a:rPr sz="1300" b="1" spc="-254" dirty="0">
                <a:solidFill>
                  <a:srgbClr val="252525"/>
                </a:solidFill>
                <a:latin typeface="Tahoma"/>
                <a:cs typeface="Tahoma"/>
              </a:rPr>
              <a:t>Line</a:t>
            </a:r>
            <a:r>
              <a:rPr sz="1300" b="1" spc="-70" dirty="0">
                <a:solidFill>
                  <a:srgbClr val="252525"/>
                </a:solidFill>
                <a:latin typeface="Tahoma"/>
                <a:cs typeface="Tahoma"/>
              </a:rPr>
              <a:t> </a:t>
            </a:r>
            <a:r>
              <a:rPr sz="1300" b="1" spc="-25" dirty="0">
                <a:solidFill>
                  <a:srgbClr val="252525"/>
                </a:solidFill>
                <a:latin typeface="Tahoma"/>
                <a:cs typeface="Tahoma"/>
              </a:rPr>
              <a:t>94</a:t>
            </a:r>
            <a:endParaRPr sz="1300">
              <a:latin typeface="Tahoma"/>
              <a:cs typeface="Tahoma"/>
            </a:endParaRPr>
          </a:p>
          <a:p>
            <a:pPr marL="646430" indent="-182245">
              <a:lnSpc>
                <a:spcPct val="100000"/>
              </a:lnSpc>
              <a:spcBef>
                <a:spcPts val="705"/>
              </a:spcBef>
              <a:buFont typeface="Arial"/>
              <a:buChar char="•"/>
              <a:tabLst>
                <a:tab pos="646430" algn="l"/>
              </a:tabLst>
            </a:pPr>
            <a:r>
              <a:rPr sz="1300" spc="-210" dirty="0">
                <a:solidFill>
                  <a:srgbClr val="252525"/>
                </a:solidFill>
                <a:latin typeface="Trebuchet MS"/>
                <a:cs typeface="Trebuchet MS"/>
              </a:rPr>
              <a:t>Define</a:t>
            </a:r>
            <a:r>
              <a:rPr sz="1300" spc="-100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300" spc="-220" dirty="0">
                <a:solidFill>
                  <a:srgbClr val="252525"/>
                </a:solidFill>
                <a:latin typeface="Trebuchet MS"/>
                <a:cs typeface="Trebuchet MS"/>
              </a:rPr>
              <a:t>the</a:t>
            </a:r>
            <a:r>
              <a:rPr sz="1300" spc="-105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300" spc="-204" dirty="0">
                <a:solidFill>
                  <a:srgbClr val="252525"/>
                </a:solidFill>
                <a:latin typeface="Trebuchet MS"/>
                <a:cs typeface="Trebuchet MS"/>
              </a:rPr>
              <a:t>optimizer</a:t>
            </a:r>
            <a:r>
              <a:rPr sz="1300" spc="-145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300" spc="-225" dirty="0">
                <a:solidFill>
                  <a:srgbClr val="252525"/>
                </a:solidFill>
                <a:latin typeface="Trebuchet MS"/>
                <a:cs typeface="Trebuchet MS"/>
              </a:rPr>
              <a:t>and</a:t>
            </a:r>
            <a:r>
              <a:rPr sz="1300" spc="-125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300" spc="-229" dirty="0">
                <a:solidFill>
                  <a:srgbClr val="252525"/>
                </a:solidFill>
                <a:latin typeface="Trebuchet MS"/>
                <a:cs typeface="Trebuchet MS"/>
              </a:rPr>
              <a:t>then</a:t>
            </a:r>
            <a:r>
              <a:rPr sz="1300" spc="-125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300" spc="-90" dirty="0">
                <a:solidFill>
                  <a:srgbClr val="252525"/>
                </a:solidFill>
                <a:latin typeface="Trebuchet MS"/>
                <a:cs typeface="Trebuchet MS"/>
              </a:rPr>
              <a:t>compile.</a:t>
            </a:r>
            <a:endParaRPr sz="1300">
              <a:latin typeface="Trebuchet MS"/>
              <a:cs typeface="Trebuchet MS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554736" y="1769364"/>
            <a:ext cx="8789035" cy="1503045"/>
            <a:chOff x="554736" y="1769364"/>
            <a:chExt cx="8789035" cy="1503045"/>
          </a:xfrm>
        </p:grpSpPr>
        <p:sp>
          <p:nvSpPr>
            <p:cNvPr id="13" name="object 13"/>
            <p:cNvSpPr/>
            <p:nvPr/>
          </p:nvSpPr>
          <p:spPr>
            <a:xfrm>
              <a:off x="557784" y="1772412"/>
              <a:ext cx="8783320" cy="1496695"/>
            </a:xfrm>
            <a:custGeom>
              <a:avLst/>
              <a:gdLst/>
              <a:ahLst/>
              <a:cxnLst/>
              <a:rect l="l" t="t" r="r" b="b"/>
              <a:pathLst>
                <a:path w="8783320" h="1496695">
                  <a:moveTo>
                    <a:pt x="0" y="1496568"/>
                  </a:moveTo>
                  <a:lnTo>
                    <a:pt x="8782812" y="1496568"/>
                  </a:lnTo>
                  <a:lnTo>
                    <a:pt x="8782812" y="0"/>
                  </a:lnTo>
                  <a:lnTo>
                    <a:pt x="0" y="0"/>
                  </a:lnTo>
                  <a:lnTo>
                    <a:pt x="0" y="1496568"/>
                  </a:lnTo>
                  <a:close/>
                </a:path>
              </a:pathLst>
            </a:custGeom>
            <a:ln w="6096">
              <a:solidFill>
                <a:srgbClr val="D9D9D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4" name="object 14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818088" y="1900192"/>
              <a:ext cx="8520983" cy="1231894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1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331543" y="6524434"/>
            <a:ext cx="111922" cy="90487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54151" y="6527292"/>
            <a:ext cx="1794510" cy="142494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862571" y="6521195"/>
            <a:ext cx="2327910" cy="118110"/>
          </a:xfrm>
          <a:prstGeom prst="rect">
            <a:avLst/>
          </a:prstGeom>
        </p:spPr>
      </p:pic>
      <p:sp>
        <p:nvSpPr>
          <p:cNvPr id="5" name="object 5"/>
          <p:cNvSpPr/>
          <p:nvPr/>
        </p:nvSpPr>
        <p:spPr>
          <a:xfrm>
            <a:off x="559308" y="1440180"/>
            <a:ext cx="36830" cy="180340"/>
          </a:xfrm>
          <a:custGeom>
            <a:avLst/>
            <a:gdLst/>
            <a:ahLst/>
            <a:cxnLst/>
            <a:rect l="l" t="t" r="r" b="b"/>
            <a:pathLst>
              <a:path w="36829" h="180340">
                <a:moveTo>
                  <a:pt x="36576" y="0"/>
                </a:moveTo>
                <a:lnTo>
                  <a:pt x="0" y="0"/>
                </a:lnTo>
                <a:lnTo>
                  <a:pt x="0" y="179832"/>
                </a:lnTo>
                <a:lnTo>
                  <a:pt x="36576" y="179832"/>
                </a:lnTo>
                <a:lnTo>
                  <a:pt x="36576" y="0"/>
                </a:lnTo>
                <a:close/>
              </a:path>
            </a:pathLst>
          </a:custGeom>
          <a:solidFill>
            <a:srgbClr val="183DAF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6" name="object 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711708" y="1464563"/>
            <a:ext cx="2522982" cy="174498"/>
          </a:xfrm>
          <a:prstGeom prst="rect">
            <a:avLst/>
          </a:prstGeom>
        </p:spPr>
      </p:pic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3.3.</a:t>
            </a:r>
            <a:r>
              <a:rPr spc="-15" dirty="0"/>
              <a:t> </a:t>
            </a:r>
            <a:r>
              <a:rPr dirty="0"/>
              <a:t>AI</a:t>
            </a:r>
            <a:r>
              <a:rPr spc="-15" dirty="0"/>
              <a:t> </a:t>
            </a:r>
            <a:r>
              <a:rPr dirty="0"/>
              <a:t>with</a:t>
            </a:r>
            <a:r>
              <a:rPr spc="-5" dirty="0"/>
              <a:t> </a:t>
            </a:r>
            <a:r>
              <a:rPr spc="-10" dirty="0"/>
              <a:t>Keras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8671941" y="463677"/>
            <a:ext cx="80962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dirty="0">
                <a:solidFill>
                  <a:srgbClr val="D9D9D9"/>
                </a:solidFill>
                <a:latin typeface="Ebrima"/>
                <a:cs typeface="Ebrima"/>
              </a:rPr>
              <a:t>UNIT</a:t>
            </a:r>
            <a:r>
              <a:rPr sz="1600" spc="400" dirty="0">
                <a:solidFill>
                  <a:srgbClr val="D9D9D9"/>
                </a:solidFill>
                <a:latin typeface="Ebrima"/>
                <a:cs typeface="Ebrima"/>
              </a:rPr>
              <a:t> </a:t>
            </a:r>
            <a:r>
              <a:rPr sz="1600" spc="-35" dirty="0">
                <a:solidFill>
                  <a:srgbClr val="D9D9D9"/>
                </a:solidFill>
                <a:latin typeface="Ebrima"/>
                <a:cs typeface="Ebrima"/>
              </a:rPr>
              <a:t>03</a:t>
            </a:r>
            <a:endParaRPr sz="1600">
              <a:latin typeface="Ebrima"/>
              <a:cs typeface="Ebrima"/>
            </a:endParaRPr>
          </a:p>
        </p:txBody>
      </p:sp>
      <p:pic>
        <p:nvPicPr>
          <p:cNvPr id="9" name="object 9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706040" y="3776002"/>
            <a:ext cx="217122" cy="209003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704516" y="4320247"/>
            <a:ext cx="217122" cy="210350"/>
          </a:xfrm>
          <a:prstGeom prst="rect">
            <a:avLst/>
          </a:prstGeom>
        </p:spPr>
      </p:pic>
      <p:sp>
        <p:nvSpPr>
          <p:cNvPr id="11" name="object 11"/>
          <p:cNvSpPr txBox="1"/>
          <p:nvPr/>
        </p:nvSpPr>
        <p:spPr>
          <a:xfrm>
            <a:off x="557783" y="3645408"/>
            <a:ext cx="8781415" cy="1292860"/>
          </a:xfrm>
          <a:prstGeom prst="rect">
            <a:avLst/>
          </a:prstGeom>
          <a:ln w="6096">
            <a:solidFill>
              <a:srgbClr val="D9D9D9"/>
            </a:solidFill>
          </a:ln>
        </p:spPr>
        <p:txBody>
          <a:bodyPr vert="horz" wrap="square" lIns="0" tIns="138430" rIns="0" bIns="0" rtlCol="0">
            <a:spAutoFit/>
          </a:bodyPr>
          <a:lstStyle/>
          <a:p>
            <a:pPr marL="457200">
              <a:lnSpc>
                <a:spcPct val="100000"/>
              </a:lnSpc>
              <a:spcBef>
                <a:spcPts val="1090"/>
              </a:spcBef>
            </a:pPr>
            <a:r>
              <a:rPr sz="1300" b="1" spc="-254" dirty="0">
                <a:solidFill>
                  <a:srgbClr val="252525"/>
                </a:solidFill>
                <a:latin typeface="Tahoma"/>
                <a:cs typeface="Tahoma"/>
              </a:rPr>
              <a:t>Line</a:t>
            </a:r>
            <a:r>
              <a:rPr sz="1300" b="1" spc="-70" dirty="0">
                <a:solidFill>
                  <a:srgbClr val="252525"/>
                </a:solidFill>
                <a:latin typeface="Tahoma"/>
                <a:cs typeface="Tahoma"/>
              </a:rPr>
              <a:t> </a:t>
            </a:r>
            <a:r>
              <a:rPr sz="1300" b="1" spc="-25" dirty="0">
                <a:solidFill>
                  <a:srgbClr val="252525"/>
                </a:solidFill>
                <a:latin typeface="Tahoma"/>
                <a:cs typeface="Tahoma"/>
              </a:rPr>
              <a:t>95</a:t>
            </a:r>
            <a:endParaRPr sz="1300">
              <a:latin typeface="Tahoma"/>
              <a:cs typeface="Tahoma"/>
            </a:endParaRPr>
          </a:p>
          <a:p>
            <a:pPr marL="648970" indent="-182245">
              <a:lnSpc>
                <a:spcPct val="100000"/>
              </a:lnSpc>
              <a:spcBef>
                <a:spcPts val="705"/>
              </a:spcBef>
              <a:buFont typeface="Arial"/>
              <a:buChar char="•"/>
              <a:tabLst>
                <a:tab pos="648970" algn="l"/>
              </a:tabLst>
            </a:pPr>
            <a:r>
              <a:rPr sz="1300" spc="-180" dirty="0">
                <a:solidFill>
                  <a:srgbClr val="252525"/>
                </a:solidFill>
                <a:latin typeface="Trebuchet MS"/>
                <a:cs typeface="Trebuchet MS"/>
              </a:rPr>
              <a:t>verbose</a:t>
            </a:r>
            <a:r>
              <a:rPr sz="1300" spc="-155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300" spc="-125" dirty="0">
                <a:solidFill>
                  <a:srgbClr val="252525"/>
                </a:solidFill>
                <a:latin typeface="Trebuchet MS"/>
                <a:cs typeface="Trebuchet MS"/>
              </a:rPr>
              <a:t>=</a:t>
            </a:r>
            <a:r>
              <a:rPr sz="1300" spc="-110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300" spc="-130" dirty="0">
                <a:solidFill>
                  <a:srgbClr val="252525"/>
                </a:solidFill>
                <a:latin typeface="Trebuchet MS"/>
                <a:cs typeface="Trebuchet MS"/>
              </a:rPr>
              <a:t>0</a:t>
            </a:r>
            <a:r>
              <a:rPr sz="1300" spc="-135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300" spc="-215" dirty="0">
                <a:solidFill>
                  <a:srgbClr val="252525"/>
                </a:solidFill>
                <a:latin typeface="Trebuchet MS"/>
                <a:cs typeface="Trebuchet MS"/>
              </a:rPr>
              <a:t>means</a:t>
            </a:r>
            <a:r>
              <a:rPr sz="1300" spc="-125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300" spc="-225" dirty="0">
                <a:solidFill>
                  <a:srgbClr val="252525"/>
                </a:solidFill>
                <a:latin typeface="Trebuchet MS"/>
                <a:cs typeface="Trebuchet MS"/>
              </a:rPr>
              <a:t>no</a:t>
            </a:r>
            <a:r>
              <a:rPr sz="1300" spc="-130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300" spc="-225" dirty="0">
                <a:solidFill>
                  <a:srgbClr val="252525"/>
                </a:solidFill>
                <a:latin typeface="Trebuchet MS"/>
                <a:cs typeface="Trebuchet MS"/>
              </a:rPr>
              <a:t>output.</a:t>
            </a:r>
            <a:r>
              <a:rPr sz="1300" spc="-145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300" spc="-180" dirty="0">
                <a:solidFill>
                  <a:srgbClr val="252525"/>
                </a:solidFill>
                <a:latin typeface="Trebuchet MS"/>
                <a:cs typeface="Trebuchet MS"/>
              </a:rPr>
              <a:t>verbose</a:t>
            </a:r>
            <a:r>
              <a:rPr sz="1300" spc="-160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300" spc="-125" dirty="0">
                <a:solidFill>
                  <a:srgbClr val="252525"/>
                </a:solidFill>
                <a:latin typeface="Trebuchet MS"/>
                <a:cs typeface="Trebuchet MS"/>
              </a:rPr>
              <a:t>=</a:t>
            </a:r>
            <a:r>
              <a:rPr sz="1300" spc="-114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300" spc="-425" dirty="0">
                <a:solidFill>
                  <a:srgbClr val="252525"/>
                </a:solidFill>
                <a:latin typeface="Trebuchet MS"/>
                <a:cs typeface="Trebuchet MS"/>
              </a:rPr>
              <a:t>1</a:t>
            </a:r>
            <a:r>
              <a:rPr sz="1300" spc="-120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300" spc="-204" dirty="0">
                <a:solidFill>
                  <a:srgbClr val="252525"/>
                </a:solidFill>
                <a:latin typeface="Trebuchet MS"/>
                <a:cs typeface="Trebuchet MS"/>
              </a:rPr>
              <a:t>to</a:t>
            </a:r>
            <a:r>
              <a:rPr sz="1300" spc="-135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300" spc="-229" dirty="0">
                <a:solidFill>
                  <a:srgbClr val="252525"/>
                </a:solidFill>
                <a:latin typeface="Trebuchet MS"/>
                <a:cs typeface="Trebuchet MS"/>
              </a:rPr>
              <a:t>view</a:t>
            </a:r>
            <a:r>
              <a:rPr sz="1300" spc="-100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300" spc="-220" dirty="0">
                <a:solidFill>
                  <a:srgbClr val="252525"/>
                </a:solidFill>
                <a:latin typeface="Trebuchet MS"/>
                <a:cs typeface="Trebuchet MS"/>
              </a:rPr>
              <a:t>the</a:t>
            </a:r>
            <a:r>
              <a:rPr sz="1300" spc="-125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300" spc="-55" dirty="0">
                <a:solidFill>
                  <a:srgbClr val="252525"/>
                </a:solidFill>
                <a:latin typeface="Trebuchet MS"/>
                <a:cs typeface="Trebuchet MS"/>
              </a:rPr>
              <a:t>epochs.</a:t>
            </a:r>
            <a:endParaRPr sz="1300">
              <a:latin typeface="Trebuchet MS"/>
              <a:cs typeface="Trebuchet MS"/>
            </a:endParaRPr>
          </a:p>
          <a:p>
            <a:pPr marL="454659">
              <a:lnSpc>
                <a:spcPct val="100000"/>
              </a:lnSpc>
              <a:spcBef>
                <a:spcPts val="465"/>
              </a:spcBef>
            </a:pPr>
            <a:r>
              <a:rPr sz="1300" b="1" spc="-260" dirty="0">
                <a:solidFill>
                  <a:srgbClr val="252525"/>
                </a:solidFill>
                <a:latin typeface="Tahoma"/>
                <a:cs typeface="Tahoma"/>
              </a:rPr>
              <a:t>Line</a:t>
            </a:r>
            <a:r>
              <a:rPr sz="1300" b="1" spc="-60" dirty="0">
                <a:solidFill>
                  <a:srgbClr val="252525"/>
                </a:solidFill>
                <a:latin typeface="Tahoma"/>
                <a:cs typeface="Tahoma"/>
              </a:rPr>
              <a:t> </a:t>
            </a:r>
            <a:r>
              <a:rPr sz="1300" b="1" spc="-25" dirty="0">
                <a:solidFill>
                  <a:srgbClr val="252525"/>
                </a:solidFill>
                <a:latin typeface="Tahoma"/>
                <a:cs typeface="Tahoma"/>
              </a:rPr>
              <a:t>96</a:t>
            </a:r>
            <a:endParaRPr sz="1300">
              <a:latin typeface="Tahoma"/>
              <a:cs typeface="Tahoma"/>
            </a:endParaRPr>
          </a:p>
          <a:p>
            <a:pPr marL="646430" indent="-182245">
              <a:lnSpc>
                <a:spcPct val="100000"/>
              </a:lnSpc>
              <a:spcBef>
                <a:spcPts val="705"/>
              </a:spcBef>
              <a:buFont typeface="Arial"/>
              <a:buChar char="•"/>
              <a:tabLst>
                <a:tab pos="646430" algn="l"/>
              </a:tabLst>
            </a:pPr>
            <a:r>
              <a:rPr sz="1300" spc="-250" dirty="0">
                <a:solidFill>
                  <a:srgbClr val="252525"/>
                </a:solidFill>
                <a:latin typeface="Trebuchet MS"/>
                <a:cs typeface="Trebuchet MS"/>
              </a:rPr>
              <a:t>View</a:t>
            </a:r>
            <a:r>
              <a:rPr sz="1300" spc="-95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300" spc="-220" dirty="0">
                <a:solidFill>
                  <a:srgbClr val="252525"/>
                </a:solidFill>
                <a:latin typeface="Trebuchet MS"/>
                <a:cs typeface="Trebuchet MS"/>
              </a:rPr>
              <a:t>the</a:t>
            </a:r>
            <a:r>
              <a:rPr sz="1300" spc="-130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300" spc="-10" dirty="0">
                <a:solidFill>
                  <a:srgbClr val="252525"/>
                </a:solidFill>
                <a:latin typeface="Trebuchet MS"/>
                <a:cs typeface="Trebuchet MS"/>
              </a:rPr>
              <a:t>keys.</a:t>
            </a:r>
            <a:endParaRPr sz="1300">
              <a:latin typeface="Trebuchet MS"/>
              <a:cs typeface="Trebuchet MS"/>
            </a:endParaRPr>
          </a:p>
        </p:txBody>
      </p:sp>
      <p:pic>
        <p:nvPicPr>
          <p:cNvPr id="12" name="object 12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710183" y="1805939"/>
            <a:ext cx="1005078" cy="133350"/>
          </a:xfrm>
          <a:prstGeom prst="rect">
            <a:avLst/>
          </a:prstGeom>
        </p:spPr>
      </p:pic>
      <p:grpSp>
        <p:nvGrpSpPr>
          <p:cNvPr id="13" name="object 13"/>
          <p:cNvGrpSpPr/>
          <p:nvPr/>
        </p:nvGrpSpPr>
        <p:grpSpPr>
          <a:xfrm>
            <a:off x="554736" y="2130551"/>
            <a:ext cx="8789035" cy="1440180"/>
            <a:chOff x="554736" y="2130551"/>
            <a:chExt cx="8789035" cy="1440180"/>
          </a:xfrm>
        </p:grpSpPr>
        <p:sp>
          <p:nvSpPr>
            <p:cNvPr id="14" name="object 14"/>
            <p:cNvSpPr/>
            <p:nvPr/>
          </p:nvSpPr>
          <p:spPr>
            <a:xfrm>
              <a:off x="557784" y="2133599"/>
              <a:ext cx="8783320" cy="1434465"/>
            </a:xfrm>
            <a:custGeom>
              <a:avLst/>
              <a:gdLst/>
              <a:ahLst/>
              <a:cxnLst/>
              <a:rect l="l" t="t" r="r" b="b"/>
              <a:pathLst>
                <a:path w="8783320" h="1434464">
                  <a:moveTo>
                    <a:pt x="0" y="1434084"/>
                  </a:moveTo>
                  <a:lnTo>
                    <a:pt x="8782812" y="1434084"/>
                  </a:lnTo>
                  <a:lnTo>
                    <a:pt x="8782812" y="0"/>
                  </a:lnTo>
                  <a:lnTo>
                    <a:pt x="0" y="0"/>
                  </a:lnTo>
                  <a:lnTo>
                    <a:pt x="0" y="1434084"/>
                  </a:lnTo>
                  <a:close/>
                </a:path>
              </a:pathLst>
            </a:custGeom>
            <a:ln w="6096">
              <a:solidFill>
                <a:srgbClr val="D9D9D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5" name="object 15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605028" y="2183891"/>
              <a:ext cx="8738616" cy="1275588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1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342219" y="6524434"/>
            <a:ext cx="102770" cy="90487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54151" y="6527292"/>
            <a:ext cx="1794510" cy="142494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862571" y="6521195"/>
            <a:ext cx="2327910" cy="118110"/>
          </a:xfrm>
          <a:prstGeom prst="rect">
            <a:avLst/>
          </a:prstGeom>
        </p:spPr>
      </p:pic>
      <p:sp>
        <p:nvSpPr>
          <p:cNvPr id="5" name="object 5"/>
          <p:cNvSpPr/>
          <p:nvPr/>
        </p:nvSpPr>
        <p:spPr>
          <a:xfrm>
            <a:off x="559308" y="1440180"/>
            <a:ext cx="36830" cy="180340"/>
          </a:xfrm>
          <a:custGeom>
            <a:avLst/>
            <a:gdLst/>
            <a:ahLst/>
            <a:cxnLst/>
            <a:rect l="l" t="t" r="r" b="b"/>
            <a:pathLst>
              <a:path w="36829" h="180340">
                <a:moveTo>
                  <a:pt x="36576" y="0"/>
                </a:moveTo>
                <a:lnTo>
                  <a:pt x="0" y="0"/>
                </a:lnTo>
                <a:lnTo>
                  <a:pt x="0" y="179832"/>
                </a:lnTo>
                <a:lnTo>
                  <a:pt x="36576" y="179832"/>
                </a:lnTo>
                <a:lnTo>
                  <a:pt x="36576" y="0"/>
                </a:lnTo>
                <a:close/>
              </a:path>
            </a:pathLst>
          </a:custGeom>
          <a:solidFill>
            <a:srgbClr val="183DAF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6" name="object 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711708" y="1464563"/>
            <a:ext cx="2522982" cy="174498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437489" y="431419"/>
            <a:ext cx="173672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FFFFFF"/>
                </a:solidFill>
                <a:latin typeface="Ebrima"/>
                <a:cs typeface="Ebrima"/>
              </a:rPr>
              <a:t>3.3.</a:t>
            </a:r>
            <a:r>
              <a:rPr sz="1800" spc="-15" dirty="0">
                <a:solidFill>
                  <a:srgbClr val="FFFFFF"/>
                </a:solidFill>
                <a:latin typeface="Ebrima"/>
                <a:cs typeface="Ebrima"/>
              </a:rPr>
              <a:t> </a:t>
            </a:r>
            <a:r>
              <a:rPr sz="1800" dirty="0">
                <a:solidFill>
                  <a:srgbClr val="FFFFFF"/>
                </a:solidFill>
                <a:latin typeface="Ebrima"/>
                <a:cs typeface="Ebrima"/>
              </a:rPr>
              <a:t>AI</a:t>
            </a:r>
            <a:r>
              <a:rPr sz="1800" spc="-15" dirty="0">
                <a:solidFill>
                  <a:srgbClr val="FFFFFF"/>
                </a:solidFill>
                <a:latin typeface="Ebrima"/>
                <a:cs typeface="Ebrima"/>
              </a:rPr>
              <a:t> </a:t>
            </a:r>
            <a:r>
              <a:rPr sz="1800" dirty="0">
                <a:solidFill>
                  <a:srgbClr val="FFFFFF"/>
                </a:solidFill>
                <a:latin typeface="Ebrima"/>
                <a:cs typeface="Ebrima"/>
              </a:rPr>
              <a:t>with</a:t>
            </a:r>
            <a:r>
              <a:rPr sz="1800" spc="-5" dirty="0">
                <a:solidFill>
                  <a:srgbClr val="FFFFFF"/>
                </a:solidFill>
                <a:latin typeface="Ebrima"/>
                <a:cs typeface="Ebrima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Ebrima"/>
                <a:cs typeface="Ebrima"/>
              </a:rPr>
              <a:t>Keras</a:t>
            </a:r>
            <a:endParaRPr sz="1800">
              <a:latin typeface="Ebrima"/>
              <a:cs typeface="Ebrim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8671941" y="463677"/>
            <a:ext cx="80962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dirty="0">
                <a:solidFill>
                  <a:srgbClr val="D9D9D9"/>
                </a:solidFill>
                <a:latin typeface="Ebrima"/>
                <a:cs typeface="Ebrima"/>
              </a:rPr>
              <a:t>UNIT</a:t>
            </a:r>
            <a:r>
              <a:rPr sz="1600" spc="400" dirty="0">
                <a:solidFill>
                  <a:srgbClr val="D9D9D9"/>
                </a:solidFill>
                <a:latin typeface="Ebrima"/>
                <a:cs typeface="Ebrima"/>
              </a:rPr>
              <a:t> </a:t>
            </a:r>
            <a:r>
              <a:rPr sz="1600" spc="-35" dirty="0">
                <a:solidFill>
                  <a:srgbClr val="D9D9D9"/>
                </a:solidFill>
                <a:latin typeface="Ebrima"/>
                <a:cs typeface="Ebrima"/>
              </a:rPr>
              <a:t>03</a:t>
            </a:r>
            <a:endParaRPr sz="1600">
              <a:latin typeface="Ebrima"/>
              <a:cs typeface="Ebrima"/>
            </a:endParaRPr>
          </a:p>
        </p:txBody>
      </p:sp>
      <p:pic>
        <p:nvPicPr>
          <p:cNvPr id="9" name="object 9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706040" y="4001554"/>
            <a:ext cx="217122" cy="209003"/>
          </a:xfrm>
          <a:prstGeom prst="rect">
            <a:avLst/>
          </a:prstGeom>
        </p:spPr>
      </p:pic>
      <p:sp>
        <p:nvSpPr>
          <p:cNvPr id="10" name="object 10"/>
          <p:cNvSpPr txBox="1"/>
          <p:nvPr/>
        </p:nvSpPr>
        <p:spPr>
          <a:xfrm>
            <a:off x="557783" y="3870959"/>
            <a:ext cx="8781415" cy="721360"/>
          </a:xfrm>
          <a:prstGeom prst="rect">
            <a:avLst/>
          </a:prstGeom>
          <a:ln w="6096">
            <a:solidFill>
              <a:srgbClr val="D9D9D9"/>
            </a:solidFill>
          </a:ln>
        </p:spPr>
        <p:txBody>
          <a:bodyPr vert="horz" wrap="square" lIns="0" tIns="139065" rIns="0" bIns="0" rtlCol="0">
            <a:spAutoFit/>
          </a:bodyPr>
          <a:lstStyle/>
          <a:p>
            <a:pPr marL="457200">
              <a:lnSpc>
                <a:spcPct val="100000"/>
              </a:lnSpc>
              <a:spcBef>
                <a:spcPts val="1095"/>
              </a:spcBef>
            </a:pPr>
            <a:r>
              <a:rPr sz="1300" b="1" spc="-260" dirty="0">
                <a:solidFill>
                  <a:srgbClr val="252525"/>
                </a:solidFill>
                <a:latin typeface="Tahoma"/>
                <a:cs typeface="Tahoma"/>
              </a:rPr>
              <a:t>Line</a:t>
            </a:r>
            <a:r>
              <a:rPr sz="1300" b="1" spc="-35" dirty="0">
                <a:solidFill>
                  <a:srgbClr val="252525"/>
                </a:solidFill>
                <a:latin typeface="Tahoma"/>
                <a:cs typeface="Tahoma"/>
              </a:rPr>
              <a:t> </a:t>
            </a:r>
            <a:r>
              <a:rPr sz="1300" b="1" spc="-235" dirty="0">
                <a:solidFill>
                  <a:srgbClr val="252525"/>
                </a:solidFill>
                <a:latin typeface="Tahoma"/>
                <a:cs typeface="Tahoma"/>
              </a:rPr>
              <a:t>97-</a:t>
            </a:r>
            <a:r>
              <a:rPr sz="1300" b="1" spc="-580" dirty="0">
                <a:solidFill>
                  <a:srgbClr val="252525"/>
                </a:solidFill>
                <a:latin typeface="Tahoma"/>
                <a:cs typeface="Tahoma"/>
              </a:rPr>
              <a:t>1</a:t>
            </a:r>
            <a:endParaRPr sz="1300">
              <a:latin typeface="Tahoma"/>
              <a:cs typeface="Tahoma"/>
            </a:endParaRPr>
          </a:p>
          <a:p>
            <a:pPr marL="648970" indent="-182245">
              <a:lnSpc>
                <a:spcPct val="100000"/>
              </a:lnSpc>
              <a:spcBef>
                <a:spcPts val="705"/>
              </a:spcBef>
              <a:buFont typeface="Arial"/>
              <a:buChar char="•"/>
              <a:tabLst>
                <a:tab pos="648970" algn="l"/>
              </a:tabLst>
            </a:pPr>
            <a:r>
              <a:rPr sz="1300" spc="-185" dirty="0">
                <a:solidFill>
                  <a:srgbClr val="252525"/>
                </a:solidFill>
                <a:latin typeface="Trebuchet MS"/>
                <a:cs typeface="Trebuchet MS"/>
              </a:rPr>
              <a:t>Skip</a:t>
            </a:r>
            <a:r>
              <a:rPr sz="1300" spc="-130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300" spc="-220" dirty="0">
                <a:solidFill>
                  <a:srgbClr val="252525"/>
                </a:solidFill>
                <a:latin typeface="Trebuchet MS"/>
                <a:cs typeface="Trebuchet MS"/>
              </a:rPr>
              <a:t>the</a:t>
            </a:r>
            <a:r>
              <a:rPr sz="1300" spc="-105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300" spc="-135" dirty="0">
                <a:solidFill>
                  <a:srgbClr val="252525"/>
                </a:solidFill>
                <a:latin typeface="Trebuchet MS"/>
                <a:cs typeface="Trebuchet MS"/>
              </a:rPr>
              <a:t>first</a:t>
            </a:r>
            <a:r>
              <a:rPr sz="1300" spc="-145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300" spc="-250" dirty="0">
                <a:solidFill>
                  <a:srgbClr val="252525"/>
                </a:solidFill>
                <a:latin typeface="Trebuchet MS"/>
                <a:cs typeface="Trebuchet MS"/>
              </a:rPr>
              <a:t>few</a:t>
            </a:r>
            <a:r>
              <a:rPr sz="1300" spc="-100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300" spc="-10" dirty="0">
                <a:solidFill>
                  <a:srgbClr val="252525"/>
                </a:solidFill>
                <a:latin typeface="Trebuchet MS"/>
                <a:cs typeface="Trebuchet MS"/>
              </a:rPr>
              <a:t>steps.</a:t>
            </a:r>
            <a:endParaRPr sz="1300">
              <a:latin typeface="Trebuchet MS"/>
              <a:cs typeface="Trebuchet MS"/>
            </a:endParaRPr>
          </a:p>
        </p:txBody>
      </p:sp>
      <p:pic>
        <p:nvPicPr>
          <p:cNvPr id="11" name="object 11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710183" y="1805939"/>
            <a:ext cx="1683257" cy="162305"/>
          </a:xfrm>
          <a:prstGeom prst="rect">
            <a:avLst/>
          </a:prstGeom>
        </p:spPr>
      </p:pic>
      <p:pic>
        <p:nvPicPr>
          <p:cNvPr id="12" name="object 12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554736" y="2130551"/>
            <a:ext cx="8788908" cy="1629156"/>
          </a:xfrm>
          <a:prstGeom prst="rect">
            <a:avLst/>
          </a:prstGeom>
        </p:spPr>
      </p:pic>
    </p:spTree>
  </p:cSld>
  <p:clrMapOvr>
    <a:masterClrMapping/>
  </p:clrMapOvr>
</p:sld>
</file>

<file path=ppt/slides/slide1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369686" y="6524434"/>
            <a:ext cx="75303" cy="90487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54151" y="6527292"/>
            <a:ext cx="1794510" cy="142494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862571" y="6521195"/>
            <a:ext cx="2327910" cy="118110"/>
          </a:xfrm>
          <a:prstGeom prst="rect">
            <a:avLst/>
          </a:prstGeom>
        </p:spPr>
      </p:pic>
      <p:sp>
        <p:nvSpPr>
          <p:cNvPr id="5" name="object 5"/>
          <p:cNvSpPr/>
          <p:nvPr/>
        </p:nvSpPr>
        <p:spPr>
          <a:xfrm>
            <a:off x="559308" y="1440180"/>
            <a:ext cx="36830" cy="180340"/>
          </a:xfrm>
          <a:custGeom>
            <a:avLst/>
            <a:gdLst/>
            <a:ahLst/>
            <a:cxnLst/>
            <a:rect l="l" t="t" r="r" b="b"/>
            <a:pathLst>
              <a:path w="36829" h="180340">
                <a:moveTo>
                  <a:pt x="36576" y="0"/>
                </a:moveTo>
                <a:lnTo>
                  <a:pt x="0" y="0"/>
                </a:lnTo>
                <a:lnTo>
                  <a:pt x="0" y="179832"/>
                </a:lnTo>
                <a:lnTo>
                  <a:pt x="36576" y="179832"/>
                </a:lnTo>
                <a:lnTo>
                  <a:pt x="36576" y="0"/>
                </a:lnTo>
                <a:close/>
              </a:path>
            </a:pathLst>
          </a:custGeom>
          <a:solidFill>
            <a:srgbClr val="183DAF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6" name="object 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711708" y="1464563"/>
            <a:ext cx="2522982" cy="174498"/>
          </a:xfrm>
          <a:prstGeom prst="rect">
            <a:avLst/>
          </a:prstGeom>
        </p:spPr>
      </p:pic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3.3.</a:t>
            </a:r>
            <a:r>
              <a:rPr spc="-15" dirty="0"/>
              <a:t> </a:t>
            </a:r>
            <a:r>
              <a:rPr dirty="0"/>
              <a:t>AI</a:t>
            </a:r>
            <a:r>
              <a:rPr spc="-15" dirty="0"/>
              <a:t> </a:t>
            </a:r>
            <a:r>
              <a:rPr dirty="0"/>
              <a:t>with</a:t>
            </a:r>
            <a:r>
              <a:rPr spc="-5" dirty="0"/>
              <a:t> </a:t>
            </a:r>
            <a:r>
              <a:rPr spc="-10" dirty="0"/>
              <a:t>Keras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8671941" y="463677"/>
            <a:ext cx="80962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dirty="0">
                <a:solidFill>
                  <a:srgbClr val="D9D9D9"/>
                </a:solidFill>
                <a:latin typeface="Ebrima"/>
                <a:cs typeface="Ebrima"/>
              </a:rPr>
              <a:t>UNIT</a:t>
            </a:r>
            <a:r>
              <a:rPr sz="1600" spc="400" dirty="0">
                <a:solidFill>
                  <a:srgbClr val="D9D9D9"/>
                </a:solidFill>
                <a:latin typeface="Ebrima"/>
                <a:cs typeface="Ebrima"/>
              </a:rPr>
              <a:t> </a:t>
            </a:r>
            <a:r>
              <a:rPr sz="1600" spc="-35" dirty="0">
                <a:solidFill>
                  <a:srgbClr val="D9D9D9"/>
                </a:solidFill>
                <a:latin typeface="Ebrima"/>
                <a:cs typeface="Ebrima"/>
              </a:rPr>
              <a:t>03</a:t>
            </a:r>
            <a:endParaRPr sz="1600">
              <a:latin typeface="Ebrima"/>
              <a:cs typeface="Ebrima"/>
            </a:endParaRPr>
          </a:p>
        </p:txBody>
      </p:sp>
      <p:pic>
        <p:nvPicPr>
          <p:cNvPr id="9" name="object 9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710183" y="1805939"/>
            <a:ext cx="1683257" cy="162305"/>
          </a:xfrm>
          <a:prstGeom prst="rect">
            <a:avLst/>
          </a:prstGeom>
        </p:spPr>
      </p:pic>
      <p:grpSp>
        <p:nvGrpSpPr>
          <p:cNvPr id="10" name="object 10"/>
          <p:cNvGrpSpPr/>
          <p:nvPr/>
        </p:nvGrpSpPr>
        <p:grpSpPr>
          <a:xfrm>
            <a:off x="699388" y="2043557"/>
            <a:ext cx="8664575" cy="2937510"/>
            <a:chOff x="699388" y="2043557"/>
            <a:chExt cx="8664575" cy="2937510"/>
          </a:xfrm>
        </p:grpSpPr>
        <p:sp>
          <p:nvSpPr>
            <p:cNvPr id="11" name="object 11"/>
            <p:cNvSpPr/>
            <p:nvPr/>
          </p:nvSpPr>
          <p:spPr>
            <a:xfrm>
              <a:off x="702563" y="2046732"/>
              <a:ext cx="8658225" cy="2931160"/>
            </a:xfrm>
            <a:custGeom>
              <a:avLst/>
              <a:gdLst/>
              <a:ahLst/>
              <a:cxnLst/>
              <a:rect l="l" t="t" r="r" b="b"/>
              <a:pathLst>
                <a:path w="8658225" h="2931160">
                  <a:moveTo>
                    <a:pt x="0" y="2930652"/>
                  </a:moveTo>
                  <a:lnTo>
                    <a:pt x="8657844" y="2930652"/>
                  </a:lnTo>
                  <a:lnTo>
                    <a:pt x="8657844" y="0"/>
                  </a:lnTo>
                  <a:lnTo>
                    <a:pt x="0" y="0"/>
                  </a:lnTo>
                  <a:lnTo>
                    <a:pt x="0" y="2930652"/>
                  </a:lnTo>
                  <a:close/>
                </a:path>
              </a:pathLst>
            </a:custGeom>
            <a:ln w="6096">
              <a:solidFill>
                <a:srgbClr val="D9D9D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1444751" y="2487168"/>
              <a:ext cx="3211195" cy="1892935"/>
            </a:xfrm>
            <a:custGeom>
              <a:avLst/>
              <a:gdLst/>
              <a:ahLst/>
              <a:cxnLst/>
              <a:rect l="l" t="t" r="r" b="b"/>
              <a:pathLst>
                <a:path w="3211195" h="1892935">
                  <a:moveTo>
                    <a:pt x="0" y="1856231"/>
                  </a:moveTo>
                  <a:lnTo>
                    <a:pt x="3211068" y="1856231"/>
                  </a:lnTo>
                  <a:lnTo>
                    <a:pt x="3211068" y="0"/>
                  </a:lnTo>
                  <a:lnTo>
                    <a:pt x="0" y="0"/>
                  </a:lnTo>
                  <a:lnTo>
                    <a:pt x="0" y="1856231"/>
                  </a:lnTo>
                  <a:close/>
                </a:path>
                <a:path w="3211195" h="1892935">
                  <a:moveTo>
                    <a:pt x="158495" y="1857755"/>
                  </a:moveTo>
                  <a:lnTo>
                    <a:pt x="158495" y="1892426"/>
                  </a:lnTo>
                </a:path>
                <a:path w="3211195" h="1892935">
                  <a:moveTo>
                    <a:pt x="539496" y="1857755"/>
                  </a:moveTo>
                  <a:lnTo>
                    <a:pt x="539496" y="1892426"/>
                  </a:lnTo>
                </a:path>
                <a:path w="3211195" h="1892935">
                  <a:moveTo>
                    <a:pt x="922020" y="1857755"/>
                  </a:moveTo>
                  <a:lnTo>
                    <a:pt x="922020" y="1892426"/>
                  </a:lnTo>
                </a:path>
                <a:path w="3211195" h="1892935">
                  <a:moveTo>
                    <a:pt x="1303020" y="1857755"/>
                  </a:moveTo>
                  <a:lnTo>
                    <a:pt x="1303020" y="1892426"/>
                  </a:lnTo>
                </a:path>
                <a:path w="3211195" h="1892935">
                  <a:moveTo>
                    <a:pt x="1685543" y="1857755"/>
                  </a:moveTo>
                  <a:lnTo>
                    <a:pt x="1685543" y="1892426"/>
                  </a:lnTo>
                </a:path>
                <a:path w="3211195" h="1892935">
                  <a:moveTo>
                    <a:pt x="2066544" y="1857755"/>
                  </a:moveTo>
                  <a:lnTo>
                    <a:pt x="2066544" y="1892426"/>
                  </a:lnTo>
                </a:path>
                <a:path w="3211195" h="1892935">
                  <a:moveTo>
                    <a:pt x="2449068" y="1857755"/>
                  </a:moveTo>
                  <a:lnTo>
                    <a:pt x="2449068" y="1892426"/>
                  </a:lnTo>
                </a:path>
                <a:path w="3211195" h="1892935">
                  <a:moveTo>
                    <a:pt x="2830068" y="1857755"/>
                  </a:moveTo>
                  <a:lnTo>
                    <a:pt x="2830068" y="1892426"/>
                  </a:lnTo>
                </a:path>
              </a:pathLst>
            </a:custGeom>
            <a:ln w="12192">
              <a:solidFill>
                <a:srgbClr val="7E7E7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1402080" y="2795016"/>
              <a:ext cx="38735" cy="1449705"/>
            </a:xfrm>
            <a:custGeom>
              <a:avLst/>
              <a:gdLst/>
              <a:ahLst/>
              <a:cxnLst/>
              <a:rect l="l" t="t" r="r" b="b"/>
              <a:pathLst>
                <a:path w="38734" h="1449704">
                  <a:moveTo>
                    <a:pt x="38734" y="0"/>
                  </a:moveTo>
                  <a:lnTo>
                    <a:pt x="0" y="0"/>
                  </a:lnTo>
                </a:path>
                <a:path w="38734" h="1449704">
                  <a:moveTo>
                    <a:pt x="38734" y="362712"/>
                  </a:moveTo>
                  <a:lnTo>
                    <a:pt x="0" y="362712"/>
                  </a:lnTo>
                </a:path>
                <a:path w="38734" h="1449704">
                  <a:moveTo>
                    <a:pt x="38734" y="725424"/>
                  </a:moveTo>
                  <a:lnTo>
                    <a:pt x="0" y="725424"/>
                  </a:lnTo>
                </a:path>
                <a:path w="38734" h="1449704">
                  <a:moveTo>
                    <a:pt x="38734" y="1088136"/>
                  </a:moveTo>
                  <a:lnTo>
                    <a:pt x="0" y="1088136"/>
                  </a:lnTo>
                </a:path>
                <a:path w="38734" h="1449704">
                  <a:moveTo>
                    <a:pt x="38734" y="1449324"/>
                  </a:moveTo>
                  <a:lnTo>
                    <a:pt x="0" y="1449324"/>
                  </a:lnTo>
                </a:path>
              </a:pathLst>
            </a:custGeom>
            <a:ln w="12192">
              <a:solidFill>
                <a:srgbClr val="7E7E7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3448812" y="2523744"/>
              <a:ext cx="1160145" cy="361315"/>
            </a:xfrm>
            <a:custGeom>
              <a:avLst/>
              <a:gdLst/>
              <a:ahLst/>
              <a:cxnLst/>
              <a:rect l="l" t="t" r="r" b="b"/>
              <a:pathLst>
                <a:path w="1160145" h="361314">
                  <a:moveTo>
                    <a:pt x="0" y="361188"/>
                  </a:moveTo>
                  <a:lnTo>
                    <a:pt x="1159764" y="361188"/>
                  </a:lnTo>
                  <a:lnTo>
                    <a:pt x="1159764" y="0"/>
                  </a:lnTo>
                  <a:lnTo>
                    <a:pt x="0" y="0"/>
                  </a:lnTo>
                  <a:lnTo>
                    <a:pt x="0" y="361188"/>
                  </a:lnTo>
                  <a:close/>
                </a:path>
              </a:pathLst>
            </a:custGeom>
            <a:ln w="6096">
              <a:solidFill>
                <a:srgbClr val="7E7E7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/>
          <p:cNvSpPr txBox="1"/>
          <p:nvPr/>
        </p:nvSpPr>
        <p:spPr>
          <a:xfrm>
            <a:off x="1242060" y="2693034"/>
            <a:ext cx="17526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200" spc="-195" dirty="0">
                <a:latin typeface="Trebuchet MS"/>
                <a:cs typeface="Trebuchet MS"/>
              </a:rPr>
              <a:t>100</a:t>
            </a:r>
            <a:endParaRPr sz="1200">
              <a:latin typeface="Trebuchet MS"/>
              <a:cs typeface="Trebuchet MS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1272539" y="3055365"/>
            <a:ext cx="3124835" cy="17697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200" spc="-25" dirty="0">
                <a:latin typeface="Trebuchet MS"/>
                <a:cs typeface="Trebuchet MS"/>
              </a:rPr>
              <a:t>80</a:t>
            </a:r>
            <a:endParaRPr sz="12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12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</a:pPr>
            <a:r>
              <a:rPr sz="1200" spc="-25" dirty="0">
                <a:latin typeface="Trebuchet MS"/>
                <a:cs typeface="Trebuchet MS"/>
              </a:rPr>
              <a:t>60</a:t>
            </a:r>
            <a:endParaRPr sz="12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1200">
              <a:latin typeface="Trebuchet MS"/>
              <a:cs typeface="Trebuchet MS"/>
            </a:endParaRPr>
          </a:p>
          <a:p>
            <a:pPr marL="7620">
              <a:lnSpc>
                <a:spcPct val="100000"/>
              </a:lnSpc>
            </a:pPr>
            <a:r>
              <a:rPr sz="1200" spc="-25" dirty="0">
                <a:latin typeface="Trebuchet MS"/>
                <a:cs typeface="Trebuchet MS"/>
              </a:rPr>
              <a:t>40</a:t>
            </a:r>
            <a:endParaRPr sz="12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1200">
              <a:latin typeface="Trebuchet MS"/>
              <a:cs typeface="Trebuchet MS"/>
            </a:endParaRPr>
          </a:p>
          <a:p>
            <a:pPr marL="5715">
              <a:lnSpc>
                <a:spcPct val="100000"/>
              </a:lnSpc>
            </a:pPr>
            <a:r>
              <a:rPr sz="1200" spc="-25" dirty="0">
                <a:latin typeface="Trebuchet MS"/>
                <a:cs typeface="Trebuchet MS"/>
              </a:rPr>
              <a:t>20</a:t>
            </a:r>
            <a:endParaRPr sz="1200">
              <a:latin typeface="Trebuchet MS"/>
              <a:cs typeface="Trebuchet MS"/>
            </a:endParaRPr>
          </a:p>
          <a:p>
            <a:pPr marL="297180">
              <a:lnSpc>
                <a:spcPct val="100000"/>
              </a:lnSpc>
              <a:spcBef>
                <a:spcPts val="360"/>
              </a:spcBef>
              <a:tabLst>
                <a:tab pos="616585" algn="l"/>
                <a:tab pos="995044" algn="l"/>
                <a:tab pos="1381125" algn="l"/>
                <a:tab pos="1744345" algn="l"/>
                <a:tab pos="2127885" algn="l"/>
                <a:tab pos="2507615" algn="l"/>
                <a:tab pos="2893695" algn="l"/>
              </a:tabLst>
            </a:pPr>
            <a:r>
              <a:rPr sz="1200" spc="-50" dirty="0">
                <a:latin typeface="Trebuchet MS"/>
                <a:cs typeface="Trebuchet MS"/>
              </a:rPr>
              <a:t>0</a:t>
            </a:r>
            <a:r>
              <a:rPr sz="1200" dirty="0">
                <a:latin typeface="Trebuchet MS"/>
                <a:cs typeface="Trebuchet MS"/>
              </a:rPr>
              <a:t>	</a:t>
            </a:r>
            <a:r>
              <a:rPr sz="1200" spc="-25" dirty="0">
                <a:latin typeface="Trebuchet MS"/>
                <a:cs typeface="Trebuchet MS"/>
              </a:rPr>
              <a:t>250</a:t>
            </a:r>
            <a:r>
              <a:rPr sz="1200" dirty="0">
                <a:latin typeface="Trebuchet MS"/>
                <a:cs typeface="Trebuchet MS"/>
              </a:rPr>
              <a:t>	</a:t>
            </a:r>
            <a:r>
              <a:rPr sz="1200" spc="-25" dirty="0">
                <a:latin typeface="Trebuchet MS"/>
                <a:cs typeface="Trebuchet MS"/>
              </a:rPr>
              <a:t>500</a:t>
            </a:r>
            <a:r>
              <a:rPr sz="1200" dirty="0">
                <a:latin typeface="Trebuchet MS"/>
                <a:cs typeface="Trebuchet MS"/>
              </a:rPr>
              <a:t>	</a:t>
            </a:r>
            <a:r>
              <a:rPr sz="1200" spc="-25" dirty="0">
                <a:latin typeface="Trebuchet MS"/>
                <a:cs typeface="Trebuchet MS"/>
              </a:rPr>
              <a:t>750</a:t>
            </a:r>
            <a:r>
              <a:rPr sz="1200" dirty="0">
                <a:latin typeface="Trebuchet MS"/>
                <a:cs typeface="Trebuchet MS"/>
              </a:rPr>
              <a:t>	</a:t>
            </a:r>
            <a:r>
              <a:rPr sz="1200" spc="-20" dirty="0">
                <a:latin typeface="Trebuchet MS"/>
                <a:cs typeface="Trebuchet MS"/>
              </a:rPr>
              <a:t>1000</a:t>
            </a:r>
            <a:r>
              <a:rPr sz="1200" dirty="0">
                <a:latin typeface="Trebuchet MS"/>
                <a:cs typeface="Trebuchet MS"/>
              </a:rPr>
              <a:t>	</a:t>
            </a:r>
            <a:r>
              <a:rPr sz="1200" spc="-20" dirty="0">
                <a:latin typeface="Trebuchet MS"/>
                <a:cs typeface="Trebuchet MS"/>
              </a:rPr>
              <a:t>1250</a:t>
            </a:r>
            <a:r>
              <a:rPr sz="1200" dirty="0">
                <a:latin typeface="Trebuchet MS"/>
                <a:cs typeface="Trebuchet MS"/>
              </a:rPr>
              <a:t>	</a:t>
            </a:r>
            <a:r>
              <a:rPr sz="1200" spc="-20" dirty="0">
                <a:latin typeface="Trebuchet MS"/>
                <a:cs typeface="Trebuchet MS"/>
              </a:rPr>
              <a:t>1500</a:t>
            </a:r>
            <a:r>
              <a:rPr sz="1200" dirty="0">
                <a:latin typeface="Trebuchet MS"/>
                <a:cs typeface="Trebuchet MS"/>
              </a:rPr>
              <a:t>	</a:t>
            </a:r>
            <a:r>
              <a:rPr sz="1200" spc="-195" dirty="0">
                <a:latin typeface="Trebuchet MS"/>
                <a:cs typeface="Trebuchet MS"/>
              </a:rPr>
              <a:t>1750</a:t>
            </a:r>
            <a:endParaRPr sz="1200">
              <a:latin typeface="Trebuchet MS"/>
              <a:cs typeface="Trebuchet MS"/>
            </a:endParaRPr>
          </a:p>
          <a:p>
            <a:pPr marL="431165" algn="ctr">
              <a:lnSpc>
                <a:spcPct val="100000"/>
              </a:lnSpc>
              <a:spcBef>
                <a:spcPts val="370"/>
              </a:spcBef>
            </a:pPr>
            <a:r>
              <a:rPr sz="1300" b="1" spc="-285" dirty="0">
                <a:latin typeface="Tahoma"/>
                <a:cs typeface="Tahoma"/>
              </a:rPr>
              <a:t>Epoch</a:t>
            </a:r>
            <a:endParaRPr sz="1300">
              <a:latin typeface="Tahoma"/>
              <a:cs typeface="Tahoma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906754" y="3267294"/>
            <a:ext cx="222885" cy="258445"/>
          </a:xfrm>
          <a:prstGeom prst="rect">
            <a:avLst/>
          </a:prstGeom>
        </p:spPr>
        <p:txBody>
          <a:bodyPr vert="vert270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300" b="1" spc="-350" dirty="0">
                <a:latin typeface="Tahoma"/>
                <a:cs typeface="Tahoma"/>
              </a:rPr>
              <a:t>MSE</a:t>
            </a:r>
            <a:endParaRPr sz="1300">
              <a:latin typeface="Tahoma"/>
              <a:cs typeface="Tahoma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2600579" y="2257805"/>
            <a:ext cx="913130" cy="2235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sz="1300" b="1" spc="-240" dirty="0">
                <a:latin typeface="Tahoma"/>
                <a:cs typeface="Tahoma"/>
              </a:rPr>
              <a:t>Training</a:t>
            </a:r>
            <a:r>
              <a:rPr sz="1300" b="1" spc="-40" dirty="0">
                <a:latin typeface="Tahoma"/>
                <a:cs typeface="Tahoma"/>
              </a:rPr>
              <a:t> </a:t>
            </a:r>
            <a:r>
              <a:rPr sz="1300" b="1" spc="-204" dirty="0">
                <a:latin typeface="Tahoma"/>
                <a:cs typeface="Tahoma"/>
              </a:rPr>
              <a:t>History</a:t>
            </a:r>
            <a:endParaRPr sz="1300">
              <a:latin typeface="Tahoma"/>
              <a:cs typeface="Tahoma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3836542" y="2514980"/>
            <a:ext cx="478790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200" spc="-10" dirty="0">
                <a:latin typeface="Trebuchet MS"/>
                <a:cs typeface="Trebuchet MS"/>
              </a:rPr>
              <a:t>Train</a:t>
            </a:r>
            <a:endParaRPr sz="12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</a:pPr>
            <a:r>
              <a:rPr sz="1200" spc="-180" dirty="0">
                <a:latin typeface="Trebuchet MS"/>
                <a:cs typeface="Trebuchet MS"/>
              </a:rPr>
              <a:t>Validation</a:t>
            </a:r>
            <a:endParaRPr sz="1200">
              <a:latin typeface="Trebuchet MS"/>
              <a:cs typeface="Trebuchet MS"/>
            </a:endParaRPr>
          </a:p>
        </p:txBody>
      </p:sp>
      <p:grpSp>
        <p:nvGrpSpPr>
          <p:cNvPr id="20" name="object 20"/>
          <p:cNvGrpSpPr/>
          <p:nvPr/>
        </p:nvGrpSpPr>
        <p:grpSpPr>
          <a:xfrm>
            <a:off x="1578863" y="2552700"/>
            <a:ext cx="2931160" cy="1706880"/>
            <a:chOff x="1578863" y="2552700"/>
            <a:chExt cx="2931160" cy="1706880"/>
          </a:xfrm>
        </p:grpSpPr>
        <p:sp>
          <p:nvSpPr>
            <p:cNvPr id="21" name="object 21"/>
            <p:cNvSpPr/>
            <p:nvPr/>
          </p:nvSpPr>
          <p:spPr>
            <a:xfrm>
              <a:off x="3519678" y="2620518"/>
              <a:ext cx="233045" cy="0"/>
            </a:xfrm>
            <a:custGeom>
              <a:avLst/>
              <a:gdLst/>
              <a:ahLst/>
              <a:cxnLst/>
              <a:rect l="l" t="t" r="r" b="b"/>
              <a:pathLst>
                <a:path w="233045">
                  <a:moveTo>
                    <a:pt x="0" y="0"/>
                  </a:moveTo>
                  <a:lnTo>
                    <a:pt x="232791" y="0"/>
                  </a:lnTo>
                </a:path>
              </a:pathLst>
            </a:custGeom>
            <a:ln w="19812">
              <a:solidFill>
                <a:srgbClr val="13299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3519678" y="2780538"/>
              <a:ext cx="233045" cy="0"/>
            </a:xfrm>
            <a:custGeom>
              <a:avLst/>
              <a:gdLst/>
              <a:ahLst/>
              <a:cxnLst/>
              <a:rect l="l" t="t" r="r" b="b"/>
              <a:pathLst>
                <a:path w="233045">
                  <a:moveTo>
                    <a:pt x="0" y="0"/>
                  </a:moveTo>
                  <a:lnTo>
                    <a:pt x="232791" y="0"/>
                  </a:lnTo>
                </a:path>
              </a:pathLst>
            </a:custGeom>
            <a:ln w="19812">
              <a:solidFill>
                <a:srgbClr val="00AF5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1596389" y="2562605"/>
              <a:ext cx="2898775" cy="1614170"/>
            </a:xfrm>
            <a:custGeom>
              <a:avLst/>
              <a:gdLst/>
              <a:ahLst/>
              <a:cxnLst/>
              <a:rect l="l" t="t" r="r" b="b"/>
              <a:pathLst>
                <a:path w="2898775" h="1614170">
                  <a:moveTo>
                    <a:pt x="0" y="0"/>
                  </a:moveTo>
                  <a:lnTo>
                    <a:pt x="5776" y="52986"/>
                  </a:lnTo>
                  <a:lnTo>
                    <a:pt x="11706" y="105698"/>
                  </a:lnTo>
                  <a:lnTo>
                    <a:pt x="17834" y="157973"/>
                  </a:lnTo>
                  <a:lnTo>
                    <a:pt x="24204" y="209647"/>
                  </a:lnTo>
                  <a:lnTo>
                    <a:pt x="30861" y="260553"/>
                  </a:lnTo>
                  <a:lnTo>
                    <a:pt x="37848" y="310529"/>
                  </a:lnTo>
                  <a:lnTo>
                    <a:pt x="45211" y="359410"/>
                  </a:lnTo>
                  <a:lnTo>
                    <a:pt x="53710" y="415618"/>
                  </a:lnTo>
                  <a:lnTo>
                    <a:pt x="62060" y="471132"/>
                  </a:lnTo>
                  <a:lnTo>
                    <a:pt x="70834" y="525446"/>
                  </a:lnTo>
                  <a:lnTo>
                    <a:pt x="80602" y="578056"/>
                  </a:lnTo>
                  <a:lnTo>
                    <a:pt x="91937" y="628458"/>
                  </a:lnTo>
                  <a:lnTo>
                    <a:pt x="105409" y="676148"/>
                  </a:lnTo>
                  <a:lnTo>
                    <a:pt x="123360" y="729191"/>
                  </a:lnTo>
                  <a:lnTo>
                    <a:pt x="142792" y="778290"/>
                  </a:lnTo>
                  <a:lnTo>
                    <a:pt x="164882" y="824591"/>
                  </a:lnTo>
                  <a:lnTo>
                    <a:pt x="190806" y="869240"/>
                  </a:lnTo>
                  <a:lnTo>
                    <a:pt x="221741" y="913384"/>
                  </a:lnTo>
                  <a:lnTo>
                    <a:pt x="251325" y="949347"/>
                  </a:lnTo>
                  <a:lnTo>
                    <a:pt x="283826" y="983925"/>
                  </a:lnTo>
                  <a:lnTo>
                    <a:pt x="319262" y="1017635"/>
                  </a:lnTo>
                  <a:lnTo>
                    <a:pt x="357650" y="1050995"/>
                  </a:lnTo>
                  <a:lnTo>
                    <a:pt x="399009" y="1084525"/>
                  </a:lnTo>
                  <a:lnTo>
                    <a:pt x="443357" y="1118743"/>
                  </a:lnTo>
                  <a:lnTo>
                    <a:pt x="477622" y="1145070"/>
                  </a:lnTo>
                  <a:lnTo>
                    <a:pt x="512194" y="1171821"/>
                  </a:lnTo>
                  <a:lnTo>
                    <a:pt x="547892" y="1198797"/>
                  </a:lnTo>
                  <a:lnTo>
                    <a:pt x="585533" y="1225804"/>
                  </a:lnTo>
                  <a:lnTo>
                    <a:pt x="625936" y="1252643"/>
                  </a:lnTo>
                  <a:lnTo>
                    <a:pt x="669921" y="1279120"/>
                  </a:lnTo>
                  <a:lnTo>
                    <a:pt x="718304" y="1305037"/>
                  </a:lnTo>
                  <a:lnTo>
                    <a:pt x="771905" y="1330198"/>
                  </a:lnTo>
                  <a:lnTo>
                    <a:pt x="811012" y="1346906"/>
                  </a:lnTo>
                  <a:lnTo>
                    <a:pt x="852857" y="1363905"/>
                  </a:lnTo>
                  <a:lnTo>
                    <a:pt x="897098" y="1381035"/>
                  </a:lnTo>
                  <a:lnTo>
                    <a:pt x="943393" y="1398138"/>
                  </a:lnTo>
                  <a:lnTo>
                    <a:pt x="991401" y="1415053"/>
                  </a:lnTo>
                  <a:lnTo>
                    <a:pt x="1040780" y="1431623"/>
                  </a:lnTo>
                  <a:lnTo>
                    <a:pt x="1091189" y="1447687"/>
                  </a:lnTo>
                  <a:lnTo>
                    <a:pt x="1142285" y="1463087"/>
                  </a:lnTo>
                  <a:lnTo>
                    <a:pt x="1193726" y="1477662"/>
                  </a:lnTo>
                  <a:lnTo>
                    <a:pt x="1245172" y="1491255"/>
                  </a:lnTo>
                  <a:lnTo>
                    <a:pt x="1296279" y="1503706"/>
                  </a:lnTo>
                  <a:lnTo>
                    <a:pt x="1346708" y="1514856"/>
                  </a:lnTo>
                  <a:lnTo>
                    <a:pt x="1397084" y="1524641"/>
                  </a:lnTo>
                  <a:lnTo>
                    <a:pt x="1448233" y="1533197"/>
                  </a:lnTo>
                  <a:lnTo>
                    <a:pt x="1500012" y="1540658"/>
                  </a:lnTo>
                  <a:lnTo>
                    <a:pt x="1552278" y="1547161"/>
                  </a:lnTo>
                  <a:lnTo>
                    <a:pt x="1604888" y="1552839"/>
                  </a:lnTo>
                  <a:lnTo>
                    <a:pt x="1657699" y="1557829"/>
                  </a:lnTo>
                  <a:lnTo>
                    <a:pt x="1710568" y="1562266"/>
                  </a:lnTo>
                  <a:lnTo>
                    <a:pt x="1763352" y="1566286"/>
                  </a:lnTo>
                  <a:lnTo>
                    <a:pt x="1815909" y="1570023"/>
                  </a:lnTo>
                  <a:lnTo>
                    <a:pt x="1868095" y="1573614"/>
                  </a:lnTo>
                  <a:lnTo>
                    <a:pt x="1919769" y="1577193"/>
                  </a:lnTo>
                  <a:lnTo>
                    <a:pt x="1970786" y="1580896"/>
                  </a:lnTo>
                  <a:lnTo>
                    <a:pt x="2022016" y="1584497"/>
                  </a:lnTo>
                  <a:lnTo>
                    <a:pt x="2074170" y="1587708"/>
                  </a:lnTo>
                  <a:lnTo>
                    <a:pt x="2126863" y="1590565"/>
                  </a:lnTo>
                  <a:lnTo>
                    <a:pt x="2179710" y="1593106"/>
                  </a:lnTo>
                  <a:lnTo>
                    <a:pt x="2232328" y="1595369"/>
                  </a:lnTo>
                  <a:lnTo>
                    <a:pt x="2284333" y="1597390"/>
                  </a:lnTo>
                  <a:lnTo>
                    <a:pt x="2335340" y="1599207"/>
                  </a:lnTo>
                  <a:lnTo>
                    <a:pt x="2384965" y="1600858"/>
                  </a:lnTo>
                  <a:lnTo>
                    <a:pt x="2432825" y="1602380"/>
                  </a:lnTo>
                  <a:lnTo>
                    <a:pt x="2478536" y="1603811"/>
                  </a:lnTo>
                  <a:lnTo>
                    <a:pt x="2521712" y="1605189"/>
                  </a:lnTo>
                  <a:lnTo>
                    <a:pt x="2561971" y="1606550"/>
                  </a:lnTo>
                  <a:lnTo>
                    <a:pt x="2624547" y="1608670"/>
                  </a:lnTo>
                  <a:lnTo>
                    <a:pt x="2680435" y="1610298"/>
                  </a:lnTo>
                  <a:lnTo>
                    <a:pt x="2730751" y="1611515"/>
                  </a:lnTo>
                  <a:lnTo>
                    <a:pt x="2776613" y="1612403"/>
                  </a:lnTo>
                  <a:lnTo>
                    <a:pt x="2819138" y="1613044"/>
                  </a:lnTo>
                  <a:lnTo>
                    <a:pt x="2859444" y="1613521"/>
                  </a:lnTo>
                  <a:lnTo>
                    <a:pt x="2898648" y="1613916"/>
                  </a:lnTo>
                </a:path>
              </a:pathLst>
            </a:custGeom>
            <a:ln w="19812">
              <a:solidFill>
                <a:srgbClr val="13299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1588769" y="2951225"/>
              <a:ext cx="2910840" cy="1298575"/>
            </a:xfrm>
            <a:custGeom>
              <a:avLst/>
              <a:gdLst/>
              <a:ahLst/>
              <a:cxnLst/>
              <a:rect l="l" t="t" r="r" b="b"/>
              <a:pathLst>
                <a:path w="2910840" h="1298575">
                  <a:moveTo>
                    <a:pt x="0" y="0"/>
                  </a:moveTo>
                  <a:lnTo>
                    <a:pt x="5755" y="52668"/>
                  </a:lnTo>
                  <a:lnTo>
                    <a:pt x="11457" y="104979"/>
                  </a:lnTo>
                  <a:lnTo>
                    <a:pt x="17394" y="156777"/>
                  </a:lnTo>
                  <a:lnTo>
                    <a:pt x="23856" y="207906"/>
                  </a:lnTo>
                  <a:lnTo>
                    <a:pt x="31131" y="258211"/>
                  </a:lnTo>
                  <a:lnTo>
                    <a:pt x="39508" y="307536"/>
                  </a:lnTo>
                  <a:lnTo>
                    <a:pt x="49275" y="355726"/>
                  </a:lnTo>
                  <a:lnTo>
                    <a:pt x="59560" y="403259"/>
                  </a:lnTo>
                  <a:lnTo>
                    <a:pt x="69813" y="450357"/>
                  </a:lnTo>
                  <a:lnTo>
                    <a:pt x="80813" y="496652"/>
                  </a:lnTo>
                  <a:lnTo>
                    <a:pt x="93337" y="541772"/>
                  </a:lnTo>
                  <a:lnTo>
                    <a:pt x="108162" y="585345"/>
                  </a:lnTo>
                  <a:lnTo>
                    <a:pt x="126066" y="627001"/>
                  </a:lnTo>
                  <a:lnTo>
                    <a:pt x="147828" y="666369"/>
                  </a:lnTo>
                  <a:lnTo>
                    <a:pt x="172971" y="703073"/>
                  </a:lnTo>
                  <a:lnTo>
                    <a:pt x="200646" y="737394"/>
                  </a:lnTo>
                  <a:lnTo>
                    <a:pt x="231070" y="769778"/>
                  </a:lnTo>
                  <a:lnTo>
                    <a:pt x="264457" y="800672"/>
                  </a:lnTo>
                  <a:lnTo>
                    <a:pt x="301024" y="830521"/>
                  </a:lnTo>
                  <a:lnTo>
                    <a:pt x="340985" y="859772"/>
                  </a:lnTo>
                  <a:lnTo>
                    <a:pt x="384556" y="888873"/>
                  </a:lnTo>
                  <a:lnTo>
                    <a:pt x="421721" y="911550"/>
                  </a:lnTo>
                  <a:lnTo>
                    <a:pt x="462116" y="934096"/>
                  </a:lnTo>
                  <a:lnTo>
                    <a:pt x="505130" y="956347"/>
                  </a:lnTo>
                  <a:lnTo>
                    <a:pt x="550154" y="978144"/>
                  </a:lnTo>
                  <a:lnTo>
                    <a:pt x="596579" y="999325"/>
                  </a:lnTo>
                  <a:lnTo>
                    <a:pt x="643795" y="1019730"/>
                  </a:lnTo>
                  <a:lnTo>
                    <a:pt x="691193" y="1039196"/>
                  </a:lnTo>
                  <a:lnTo>
                    <a:pt x="738164" y="1057565"/>
                  </a:lnTo>
                  <a:lnTo>
                    <a:pt x="784098" y="1074674"/>
                  </a:lnTo>
                  <a:lnTo>
                    <a:pt x="835060" y="1092485"/>
                  </a:lnTo>
                  <a:lnTo>
                    <a:pt x="886162" y="1108934"/>
                  </a:lnTo>
                  <a:lnTo>
                    <a:pt x="937460" y="1124124"/>
                  </a:lnTo>
                  <a:lnTo>
                    <a:pt x="989012" y="1138158"/>
                  </a:lnTo>
                  <a:lnTo>
                    <a:pt x="1040873" y="1151138"/>
                  </a:lnTo>
                  <a:lnTo>
                    <a:pt x="1093100" y="1163167"/>
                  </a:lnTo>
                  <a:lnTo>
                    <a:pt x="1145750" y="1174347"/>
                  </a:lnTo>
                  <a:lnTo>
                    <a:pt x="1198880" y="1184783"/>
                  </a:lnTo>
                  <a:lnTo>
                    <a:pt x="1245863" y="1193056"/>
                  </a:lnTo>
                  <a:lnTo>
                    <a:pt x="1292278" y="1200162"/>
                  </a:lnTo>
                  <a:lnTo>
                    <a:pt x="1338565" y="1206325"/>
                  </a:lnTo>
                  <a:lnTo>
                    <a:pt x="1385163" y="1211771"/>
                  </a:lnTo>
                  <a:lnTo>
                    <a:pt x="1432510" y="1216722"/>
                  </a:lnTo>
                  <a:lnTo>
                    <a:pt x="1481045" y="1221406"/>
                  </a:lnTo>
                  <a:lnTo>
                    <a:pt x="1531208" y="1226045"/>
                  </a:lnTo>
                  <a:lnTo>
                    <a:pt x="1583438" y="1230865"/>
                  </a:lnTo>
                  <a:lnTo>
                    <a:pt x="1638173" y="1236091"/>
                  </a:lnTo>
                  <a:lnTo>
                    <a:pt x="1684610" y="1240689"/>
                  </a:lnTo>
                  <a:lnTo>
                    <a:pt x="1732137" y="1245435"/>
                  </a:lnTo>
                  <a:lnTo>
                    <a:pt x="1780752" y="1250261"/>
                  </a:lnTo>
                  <a:lnTo>
                    <a:pt x="1830455" y="1255100"/>
                  </a:lnTo>
                  <a:lnTo>
                    <a:pt x="1881245" y="1259885"/>
                  </a:lnTo>
                  <a:lnTo>
                    <a:pt x="1933121" y="1264550"/>
                  </a:lnTo>
                  <a:lnTo>
                    <a:pt x="1986084" y="1269026"/>
                  </a:lnTo>
                  <a:lnTo>
                    <a:pt x="2040132" y="1273248"/>
                  </a:lnTo>
                  <a:lnTo>
                    <a:pt x="2095265" y="1277148"/>
                  </a:lnTo>
                  <a:lnTo>
                    <a:pt x="2151482" y="1280660"/>
                  </a:lnTo>
                  <a:lnTo>
                    <a:pt x="2208784" y="1283716"/>
                  </a:lnTo>
                  <a:lnTo>
                    <a:pt x="2254723" y="1285824"/>
                  </a:lnTo>
                  <a:lnTo>
                    <a:pt x="2301597" y="1287697"/>
                  </a:lnTo>
                  <a:lnTo>
                    <a:pt x="2349335" y="1289354"/>
                  </a:lnTo>
                  <a:lnTo>
                    <a:pt x="2397863" y="1290813"/>
                  </a:lnTo>
                  <a:lnTo>
                    <a:pt x="2447111" y="1292091"/>
                  </a:lnTo>
                  <a:lnTo>
                    <a:pt x="2497006" y="1293206"/>
                  </a:lnTo>
                  <a:lnTo>
                    <a:pt x="2547477" y="1294177"/>
                  </a:lnTo>
                  <a:lnTo>
                    <a:pt x="2598451" y="1295022"/>
                  </a:lnTo>
                  <a:lnTo>
                    <a:pt x="2649856" y="1295758"/>
                  </a:lnTo>
                  <a:lnTo>
                    <a:pt x="2701621" y="1296404"/>
                  </a:lnTo>
                  <a:lnTo>
                    <a:pt x="2753674" y="1296978"/>
                  </a:lnTo>
                  <a:lnTo>
                    <a:pt x="2805943" y="1297498"/>
                  </a:lnTo>
                  <a:lnTo>
                    <a:pt x="2858355" y="1297982"/>
                  </a:lnTo>
                  <a:lnTo>
                    <a:pt x="2910840" y="1298448"/>
                  </a:lnTo>
                </a:path>
              </a:pathLst>
            </a:custGeom>
            <a:ln w="19812">
              <a:solidFill>
                <a:srgbClr val="00AF5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1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340769" y="6524434"/>
            <a:ext cx="99648" cy="90487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54151" y="6527292"/>
            <a:ext cx="1794510" cy="142494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862571" y="6521195"/>
            <a:ext cx="2327910" cy="118110"/>
          </a:xfrm>
          <a:prstGeom prst="rect">
            <a:avLst/>
          </a:prstGeom>
        </p:spPr>
      </p:pic>
      <p:sp>
        <p:nvSpPr>
          <p:cNvPr id="5" name="object 5"/>
          <p:cNvSpPr/>
          <p:nvPr/>
        </p:nvSpPr>
        <p:spPr>
          <a:xfrm>
            <a:off x="559308" y="1440180"/>
            <a:ext cx="36830" cy="180340"/>
          </a:xfrm>
          <a:custGeom>
            <a:avLst/>
            <a:gdLst/>
            <a:ahLst/>
            <a:cxnLst/>
            <a:rect l="l" t="t" r="r" b="b"/>
            <a:pathLst>
              <a:path w="36829" h="180340">
                <a:moveTo>
                  <a:pt x="36576" y="0"/>
                </a:moveTo>
                <a:lnTo>
                  <a:pt x="0" y="0"/>
                </a:lnTo>
                <a:lnTo>
                  <a:pt x="0" y="179832"/>
                </a:lnTo>
                <a:lnTo>
                  <a:pt x="36576" y="179832"/>
                </a:lnTo>
                <a:lnTo>
                  <a:pt x="36576" y="0"/>
                </a:lnTo>
                <a:close/>
              </a:path>
            </a:pathLst>
          </a:custGeom>
          <a:solidFill>
            <a:srgbClr val="183DAF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6" name="object 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716288" y="1469156"/>
            <a:ext cx="393945" cy="169905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437489" y="431419"/>
            <a:ext cx="173672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FFFFFF"/>
                </a:solidFill>
                <a:latin typeface="Ebrima"/>
                <a:cs typeface="Ebrima"/>
              </a:rPr>
              <a:t>3.3.</a:t>
            </a:r>
            <a:r>
              <a:rPr sz="1800" spc="-15" dirty="0">
                <a:solidFill>
                  <a:srgbClr val="FFFFFF"/>
                </a:solidFill>
                <a:latin typeface="Ebrima"/>
                <a:cs typeface="Ebrima"/>
              </a:rPr>
              <a:t> </a:t>
            </a:r>
            <a:r>
              <a:rPr sz="1800" dirty="0">
                <a:solidFill>
                  <a:srgbClr val="FFFFFF"/>
                </a:solidFill>
                <a:latin typeface="Ebrima"/>
                <a:cs typeface="Ebrima"/>
              </a:rPr>
              <a:t>AI</a:t>
            </a:r>
            <a:r>
              <a:rPr sz="1800" spc="-15" dirty="0">
                <a:solidFill>
                  <a:srgbClr val="FFFFFF"/>
                </a:solidFill>
                <a:latin typeface="Ebrima"/>
                <a:cs typeface="Ebrima"/>
              </a:rPr>
              <a:t> </a:t>
            </a:r>
            <a:r>
              <a:rPr sz="1800" dirty="0">
                <a:solidFill>
                  <a:srgbClr val="FFFFFF"/>
                </a:solidFill>
                <a:latin typeface="Ebrima"/>
                <a:cs typeface="Ebrima"/>
              </a:rPr>
              <a:t>with</a:t>
            </a:r>
            <a:r>
              <a:rPr sz="1800" spc="-5" dirty="0">
                <a:solidFill>
                  <a:srgbClr val="FFFFFF"/>
                </a:solidFill>
                <a:latin typeface="Ebrima"/>
                <a:cs typeface="Ebrima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Ebrima"/>
                <a:cs typeface="Ebrima"/>
              </a:rPr>
              <a:t>Keras</a:t>
            </a:r>
            <a:endParaRPr sz="1800">
              <a:latin typeface="Ebrima"/>
              <a:cs typeface="Ebrim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8671941" y="463677"/>
            <a:ext cx="80962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dirty="0">
                <a:solidFill>
                  <a:srgbClr val="D9D9D9"/>
                </a:solidFill>
                <a:latin typeface="Ebrima"/>
                <a:cs typeface="Ebrima"/>
              </a:rPr>
              <a:t>UNIT</a:t>
            </a:r>
            <a:r>
              <a:rPr sz="1600" spc="400" dirty="0">
                <a:solidFill>
                  <a:srgbClr val="D9D9D9"/>
                </a:solidFill>
                <a:latin typeface="Ebrima"/>
                <a:cs typeface="Ebrima"/>
              </a:rPr>
              <a:t> </a:t>
            </a:r>
            <a:r>
              <a:rPr sz="1600" spc="-35" dirty="0">
                <a:solidFill>
                  <a:srgbClr val="D9D9D9"/>
                </a:solidFill>
                <a:latin typeface="Ebrima"/>
                <a:cs typeface="Ebrima"/>
              </a:rPr>
              <a:t>03</a:t>
            </a:r>
            <a:endParaRPr sz="1600">
              <a:latin typeface="Ebrima"/>
              <a:cs typeface="Ebrima"/>
            </a:endParaRPr>
          </a:p>
        </p:txBody>
      </p:sp>
      <p:pic>
        <p:nvPicPr>
          <p:cNvPr id="9" name="object 9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710183" y="1805939"/>
            <a:ext cx="1866138" cy="162305"/>
          </a:xfrm>
          <a:prstGeom prst="rect">
            <a:avLst/>
          </a:prstGeom>
        </p:spPr>
      </p:pic>
      <p:grpSp>
        <p:nvGrpSpPr>
          <p:cNvPr id="10" name="object 10"/>
          <p:cNvGrpSpPr/>
          <p:nvPr/>
        </p:nvGrpSpPr>
        <p:grpSpPr>
          <a:xfrm>
            <a:off x="682751" y="2049779"/>
            <a:ext cx="8663940" cy="1234440"/>
            <a:chOff x="682751" y="2049779"/>
            <a:chExt cx="8663940" cy="1234440"/>
          </a:xfrm>
        </p:grpSpPr>
        <p:sp>
          <p:nvSpPr>
            <p:cNvPr id="11" name="object 11"/>
            <p:cNvSpPr/>
            <p:nvPr/>
          </p:nvSpPr>
          <p:spPr>
            <a:xfrm>
              <a:off x="685799" y="2052827"/>
              <a:ext cx="8658225" cy="1228725"/>
            </a:xfrm>
            <a:custGeom>
              <a:avLst/>
              <a:gdLst/>
              <a:ahLst/>
              <a:cxnLst/>
              <a:rect l="l" t="t" r="r" b="b"/>
              <a:pathLst>
                <a:path w="8658225" h="1228725">
                  <a:moveTo>
                    <a:pt x="0" y="1228344"/>
                  </a:moveTo>
                  <a:lnTo>
                    <a:pt x="8657844" y="1228344"/>
                  </a:lnTo>
                  <a:lnTo>
                    <a:pt x="8657844" y="0"/>
                  </a:lnTo>
                  <a:lnTo>
                    <a:pt x="0" y="0"/>
                  </a:lnTo>
                  <a:lnTo>
                    <a:pt x="0" y="1228344"/>
                  </a:lnTo>
                  <a:close/>
                </a:path>
              </a:pathLst>
            </a:custGeom>
            <a:ln w="6096">
              <a:solidFill>
                <a:srgbClr val="D9D9D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2" name="object 12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827352" y="2184145"/>
              <a:ext cx="8516291" cy="922346"/>
            </a:xfrm>
            <a:prstGeom prst="rect">
              <a:avLst/>
            </a:prstGeom>
          </p:spPr>
        </p:pic>
      </p:grpSp>
      <p:pic>
        <p:nvPicPr>
          <p:cNvPr id="13" name="object 13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710183" y="3534155"/>
            <a:ext cx="1564386" cy="148590"/>
          </a:xfrm>
          <a:prstGeom prst="rect">
            <a:avLst/>
          </a:prstGeom>
        </p:spPr>
      </p:pic>
      <p:grpSp>
        <p:nvGrpSpPr>
          <p:cNvPr id="14" name="object 14"/>
          <p:cNvGrpSpPr/>
          <p:nvPr/>
        </p:nvGrpSpPr>
        <p:grpSpPr>
          <a:xfrm>
            <a:off x="682751" y="3771900"/>
            <a:ext cx="8663940" cy="1282065"/>
            <a:chOff x="682751" y="3771900"/>
            <a:chExt cx="8663940" cy="1282065"/>
          </a:xfrm>
        </p:grpSpPr>
        <p:sp>
          <p:nvSpPr>
            <p:cNvPr id="15" name="object 15"/>
            <p:cNvSpPr/>
            <p:nvPr/>
          </p:nvSpPr>
          <p:spPr>
            <a:xfrm>
              <a:off x="685799" y="3774947"/>
              <a:ext cx="8658225" cy="1275715"/>
            </a:xfrm>
            <a:custGeom>
              <a:avLst/>
              <a:gdLst/>
              <a:ahLst/>
              <a:cxnLst/>
              <a:rect l="l" t="t" r="r" b="b"/>
              <a:pathLst>
                <a:path w="8658225" h="1275714">
                  <a:moveTo>
                    <a:pt x="0" y="1275588"/>
                  </a:moveTo>
                  <a:lnTo>
                    <a:pt x="8657844" y="1275588"/>
                  </a:lnTo>
                  <a:lnTo>
                    <a:pt x="8657844" y="0"/>
                  </a:lnTo>
                  <a:lnTo>
                    <a:pt x="0" y="0"/>
                  </a:lnTo>
                  <a:lnTo>
                    <a:pt x="0" y="1275588"/>
                  </a:lnTo>
                  <a:close/>
                </a:path>
              </a:pathLst>
            </a:custGeom>
            <a:ln w="6096">
              <a:solidFill>
                <a:srgbClr val="D9D9D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6" name="object 16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843937" y="3909638"/>
              <a:ext cx="8499706" cy="919906"/>
            </a:xfrm>
            <a:prstGeom prst="rect">
              <a:avLst/>
            </a:prstGeom>
          </p:spPr>
        </p:pic>
      </p:grpSp>
      <p:pic>
        <p:nvPicPr>
          <p:cNvPr id="17" name="object 17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844724" y="5303545"/>
            <a:ext cx="217122" cy="215747"/>
          </a:xfrm>
          <a:prstGeom prst="rect">
            <a:avLst/>
          </a:prstGeom>
        </p:spPr>
      </p:pic>
      <p:sp>
        <p:nvSpPr>
          <p:cNvPr id="18" name="object 18"/>
          <p:cNvSpPr txBox="1"/>
          <p:nvPr/>
        </p:nvSpPr>
        <p:spPr>
          <a:xfrm>
            <a:off x="685800" y="5167884"/>
            <a:ext cx="8658225" cy="817244"/>
          </a:xfrm>
          <a:prstGeom prst="rect">
            <a:avLst/>
          </a:prstGeom>
          <a:ln w="6096">
            <a:solidFill>
              <a:srgbClr val="D9D9D9"/>
            </a:solidFill>
          </a:ln>
        </p:spPr>
        <p:txBody>
          <a:bodyPr vert="horz" wrap="square" lIns="0" tIns="133350" rIns="0" bIns="0" rtlCol="0">
            <a:spAutoFit/>
          </a:bodyPr>
          <a:lstStyle/>
          <a:p>
            <a:pPr marL="439420">
              <a:lnSpc>
                <a:spcPct val="100000"/>
              </a:lnSpc>
              <a:spcBef>
                <a:spcPts val="1050"/>
              </a:spcBef>
            </a:pPr>
            <a:r>
              <a:rPr sz="1300" b="1" spc="-260" dirty="0">
                <a:solidFill>
                  <a:srgbClr val="252525"/>
                </a:solidFill>
                <a:latin typeface="Tahoma"/>
                <a:cs typeface="Tahoma"/>
              </a:rPr>
              <a:t>Line</a:t>
            </a:r>
            <a:r>
              <a:rPr sz="1300" b="1" spc="-60" dirty="0">
                <a:solidFill>
                  <a:srgbClr val="252525"/>
                </a:solidFill>
                <a:latin typeface="Tahoma"/>
                <a:cs typeface="Tahoma"/>
              </a:rPr>
              <a:t> </a:t>
            </a:r>
            <a:r>
              <a:rPr sz="1300" b="1" spc="-360" dirty="0">
                <a:solidFill>
                  <a:srgbClr val="252525"/>
                </a:solidFill>
                <a:latin typeface="Tahoma"/>
                <a:cs typeface="Tahoma"/>
              </a:rPr>
              <a:t>100</a:t>
            </a:r>
            <a:endParaRPr sz="1300">
              <a:latin typeface="Tahoma"/>
              <a:cs typeface="Tahoma"/>
            </a:endParaRPr>
          </a:p>
          <a:p>
            <a:pPr marL="658495" indent="-182245">
              <a:lnSpc>
                <a:spcPct val="100000"/>
              </a:lnSpc>
              <a:spcBef>
                <a:spcPts val="420"/>
              </a:spcBef>
              <a:buFont typeface="Arial"/>
              <a:buChar char="•"/>
              <a:tabLst>
                <a:tab pos="658495" algn="l"/>
              </a:tabLst>
            </a:pPr>
            <a:r>
              <a:rPr sz="1400" spc="-190" dirty="0">
                <a:solidFill>
                  <a:srgbClr val="252525"/>
                </a:solidFill>
                <a:latin typeface="Trebuchet MS"/>
                <a:cs typeface="Trebuchet MS"/>
              </a:rPr>
              <a:t>Returns</a:t>
            </a:r>
            <a:r>
              <a:rPr sz="1400" spc="-155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400" spc="-229" dirty="0">
                <a:solidFill>
                  <a:srgbClr val="252525"/>
                </a:solidFill>
                <a:latin typeface="Trebuchet MS"/>
                <a:cs typeface="Trebuchet MS"/>
              </a:rPr>
              <a:t>the</a:t>
            </a:r>
            <a:r>
              <a:rPr sz="1400" spc="-160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400" spc="-130" dirty="0">
                <a:solidFill>
                  <a:srgbClr val="252525"/>
                </a:solidFill>
                <a:latin typeface="Trebuchet MS"/>
                <a:cs typeface="Trebuchet MS"/>
              </a:rPr>
              <a:t>0</a:t>
            </a:r>
            <a:r>
              <a:rPr sz="1400" spc="-125" dirty="0">
                <a:solidFill>
                  <a:srgbClr val="252525"/>
                </a:solidFill>
                <a:latin typeface="Trebuchet MS"/>
                <a:cs typeface="Trebuchet MS"/>
              </a:rPr>
              <a:t> =</a:t>
            </a:r>
            <a:r>
              <a:rPr sz="1400" spc="-135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400" spc="-140" dirty="0">
                <a:solidFill>
                  <a:srgbClr val="252525"/>
                </a:solidFill>
                <a:latin typeface="Trebuchet MS"/>
                <a:cs typeface="Trebuchet MS"/>
              </a:rPr>
              <a:t>loss</a:t>
            </a:r>
            <a:r>
              <a:rPr sz="1400" spc="-150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400" spc="-220" dirty="0">
                <a:solidFill>
                  <a:srgbClr val="252525"/>
                </a:solidFill>
                <a:latin typeface="Trebuchet MS"/>
                <a:cs typeface="Trebuchet MS"/>
              </a:rPr>
              <a:t>value</a:t>
            </a:r>
            <a:r>
              <a:rPr sz="1400" spc="-150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400" spc="-240" dirty="0">
                <a:solidFill>
                  <a:srgbClr val="252525"/>
                </a:solidFill>
                <a:latin typeface="Trebuchet MS"/>
                <a:cs typeface="Trebuchet MS"/>
              </a:rPr>
              <a:t>and</a:t>
            </a:r>
            <a:r>
              <a:rPr sz="1400" spc="-155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400" spc="-459" dirty="0">
                <a:solidFill>
                  <a:srgbClr val="252525"/>
                </a:solidFill>
                <a:latin typeface="Trebuchet MS"/>
                <a:cs typeface="Trebuchet MS"/>
              </a:rPr>
              <a:t>1</a:t>
            </a:r>
            <a:r>
              <a:rPr sz="1400" spc="-120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400" spc="-125" dirty="0">
                <a:solidFill>
                  <a:srgbClr val="252525"/>
                </a:solidFill>
                <a:latin typeface="Trebuchet MS"/>
                <a:cs typeface="Trebuchet MS"/>
              </a:rPr>
              <a:t>=</a:t>
            </a:r>
            <a:r>
              <a:rPr sz="1400" spc="-130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400" spc="-190" dirty="0">
                <a:solidFill>
                  <a:srgbClr val="252525"/>
                </a:solidFill>
                <a:latin typeface="Trebuchet MS"/>
                <a:cs typeface="Trebuchet MS"/>
              </a:rPr>
              <a:t>metrics</a:t>
            </a:r>
            <a:r>
              <a:rPr sz="1400" spc="-155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400" spc="-50" dirty="0">
                <a:solidFill>
                  <a:srgbClr val="252525"/>
                </a:solidFill>
                <a:latin typeface="Trebuchet MS"/>
                <a:cs typeface="Trebuchet MS"/>
              </a:rPr>
              <a:t>value.</a:t>
            </a:r>
            <a:endParaRPr sz="14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1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342153" y="6524434"/>
            <a:ext cx="101312" cy="90487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54151" y="6527292"/>
            <a:ext cx="1794510" cy="142494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862571" y="6521195"/>
            <a:ext cx="2327910" cy="118110"/>
          </a:xfrm>
          <a:prstGeom prst="rect">
            <a:avLst/>
          </a:prstGeom>
        </p:spPr>
      </p:pic>
      <p:sp>
        <p:nvSpPr>
          <p:cNvPr id="5" name="object 5"/>
          <p:cNvSpPr/>
          <p:nvPr/>
        </p:nvSpPr>
        <p:spPr>
          <a:xfrm>
            <a:off x="559308" y="1440180"/>
            <a:ext cx="36830" cy="180340"/>
          </a:xfrm>
          <a:custGeom>
            <a:avLst/>
            <a:gdLst/>
            <a:ahLst/>
            <a:cxnLst/>
            <a:rect l="l" t="t" r="r" b="b"/>
            <a:pathLst>
              <a:path w="36829" h="180340">
                <a:moveTo>
                  <a:pt x="36576" y="0"/>
                </a:moveTo>
                <a:lnTo>
                  <a:pt x="0" y="0"/>
                </a:lnTo>
                <a:lnTo>
                  <a:pt x="0" y="179832"/>
                </a:lnTo>
                <a:lnTo>
                  <a:pt x="36576" y="179832"/>
                </a:lnTo>
                <a:lnTo>
                  <a:pt x="36576" y="0"/>
                </a:lnTo>
                <a:close/>
              </a:path>
            </a:pathLst>
          </a:custGeom>
          <a:solidFill>
            <a:srgbClr val="183DAF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6" name="object 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719327" y="1463039"/>
            <a:ext cx="1500378" cy="144017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437489" y="431419"/>
            <a:ext cx="173672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FFFFFF"/>
                </a:solidFill>
                <a:latin typeface="Ebrima"/>
                <a:cs typeface="Ebrima"/>
              </a:rPr>
              <a:t>3.3.</a:t>
            </a:r>
            <a:r>
              <a:rPr sz="1800" spc="-15" dirty="0">
                <a:solidFill>
                  <a:srgbClr val="FFFFFF"/>
                </a:solidFill>
                <a:latin typeface="Ebrima"/>
                <a:cs typeface="Ebrima"/>
              </a:rPr>
              <a:t> </a:t>
            </a:r>
            <a:r>
              <a:rPr sz="1800" dirty="0">
                <a:solidFill>
                  <a:srgbClr val="FFFFFF"/>
                </a:solidFill>
                <a:latin typeface="Ebrima"/>
                <a:cs typeface="Ebrima"/>
              </a:rPr>
              <a:t>AI</a:t>
            </a:r>
            <a:r>
              <a:rPr sz="1800" spc="-15" dirty="0">
                <a:solidFill>
                  <a:srgbClr val="FFFFFF"/>
                </a:solidFill>
                <a:latin typeface="Ebrima"/>
                <a:cs typeface="Ebrima"/>
              </a:rPr>
              <a:t> </a:t>
            </a:r>
            <a:r>
              <a:rPr sz="1800" dirty="0">
                <a:solidFill>
                  <a:srgbClr val="FFFFFF"/>
                </a:solidFill>
                <a:latin typeface="Ebrima"/>
                <a:cs typeface="Ebrima"/>
              </a:rPr>
              <a:t>with</a:t>
            </a:r>
            <a:r>
              <a:rPr sz="1800" spc="-5" dirty="0">
                <a:solidFill>
                  <a:srgbClr val="FFFFFF"/>
                </a:solidFill>
                <a:latin typeface="Ebrima"/>
                <a:cs typeface="Ebrima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Ebrima"/>
                <a:cs typeface="Ebrima"/>
              </a:rPr>
              <a:t>Keras</a:t>
            </a:r>
            <a:endParaRPr sz="1800">
              <a:latin typeface="Ebrima"/>
              <a:cs typeface="Ebrim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8671941" y="463677"/>
            <a:ext cx="80962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dirty="0">
                <a:solidFill>
                  <a:srgbClr val="D9D9D9"/>
                </a:solidFill>
                <a:latin typeface="Ebrima"/>
                <a:cs typeface="Ebrima"/>
              </a:rPr>
              <a:t>UNIT</a:t>
            </a:r>
            <a:r>
              <a:rPr sz="1600" spc="400" dirty="0">
                <a:solidFill>
                  <a:srgbClr val="D9D9D9"/>
                </a:solidFill>
                <a:latin typeface="Ebrima"/>
                <a:cs typeface="Ebrima"/>
              </a:rPr>
              <a:t> </a:t>
            </a:r>
            <a:r>
              <a:rPr sz="1600" spc="-35" dirty="0">
                <a:solidFill>
                  <a:srgbClr val="D9D9D9"/>
                </a:solidFill>
                <a:latin typeface="Ebrima"/>
                <a:cs typeface="Ebrima"/>
              </a:rPr>
              <a:t>03</a:t>
            </a:r>
            <a:endParaRPr sz="1600">
              <a:latin typeface="Ebrima"/>
              <a:cs typeface="Ebrima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682751" y="1804416"/>
            <a:ext cx="8663940" cy="835660"/>
            <a:chOff x="682751" y="1804416"/>
            <a:chExt cx="8663940" cy="835660"/>
          </a:xfrm>
        </p:grpSpPr>
        <p:sp>
          <p:nvSpPr>
            <p:cNvPr id="10" name="object 10"/>
            <p:cNvSpPr/>
            <p:nvPr/>
          </p:nvSpPr>
          <p:spPr>
            <a:xfrm>
              <a:off x="685799" y="1807464"/>
              <a:ext cx="8658225" cy="829310"/>
            </a:xfrm>
            <a:custGeom>
              <a:avLst/>
              <a:gdLst/>
              <a:ahLst/>
              <a:cxnLst/>
              <a:rect l="l" t="t" r="r" b="b"/>
              <a:pathLst>
                <a:path w="8658225" h="829310">
                  <a:moveTo>
                    <a:pt x="0" y="829055"/>
                  </a:moveTo>
                  <a:lnTo>
                    <a:pt x="8657844" y="829055"/>
                  </a:lnTo>
                  <a:lnTo>
                    <a:pt x="8657844" y="0"/>
                  </a:lnTo>
                  <a:lnTo>
                    <a:pt x="0" y="0"/>
                  </a:lnTo>
                  <a:lnTo>
                    <a:pt x="0" y="829055"/>
                  </a:lnTo>
                  <a:close/>
                </a:path>
              </a:pathLst>
            </a:custGeom>
            <a:ln w="6095">
              <a:solidFill>
                <a:srgbClr val="D9D9D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" name="object 11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847343" y="1955350"/>
              <a:ext cx="8496300" cy="514838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1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348248" y="6524434"/>
            <a:ext cx="101312" cy="90487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54151" y="6527292"/>
            <a:ext cx="1794510" cy="142494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862571" y="6521195"/>
            <a:ext cx="2327910" cy="118110"/>
          </a:xfrm>
          <a:prstGeom prst="rect">
            <a:avLst/>
          </a:prstGeom>
        </p:spPr>
      </p:pic>
      <p:sp>
        <p:nvSpPr>
          <p:cNvPr id="5" name="object 5"/>
          <p:cNvSpPr/>
          <p:nvPr/>
        </p:nvSpPr>
        <p:spPr>
          <a:xfrm>
            <a:off x="559308" y="1440180"/>
            <a:ext cx="36830" cy="180340"/>
          </a:xfrm>
          <a:custGeom>
            <a:avLst/>
            <a:gdLst/>
            <a:ahLst/>
            <a:cxnLst/>
            <a:rect l="l" t="t" r="r" b="b"/>
            <a:pathLst>
              <a:path w="36829" h="180340">
                <a:moveTo>
                  <a:pt x="36576" y="0"/>
                </a:moveTo>
                <a:lnTo>
                  <a:pt x="0" y="0"/>
                </a:lnTo>
                <a:lnTo>
                  <a:pt x="0" y="179832"/>
                </a:lnTo>
                <a:lnTo>
                  <a:pt x="36576" y="179832"/>
                </a:lnTo>
                <a:lnTo>
                  <a:pt x="36576" y="0"/>
                </a:lnTo>
                <a:close/>
              </a:path>
            </a:pathLst>
          </a:custGeom>
          <a:solidFill>
            <a:srgbClr val="183DAF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6" name="object 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719327" y="1463039"/>
            <a:ext cx="1728977" cy="176022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437489" y="431419"/>
            <a:ext cx="173672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FFFFFF"/>
                </a:solidFill>
                <a:latin typeface="Ebrima"/>
                <a:cs typeface="Ebrima"/>
              </a:rPr>
              <a:t>3.3.</a:t>
            </a:r>
            <a:r>
              <a:rPr sz="1800" spc="-15" dirty="0">
                <a:solidFill>
                  <a:srgbClr val="FFFFFF"/>
                </a:solidFill>
                <a:latin typeface="Ebrima"/>
                <a:cs typeface="Ebrima"/>
              </a:rPr>
              <a:t> </a:t>
            </a:r>
            <a:r>
              <a:rPr sz="1800" dirty="0">
                <a:solidFill>
                  <a:srgbClr val="FFFFFF"/>
                </a:solidFill>
                <a:latin typeface="Ebrima"/>
                <a:cs typeface="Ebrima"/>
              </a:rPr>
              <a:t>AI</a:t>
            </a:r>
            <a:r>
              <a:rPr sz="1800" spc="-15" dirty="0">
                <a:solidFill>
                  <a:srgbClr val="FFFFFF"/>
                </a:solidFill>
                <a:latin typeface="Ebrima"/>
                <a:cs typeface="Ebrima"/>
              </a:rPr>
              <a:t> </a:t>
            </a:r>
            <a:r>
              <a:rPr sz="1800" dirty="0">
                <a:solidFill>
                  <a:srgbClr val="FFFFFF"/>
                </a:solidFill>
                <a:latin typeface="Ebrima"/>
                <a:cs typeface="Ebrima"/>
              </a:rPr>
              <a:t>with</a:t>
            </a:r>
            <a:r>
              <a:rPr sz="1800" spc="-5" dirty="0">
                <a:solidFill>
                  <a:srgbClr val="FFFFFF"/>
                </a:solidFill>
                <a:latin typeface="Ebrima"/>
                <a:cs typeface="Ebrima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Ebrima"/>
                <a:cs typeface="Ebrima"/>
              </a:rPr>
              <a:t>Keras</a:t>
            </a:r>
            <a:endParaRPr sz="1800">
              <a:latin typeface="Ebrima"/>
              <a:cs typeface="Ebrim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8671941" y="463677"/>
            <a:ext cx="80962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dirty="0">
                <a:solidFill>
                  <a:srgbClr val="D9D9D9"/>
                </a:solidFill>
                <a:latin typeface="Ebrima"/>
                <a:cs typeface="Ebrima"/>
              </a:rPr>
              <a:t>UNIT</a:t>
            </a:r>
            <a:r>
              <a:rPr sz="1600" spc="400" dirty="0">
                <a:solidFill>
                  <a:srgbClr val="D9D9D9"/>
                </a:solidFill>
                <a:latin typeface="Ebrima"/>
                <a:cs typeface="Ebrima"/>
              </a:rPr>
              <a:t> </a:t>
            </a:r>
            <a:r>
              <a:rPr sz="1600" spc="-35" dirty="0">
                <a:solidFill>
                  <a:srgbClr val="D9D9D9"/>
                </a:solidFill>
                <a:latin typeface="Ebrima"/>
                <a:cs typeface="Ebrima"/>
              </a:rPr>
              <a:t>03</a:t>
            </a:r>
            <a:endParaRPr sz="1600">
              <a:latin typeface="Ebrima"/>
              <a:cs typeface="Ebrima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682751" y="1804416"/>
            <a:ext cx="8663940" cy="835660"/>
            <a:chOff x="682751" y="1804416"/>
            <a:chExt cx="8663940" cy="835660"/>
          </a:xfrm>
        </p:grpSpPr>
        <p:sp>
          <p:nvSpPr>
            <p:cNvPr id="10" name="object 10"/>
            <p:cNvSpPr/>
            <p:nvPr/>
          </p:nvSpPr>
          <p:spPr>
            <a:xfrm>
              <a:off x="685799" y="1807464"/>
              <a:ext cx="8658225" cy="829310"/>
            </a:xfrm>
            <a:custGeom>
              <a:avLst/>
              <a:gdLst/>
              <a:ahLst/>
              <a:cxnLst/>
              <a:rect l="l" t="t" r="r" b="b"/>
              <a:pathLst>
                <a:path w="8658225" h="829310">
                  <a:moveTo>
                    <a:pt x="0" y="829055"/>
                  </a:moveTo>
                  <a:lnTo>
                    <a:pt x="8657844" y="829055"/>
                  </a:lnTo>
                  <a:lnTo>
                    <a:pt x="8657844" y="0"/>
                  </a:lnTo>
                  <a:lnTo>
                    <a:pt x="0" y="0"/>
                  </a:lnTo>
                  <a:lnTo>
                    <a:pt x="0" y="829055"/>
                  </a:lnTo>
                  <a:close/>
                </a:path>
              </a:pathLst>
            </a:custGeom>
            <a:ln w="6095">
              <a:solidFill>
                <a:srgbClr val="D9D9D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" name="object 11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843855" y="1965415"/>
              <a:ext cx="8499788" cy="503486"/>
            </a:xfrm>
            <a:prstGeom prst="rect">
              <a:avLst/>
            </a:prstGeom>
          </p:spPr>
        </p:pic>
      </p:grpSp>
      <p:pic>
        <p:nvPicPr>
          <p:cNvPr id="12" name="object 12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844724" y="2904820"/>
            <a:ext cx="217122" cy="217093"/>
          </a:xfrm>
          <a:prstGeom prst="rect">
            <a:avLst/>
          </a:prstGeom>
        </p:spPr>
      </p:pic>
      <p:pic>
        <p:nvPicPr>
          <p:cNvPr id="13" name="object 13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844724" y="3477844"/>
            <a:ext cx="217122" cy="217093"/>
          </a:xfrm>
          <a:prstGeom prst="rect">
            <a:avLst/>
          </a:prstGeom>
        </p:spPr>
      </p:pic>
      <p:sp>
        <p:nvSpPr>
          <p:cNvPr id="14" name="object 14"/>
          <p:cNvSpPr txBox="1"/>
          <p:nvPr/>
        </p:nvSpPr>
        <p:spPr>
          <a:xfrm>
            <a:off x="685800" y="2770632"/>
            <a:ext cx="8658225" cy="1295400"/>
          </a:xfrm>
          <a:prstGeom prst="rect">
            <a:avLst/>
          </a:prstGeom>
          <a:ln w="6096">
            <a:solidFill>
              <a:srgbClr val="D9D9D9"/>
            </a:solidFill>
          </a:ln>
        </p:spPr>
        <p:txBody>
          <a:bodyPr vert="horz" wrap="square" lIns="0" tIns="132715" rIns="0" bIns="0" rtlCol="0">
            <a:spAutoFit/>
          </a:bodyPr>
          <a:lstStyle/>
          <a:p>
            <a:pPr marL="439420">
              <a:lnSpc>
                <a:spcPct val="100000"/>
              </a:lnSpc>
              <a:spcBef>
                <a:spcPts val="1045"/>
              </a:spcBef>
            </a:pPr>
            <a:r>
              <a:rPr sz="1300" b="1" spc="-254" dirty="0">
                <a:solidFill>
                  <a:srgbClr val="252525"/>
                </a:solidFill>
                <a:latin typeface="Tahoma"/>
                <a:cs typeface="Tahoma"/>
              </a:rPr>
              <a:t>Line</a:t>
            </a:r>
            <a:r>
              <a:rPr sz="1300" b="1" spc="-65" dirty="0">
                <a:solidFill>
                  <a:srgbClr val="252525"/>
                </a:solidFill>
                <a:latin typeface="Tahoma"/>
                <a:cs typeface="Tahoma"/>
              </a:rPr>
              <a:t> </a:t>
            </a:r>
            <a:r>
              <a:rPr sz="1300" b="1" spc="-290" dirty="0">
                <a:solidFill>
                  <a:srgbClr val="252525"/>
                </a:solidFill>
                <a:latin typeface="Tahoma"/>
                <a:cs typeface="Tahoma"/>
              </a:rPr>
              <a:t>102-</a:t>
            </a:r>
            <a:r>
              <a:rPr sz="1300" b="1" spc="-580" dirty="0">
                <a:solidFill>
                  <a:srgbClr val="252525"/>
                </a:solidFill>
                <a:latin typeface="Tahoma"/>
                <a:cs typeface="Tahoma"/>
              </a:rPr>
              <a:t>1</a:t>
            </a:r>
            <a:endParaRPr sz="1300">
              <a:latin typeface="Tahoma"/>
              <a:cs typeface="Tahoma"/>
            </a:endParaRPr>
          </a:p>
          <a:p>
            <a:pPr marL="658495" indent="-182245">
              <a:lnSpc>
                <a:spcPct val="100000"/>
              </a:lnSpc>
              <a:spcBef>
                <a:spcPts val="420"/>
              </a:spcBef>
              <a:buFont typeface="Arial"/>
              <a:buChar char="•"/>
              <a:tabLst>
                <a:tab pos="658495" algn="l"/>
              </a:tabLst>
            </a:pPr>
            <a:r>
              <a:rPr sz="1400" spc="-215" dirty="0">
                <a:solidFill>
                  <a:srgbClr val="252525"/>
                </a:solidFill>
                <a:latin typeface="Trebuchet MS"/>
                <a:cs typeface="Trebuchet MS"/>
              </a:rPr>
              <a:t>Input</a:t>
            </a:r>
            <a:r>
              <a:rPr sz="1400" spc="-165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400" spc="-10" dirty="0">
                <a:solidFill>
                  <a:srgbClr val="252525"/>
                </a:solidFill>
                <a:latin typeface="Trebuchet MS"/>
                <a:cs typeface="Trebuchet MS"/>
              </a:rPr>
              <a:t>layer</a:t>
            </a:r>
            <a:endParaRPr sz="1400">
              <a:latin typeface="Trebuchet MS"/>
              <a:cs typeface="Trebuchet MS"/>
            </a:endParaRPr>
          </a:p>
          <a:p>
            <a:pPr marL="439420">
              <a:lnSpc>
                <a:spcPct val="100000"/>
              </a:lnSpc>
              <a:spcBef>
                <a:spcPts val="844"/>
              </a:spcBef>
            </a:pPr>
            <a:r>
              <a:rPr sz="1300" b="1" spc="-254" dirty="0">
                <a:solidFill>
                  <a:srgbClr val="252525"/>
                </a:solidFill>
                <a:latin typeface="Tahoma"/>
                <a:cs typeface="Tahoma"/>
              </a:rPr>
              <a:t>Line</a:t>
            </a:r>
            <a:r>
              <a:rPr sz="1300" b="1" spc="-65" dirty="0">
                <a:solidFill>
                  <a:srgbClr val="252525"/>
                </a:solidFill>
                <a:latin typeface="Tahoma"/>
                <a:cs typeface="Tahoma"/>
              </a:rPr>
              <a:t> </a:t>
            </a:r>
            <a:r>
              <a:rPr sz="1300" b="1" spc="-290" dirty="0">
                <a:solidFill>
                  <a:srgbClr val="252525"/>
                </a:solidFill>
                <a:latin typeface="Tahoma"/>
                <a:cs typeface="Tahoma"/>
              </a:rPr>
              <a:t>102-</a:t>
            </a:r>
            <a:r>
              <a:rPr sz="1300" b="1" spc="-310" dirty="0">
                <a:solidFill>
                  <a:srgbClr val="252525"/>
                </a:solidFill>
                <a:latin typeface="Tahoma"/>
                <a:cs typeface="Tahoma"/>
              </a:rPr>
              <a:t>2</a:t>
            </a:r>
            <a:endParaRPr sz="1300">
              <a:latin typeface="Tahoma"/>
              <a:cs typeface="Tahoma"/>
            </a:endParaRPr>
          </a:p>
          <a:p>
            <a:pPr marL="658495" indent="-182245">
              <a:lnSpc>
                <a:spcPct val="100000"/>
              </a:lnSpc>
              <a:spcBef>
                <a:spcPts val="425"/>
              </a:spcBef>
              <a:buFont typeface="Arial"/>
              <a:buChar char="•"/>
              <a:tabLst>
                <a:tab pos="658495" algn="l"/>
              </a:tabLst>
            </a:pPr>
            <a:r>
              <a:rPr sz="1400" spc="-250" dirty="0">
                <a:solidFill>
                  <a:srgbClr val="252525"/>
                </a:solidFill>
                <a:latin typeface="Trebuchet MS"/>
                <a:cs typeface="Trebuchet MS"/>
              </a:rPr>
              <a:t>Output</a:t>
            </a:r>
            <a:r>
              <a:rPr sz="1400" spc="-145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400" spc="-10" dirty="0">
                <a:solidFill>
                  <a:srgbClr val="252525"/>
                </a:solidFill>
                <a:latin typeface="Trebuchet MS"/>
                <a:cs typeface="Trebuchet MS"/>
              </a:rPr>
              <a:t>layer</a:t>
            </a:r>
            <a:endParaRPr sz="14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1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342293" y="6524434"/>
            <a:ext cx="99648" cy="90487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54151" y="6527292"/>
            <a:ext cx="1794510" cy="142494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862571" y="6521195"/>
            <a:ext cx="2327910" cy="118110"/>
          </a:xfrm>
          <a:prstGeom prst="rect">
            <a:avLst/>
          </a:prstGeom>
        </p:spPr>
      </p:pic>
      <p:sp>
        <p:nvSpPr>
          <p:cNvPr id="5" name="object 5"/>
          <p:cNvSpPr/>
          <p:nvPr/>
        </p:nvSpPr>
        <p:spPr>
          <a:xfrm>
            <a:off x="559308" y="1440180"/>
            <a:ext cx="36830" cy="180340"/>
          </a:xfrm>
          <a:custGeom>
            <a:avLst/>
            <a:gdLst/>
            <a:ahLst/>
            <a:cxnLst/>
            <a:rect l="l" t="t" r="r" b="b"/>
            <a:pathLst>
              <a:path w="36829" h="180340">
                <a:moveTo>
                  <a:pt x="36576" y="0"/>
                </a:moveTo>
                <a:lnTo>
                  <a:pt x="0" y="0"/>
                </a:lnTo>
                <a:lnTo>
                  <a:pt x="0" y="179832"/>
                </a:lnTo>
                <a:lnTo>
                  <a:pt x="36576" y="179832"/>
                </a:lnTo>
                <a:lnTo>
                  <a:pt x="36576" y="0"/>
                </a:lnTo>
                <a:close/>
              </a:path>
            </a:pathLst>
          </a:custGeom>
          <a:solidFill>
            <a:srgbClr val="183DAF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6" name="object 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719327" y="1463039"/>
            <a:ext cx="1728977" cy="176022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437489" y="431419"/>
            <a:ext cx="173672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FFFFFF"/>
                </a:solidFill>
                <a:latin typeface="Ebrima"/>
                <a:cs typeface="Ebrima"/>
              </a:rPr>
              <a:t>3.3.</a:t>
            </a:r>
            <a:r>
              <a:rPr sz="1800" spc="-15" dirty="0">
                <a:solidFill>
                  <a:srgbClr val="FFFFFF"/>
                </a:solidFill>
                <a:latin typeface="Ebrima"/>
                <a:cs typeface="Ebrima"/>
              </a:rPr>
              <a:t> </a:t>
            </a:r>
            <a:r>
              <a:rPr sz="1800" dirty="0">
                <a:solidFill>
                  <a:srgbClr val="FFFFFF"/>
                </a:solidFill>
                <a:latin typeface="Ebrima"/>
                <a:cs typeface="Ebrima"/>
              </a:rPr>
              <a:t>AI</a:t>
            </a:r>
            <a:r>
              <a:rPr sz="1800" spc="-15" dirty="0">
                <a:solidFill>
                  <a:srgbClr val="FFFFFF"/>
                </a:solidFill>
                <a:latin typeface="Ebrima"/>
                <a:cs typeface="Ebrima"/>
              </a:rPr>
              <a:t> </a:t>
            </a:r>
            <a:r>
              <a:rPr sz="1800" dirty="0">
                <a:solidFill>
                  <a:srgbClr val="FFFFFF"/>
                </a:solidFill>
                <a:latin typeface="Ebrima"/>
                <a:cs typeface="Ebrima"/>
              </a:rPr>
              <a:t>with</a:t>
            </a:r>
            <a:r>
              <a:rPr sz="1800" spc="-5" dirty="0">
                <a:solidFill>
                  <a:srgbClr val="FFFFFF"/>
                </a:solidFill>
                <a:latin typeface="Ebrima"/>
                <a:cs typeface="Ebrima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Ebrima"/>
                <a:cs typeface="Ebrima"/>
              </a:rPr>
              <a:t>Keras</a:t>
            </a:r>
            <a:endParaRPr sz="1800">
              <a:latin typeface="Ebrima"/>
              <a:cs typeface="Ebrim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8671941" y="463677"/>
            <a:ext cx="80962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dirty="0">
                <a:solidFill>
                  <a:srgbClr val="D9D9D9"/>
                </a:solidFill>
                <a:latin typeface="Ebrima"/>
                <a:cs typeface="Ebrima"/>
              </a:rPr>
              <a:t>UNIT</a:t>
            </a:r>
            <a:r>
              <a:rPr sz="1600" spc="400" dirty="0">
                <a:solidFill>
                  <a:srgbClr val="D9D9D9"/>
                </a:solidFill>
                <a:latin typeface="Ebrima"/>
                <a:cs typeface="Ebrima"/>
              </a:rPr>
              <a:t> </a:t>
            </a:r>
            <a:r>
              <a:rPr sz="1600" spc="-35" dirty="0">
                <a:solidFill>
                  <a:srgbClr val="D9D9D9"/>
                </a:solidFill>
                <a:latin typeface="Ebrima"/>
                <a:cs typeface="Ebrima"/>
              </a:rPr>
              <a:t>03</a:t>
            </a:r>
            <a:endParaRPr sz="1600">
              <a:latin typeface="Ebrima"/>
              <a:cs typeface="Ebrima"/>
            </a:endParaRPr>
          </a:p>
        </p:txBody>
      </p:sp>
      <p:pic>
        <p:nvPicPr>
          <p:cNvPr id="9" name="object 9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710183" y="1805939"/>
            <a:ext cx="1602486" cy="162305"/>
          </a:xfrm>
          <a:prstGeom prst="rect">
            <a:avLst/>
          </a:prstGeom>
        </p:spPr>
      </p:pic>
      <p:grpSp>
        <p:nvGrpSpPr>
          <p:cNvPr id="10" name="object 10"/>
          <p:cNvGrpSpPr/>
          <p:nvPr/>
        </p:nvGrpSpPr>
        <p:grpSpPr>
          <a:xfrm>
            <a:off x="682751" y="2049779"/>
            <a:ext cx="8663940" cy="3470275"/>
            <a:chOff x="682751" y="2049779"/>
            <a:chExt cx="8663940" cy="3470275"/>
          </a:xfrm>
        </p:grpSpPr>
        <p:sp>
          <p:nvSpPr>
            <p:cNvPr id="11" name="object 11"/>
            <p:cNvSpPr/>
            <p:nvPr/>
          </p:nvSpPr>
          <p:spPr>
            <a:xfrm>
              <a:off x="685799" y="2052827"/>
              <a:ext cx="8658225" cy="3464560"/>
            </a:xfrm>
            <a:custGeom>
              <a:avLst/>
              <a:gdLst/>
              <a:ahLst/>
              <a:cxnLst/>
              <a:rect l="l" t="t" r="r" b="b"/>
              <a:pathLst>
                <a:path w="8658225" h="3464560">
                  <a:moveTo>
                    <a:pt x="0" y="3464052"/>
                  </a:moveTo>
                  <a:lnTo>
                    <a:pt x="8657844" y="3464052"/>
                  </a:lnTo>
                  <a:lnTo>
                    <a:pt x="8657844" y="0"/>
                  </a:lnTo>
                  <a:lnTo>
                    <a:pt x="0" y="0"/>
                  </a:lnTo>
                  <a:lnTo>
                    <a:pt x="0" y="3464052"/>
                  </a:lnTo>
                  <a:close/>
                </a:path>
              </a:pathLst>
            </a:custGeom>
            <a:ln w="6096">
              <a:solidFill>
                <a:srgbClr val="D9D9D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2" name="object 12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843367" y="2179418"/>
              <a:ext cx="8500276" cy="3168198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1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342153" y="6524434"/>
            <a:ext cx="101312" cy="90487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54151" y="6527292"/>
            <a:ext cx="1794510" cy="142494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862571" y="6521195"/>
            <a:ext cx="2327910" cy="118110"/>
          </a:xfrm>
          <a:prstGeom prst="rect">
            <a:avLst/>
          </a:prstGeom>
        </p:spPr>
      </p:pic>
      <p:sp>
        <p:nvSpPr>
          <p:cNvPr id="5" name="object 5"/>
          <p:cNvSpPr/>
          <p:nvPr/>
        </p:nvSpPr>
        <p:spPr>
          <a:xfrm>
            <a:off x="559308" y="1440180"/>
            <a:ext cx="36830" cy="180340"/>
          </a:xfrm>
          <a:custGeom>
            <a:avLst/>
            <a:gdLst/>
            <a:ahLst/>
            <a:cxnLst/>
            <a:rect l="l" t="t" r="r" b="b"/>
            <a:pathLst>
              <a:path w="36829" h="180340">
                <a:moveTo>
                  <a:pt x="36576" y="0"/>
                </a:moveTo>
                <a:lnTo>
                  <a:pt x="0" y="0"/>
                </a:lnTo>
                <a:lnTo>
                  <a:pt x="0" y="179832"/>
                </a:lnTo>
                <a:lnTo>
                  <a:pt x="36576" y="179832"/>
                </a:lnTo>
                <a:lnTo>
                  <a:pt x="36576" y="0"/>
                </a:lnTo>
                <a:close/>
              </a:path>
            </a:pathLst>
          </a:custGeom>
          <a:solidFill>
            <a:srgbClr val="183DAF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6" name="object 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719327" y="1463039"/>
            <a:ext cx="1728977" cy="176022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437489" y="431419"/>
            <a:ext cx="173672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FFFFFF"/>
                </a:solidFill>
                <a:latin typeface="Ebrima"/>
                <a:cs typeface="Ebrima"/>
              </a:rPr>
              <a:t>3.3.</a:t>
            </a:r>
            <a:r>
              <a:rPr sz="1800" spc="-15" dirty="0">
                <a:solidFill>
                  <a:srgbClr val="FFFFFF"/>
                </a:solidFill>
                <a:latin typeface="Ebrima"/>
                <a:cs typeface="Ebrima"/>
              </a:rPr>
              <a:t> </a:t>
            </a:r>
            <a:r>
              <a:rPr sz="1800" dirty="0">
                <a:solidFill>
                  <a:srgbClr val="FFFFFF"/>
                </a:solidFill>
                <a:latin typeface="Ebrima"/>
                <a:cs typeface="Ebrima"/>
              </a:rPr>
              <a:t>AI</a:t>
            </a:r>
            <a:r>
              <a:rPr sz="1800" spc="-15" dirty="0">
                <a:solidFill>
                  <a:srgbClr val="FFFFFF"/>
                </a:solidFill>
                <a:latin typeface="Ebrima"/>
                <a:cs typeface="Ebrima"/>
              </a:rPr>
              <a:t> </a:t>
            </a:r>
            <a:r>
              <a:rPr sz="1800" dirty="0">
                <a:solidFill>
                  <a:srgbClr val="FFFFFF"/>
                </a:solidFill>
                <a:latin typeface="Ebrima"/>
                <a:cs typeface="Ebrima"/>
              </a:rPr>
              <a:t>with</a:t>
            </a:r>
            <a:r>
              <a:rPr sz="1800" spc="-5" dirty="0">
                <a:solidFill>
                  <a:srgbClr val="FFFFFF"/>
                </a:solidFill>
                <a:latin typeface="Ebrima"/>
                <a:cs typeface="Ebrima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Ebrima"/>
                <a:cs typeface="Ebrima"/>
              </a:rPr>
              <a:t>Keras</a:t>
            </a:r>
            <a:endParaRPr sz="1800">
              <a:latin typeface="Ebrima"/>
              <a:cs typeface="Ebrim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8671941" y="463677"/>
            <a:ext cx="80962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dirty="0">
                <a:solidFill>
                  <a:srgbClr val="D9D9D9"/>
                </a:solidFill>
                <a:latin typeface="Ebrima"/>
                <a:cs typeface="Ebrima"/>
              </a:rPr>
              <a:t>UNIT</a:t>
            </a:r>
            <a:r>
              <a:rPr sz="1600" spc="400" dirty="0">
                <a:solidFill>
                  <a:srgbClr val="D9D9D9"/>
                </a:solidFill>
                <a:latin typeface="Ebrima"/>
                <a:cs typeface="Ebrima"/>
              </a:rPr>
              <a:t> </a:t>
            </a:r>
            <a:r>
              <a:rPr sz="1600" spc="-35" dirty="0">
                <a:solidFill>
                  <a:srgbClr val="D9D9D9"/>
                </a:solidFill>
                <a:latin typeface="Ebrima"/>
                <a:cs typeface="Ebrima"/>
              </a:rPr>
              <a:t>03</a:t>
            </a:r>
            <a:endParaRPr sz="1600">
              <a:latin typeface="Ebrima"/>
              <a:cs typeface="Ebrima"/>
            </a:endParaRPr>
          </a:p>
        </p:txBody>
      </p:sp>
      <p:pic>
        <p:nvPicPr>
          <p:cNvPr id="9" name="object 9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710183" y="1805939"/>
            <a:ext cx="2157222" cy="162305"/>
          </a:xfrm>
          <a:prstGeom prst="rect">
            <a:avLst/>
          </a:prstGeom>
        </p:spPr>
      </p:pic>
      <p:grpSp>
        <p:nvGrpSpPr>
          <p:cNvPr id="10" name="object 10"/>
          <p:cNvGrpSpPr/>
          <p:nvPr/>
        </p:nvGrpSpPr>
        <p:grpSpPr>
          <a:xfrm>
            <a:off x="682751" y="2049779"/>
            <a:ext cx="8663940" cy="786765"/>
            <a:chOff x="682751" y="2049779"/>
            <a:chExt cx="8663940" cy="786765"/>
          </a:xfrm>
        </p:grpSpPr>
        <p:sp>
          <p:nvSpPr>
            <p:cNvPr id="11" name="object 11"/>
            <p:cNvSpPr/>
            <p:nvPr/>
          </p:nvSpPr>
          <p:spPr>
            <a:xfrm>
              <a:off x="685799" y="2052827"/>
              <a:ext cx="8658225" cy="780415"/>
            </a:xfrm>
            <a:custGeom>
              <a:avLst/>
              <a:gdLst/>
              <a:ahLst/>
              <a:cxnLst/>
              <a:rect l="l" t="t" r="r" b="b"/>
              <a:pathLst>
                <a:path w="8658225" h="780414">
                  <a:moveTo>
                    <a:pt x="0" y="780288"/>
                  </a:moveTo>
                  <a:lnTo>
                    <a:pt x="8657844" y="780288"/>
                  </a:lnTo>
                  <a:lnTo>
                    <a:pt x="8657844" y="0"/>
                  </a:lnTo>
                  <a:lnTo>
                    <a:pt x="0" y="0"/>
                  </a:lnTo>
                  <a:lnTo>
                    <a:pt x="0" y="780288"/>
                  </a:lnTo>
                  <a:close/>
                </a:path>
              </a:pathLst>
            </a:custGeom>
            <a:ln w="6096">
              <a:solidFill>
                <a:srgbClr val="D9D9D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2" name="object 12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840804" y="2176251"/>
              <a:ext cx="8502839" cy="503504"/>
            </a:xfrm>
            <a:prstGeom prst="rect">
              <a:avLst/>
            </a:prstGeom>
          </p:spPr>
        </p:pic>
      </p:grpSp>
      <p:pic>
        <p:nvPicPr>
          <p:cNvPr id="13" name="object 13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844724" y="3105988"/>
            <a:ext cx="217122" cy="217093"/>
          </a:xfrm>
          <a:prstGeom prst="rect">
            <a:avLst/>
          </a:prstGeom>
        </p:spPr>
      </p:pic>
      <p:sp>
        <p:nvSpPr>
          <p:cNvPr id="14" name="object 14"/>
          <p:cNvSpPr txBox="1"/>
          <p:nvPr/>
        </p:nvSpPr>
        <p:spPr>
          <a:xfrm>
            <a:off x="685800" y="2971800"/>
            <a:ext cx="8658225" cy="817244"/>
          </a:xfrm>
          <a:prstGeom prst="rect">
            <a:avLst/>
          </a:prstGeom>
          <a:ln w="6096">
            <a:solidFill>
              <a:srgbClr val="D9D9D9"/>
            </a:solidFill>
          </a:ln>
        </p:spPr>
        <p:txBody>
          <a:bodyPr vert="horz" wrap="square" lIns="0" tIns="132080" rIns="0" bIns="0" rtlCol="0">
            <a:spAutoFit/>
          </a:bodyPr>
          <a:lstStyle/>
          <a:p>
            <a:pPr marL="439420">
              <a:lnSpc>
                <a:spcPct val="100000"/>
              </a:lnSpc>
              <a:spcBef>
                <a:spcPts val="1040"/>
              </a:spcBef>
            </a:pPr>
            <a:r>
              <a:rPr sz="1300" b="1" spc="-254" dirty="0">
                <a:solidFill>
                  <a:srgbClr val="252525"/>
                </a:solidFill>
                <a:latin typeface="Tahoma"/>
                <a:cs typeface="Tahoma"/>
              </a:rPr>
              <a:t>Line</a:t>
            </a:r>
            <a:r>
              <a:rPr sz="1300" b="1" spc="-70" dirty="0">
                <a:solidFill>
                  <a:srgbClr val="252525"/>
                </a:solidFill>
                <a:latin typeface="Tahoma"/>
                <a:cs typeface="Tahoma"/>
              </a:rPr>
              <a:t> </a:t>
            </a:r>
            <a:r>
              <a:rPr sz="1300" b="1" spc="-360" dirty="0">
                <a:solidFill>
                  <a:srgbClr val="252525"/>
                </a:solidFill>
                <a:latin typeface="Tahoma"/>
                <a:cs typeface="Tahoma"/>
              </a:rPr>
              <a:t>105</a:t>
            </a:r>
            <a:endParaRPr sz="1300">
              <a:latin typeface="Tahoma"/>
              <a:cs typeface="Tahoma"/>
            </a:endParaRPr>
          </a:p>
          <a:p>
            <a:pPr marL="659130" indent="-182880">
              <a:lnSpc>
                <a:spcPct val="100000"/>
              </a:lnSpc>
              <a:spcBef>
                <a:spcPts val="420"/>
              </a:spcBef>
              <a:buFont typeface="Arial"/>
              <a:buChar char="•"/>
              <a:tabLst>
                <a:tab pos="659130" algn="l"/>
              </a:tabLst>
            </a:pPr>
            <a:r>
              <a:rPr sz="1400" spc="-155" dirty="0">
                <a:solidFill>
                  <a:srgbClr val="252525"/>
                </a:solidFill>
                <a:latin typeface="Trebuchet MS"/>
                <a:cs typeface="Trebuchet MS"/>
              </a:rPr>
              <a:t>Loss </a:t>
            </a:r>
            <a:r>
              <a:rPr sz="1400" spc="-125" dirty="0">
                <a:solidFill>
                  <a:srgbClr val="252525"/>
                </a:solidFill>
                <a:latin typeface="Trebuchet MS"/>
                <a:cs typeface="Trebuchet MS"/>
              </a:rPr>
              <a:t>=</a:t>
            </a:r>
            <a:r>
              <a:rPr sz="1400" spc="-130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400" spc="-270" dirty="0">
                <a:solidFill>
                  <a:srgbClr val="252525"/>
                </a:solidFill>
                <a:latin typeface="Trebuchet MS"/>
                <a:cs typeface="Trebuchet MS"/>
              </a:rPr>
              <a:t>MAE</a:t>
            </a:r>
            <a:r>
              <a:rPr sz="1400" spc="-170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400" spc="-254" dirty="0">
                <a:solidFill>
                  <a:srgbClr val="252525"/>
                </a:solidFill>
                <a:latin typeface="Trebuchet MS"/>
                <a:cs typeface="Trebuchet MS"/>
              </a:rPr>
              <a:t>(L1)</a:t>
            </a:r>
            <a:r>
              <a:rPr sz="1400" spc="-125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400" spc="-240" dirty="0">
                <a:solidFill>
                  <a:srgbClr val="252525"/>
                </a:solidFill>
                <a:latin typeface="Trebuchet MS"/>
                <a:cs typeface="Trebuchet MS"/>
              </a:rPr>
              <a:t>and</a:t>
            </a:r>
            <a:r>
              <a:rPr sz="1400" spc="-160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400" spc="-185" dirty="0">
                <a:solidFill>
                  <a:srgbClr val="252525"/>
                </a:solidFill>
                <a:latin typeface="Trebuchet MS"/>
                <a:cs typeface="Trebuchet MS"/>
              </a:rPr>
              <a:t>Metrics</a:t>
            </a:r>
            <a:r>
              <a:rPr sz="1400" spc="-170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400" spc="-125" dirty="0">
                <a:solidFill>
                  <a:srgbClr val="252525"/>
                </a:solidFill>
                <a:latin typeface="Trebuchet MS"/>
                <a:cs typeface="Trebuchet MS"/>
              </a:rPr>
              <a:t>=</a:t>
            </a:r>
            <a:r>
              <a:rPr sz="1400" spc="-130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400" spc="-220" dirty="0">
                <a:solidFill>
                  <a:srgbClr val="252525"/>
                </a:solidFill>
                <a:latin typeface="Trebuchet MS"/>
                <a:cs typeface="Trebuchet MS"/>
              </a:rPr>
              <a:t>MSE</a:t>
            </a:r>
            <a:r>
              <a:rPr sz="1400" spc="-145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400" spc="-20" dirty="0">
                <a:solidFill>
                  <a:srgbClr val="252525"/>
                </a:solidFill>
                <a:latin typeface="Trebuchet MS"/>
                <a:cs typeface="Trebuchet MS"/>
              </a:rPr>
              <a:t>(L2)</a:t>
            </a:r>
            <a:endParaRPr sz="14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1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352891" y="6524434"/>
            <a:ext cx="98194" cy="90487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54151" y="6527292"/>
            <a:ext cx="1794510" cy="142494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862571" y="6521195"/>
            <a:ext cx="2327910" cy="118110"/>
          </a:xfrm>
          <a:prstGeom prst="rect">
            <a:avLst/>
          </a:prstGeom>
        </p:spPr>
      </p:pic>
      <p:sp>
        <p:nvSpPr>
          <p:cNvPr id="5" name="object 5"/>
          <p:cNvSpPr/>
          <p:nvPr/>
        </p:nvSpPr>
        <p:spPr>
          <a:xfrm>
            <a:off x="559308" y="1440180"/>
            <a:ext cx="36830" cy="180340"/>
          </a:xfrm>
          <a:custGeom>
            <a:avLst/>
            <a:gdLst/>
            <a:ahLst/>
            <a:cxnLst/>
            <a:rect l="l" t="t" r="r" b="b"/>
            <a:pathLst>
              <a:path w="36829" h="180340">
                <a:moveTo>
                  <a:pt x="36576" y="0"/>
                </a:moveTo>
                <a:lnTo>
                  <a:pt x="0" y="0"/>
                </a:lnTo>
                <a:lnTo>
                  <a:pt x="0" y="179832"/>
                </a:lnTo>
                <a:lnTo>
                  <a:pt x="36576" y="179832"/>
                </a:lnTo>
                <a:lnTo>
                  <a:pt x="36576" y="0"/>
                </a:lnTo>
                <a:close/>
              </a:path>
            </a:pathLst>
          </a:custGeom>
          <a:solidFill>
            <a:srgbClr val="183DAF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6" name="object 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711708" y="1464563"/>
            <a:ext cx="2522982" cy="174498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437489" y="431419"/>
            <a:ext cx="173672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FFFFFF"/>
                </a:solidFill>
                <a:latin typeface="Ebrima"/>
                <a:cs typeface="Ebrima"/>
              </a:rPr>
              <a:t>3.3.</a:t>
            </a:r>
            <a:r>
              <a:rPr sz="1800" spc="-15" dirty="0">
                <a:solidFill>
                  <a:srgbClr val="FFFFFF"/>
                </a:solidFill>
                <a:latin typeface="Ebrima"/>
                <a:cs typeface="Ebrima"/>
              </a:rPr>
              <a:t> </a:t>
            </a:r>
            <a:r>
              <a:rPr sz="1800" dirty="0">
                <a:solidFill>
                  <a:srgbClr val="FFFFFF"/>
                </a:solidFill>
                <a:latin typeface="Ebrima"/>
                <a:cs typeface="Ebrima"/>
              </a:rPr>
              <a:t>AI</a:t>
            </a:r>
            <a:r>
              <a:rPr sz="1800" spc="-15" dirty="0">
                <a:solidFill>
                  <a:srgbClr val="FFFFFF"/>
                </a:solidFill>
                <a:latin typeface="Ebrima"/>
                <a:cs typeface="Ebrima"/>
              </a:rPr>
              <a:t> </a:t>
            </a:r>
            <a:r>
              <a:rPr sz="1800" dirty="0">
                <a:solidFill>
                  <a:srgbClr val="FFFFFF"/>
                </a:solidFill>
                <a:latin typeface="Ebrima"/>
                <a:cs typeface="Ebrima"/>
              </a:rPr>
              <a:t>with</a:t>
            </a:r>
            <a:r>
              <a:rPr sz="1800" spc="-5" dirty="0">
                <a:solidFill>
                  <a:srgbClr val="FFFFFF"/>
                </a:solidFill>
                <a:latin typeface="Ebrima"/>
                <a:cs typeface="Ebrima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Ebrima"/>
                <a:cs typeface="Ebrima"/>
              </a:rPr>
              <a:t>Keras</a:t>
            </a:r>
            <a:endParaRPr sz="1800">
              <a:latin typeface="Ebrima"/>
              <a:cs typeface="Ebrim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8671941" y="463677"/>
            <a:ext cx="80962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dirty="0">
                <a:solidFill>
                  <a:srgbClr val="D9D9D9"/>
                </a:solidFill>
                <a:latin typeface="Ebrima"/>
                <a:cs typeface="Ebrima"/>
              </a:rPr>
              <a:t>UNIT</a:t>
            </a:r>
            <a:r>
              <a:rPr sz="1600" spc="400" dirty="0">
                <a:solidFill>
                  <a:srgbClr val="D9D9D9"/>
                </a:solidFill>
                <a:latin typeface="Ebrima"/>
                <a:cs typeface="Ebrima"/>
              </a:rPr>
              <a:t> </a:t>
            </a:r>
            <a:r>
              <a:rPr sz="1600" spc="-35" dirty="0">
                <a:solidFill>
                  <a:srgbClr val="D9D9D9"/>
                </a:solidFill>
                <a:latin typeface="Ebrima"/>
                <a:cs typeface="Ebrima"/>
              </a:rPr>
              <a:t>03</a:t>
            </a:r>
            <a:endParaRPr sz="1600">
              <a:latin typeface="Ebrima"/>
              <a:cs typeface="Ebrima"/>
            </a:endParaRPr>
          </a:p>
        </p:txBody>
      </p:sp>
      <p:pic>
        <p:nvPicPr>
          <p:cNvPr id="9" name="object 9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710183" y="1805939"/>
            <a:ext cx="1005078" cy="133350"/>
          </a:xfrm>
          <a:prstGeom prst="rect">
            <a:avLst/>
          </a:prstGeom>
        </p:spPr>
      </p:pic>
      <p:grpSp>
        <p:nvGrpSpPr>
          <p:cNvPr id="10" name="object 10"/>
          <p:cNvGrpSpPr/>
          <p:nvPr/>
        </p:nvGrpSpPr>
        <p:grpSpPr>
          <a:xfrm>
            <a:off x="682751" y="2049779"/>
            <a:ext cx="8663940" cy="786765"/>
            <a:chOff x="682751" y="2049779"/>
            <a:chExt cx="8663940" cy="786765"/>
          </a:xfrm>
        </p:grpSpPr>
        <p:sp>
          <p:nvSpPr>
            <p:cNvPr id="11" name="object 11"/>
            <p:cNvSpPr/>
            <p:nvPr/>
          </p:nvSpPr>
          <p:spPr>
            <a:xfrm>
              <a:off x="685799" y="2052827"/>
              <a:ext cx="8658225" cy="780415"/>
            </a:xfrm>
            <a:custGeom>
              <a:avLst/>
              <a:gdLst/>
              <a:ahLst/>
              <a:cxnLst/>
              <a:rect l="l" t="t" r="r" b="b"/>
              <a:pathLst>
                <a:path w="8658225" h="780414">
                  <a:moveTo>
                    <a:pt x="0" y="780288"/>
                  </a:moveTo>
                  <a:lnTo>
                    <a:pt x="8657844" y="780288"/>
                  </a:lnTo>
                  <a:lnTo>
                    <a:pt x="8657844" y="0"/>
                  </a:lnTo>
                  <a:lnTo>
                    <a:pt x="0" y="0"/>
                  </a:lnTo>
                  <a:lnTo>
                    <a:pt x="0" y="780288"/>
                  </a:lnTo>
                  <a:close/>
                </a:path>
              </a:pathLst>
            </a:custGeom>
            <a:ln w="6096">
              <a:solidFill>
                <a:srgbClr val="D9D9D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2" name="object 12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844287" y="2179042"/>
              <a:ext cx="8499356" cy="510480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1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342153" y="6524434"/>
            <a:ext cx="101312" cy="90487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54151" y="6527292"/>
            <a:ext cx="1794510" cy="142494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862571" y="6521195"/>
            <a:ext cx="2327910" cy="118110"/>
          </a:xfrm>
          <a:prstGeom prst="rect">
            <a:avLst/>
          </a:prstGeom>
        </p:spPr>
      </p:pic>
      <p:sp>
        <p:nvSpPr>
          <p:cNvPr id="5" name="object 5"/>
          <p:cNvSpPr/>
          <p:nvPr/>
        </p:nvSpPr>
        <p:spPr>
          <a:xfrm>
            <a:off x="559308" y="1440180"/>
            <a:ext cx="36830" cy="180340"/>
          </a:xfrm>
          <a:custGeom>
            <a:avLst/>
            <a:gdLst/>
            <a:ahLst/>
            <a:cxnLst/>
            <a:rect l="l" t="t" r="r" b="b"/>
            <a:pathLst>
              <a:path w="36829" h="180340">
                <a:moveTo>
                  <a:pt x="36576" y="0"/>
                </a:moveTo>
                <a:lnTo>
                  <a:pt x="0" y="0"/>
                </a:lnTo>
                <a:lnTo>
                  <a:pt x="0" y="179832"/>
                </a:lnTo>
                <a:lnTo>
                  <a:pt x="36576" y="179832"/>
                </a:lnTo>
                <a:lnTo>
                  <a:pt x="36576" y="0"/>
                </a:lnTo>
                <a:close/>
              </a:path>
            </a:pathLst>
          </a:custGeom>
          <a:solidFill>
            <a:srgbClr val="183DAF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6" name="object 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711708" y="1464563"/>
            <a:ext cx="2522982" cy="174498"/>
          </a:xfrm>
          <a:prstGeom prst="rect">
            <a:avLst/>
          </a:prstGeom>
        </p:spPr>
      </p:pic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3.3.</a:t>
            </a:r>
            <a:r>
              <a:rPr spc="-15" dirty="0"/>
              <a:t> </a:t>
            </a:r>
            <a:r>
              <a:rPr dirty="0"/>
              <a:t>AI</a:t>
            </a:r>
            <a:r>
              <a:rPr spc="-15" dirty="0"/>
              <a:t> </a:t>
            </a:r>
            <a:r>
              <a:rPr dirty="0"/>
              <a:t>with</a:t>
            </a:r>
            <a:r>
              <a:rPr spc="-5" dirty="0"/>
              <a:t> </a:t>
            </a:r>
            <a:r>
              <a:rPr spc="-10" dirty="0"/>
              <a:t>Keras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8671941" y="463677"/>
            <a:ext cx="80962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dirty="0">
                <a:solidFill>
                  <a:srgbClr val="D9D9D9"/>
                </a:solidFill>
                <a:latin typeface="Ebrima"/>
                <a:cs typeface="Ebrima"/>
              </a:rPr>
              <a:t>UNIT</a:t>
            </a:r>
            <a:r>
              <a:rPr sz="1600" spc="400" dirty="0">
                <a:solidFill>
                  <a:srgbClr val="D9D9D9"/>
                </a:solidFill>
                <a:latin typeface="Ebrima"/>
                <a:cs typeface="Ebrima"/>
              </a:rPr>
              <a:t> </a:t>
            </a:r>
            <a:r>
              <a:rPr sz="1600" spc="-35" dirty="0">
                <a:solidFill>
                  <a:srgbClr val="D9D9D9"/>
                </a:solidFill>
                <a:latin typeface="Ebrima"/>
                <a:cs typeface="Ebrima"/>
              </a:rPr>
              <a:t>03</a:t>
            </a:r>
            <a:endParaRPr sz="1600">
              <a:latin typeface="Ebrima"/>
              <a:cs typeface="Ebrima"/>
            </a:endParaRPr>
          </a:p>
        </p:txBody>
      </p:sp>
      <p:pic>
        <p:nvPicPr>
          <p:cNvPr id="9" name="object 9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710183" y="1805939"/>
            <a:ext cx="1683257" cy="162305"/>
          </a:xfrm>
          <a:prstGeom prst="rect">
            <a:avLst/>
          </a:prstGeom>
        </p:spPr>
      </p:pic>
      <p:grpSp>
        <p:nvGrpSpPr>
          <p:cNvPr id="10" name="object 10"/>
          <p:cNvGrpSpPr/>
          <p:nvPr/>
        </p:nvGrpSpPr>
        <p:grpSpPr>
          <a:xfrm>
            <a:off x="682625" y="2049652"/>
            <a:ext cx="8664575" cy="4264660"/>
            <a:chOff x="682625" y="2049652"/>
            <a:chExt cx="8664575" cy="4264660"/>
          </a:xfrm>
        </p:grpSpPr>
        <p:sp>
          <p:nvSpPr>
            <p:cNvPr id="11" name="object 11"/>
            <p:cNvSpPr/>
            <p:nvPr/>
          </p:nvSpPr>
          <p:spPr>
            <a:xfrm>
              <a:off x="685800" y="2052827"/>
              <a:ext cx="8658225" cy="4258310"/>
            </a:xfrm>
            <a:custGeom>
              <a:avLst/>
              <a:gdLst/>
              <a:ahLst/>
              <a:cxnLst/>
              <a:rect l="l" t="t" r="r" b="b"/>
              <a:pathLst>
                <a:path w="8658225" h="4258310">
                  <a:moveTo>
                    <a:pt x="0" y="4258056"/>
                  </a:moveTo>
                  <a:lnTo>
                    <a:pt x="8657844" y="4258056"/>
                  </a:lnTo>
                  <a:lnTo>
                    <a:pt x="8657844" y="0"/>
                  </a:lnTo>
                  <a:lnTo>
                    <a:pt x="0" y="0"/>
                  </a:lnTo>
                  <a:lnTo>
                    <a:pt x="0" y="4258056"/>
                  </a:lnTo>
                  <a:close/>
                </a:path>
              </a:pathLst>
            </a:custGeom>
            <a:ln w="6096">
              <a:solidFill>
                <a:srgbClr val="D9D9D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2" name="object 12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837440" y="2177409"/>
              <a:ext cx="8498583" cy="1559832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2136647" y="3970020"/>
              <a:ext cx="3211195" cy="1892935"/>
            </a:xfrm>
            <a:custGeom>
              <a:avLst/>
              <a:gdLst/>
              <a:ahLst/>
              <a:cxnLst/>
              <a:rect l="l" t="t" r="r" b="b"/>
              <a:pathLst>
                <a:path w="3211195" h="1892935">
                  <a:moveTo>
                    <a:pt x="0" y="1856231"/>
                  </a:moveTo>
                  <a:lnTo>
                    <a:pt x="3211068" y="1856231"/>
                  </a:lnTo>
                  <a:lnTo>
                    <a:pt x="3211068" y="0"/>
                  </a:lnTo>
                  <a:lnTo>
                    <a:pt x="0" y="0"/>
                  </a:lnTo>
                  <a:lnTo>
                    <a:pt x="0" y="1856231"/>
                  </a:lnTo>
                  <a:close/>
                </a:path>
                <a:path w="3211195" h="1892935">
                  <a:moveTo>
                    <a:pt x="158495" y="1857755"/>
                  </a:moveTo>
                  <a:lnTo>
                    <a:pt x="158495" y="1892439"/>
                  </a:lnTo>
                </a:path>
                <a:path w="3211195" h="1892935">
                  <a:moveTo>
                    <a:pt x="539495" y="1857755"/>
                  </a:moveTo>
                  <a:lnTo>
                    <a:pt x="539495" y="1892439"/>
                  </a:lnTo>
                </a:path>
                <a:path w="3211195" h="1892935">
                  <a:moveTo>
                    <a:pt x="922019" y="1857755"/>
                  </a:moveTo>
                  <a:lnTo>
                    <a:pt x="922019" y="1892439"/>
                  </a:lnTo>
                </a:path>
                <a:path w="3211195" h="1892935">
                  <a:moveTo>
                    <a:pt x="1303019" y="1857755"/>
                  </a:moveTo>
                  <a:lnTo>
                    <a:pt x="1303019" y="1892439"/>
                  </a:lnTo>
                </a:path>
                <a:path w="3211195" h="1892935">
                  <a:moveTo>
                    <a:pt x="1685543" y="1857755"/>
                  </a:moveTo>
                  <a:lnTo>
                    <a:pt x="1685543" y="1892439"/>
                  </a:lnTo>
                </a:path>
                <a:path w="3211195" h="1892935">
                  <a:moveTo>
                    <a:pt x="2066543" y="1857755"/>
                  </a:moveTo>
                  <a:lnTo>
                    <a:pt x="2066543" y="1892439"/>
                  </a:lnTo>
                </a:path>
                <a:path w="3211195" h="1892935">
                  <a:moveTo>
                    <a:pt x="2449067" y="1857755"/>
                  </a:moveTo>
                  <a:lnTo>
                    <a:pt x="2449067" y="1892439"/>
                  </a:lnTo>
                </a:path>
                <a:path w="3211195" h="1892935">
                  <a:moveTo>
                    <a:pt x="2830067" y="1857755"/>
                  </a:moveTo>
                  <a:lnTo>
                    <a:pt x="2830067" y="1892439"/>
                  </a:lnTo>
                </a:path>
              </a:pathLst>
            </a:custGeom>
            <a:ln w="12192">
              <a:solidFill>
                <a:srgbClr val="7E7E7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2093975" y="4277867"/>
              <a:ext cx="38735" cy="1449705"/>
            </a:xfrm>
            <a:custGeom>
              <a:avLst/>
              <a:gdLst/>
              <a:ahLst/>
              <a:cxnLst/>
              <a:rect l="l" t="t" r="r" b="b"/>
              <a:pathLst>
                <a:path w="38735" h="1449704">
                  <a:moveTo>
                    <a:pt x="38735" y="0"/>
                  </a:moveTo>
                  <a:lnTo>
                    <a:pt x="0" y="0"/>
                  </a:lnTo>
                </a:path>
                <a:path w="38735" h="1449704">
                  <a:moveTo>
                    <a:pt x="38735" y="362711"/>
                  </a:moveTo>
                  <a:lnTo>
                    <a:pt x="0" y="362711"/>
                  </a:lnTo>
                </a:path>
                <a:path w="38735" h="1449704">
                  <a:moveTo>
                    <a:pt x="38735" y="725423"/>
                  </a:moveTo>
                  <a:lnTo>
                    <a:pt x="0" y="725423"/>
                  </a:lnTo>
                </a:path>
                <a:path w="38735" h="1449704">
                  <a:moveTo>
                    <a:pt x="38735" y="1088135"/>
                  </a:moveTo>
                  <a:lnTo>
                    <a:pt x="0" y="1088135"/>
                  </a:lnTo>
                </a:path>
                <a:path w="38735" h="1449704">
                  <a:moveTo>
                    <a:pt x="38735" y="1449323"/>
                  </a:moveTo>
                  <a:lnTo>
                    <a:pt x="0" y="1449323"/>
                  </a:lnTo>
                </a:path>
              </a:pathLst>
            </a:custGeom>
            <a:ln w="12192">
              <a:solidFill>
                <a:srgbClr val="7E7E7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4140708" y="4008120"/>
              <a:ext cx="1160145" cy="360045"/>
            </a:xfrm>
            <a:custGeom>
              <a:avLst/>
              <a:gdLst/>
              <a:ahLst/>
              <a:cxnLst/>
              <a:rect l="l" t="t" r="r" b="b"/>
              <a:pathLst>
                <a:path w="1160145" h="360045">
                  <a:moveTo>
                    <a:pt x="0" y="359663"/>
                  </a:moveTo>
                  <a:lnTo>
                    <a:pt x="1159764" y="359663"/>
                  </a:lnTo>
                  <a:lnTo>
                    <a:pt x="1159764" y="0"/>
                  </a:lnTo>
                  <a:lnTo>
                    <a:pt x="0" y="0"/>
                  </a:lnTo>
                  <a:lnTo>
                    <a:pt x="0" y="359663"/>
                  </a:lnTo>
                  <a:close/>
                </a:path>
              </a:pathLst>
            </a:custGeom>
            <a:ln w="6096">
              <a:solidFill>
                <a:srgbClr val="7E7E7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" name="object 16"/>
          <p:cNvSpPr txBox="1"/>
          <p:nvPr/>
        </p:nvSpPr>
        <p:spPr>
          <a:xfrm>
            <a:off x="1958339" y="4174997"/>
            <a:ext cx="153670" cy="1866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5"/>
              </a:spcBef>
            </a:pPr>
            <a:r>
              <a:rPr sz="1050" spc="-170" dirty="0">
                <a:latin typeface="Trebuchet MS"/>
                <a:cs typeface="Trebuchet MS"/>
              </a:rPr>
              <a:t>100</a:t>
            </a:r>
            <a:endParaRPr sz="1050">
              <a:latin typeface="Trebuchet MS"/>
              <a:cs typeface="Trebuchet MS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1982723" y="4537328"/>
            <a:ext cx="3093720" cy="17405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5"/>
              </a:spcBef>
            </a:pPr>
            <a:r>
              <a:rPr sz="1050" spc="-25" dirty="0">
                <a:latin typeface="Trebuchet MS"/>
                <a:cs typeface="Trebuchet MS"/>
              </a:rPr>
              <a:t>80</a:t>
            </a:r>
            <a:endParaRPr sz="105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135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</a:pPr>
            <a:r>
              <a:rPr sz="1050" spc="-25" dirty="0">
                <a:latin typeface="Trebuchet MS"/>
                <a:cs typeface="Trebuchet MS"/>
              </a:rPr>
              <a:t>60</a:t>
            </a:r>
            <a:endParaRPr sz="105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1350">
              <a:latin typeface="Trebuchet MS"/>
              <a:cs typeface="Trebuchet MS"/>
            </a:endParaRPr>
          </a:p>
          <a:p>
            <a:pPr marL="4445">
              <a:lnSpc>
                <a:spcPct val="100000"/>
              </a:lnSpc>
            </a:pPr>
            <a:r>
              <a:rPr sz="1050" spc="-25" dirty="0">
                <a:latin typeface="Trebuchet MS"/>
                <a:cs typeface="Trebuchet MS"/>
              </a:rPr>
              <a:t>40</a:t>
            </a:r>
            <a:endParaRPr sz="105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135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r>
              <a:rPr sz="1050" spc="-25" dirty="0">
                <a:latin typeface="Trebuchet MS"/>
                <a:cs typeface="Trebuchet MS"/>
              </a:rPr>
              <a:t>20</a:t>
            </a:r>
            <a:endParaRPr sz="1050">
              <a:latin typeface="Trebuchet MS"/>
              <a:cs typeface="Trebuchet MS"/>
            </a:endParaRPr>
          </a:p>
          <a:p>
            <a:pPr marL="283845">
              <a:lnSpc>
                <a:spcPct val="100000"/>
              </a:lnSpc>
              <a:spcBef>
                <a:spcPts val="540"/>
              </a:spcBef>
              <a:tabLst>
                <a:tab pos="608330" algn="l"/>
                <a:tab pos="989965" algn="l"/>
                <a:tab pos="1376680" algn="l"/>
                <a:tab pos="1741170" algn="l"/>
                <a:tab pos="2123440" algn="l"/>
                <a:tab pos="2505075" algn="l"/>
                <a:tab pos="2891155" algn="l"/>
              </a:tabLst>
            </a:pPr>
            <a:r>
              <a:rPr sz="1050" spc="-50" dirty="0">
                <a:latin typeface="Trebuchet MS"/>
                <a:cs typeface="Trebuchet MS"/>
              </a:rPr>
              <a:t>0</a:t>
            </a:r>
            <a:r>
              <a:rPr sz="1050" dirty="0">
                <a:latin typeface="Trebuchet MS"/>
                <a:cs typeface="Trebuchet MS"/>
              </a:rPr>
              <a:t>	</a:t>
            </a:r>
            <a:r>
              <a:rPr sz="1050" spc="-25" dirty="0">
                <a:latin typeface="Trebuchet MS"/>
                <a:cs typeface="Trebuchet MS"/>
              </a:rPr>
              <a:t>250</a:t>
            </a:r>
            <a:r>
              <a:rPr sz="1050" dirty="0">
                <a:latin typeface="Trebuchet MS"/>
                <a:cs typeface="Trebuchet MS"/>
              </a:rPr>
              <a:t>	</a:t>
            </a:r>
            <a:r>
              <a:rPr sz="1050" spc="-25" dirty="0">
                <a:latin typeface="Trebuchet MS"/>
                <a:cs typeface="Trebuchet MS"/>
              </a:rPr>
              <a:t>500</a:t>
            </a:r>
            <a:r>
              <a:rPr sz="1050" dirty="0">
                <a:latin typeface="Trebuchet MS"/>
                <a:cs typeface="Trebuchet MS"/>
              </a:rPr>
              <a:t>	</a:t>
            </a:r>
            <a:r>
              <a:rPr sz="1050" spc="-25" dirty="0">
                <a:latin typeface="Trebuchet MS"/>
                <a:cs typeface="Trebuchet MS"/>
              </a:rPr>
              <a:t>750</a:t>
            </a:r>
            <a:r>
              <a:rPr sz="1050" dirty="0">
                <a:latin typeface="Trebuchet MS"/>
                <a:cs typeface="Trebuchet MS"/>
              </a:rPr>
              <a:t>	</a:t>
            </a:r>
            <a:r>
              <a:rPr sz="1050" spc="-20" dirty="0">
                <a:latin typeface="Trebuchet MS"/>
                <a:cs typeface="Trebuchet MS"/>
              </a:rPr>
              <a:t>1000</a:t>
            </a:r>
            <a:r>
              <a:rPr sz="1050" dirty="0">
                <a:latin typeface="Trebuchet MS"/>
                <a:cs typeface="Trebuchet MS"/>
              </a:rPr>
              <a:t>	</a:t>
            </a:r>
            <a:r>
              <a:rPr sz="1050" spc="-20" dirty="0">
                <a:latin typeface="Trebuchet MS"/>
                <a:cs typeface="Trebuchet MS"/>
              </a:rPr>
              <a:t>1250</a:t>
            </a:r>
            <a:r>
              <a:rPr sz="1050" dirty="0">
                <a:latin typeface="Trebuchet MS"/>
                <a:cs typeface="Trebuchet MS"/>
              </a:rPr>
              <a:t>	</a:t>
            </a:r>
            <a:r>
              <a:rPr sz="1050" spc="-20" dirty="0">
                <a:latin typeface="Trebuchet MS"/>
                <a:cs typeface="Trebuchet MS"/>
              </a:rPr>
              <a:t>1500</a:t>
            </a:r>
            <a:r>
              <a:rPr sz="1050" dirty="0">
                <a:latin typeface="Trebuchet MS"/>
                <a:cs typeface="Trebuchet MS"/>
              </a:rPr>
              <a:t>	</a:t>
            </a:r>
            <a:r>
              <a:rPr sz="1050" spc="-170" dirty="0">
                <a:latin typeface="Trebuchet MS"/>
                <a:cs typeface="Trebuchet MS"/>
              </a:rPr>
              <a:t>1750</a:t>
            </a:r>
            <a:endParaRPr sz="1050">
              <a:latin typeface="Trebuchet MS"/>
              <a:cs typeface="Trebuchet MS"/>
            </a:endParaRPr>
          </a:p>
          <a:p>
            <a:pPr marL="424815" algn="ctr">
              <a:lnSpc>
                <a:spcPct val="100000"/>
              </a:lnSpc>
              <a:spcBef>
                <a:spcPts val="550"/>
              </a:spcBef>
            </a:pPr>
            <a:r>
              <a:rPr sz="1100" b="1" spc="-35" dirty="0">
                <a:latin typeface="Tahoma"/>
                <a:cs typeface="Tahoma"/>
              </a:rPr>
              <a:t>Epoch</a:t>
            </a:r>
            <a:endParaRPr sz="1100">
              <a:latin typeface="Tahoma"/>
              <a:cs typeface="Tahoma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1620168" y="4767660"/>
            <a:ext cx="193675" cy="227329"/>
          </a:xfrm>
          <a:prstGeom prst="rect">
            <a:avLst/>
          </a:prstGeom>
        </p:spPr>
        <p:txBody>
          <a:bodyPr vert="vert270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b="1" spc="-290" dirty="0">
                <a:latin typeface="Tahoma"/>
                <a:cs typeface="Tahoma"/>
              </a:rPr>
              <a:t>MSE</a:t>
            </a:r>
            <a:endParaRPr sz="1100">
              <a:latin typeface="Tahoma"/>
              <a:cs typeface="Tahoma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3359784" y="3739641"/>
            <a:ext cx="781685" cy="193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100" b="1" spc="-200" dirty="0">
                <a:latin typeface="Tahoma"/>
                <a:cs typeface="Tahoma"/>
              </a:rPr>
              <a:t>Training</a:t>
            </a:r>
            <a:r>
              <a:rPr sz="1100" b="1" spc="-75" dirty="0">
                <a:latin typeface="Tahoma"/>
                <a:cs typeface="Tahoma"/>
              </a:rPr>
              <a:t> </a:t>
            </a:r>
            <a:r>
              <a:rPr sz="1100" b="1" spc="-165" dirty="0">
                <a:latin typeface="Tahoma"/>
                <a:cs typeface="Tahoma"/>
              </a:rPr>
              <a:t>History</a:t>
            </a:r>
            <a:endParaRPr sz="1100">
              <a:latin typeface="Tahoma"/>
              <a:cs typeface="Tahoma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4528439" y="3996944"/>
            <a:ext cx="427355" cy="3467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5"/>
              </a:spcBef>
            </a:pPr>
            <a:r>
              <a:rPr sz="1050" spc="-10" dirty="0">
                <a:latin typeface="Trebuchet MS"/>
                <a:cs typeface="Trebuchet MS"/>
              </a:rPr>
              <a:t>Train</a:t>
            </a:r>
            <a:endParaRPr sz="105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</a:pPr>
            <a:r>
              <a:rPr sz="1050" spc="-155" dirty="0">
                <a:latin typeface="Trebuchet MS"/>
                <a:cs typeface="Trebuchet MS"/>
              </a:rPr>
              <a:t>Validation</a:t>
            </a:r>
            <a:endParaRPr sz="1050">
              <a:latin typeface="Trebuchet MS"/>
              <a:cs typeface="Trebuchet MS"/>
            </a:endParaRPr>
          </a:p>
        </p:txBody>
      </p:sp>
      <p:grpSp>
        <p:nvGrpSpPr>
          <p:cNvPr id="21" name="object 21"/>
          <p:cNvGrpSpPr/>
          <p:nvPr/>
        </p:nvGrpSpPr>
        <p:grpSpPr>
          <a:xfrm>
            <a:off x="2270760" y="4035552"/>
            <a:ext cx="2931160" cy="1706880"/>
            <a:chOff x="2270760" y="4035552"/>
            <a:chExt cx="2931160" cy="1706880"/>
          </a:xfrm>
        </p:grpSpPr>
        <p:sp>
          <p:nvSpPr>
            <p:cNvPr id="22" name="object 22"/>
            <p:cNvSpPr/>
            <p:nvPr/>
          </p:nvSpPr>
          <p:spPr>
            <a:xfrm>
              <a:off x="4211574" y="4103370"/>
              <a:ext cx="233045" cy="0"/>
            </a:xfrm>
            <a:custGeom>
              <a:avLst/>
              <a:gdLst/>
              <a:ahLst/>
              <a:cxnLst/>
              <a:rect l="l" t="t" r="r" b="b"/>
              <a:pathLst>
                <a:path w="233045">
                  <a:moveTo>
                    <a:pt x="0" y="0"/>
                  </a:moveTo>
                  <a:lnTo>
                    <a:pt x="232790" y="0"/>
                  </a:lnTo>
                </a:path>
              </a:pathLst>
            </a:custGeom>
            <a:ln w="19812">
              <a:solidFill>
                <a:srgbClr val="13299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4211574" y="4264914"/>
              <a:ext cx="233045" cy="0"/>
            </a:xfrm>
            <a:custGeom>
              <a:avLst/>
              <a:gdLst/>
              <a:ahLst/>
              <a:cxnLst/>
              <a:rect l="l" t="t" r="r" b="b"/>
              <a:pathLst>
                <a:path w="233045">
                  <a:moveTo>
                    <a:pt x="0" y="0"/>
                  </a:moveTo>
                  <a:lnTo>
                    <a:pt x="232790" y="0"/>
                  </a:lnTo>
                </a:path>
              </a:pathLst>
            </a:custGeom>
            <a:ln w="19812">
              <a:solidFill>
                <a:srgbClr val="00AF5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2289810" y="4045458"/>
              <a:ext cx="2897505" cy="1614170"/>
            </a:xfrm>
            <a:custGeom>
              <a:avLst/>
              <a:gdLst/>
              <a:ahLst/>
              <a:cxnLst/>
              <a:rect l="l" t="t" r="r" b="b"/>
              <a:pathLst>
                <a:path w="2897504" h="1614170">
                  <a:moveTo>
                    <a:pt x="0" y="0"/>
                  </a:moveTo>
                  <a:lnTo>
                    <a:pt x="5776" y="52986"/>
                  </a:lnTo>
                  <a:lnTo>
                    <a:pt x="11703" y="105698"/>
                  </a:lnTo>
                  <a:lnTo>
                    <a:pt x="17824" y="157973"/>
                  </a:lnTo>
                  <a:lnTo>
                    <a:pt x="24181" y="209647"/>
                  </a:lnTo>
                  <a:lnTo>
                    <a:pt x="30815" y="260553"/>
                  </a:lnTo>
                  <a:lnTo>
                    <a:pt x="37768" y="310529"/>
                  </a:lnTo>
                  <a:lnTo>
                    <a:pt x="45084" y="359410"/>
                  </a:lnTo>
                  <a:lnTo>
                    <a:pt x="53636" y="415618"/>
                  </a:lnTo>
                  <a:lnTo>
                    <a:pt x="62018" y="471132"/>
                  </a:lnTo>
                  <a:lnTo>
                    <a:pt x="70802" y="525446"/>
                  </a:lnTo>
                  <a:lnTo>
                    <a:pt x="80560" y="578056"/>
                  </a:lnTo>
                  <a:lnTo>
                    <a:pt x="91863" y="628458"/>
                  </a:lnTo>
                  <a:lnTo>
                    <a:pt x="105282" y="676148"/>
                  </a:lnTo>
                  <a:lnTo>
                    <a:pt x="123282" y="729191"/>
                  </a:lnTo>
                  <a:lnTo>
                    <a:pt x="142720" y="778290"/>
                  </a:lnTo>
                  <a:lnTo>
                    <a:pt x="164792" y="824591"/>
                  </a:lnTo>
                  <a:lnTo>
                    <a:pt x="190692" y="869240"/>
                  </a:lnTo>
                  <a:lnTo>
                    <a:pt x="221614" y="913384"/>
                  </a:lnTo>
                  <a:lnTo>
                    <a:pt x="251198" y="949347"/>
                  </a:lnTo>
                  <a:lnTo>
                    <a:pt x="283699" y="983925"/>
                  </a:lnTo>
                  <a:lnTo>
                    <a:pt x="319135" y="1017635"/>
                  </a:lnTo>
                  <a:lnTo>
                    <a:pt x="357523" y="1050995"/>
                  </a:lnTo>
                  <a:lnTo>
                    <a:pt x="398882" y="1084525"/>
                  </a:lnTo>
                  <a:lnTo>
                    <a:pt x="443229" y="1118743"/>
                  </a:lnTo>
                  <a:lnTo>
                    <a:pt x="477453" y="1145070"/>
                  </a:lnTo>
                  <a:lnTo>
                    <a:pt x="511992" y="1171821"/>
                  </a:lnTo>
                  <a:lnTo>
                    <a:pt x="547662" y="1198797"/>
                  </a:lnTo>
                  <a:lnTo>
                    <a:pt x="585279" y="1225804"/>
                  </a:lnTo>
                  <a:lnTo>
                    <a:pt x="625658" y="1252643"/>
                  </a:lnTo>
                  <a:lnTo>
                    <a:pt x="669615" y="1279120"/>
                  </a:lnTo>
                  <a:lnTo>
                    <a:pt x="717965" y="1305037"/>
                  </a:lnTo>
                  <a:lnTo>
                    <a:pt x="771525" y="1330198"/>
                  </a:lnTo>
                  <a:lnTo>
                    <a:pt x="810602" y="1346906"/>
                  </a:lnTo>
                  <a:lnTo>
                    <a:pt x="852421" y="1363905"/>
                  </a:lnTo>
                  <a:lnTo>
                    <a:pt x="896639" y="1381035"/>
                  </a:lnTo>
                  <a:lnTo>
                    <a:pt x="942913" y="1398138"/>
                  </a:lnTo>
                  <a:lnTo>
                    <a:pt x="990900" y="1415053"/>
                  </a:lnTo>
                  <a:lnTo>
                    <a:pt x="1040256" y="1431623"/>
                  </a:lnTo>
                  <a:lnTo>
                    <a:pt x="1090639" y="1447687"/>
                  </a:lnTo>
                  <a:lnTo>
                    <a:pt x="1141706" y="1463087"/>
                  </a:lnTo>
                  <a:lnTo>
                    <a:pt x="1193113" y="1477662"/>
                  </a:lnTo>
                  <a:lnTo>
                    <a:pt x="1244517" y="1491255"/>
                  </a:lnTo>
                  <a:lnTo>
                    <a:pt x="1295576" y="1503706"/>
                  </a:lnTo>
                  <a:lnTo>
                    <a:pt x="1345945" y="1514856"/>
                  </a:lnTo>
                  <a:lnTo>
                    <a:pt x="1396320" y="1524643"/>
                  </a:lnTo>
                  <a:lnTo>
                    <a:pt x="1447461" y="1533199"/>
                  </a:lnTo>
                  <a:lnTo>
                    <a:pt x="1499229" y="1540659"/>
                  </a:lnTo>
                  <a:lnTo>
                    <a:pt x="1551479" y="1547158"/>
                  </a:lnTo>
                  <a:lnTo>
                    <a:pt x="1604069" y="1552834"/>
                  </a:lnTo>
                  <a:lnTo>
                    <a:pt x="1656857" y="1557821"/>
                  </a:lnTo>
                  <a:lnTo>
                    <a:pt x="1709701" y="1562256"/>
                  </a:lnTo>
                  <a:lnTo>
                    <a:pt x="1762458" y="1566275"/>
                  </a:lnTo>
                  <a:lnTo>
                    <a:pt x="1814986" y="1570014"/>
                  </a:lnTo>
                  <a:lnTo>
                    <a:pt x="1867142" y="1573609"/>
                  </a:lnTo>
                  <a:lnTo>
                    <a:pt x="1918784" y="1577195"/>
                  </a:lnTo>
                  <a:lnTo>
                    <a:pt x="1969769" y="1580908"/>
                  </a:lnTo>
                  <a:lnTo>
                    <a:pt x="2020969" y="1584518"/>
                  </a:lnTo>
                  <a:lnTo>
                    <a:pt x="2073090" y="1587732"/>
                  </a:lnTo>
                  <a:lnTo>
                    <a:pt x="2125751" y="1590591"/>
                  </a:lnTo>
                  <a:lnTo>
                    <a:pt x="2178567" y="1593131"/>
                  </a:lnTo>
                  <a:lnTo>
                    <a:pt x="2231153" y="1595391"/>
                  </a:lnTo>
                  <a:lnTo>
                    <a:pt x="2283126" y="1597409"/>
                  </a:lnTo>
                  <a:lnTo>
                    <a:pt x="2334102" y="1599223"/>
                  </a:lnTo>
                  <a:lnTo>
                    <a:pt x="2383695" y="1600872"/>
                  </a:lnTo>
                  <a:lnTo>
                    <a:pt x="2431524" y="1602393"/>
                  </a:lnTo>
                  <a:lnTo>
                    <a:pt x="2477202" y="1603825"/>
                  </a:lnTo>
                  <a:lnTo>
                    <a:pt x="2520347" y="1605206"/>
                  </a:lnTo>
                  <a:lnTo>
                    <a:pt x="2560574" y="1606575"/>
                  </a:lnTo>
                  <a:lnTo>
                    <a:pt x="2623150" y="1608669"/>
                  </a:lnTo>
                  <a:lnTo>
                    <a:pt x="2679035" y="1610281"/>
                  </a:lnTo>
                  <a:lnTo>
                    <a:pt x="2729344" y="1611490"/>
                  </a:lnTo>
                  <a:lnTo>
                    <a:pt x="2775192" y="1612378"/>
                  </a:lnTo>
                  <a:lnTo>
                    <a:pt x="2817695" y="1613025"/>
                  </a:lnTo>
                  <a:lnTo>
                    <a:pt x="2857967" y="1613510"/>
                  </a:lnTo>
                  <a:lnTo>
                    <a:pt x="2897124" y="1613916"/>
                  </a:lnTo>
                </a:path>
              </a:pathLst>
            </a:custGeom>
            <a:ln w="19812">
              <a:solidFill>
                <a:srgbClr val="13299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2280666" y="4434078"/>
              <a:ext cx="2910840" cy="1298575"/>
            </a:xfrm>
            <a:custGeom>
              <a:avLst/>
              <a:gdLst/>
              <a:ahLst/>
              <a:cxnLst/>
              <a:rect l="l" t="t" r="r" b="b"/>
              <a:pathLst>
                <a:path w="2910840" h="1298575">
                  <a:moveTo>
                    <a:pt x="0" y="0"/>
                  </a:moveTo>
                  <a:lnTo>
                    <a:pt x="5755" y="52668"/>
                  </a:lnTo>
                  <a:lnTo>
                    <a:pt x="11457" y="104979"/>
                  </a:lnTo>
                  <a:lnTo>
                    <a:pt x="17394" y="156777"/>
                  </a:lnTo>
                  <a:lnTo>
                    <a:pt x="23856" y="207906"/>
                  </a:lnTo>
                  <a:lnTo>
                    <a:pt x="31131" y="258211"/>
                  </a:lnTo>
                  <a:lnTo>
                    <a:pt x="39508" y="307536"/>
                  </a:lnTo>
                  <a:lnTo>
                    <a:pt x="49275" y="355727"/>
                  </a:lnTo>
                  <a:lnTo>
                    <a:pt x="59560" y="403259"/>
                  </a:lnTo>
                  <a:lnTo>
                    <a:pt x="69813" y="450357"/>
                  </a:lnTo>
                  <a:lnTo>
                    <a:pt x="80813" y="496652"/>
                  </a:lnTo>
                  <a:lnTo>
                    <a:pt x="93337" y="541772"/>
                  </a:lnTo>
                  <a:lnTo>
                    <a:pt x="108162" y="585345"/>
                  </a:lnTo>
                  <a:lnTo>
                    <a:pt x="126066" y="627001"/>
                  </a:lnTo>
                  <a:lnTo>
                    <a:pt x="147827" y="666369"/>
                  </a:lnTo>
                  <a:lnTo>
                    <a:pt x="172971" y="703073"/>
                  </a:lnTo>
                  <a:lnTo>
                    <a:pt x="200646" y="737394"/>
                  </a:lnTo>
                  <a:lnTo>
                    <a:pt x="231070" y="769778"/>
                  </a:lnTo>
                  <a:lnTo>
                    <a:pt x="264457" y="800672"/>
                  </a:lnTo>
                  <a:lnTo>
                    <a:pt x="301024" y="830521"/>
                  </a:lnTo>
                  <a:lnTo>
                    <a:pt x="340985" y="859772"/>
                  </a:lnTo>
                  <a:lnTo>
                    <a:pt x="384556" y="888873"/>
                  </a:lnTo>
                  <a:lnTo>
                    <a:pt x="421721" y="911550"/>
                  </a:lnTo>
                  <a:lnTo>
                    <a:pt x="462116" y="934096"/>
                  </a:lnTo>
                  <a:lnTo>
                    <a:pt x="505130" y="956347"/>
                  </a:lnTo>
                  <a:lnTo>
                    <a:pt x="550154" y="978144"/>
                  </a:lnTo>
                  <a:lnTo>
                    <a:pt x="596579" y="999325"/>
                  </a:lnTo>
                  <a:lnTo>
                    <a:pt x="643795" y="1019730"/>
                  </a:lnTo>
                  <a:lnTo>
                    <a:pt x="691193" y="1039196"/>
                  </a:lnTo>
                  <a:lnTo>
                    <a:pt x="738164" y="1057565"/>
                  </a:lnTo>
                  <a:lnTo>
                    <a:pt x="784097" y="1074674"/>
                  </a:lnTo>
                  <a:lnTo>
                    <a:pt x="835060" y="1092484"/>
                  </a:lnTo>
                  <a:lnTo>
                    <a:pt x="886162" y="1108931"/>
                  </a:lnTo>
                  <a:lnTo>
                    <a:pt x="937460" y="1124119"/>
                  </a:lnTo>
                  <a:lnTo>
                    <a:pt x="989012" y="1138148"/>
                  </a:lnTo>
                  <a:lnTo>
                    <a:pt x="1040873" y="1151123"/>
                  </a:lnTo>
                  <a:lnTo>
                    <a:pt x="1093100" y="1163145"/>
                  </a:lnTo>
                  <a:lnTo>
                    <a:pt x="1145750" y="1174318"/>
                  </a:lnTo>
                  <a:lnTo>
                    <a:pt x="1198880" y="1184744"/>
                  </a:lnTo>
                  <a:lnTo>
                    <a:pt x="1245863" y="1193046"/>
                  </a:lnTo>
                  <a:lnTo>
                    <a:pt x="1292278" y="1200170"/>
                  </a:lnTo>
                  <a:lnTo>
                    <a:pt x="1338565" y="1206342"/>
                  </a:lnTo>
                  <a:lnTo>
                    <a:pt x="1385163" y="1211790"/>
                  </a:lnTo>
                  <a:lnTo>
                    <a:pt x="1432510" y="1216740"/>
                  </a:lnTo>
                  <a:lnTo>
                    <a:pt x="1481045" y="1221418"/>
                  </a:lnTo>
                  <a:lnTo>
                    <a:pt x="1531208" y="1226052"/>
                  </a:lnTo>
                  <a:lnTo>
                    <a:pt x="1583438" y="1230867"/>
                  </a:lnTo>
                  <a:lnTo>
                    <a:pt x="1638172" y="1236091"/>
                  </a:lnTo>
                  <a:lnTo>
                    <a:pt x="1684610" y="1240688"/>
                  </a:lnTo>
                  <a:lnTo>
                    <a:pt x="1732137" y="1245431"/>
                  </a:lnTo>
                  <a:lnTo>
                    <a:pt x="1780752" y="1250254"/>
                  </a:lnTo>
                  <a:lnTo>
                    <a:pt x="1830455" y="1255090"/>
                  </a:lnTo>
                  <a:lnTo>
                    <a:pt x="1881245" y="1259874"/>
                  </a:lnTo>
                  <a:lnTo>
                    <a:pt x="1933121" y="1264539"/>
                  </a:lnTo>
                  <a:lnTo>
                    <a:pt x="1986084" y="1269020"/>
                  </a:lnTo>
                  <a:lnTo>
                    <a:pt x="2040132" y="1273251"/>
                  </a:lnTo>
                  <a:lnTo>
                    <a:pt x="2095265" y="1277165"/>
                  </a:lnTo>
                  <a:lnTo>
                    <a:pt x="2151482" y="1280696"/>
                  </a:lnTo>
                  <a:lnTo>
                    <a:pt x="2208784" y="1283779"/>
                  </a:lnTo>
                  <a:lnTo>
                    <a:pt x="2254723" y="1285882"/>
                  </a:lnTo>
                  <a:lnTo>
                    <a:pt x="2301597" y="1287750"/>
                  </a:lnTo>
                  <a:lnTo>
                    <a:pt x="2349335" y="1289402"/>
                  </a:lnTo>
                  <a:lnTo>
                    <a:pt x="2397863" y="1290855"/>
                  </a:lnTo>
                  <a:lnTo>
                    <a:pt x="2447111" y="1292127"/>
                  </a:lnTo>
                  <a:lnTo>
                    <a:pt x="2497006" y="1293238"/>
                  </a:lnTo>
                  <a:lnTo>
                    <a:pt x="2547477" y="1294204"/>
                  </a:lnTo>
                  <a:lnTo>
                    <a:pt x="2598451" y="1295044"/>
                  </a:lnTo>
                  <a:lnTo>
                    <a:pt x="2649856" y="1295776"/>
                  </a:lnTo>
                  <a:lnTo>
                    <a:pt x="2701621" y="1296418"/>
                  </a:lnTo>
                  <a:lnTo>
                    <a:pt x="2753674" y="1296988"/>
                  </a:lnTo>
                  <a:lnTo>
                    <a:pt x="2805943" y="1297504"/>
                  </a:lnTo>
                  <a:lnTo>
                    <a:pt x="2858355" y="1297985"/>
                  </a:lnTo>
                  <a:lnTo>
                    <a:pt x="2910839" y="1298448"/>
                  </a:lnTo>
                </a:path>
              </a:pathLst>
            </a:custGeom>
            <a:ln w="19812">
              <a:solidFill>
                <a:srgbClr val="00AF5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1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342153" y="6524434"/>
            <a:ext cx="101312" cy="90487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54151" y="6527292"/>
            <a:ext cx="1794510" cy="142494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862571" y="6521195"/>
            <a:ext cx="2327910" cy="118110"/>
          </a:xfrm>
          <a:prstGeom prst="rect">
            <a:avLst/>
          </a:prstGeom>
        </p:spPr>
      </p:pic>
      <p:sp>
        <p:nvSpPr>
          <p:cNvPr id="5" name="object 5"/>
          <p:cNvSpPr/>
          <p:nvPr/>
        </p:nvSpPr>
        <p:spPr>
          <a:xfrm>
            <a:off x="559308" y="1440180"/>
            <a:ext cx="36830" cy="180340"/>
          </a:xfrm>
          <a:custGeom>
            <a:avLst/>
            <a:gdLst/>
            <a:ahLst/>
            <a:cxnLst/>
            <a:rect l="l" t="t" r="r" b="b"/>
            <a:pathLst>
              <a:path w="36829" h="180340">
                <a:moveTo>
                  <a:pt x="36576" y="0"/>
                </a:moveTo>
                <a:lnTo>
                  <a:pt x="0" y="0"/>
                </a:lnTo>
                <a:lnTo>
                  <a:pt x="0" y="179832"/>
                </a:lnTo>
                <a:lnTo>
                  <a:pt x="36576" y="179832"/>
                </a:lnTo>
                <a:lnTo>
                  <a:pt x="36576" y="0"/>
                </a:lnTo>
                <a:close/>
              </a:path>
            </a:pathLst>
          </a:custGeom>
          <a:solidFill>
            <a:srgbClr val="183DAF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6" name="object 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711708" y="1464563"/>
            <a:ext cx="2522982" cy="174498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437489" y="431419"/>
            <a:ext cx="173672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FFFFFF"/>
                </a:solidFill>
                <a:latin typeface="Ebrima"/>
                <a:cs typeface="Ebrima"/>
              </a:rPr>
              <a:t>3.3.</a:t>
            </a:r>
            <a:r>
              <a:rPr sz="1800" spc="-15" dirty="0">
                <a:solidFill>
                  <a:srgbClr val="FFFFFF"/>
                </a:solidFill>
                <a:latin typeface="Ebrima"/>
                <a:cs typeface="Ebrima"/>
              </a:rPr>
              <a:t> </a:t>
            </a:r>
            <a:r>
              <a:rPr sz="1800" dirty="0">
                <a:solidFill>
                  <a:srgbClr val="FFFFFF"/>
                </a:solidFill>
                <a:latin typeface="Ebrima"/>
                <a:cs typeface="Ebrima"/>
              </a:rPr>
              <a:t>AI</a:t>
            </a:r>
            <a:r>
              <a:rPr sz="1800" spc="-15" dirty="0">
                <a:solidFill>
                  <a:srgbClr val="FFFFFF"/>
                </a:solidFill>
                <a:latin typeface="Ebrima"/>
                <a:cs typeface="Ebrima"/>
              </a:rPr>
              <a:t> </a:t>
            </a:r>
            <a:r>
              <a:rPr sz="1800" dirty="0">
                <a:solidFill>
                  <a:srgbClr val="FFFFFF"/>
                </a:solidFill>
                <a:latin typeface="Ebrima"/>
                <a:cs typeface="Ebrima"/>
              </a:rPr>
              <a:t>with</a:t>
            </a:r>
            <a:r>
              <a:rPr sz="1800" spc="-5" dirty="0">
                <a:solidFill>
                  <a:srgbClr val="FFFFFF"/>
                </a:solidFill>
                <a:latin typeface="Ebrima"/>
                <a:cs typeface="Ebrima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Ebrima"/>
                <a:cs typeface="Ebrima"/>
              </a:rPr>
              <a:t>Keras</a:t>
            </a:r>
            <a:endParaRPr sz="1800">
              <a:latin typeface="Ebrima"/>
              <a:cs typeface="Ebrim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8671941" y="463677"/>
            <a:ext cx="80962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dirty="0">
                <a:solidFill>
                  <a:srgbClr val="D9D9D9"/>
                </a:solidFill>
                <a:latin typeface="Ebrima"/>
                <a:cs typeface="Ebrima"/>
              </a:rPr>
              <a:t>UNIT</a:t>
            </a:r>
            <a:r>
              <a:rPr sz="1600" spc="400" dirty="0">
                <a:solidFill>
                  <a:srgbClr val="D9D9D9"/>
                </a:solidFill>
                <a:latin typeface="Ebrima"/>
                <a:cs typeface="Ebrima"/>
              </a:rPr>
              <a:t> </a:t>
            </a:r>
            <a:r>
              <a:rPr sz="1600" spc="-35" dirty="0">
                <a:solidFill>
                  <a:srgbClr val="D9D9D9"/>
                </a:solidFill>
                <a:latin typeface="Ebrima"/>
                <a:cs typeface="Ebrima"/>
              </a:rPr>
              <a:t>03</a:t>
            </a:r>
            <a:endParaRPr sz="1600">
              <a:latin typeface="Ebrima"/>
              <a:cs typeface="Ebrima"/>
            </a:endParaRPr>
          </a:p>
        </p:txBody>
      </p:sp>
      <p:pic>
        <p:nvPicPr>
          <p:cNvPr id="9" name="object 9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710183" y="1805939"/>
            <a:ext cx="1564386" cy="148589"/>
          </a:xfrm>
          <a:prstGeom prst="rect">
            <a:avLst/>
          </a:prstGeom>
        </p:spPr>
      </p:pic>
      <p:grpSp>
        <p:nvGrpSpPr>
          <p:cNvPr id="10" name="object 10"/>
          <p:cNvGrpSpPr/>
          <p:nvPr/>
        </p:nvGrpSpPr>
        <p:grpSpPr>
          <a:xfrm>
            <a:off x="682751" y="2049779"/>
            <a:ext cx="8663940" cy="1202690"/>
            <a:chOff x="682751" y="2049779"/>
            <a:chExt cx="8663940" cy="1202690"/>
          </a:xfrm>
        </p:grpSpPr>
        <p:sp>
          <p:nvSpPr>
            <p:cNvPr id="11" name="object 11"/>
            <p:cNvSpPr/>
            <p:nvPr/>
          </p:nvSpPr>
          <p:spPr>
            <a:xfrm>
              <a:off x="685799" y="2052827"/>
              <a:ext cx="8658225" cy="1196340"/>
            </a:xfrm>
            <a:custGeom>
              <a:avLst/>
              <a:gdLst/>
              <a:ahLst/>
              <a:cxnLst/>
              <a:rect l="l" t="t" r="r" b="b"/>
              <a:pathLst>
                <a:path w="8658225" h="1196339">
                  <a:moveTo>
                    <a:pt x="0" y="1196339"/>
                  </a:moveTo>
                  <a:lnTo>
                    <a:pt x="8657844" y="1196339"/>
                  </a:lnTo>
                  <a:lnTo>
                    <a:pt x="8657844" y="0"/>
                  </a:lnTo>
                  <a:lnTo>
                    <a:pt x="0" y="0"/>
                  </a:lnTo>
                  <a:lnTo>
                    <a:pt x="0" y="1196339"/>
                  </a:lnTo>
                  <a:close/>
                </a:path>
              </a:pathLst>
            </a:custGeom>
            <a:ln w="6096">
              <a:solidFill>
                <a:srgbClr val="D9D9D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2" name="object 12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843319" y="2189761"/>
              <a:ext cx="8500324" cy="890557"/>
            </a:xfrm>
            <a:prstGeom prst="rect">
              <a:avLst/>
            </a:prstGeom>
          </p:spPr>
        </p:pic>
      </p:grpSp>
      <p:pic>
        <p:nvPicPr>
          <p:cNvPr id="13" name="object 13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844724" y="3515893"/>
            <a:ext cx="217122" cy="215747"/>
          </a:xfrm>
          <a:prstGeom prst="rect">
            <a:avLst/>
          </a:prstGeom>
        </p:spPr>
      </p:pic>
      <p:sp>
        <p:nvSpPr>
          <p:cNvPr id="14" name="object 14"/>
          <p:cNvSpPr txBox="1"/>
          <p:nvPr/>
        </p:nvSpPr>
        <p:spPr>
          <a:xfrm>
            <a:off x="685800" y="3380232"/>
            <a:ext cx="8658225" cy="696595"/>
          </a:xfrm>
          <a:prstGeom prst="rect">
            <a:avLst/>
          </a:prstGeom>
          <a:ln w="6096">
            <a:solidFill>
              <a:srgbClr val="D9D9D9"/>
            </a:solidFill>
          </a:ln>
        </p:spPr>
        <p:txBody>
          <a:bodyPr vert="horz" wrap="square" lIns="0" tIns="133350" rIns="0" bIns="0" rtlCol="0">
            <a:spAutoFit/>
          </a:bodyPr>
          <a:lstStyle/>
          <a:p>
            <a:pPr marL="439420">
              <a:lnSpc>
                <a:spcPct val="100000"/>
              </a:lnSpc>
              <a:spcBef>
                <a:spcPts val="1050"/>
              </a:spcBef>
            </a:pPr>
            <a:r>
              <a:rPr sz="1300" b="1" spc="-254" dirty="0">
                <a:solidFill>
                  <a:srgbClr val="252525"/>
                </a:solidFill>
                <a:latin typeface="Tahoma"/>
                <a:cs typeface="Tahoma"/>
              </a:rPr>
              <a:t>Line</a:t>
            </a:r>
            <a:r>
              <a:rPr sz="1300" b="1" spc="-70" dirty="0">
                <a:solidFill>
                  <a:srgbClr val="252525"/>
                </a:solidFill>
                <a:latin typeface="Tahoma"/>
                <a:cs typeface="Tahoma"/>
              </a:rPr>
              <a:t> </a:t>
            </a:r>
            <a:r>
              <a:rPr sz="1300" b="1" spc="-360" dirty="0">
                <a:solidFill>
                  <a:srgbClr val="252525"/>
                </a:solidFill>
                <a:latin typeface="Tahoma"/>
                <a:cs typeface="Tahoma"/>
              </a:rPr>
              <a:t>109</a:t>
            </a:r>
            <a:endParaRPr sz="1300">
              <a:latin typeface="Tahoma"/>
              <a:cs typeface="Tahoma"/>
            </a:endParaRPr>
          </a:p>
          <a:p>
            <a:pPr marL="659130" indent="-182880">
              <a:lnSpc>
                <a:spcPct val="100000"/>
              </a:lnSpc>
              <a:spcBef>
                <a:spcPts val="420"/>
              </a:spcBef>
              <a:buFont typeface="Arial"/>
              <a:buChar char="•"/>
              <a:tabLst>
                <a:tab pos="659130" algn="l"/>
              </a:tabLst>
            </a:pPr>
            <a:r>
              <a:rPr sz="1400" spc="-190" dirty="0">
                <a:solidFill>
                  <a:srgbClr val="252525"/>
                </a:solidFill>
                <a:latin typeface="Trebuchet MS"/>
                <a:cs typeface="Trebuchet MS"/>
              </a:rPr>
              <a:t>Returns</a:t>
            </a:r>
            <a:r>
              <a:rPr sz="1400" spc="-160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400" spc="-225" dirty="0">
                <a:solidFill>
                  <a:srgbClr val="252525"/>
                </a:solidFill>
                <a:latin typeface="Trebuchet MS"/>
                <a:cs typeface="Trebuchet MS"/>
              </a:rPr>
              <a:t>the</a:t>
            </a:r>
            <a:r>
              <a:rPr sz="1400" spc="-165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400" spc="-130" dirty="0">
                <a:solidFill>
                  <a:srgbClr val="252525"/>
                </a:solidFill>
                <a:latin typeface="Trebuchet MS"/>
                <a:cs typeface="Trebuchet MS"/>
              </a:rPr>
              <a:t>0 </a:t>
            </a:r>
            <a:r>
              <a:rPr sz="1400" spc="-125" dirty="0">
                <a:solidFill>
                  <a:srgbClr val="252525"/>
                </a:solidFill>
                <a:latin typeface="Trebuchet MS"/>
                <a:cs typeface="Trebuchet MS"/>
              </a:rPr>
              <a:t>=</a:t>
            </a:r>
            <a:r>
              <a:rPr sz="1400" spc="-135" dirty="0">
                <a:solidFill>
                  <a:srgbClr val="252525"/>
                </a:solidFill>
                <a:latin typeface="Trebuchet MS"/>
                <a:cs typeface="Trebuchet MS"/>
              </a:rPr>
              <a:t> loss</a:t>
            </a:r>
            <a:r>
              <a:rPr sz="1400" spc="-155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400" spc="-220" dirty="0">
                <a:solidFill>
                  <a:srgbClr val="252525"/>
                </a:solidFill>
                <a:latin typeface="Trebuchet MS"/>
                <a:cs typeface="Trebuchet MS"/>
              </a:rPr>
              <a:t>value</a:t>
            </a:r>
            <a:r>
              <a:rPr sz="1400" spc="-155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400" spc="-240" dirty="0">
                <a:solidFill>
                  <a:srgbClr val="252525"/>
                </a:solidFill>
                <a:latin typeface="Trebuchet MS"/>
                <a:cs typeface="Trebuchet MS"/>
              </a:rPr>
              <a:t>and</a:t>
            </a:r>
            <a:r>
              <a:rPr sz="1400" spc="-155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400" spc="-459" dirty="0">
                <a:solidFill>
                  <a:srgbClr val="252525"/>
                </a:solidFill>
                <a:latin typeface="Trebuchet MS"/>
                <a:cs typeface="Trebuchet MS"/>
              </a:rPr>
              <a:t>1</a:t>
            </a:r>
            <a:r>
              <a:rPr sz="1400" spc="-125" dirty="0">
                <a:solidFill>
                  <a:srgbClr val="252525"/>
                </a:solidFill>
                <a:latin typeface="Trebuchet MS"/>
                <a:cs typeface="Trebuchet MS"/>
              </a:rPr>
              <a:t> =</a:t>
            </a:r>
            <a:r>
              <a:rPr sz="1400" spc="-140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400" spc="-190" dirty="0">
                <a:solidFill>
                  <a:srgbClr val="252525"/>
                </a:solidFill>
                <a:latin typeface="Trebuchet MS"/>
                <a:cs typeface="Trebuchet MS"/>
              </a:rPr>
              <a:t>metrics</a:t>
            </a:r>
            <a:r>
              <a:rPr sz="1400" spc="-155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400" spc="-50" dirty="0">
                <a:solidFill>
                  <a:srgbClr val="252525"/>
                </a:solidFill>
                <a:latin typeface="Trebuchet MS"/>
                <a:cs typeface="Trebuchet MS"/>
              </a:rPr>
              <a:t>value.</a:t>
            </a:r>
            <a:endParaRPr sz="14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1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331604" y="6524434"/>
            <a:ext cx="113385" cy="90487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54151" y="6527292"/>
            <a:ext cx="1794510" cy="142494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862571" y="6521195"/>
            <a:ext cx="2327910" cy="118110"/>
          </a:xfrm>
          <a:prstGeom prst="rect">
            <a:avLst/>
          </a:prstGeom>
        </p:spPr>
      </p:pic>
      <p:sp>
        <p:nvSpPr>
          <p:cNvPr id="5" name="object 5"/>
          <p:cNvSpPr/>
          <p:nvPr/>
        </p:nvSpPr>
        <p:spPr>
          <a:xfrm>
            <a:off x="559308" y="1440180"/>
            <a:ext cx="36830" cy="180340"/>
          </a:xfrm>
          <a:custGeom>
            <a:avLst/>
            <a:gdLst/>
            <a:ahLst/>
            <a:cxnLst/>
            <a:rect l="l" t="t" r="r" b="b"/>
            <a:pathLst>
              <a:path w="36829" h="180340">
                <a:moveTo>
                  <a:pt x="36576" y="0"/>
                </a:moveTo>
                <a:lnTo>
                  <a:pt x="0" y="0"/>
                </a:lnTo>
                <a:lnTo>
                  <a:pt x="0" y="179832"/>
                </a:lnTo>
                <a:lnTo>
                  <a:pt x="36576" y="179832"/>
                </a:lnTo>
                <a:lnTo>
                  <a:pt x="36576" y="0"/>
                </a:lnTo>
                <a:close/>
              </a:path>
            </a:pathLst>
          </a:custGeom>
          <a:solidFill>
            <a:srgbClr val="183DAF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6" name="object 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719327" y="1464563"/>
            <a:ext cx="1718310" cy="174498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437489" y="431419"/>
            <a:ext cx="173672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FFFFFF"/>
                </a:solidFill>
                <a:latin typeface="Ebrima"/>
                <a:cs typeface="Ebrima"/>
              </a:rPr>
              <a:t>3.3.</a:t>
            </a:r>
            <a:r>
              <a:rPr sz="1800" spc="-15" dirty="0">
                <a:solidFill>
                  <a:srgbClr val="FFFFFF"/>
                </a:solidFill>
                <a:latin typeface="Ebrima"/>
                <a:cs typeface="Ebrima"/>
              </a:rPr>
              <a:t> </a:t>
            </a:r>
            <a:r>
              <a:rPr sz="1800" dirty="0">
                <a:solidFill>
                  <a:srgbClr val="FFFFFF"/>
                </a:solidFill>
                <a:latin typeface="Ebrima"/>
                <a:cs typeface="Ebrima"/>
              </a:rPr>
              <a:t>AI</a:t>
            </a:r>
            <a:r>
              <a:rPr sz="1800" spc="-15" dirty="0">
                <a:solidFill>
                  <a:srgbClr val="FFFFFF"/>
                </a:solidFill>
                <a:latin typeface="Ebrima"/>
                <a:cs typeface="Ebrima"/>
              </a:rPr>
              <a:t> </a:t>
            </a:r>
            <a:r>
              <a:rPr sz="1800" dirty="0">
                <a:solidFill>
                  <a:srgbClr val="FFFFFF"/>
                </a:solidFill>
                <a:latin typeface="Ebrima"/>
                <a:cs typeface="Ebrima"/>
              </a:rPr>
              <a:t>with</a:t>
            </a:r>
            <a:r>
              <a:rPr sz="1800" spc="-5" dirty="0">
                <a:solidFill>
                  <a:srgbClr val="FFFFFF"/>
                </a:solidFill>
                <a:latin typeface="Ebrima"/>
                <a:cs typeface="Ebrima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Ebrima"/>
                <a:cs typeface="Ebrima"/>
              </a:rPr>
              <a:t>Keras</a:t>
            </a:r>
            <a:endParaRPr sz="1800">
              <a:latin typeface="Ebrima"/>
              <a:cs typeface="Ebrim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8671941" y="463677"/>
            <a:ext cx="80962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dirty="0">
                <a:solidFill>
                  <a:srgbClr val="D9D9D9"/>
                </a:solidFill>
                <a:latin typeface="Ebrima"/>
                <a:cs typeface="Ebrima"/>
              </a:rPr>
              <a:t>UNIT</a:t>
            </a:r>
            <a:r>
              <a:rPr sz="1600" spc="400" dirty="0">
                <a:solidFill>
                  <a:srgbClr val="D9D9D9"/>
                </a:solidFill>
                <a:latin typeface="Ebrima"/>
                <a:cs typeface="Ebrima"/>
              </a:rPr>
              <a:t> </a:t>
            </a:r>
            <a:r>
              <a:rPr sz="1600" spc="-35" dirty="0">
                <a:solidFill>
                  <a:srgbClr val="D9D9D9"/>
                </a:solidFill>
                <a:latin typeface="Ebrima"/>
                <a:cs typeface="Ebrima"/>
              </a:rPr>
              <a:t>03</a:t>
            </a:r>
            <a:endParaRPr sz="1600">
              <a:latin typeface="Ebrima"/>
              <a:cs typeface="Ebrima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682751" y="1804416"/>
            <a:ext cx="8663940" cy="2806065"/>
            <a:chOff x="682751" y="1804416"/>
            <a:chExt cx="8663940" cy="2806065"/>
          </a:xfrm>
        </p:grpSpPr>
        <p:sp>
          <p:nvSpPr>
            <p:cNvPr id="10" name="object 10"/>
            <p:cNvSpPr/>
            <p:nvPr/>
          </p:nvSpPr>
          <p:spPr>
            <a:xfrm>
              <a:off x="685799" y="1807464"/>
              <a:ext cx="8658225" cy="2799715"/>
            </a:xfrm>
            <a:custGeom>
              <a:avLst/>
              <a:gdLst/>
              <a:ahLst/>
              <a:cxnLst/>
              <a:rect l="l" t="t" r="r" b="b"/>
              <a:pathLst>
                <a:path w="8658225" h="2799715">
                  <a:moveTo>
                    <a:pt x="0" y="2799588"/>
                  </a:moveTo>
                  <a:lnTo>
                    <a:pt x="8657844" y="2799588"/>
                  </a:lnTo>
                  <a:lnTo>
                    <a:pt x="8657844" y="0"/>
                  </a:lnTo>
                  <a:lnTo>
                    <a:pt x="0" y="0"/>
                  </a:lnTo>
                  <a:lnTo>
                    <a:pt x="0" y="2799588"/>
                  </a:lnTo>
                  <a:close/>
                </a:path>
              </a:pathLst>
            </a:custGeom>
            <a:ln w="6096">
              <a:solidFill>
                <a:srgbClr val="D9D9D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" name="object 11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843855" y="1965415"/>
              <a:ext cx="8499788" cy="503486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803147" y="1880616"/>
              <a:ext cx="8540496" cy="2628899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1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359084" y="6524434"/>
            <a:ext cx="85905" cy="90487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54151" y="6527292"/>
            <a:ext cx="1794510" cy="142494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862571" y="6521195"/>
            <a:ext cx="2327910" cy="118110"/>
          </a:xfrm>
          <a:prstGeom prst="rect">
            <a:avLst/>
          </a:prstGeom>
        </p:spPr>
      </p:pic>
      <p:sp>
        <p:nvSpPr>
          <p:cNvPr id="5" name="object 5"/>
          <p:cNvSpPr/>
          <p:nvPr/>
        </p:nvSpPr>
        <p:spPr>
          <a:xfrm>
            <a:off x="559308" y="1440180"/>
            <a:ext cx="36830" cy="180340"/>
          </a:xfrm>
          <a:custGeom>
            <a:avLst/>
            <a:gdLst/>
            <a:ahLst/>
            <a:cxnLst/>
            <a:rect l="l" t="t" r="r" b="b"/>
            <a:pathLst>
              <a:path w="36829" h="180340">
                <a:moveTo>
                  <a:pt x="36576" y="0"/>
                </a:moveTo>
                <a:lnTo>
                  <a:pt x="0" y="0"/>
                </a:lnTo>
                <a:lnTo>
                  <a:pt x="0" y="179832"/>
                </a:lnTo>
                <a:lnTo>
                  <a:pt x="36576" y="179832"/>
                </a:lnTo>
                <a:lnTo>
                  <a:pt x="36576" y="0"/>
                </a:lnTo>
                <a:close/>
              </a:path>
            </a:pathLst>
          </a:custGeom>
          <a:solidFill>
            <a:srgbClr val="183DAF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6" name="object 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719327" y="1464563"/>
            <a:ext cx="1718310" cy="174498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437489" y="431419"/>
            <a:ext cx="173672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FFFFFF"/>
                </a:solidFill>
                <a:latin typeface="Ebrima"/>
                <a:cs typeface="Ebrima"/>
              </a:rPr>
              <a:t>3.3.</a:t>
            </a:r>
            <a:r>
              <a:rPr sz="1800" spc="-15" dirty="0">
                <a:solidFill>
                  <a:srgbClr val="FFFFFF"/>
                </a:solidFill>
                <a:latin typeface="Ebrima"/>
                <a:cs typeface="Ebrima"/>
              </a:rPr>
              <a:t> </a:t>
            </a:r>
            <a:r>
              <a:rPr sz="1800" dirty="0">
                <a:solidFill>
                  <a:srgbClr val="FFFFFF"/>
                </a:solidFill>
                <a:latin typeface="Ebrima"/>
                <a:cs typeface="Ebrima"/>
              </a:rPr>
              <a:t>AI</a:t>
            </a:r>
            <a:r>
              <a:rPr sz="1800" spc="-15" dirty="0">
                <a:solidFill>
                  <a:srgbClr val="FFFFFF"/>
                </a:solidFill>
                <a:latin typeface="Ebrima"/>
                <a:cs typeface="Ebrima"/>
              </a:rPr>
              <a:t> </a:t>
            </a:r>
            <a:r>
              <a:rPr sz="1800" dirty="0">
                <a:solidFill>
                  <a:srgbClr val="FFFFFF"/>
                </a:solidFill>
                <a:latin typeface="Ebrima"/>
                <a:cs typeface="Ebrima"/>
              </a:rPr>
              <a:t>with</a:t>
            </a:r>
            <a:r>
              <a:rPr sz="1800" spc="-5" dirty="0">
                <a:solidFill>
                  <a:srgbClr val="FFFFFF"/>
                </a:solidFill>
                <a:latin typeface="Ebrima"/>
                <a:cs typeface="Ebrima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Ebrima"/>
                <a:cs typeface="Ebrima"/>
              </a:rPr>
              <a:t>Keras</a:t>
            </a:r>
            <a:endParaRPr sz="1800">
              <a:latin typeface="Ebrima"/>
              <a:cs typeface="Ebrim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8671941" y="463677"/>
            <a:ext cx="80962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dirty="0">
                <a:solidFill>
                  <a:srgbClr val="D9D9D9"/>
                </a:solidFill>
                <a:latin typeface="Ebrima"/>
                <a:cs typeface="Ebrima"/>
              </a:rPr>
              <a:t>UNIT</a:t>
            </a:r>
            <a:r>
              <a:rPr sz="1600" spc="400" dirty="0">
                <a:solidFill>
                  <a:srgbClr val="D9D9D9"/>
                </a:solidFill>
                <a:latin typeface="Ebrima"/>
                <a:cs typeface="Ebrima"/>
              </a:rPr>
              <a:t> </a:t>
            </a:r>
            <a:r>
              <a:rPr sz="1600" spc="-35" dirty="0">
                <a:solidFill>
                  <a:srgbClr val="D9D9D9"/>
                </a:solidFill>
                <a:latin typeface="Ebrima"/>
                <a:cs typeface="Ebrima"/>
              </a:rPr>
              <a:t>03</a:t>
            </a:r>
            <a:endParaRPr sz="1600">
              <a:latin typeface="Ebrima"/>
              <a:cs typeface="Ebrima"/>
            </a:endParaRPr>
          </a:p>
        </p:txBody>
      </p:sp>
      <p:pic>
        <p:nvPicPr>
          <p:cNvPr id="9" name="object 9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710183" y="1805939"/>
            <a:ext cx="1581150" cy="162305"/>
          </a:xfrm>
          <a:prstGeom prst="rect">
            <a:avLst/>
          </a:prstGeom>
        </p:spPr>
      </p:pic>
      <p:grpSp>
        <p:nvGrpSpPr>
          <p:cNvPr id="10" name="object 10"/>
          <p:cNvGrpSpPr/>
          <p:nvPr/>
        </p:nvGrpSpPr>
        <p:grpSpPr>
          <a:xfrm>
            <a:off x="682751" y="2049779"/>
            <a:ext cx="8663940" cy="1454150"/>
            <a:chOff x="682751" y="2049779"/>
            <a:chExt cx="8663940" cy="1454150"/>
          </a:xfrm>
        </p:grpSpPr>
        <p:sp>
          <p:nvSpPr>
            <p:cNvPr id="11" name="object 11"/>
            <p:cNvSpPr/>
            <p:nvPr/>
          </p:nvSpPr>
          <p:spPr>
            <a:xfrm>
              <a:off x="685799" y="2052827"/>
              <a:ext cx="8658225" cy="1447800"/>
            </a:xfrm>
            <a:custGeom>
              <a:avLst/>
              <a:gdLst/>
              <a:ahLst/>
              <a:cxnLst/>
              <a:rect l="l" t="t" r="r" b="b"/>
              <a:pathLst>
                <a:path w="8658225" h="1447800">
                  <a:moveTo>
                    <a:pt x="0" y="1447800"/>
                  </a:moveTo>
                  <a:lnTo>
                    <a:pt x="8657844" y="1447800"/>
                  </a:lnTo>
                  <a:lnTo>
                    <a:pt x="8657844" y="0"/>
                  </a:lnTo>
                  <a:lnTo>
                    <a:pt x="0" y="0"/>
                  </a:lnTo>
                  <a:lnTo>
                    <a:pt x="0" y="1447800"/>
                  </a:lnTo>
                  <a:close/>
                </a:path>
              </a:pathLst>
            </a:custGeom>
            <a:ln w="6096">
              <a:solidFill>
                <a:srgbClr val="D9D9D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2" name="object 12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835431" y="2186455"/>
              <a:ext cx="8500592" cy="1148541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1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333134" y="6524434"/>
            <a:ext cx="108806" cy="90487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54151" y="6527292"/>
            <a:ext cx="1794510" cy="142494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862571" y="6521195"/>
            <a:ext cx="2327910" cy="118110"/>
          </a:xfrm>
          <a:prstGeom prst="rect">
            <a:avLst/>
          </a:prstGeom>
        </p:spPr>
      </p:pic>
      <p:sp>
        <p:nvSpPr>
          <p:cNvPr id="5" name="object 5"/>
          <p:cNvSpPr/>
          <p:nvPr/>
        </p:nvSpPr>
        <p:spPr>
          <a:xfrm>
            <a:off x="559308" y="1440180"/>
            <a:ext cx="36830" cy="180340"/>
          </a:xfrm>
          <a:custGeom>
            <a:avLst/>
            <a:gdLst/>
            <a:ahLst/>
            <a:cxnLst/>
            <a:rect l="l" t="t" r="r" b="b"/>
            <a:pathLst>
              <a:path w="36829" h="180340">
                <a:moveTo>
                  <a:pt x="36576" y="0"/>
                </a:moveTo>
                <a:lnTo>
                  <a:pt x="0" y="0"/>
                </a:lnTo>
                <a:lnTo>
                  <a:pt x="0" y="179832"/>
                </a:lnTo>
                <a:lnTo>
                  <a:pt x="36576" y="179832"/>
                </a:lnTo>
                <a:lnTo>
                  <a:pt x="36576" y="0"/>
                </a:lnTo>
                <a:close/>
              </a:path>
            </a:pathLst>
          </a:custGeom>
          <a:solidFill>
            <a:srgbClr val="183DAF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6" name="object 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719327" y="1464563"/>
            <a:ext cx="1718310" cy="174498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437489" y="431419"/>
            <a:ext cx="173672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FFFFFF"/>
                </a:solidFill>
                <a:latin typeface="Ebrima"/>
                <a:cs typeface="Ebrima"/>
              </a:rPr>
              <a:t>3.3.</a:t>
            </a:r>
            <a:r>
              <a:rPr sz="1800" spc="-15" dirty="0">
                <a:solidFill>
                  <a:srgbClr val="FFFFFF"/>
                </a:solidFill>
                <a:latin typeface="Ebrima"/>
                <a:cs typeface="Ebrima"/>
              </a:rPr>
              <a:t> </a:t>
            </a:r>
            <a:r>
              <a:rPr sz="1800" dirty="0">
                <a:solidFill>
                  <a:srgbClr val="FFFFFF"/>
                </a:solidFill>
                <a:latin typeface="Ebrima"/>
                <a:cs typeface="Ebrima"/>
              </a:rPr>
              <a:t>AI</a:t>
            </a:r>
            <a:r>
              <a:rPr sz="1800" spc="-15" dirty="0">
                <a:solidFill>
                  <a:srgbClr val="FFFFFF"/>
                </a:solidFill>
                <a:latin typeface="Ebrima"/>
                <a:cs typeface="Ebrima"/>
              </a:rPr>
              <a:t> </a:t>
            </a:r>
            <a:r>
              <a:rPr sz="1800" dirty="0">
                <a:solidFill>
                  <a:srgbClr val="FFFFFF"/>
                </a:solidFill>
                <a:latin typeface="Ebrima"/>
                <a:cs typeface="Ebrima"/>
              </a:rPr>
              <a:t>with</a:t>
            </a:r>
            <a:r>
              <a:rPr sz="1800" spc="-5" dirty="0">
                <a:solidFill>
                  <a:srgbClr val="FFFFFF"/>
                </a:solidFill>
                <a:latin typeface="Ebrima"/>
                <a:cs typeface="Ebrima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Ebrima"/>
                <a:cs typeface="Ebrima"/>
              </a:rPr>
              <a:t>Keras</a:t>
            </a:r>
            <a:endParaRPr sz="1800">
              <a:latin typeface="Ebrima"/>
              <a:cs typeface="Ebrim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8671941" y="463677"/>
            <a:ext cx="80962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dirty="0">
                <a:solidFill>
                  <a:srgbClr val="D9D9D9"/>
                </a:solidFill>
                <a:latin typeface="Ebrima"/>
                <a:cs typeface="Ebrima"/>
              </a:rPr>
              <a:t>UNIT</a:t>
            </a:r>
            <a:r>
              <a:rPr sz="1600" spc="400" dirty="0">
                <a:solidFill>
                  <a:srgbClr val="D9D9D9"/>
                </a:solidFill>
                <a:latin typeface="Ebrima"/>
                <a:cs typeface="Ebrima"/>
              </a:rPr>
              <a:t> </a:t>
            </a:r>
            <a:r>
              <a:rPr sz="1600" spc="-35" dirty="0">
                <a:solidFill>
                  <a:srgbClr val="D9D9D9"/>
                </a:solidFill>
                <a:latin typeface="Ebrima"/>
                <a:cs typeface="Ebrima"/>
              </a:rPr>
              <a:t>03</a:t>
            </a:r>
            <a:endParaRPr sz="1600">
              <a:latin typeface="Ebrima"/>
              <a:cs typeface="Ebrima"/>
            </a:endParaRPr>
          </a:p>
        </p:txBody>
      </p:sp>
      <p:pic>
        <p:nvPicPr>
          <p:cNvPr id="9" name="object 9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710183" y="1805939"/>
            <a:ext cx="1372362" cy="162305"/>
          </a:xfrm>
          <a:prstGeom prst="rect">
            <a:avLst/>
          </a:prstGeom>
        </p:spPr>
      </p:pic>
      <p:grpSp>
        <p:nvGrpSpPr>
          <p:cNvPr id="10" name="object 10"/>
          <p:cNvGrpSpPr/>
          <p:nvPr/>
        </p:nvGrpSpPr>
        <p:grpSpPr>
          <a:xfrm>
            <a:off x="682751" y="2049779"/>
            <a:ext cx="8663940" cy="528955"/>
            <a:chOff x="682751" y="2049779"/>
            <a:chExt cx="8663940" cy="528955"/>
          </a:xfrm>
        </p:grpSpPr>
        <p:sp>
          <p:nvSpPr>
            <p:cNvPr id="11" name="object 11"/>
            <p:cNvSpPr/>
            <p:nvPr/>
          </p:nvSpPr>
          <p:spPr>
            <a:xfrm>
              <a:off x="685799" y="2052827"/>
              <a:ext cx="8658225" cy="523240"/>
            </a:xfrm>
            <a:custGeom>
              <a:avLst/>
              <a:gdLst/>
              <a:ahLst/>
              <a:cxnLst/>
              <a:rect l="l" t="t" r="r" b="b"/>
              <a:pathLst>
                <a:path w="8658225" h="523239">
                  <a:moveTo>
                    <a:pt x="0" y="522732"/>
                  </a:moveTo>
                  <a:lnTo>
                    <a:pt x="8657844" y="522732"/>
                  </a:lnTo>
                  <a:lnTo>
                    <a:pt x="8657844" y="0"/>
                  </a:lnTo>
                  <a:lnTo>
                    <a:pt x="0" y="0"/>
                  </a:lnTo>
                  <a:lnTo>
                    <a:pt x="0" y="522732"/>
                  </a:lnTo>
                  <a:close/>
                </a:path>
              </a:pathLst>
            </a:custGeom>
            <a:ln w="6096">
              <a:solidFill>
                <a:srgbClr val="D9D9D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2" name="object 12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825830" y="2163482"/>
              <a:ext cx="8517813" cy="298823"/>
            </a:xfrm>
            <a:prstGeom prst="rect">
              <a:avLst/>
            </a:prstGeom>
          </p:spPr>
        </p:pic>
      </p:grpSp>
      <p:grpSp>
        <p:nvGrpSpPr>
          <p:cNvPr id="13" name="object 13"/>
          <p:cNvGrpSpPr/>
          <p:nvPr/>
        </p:nvGrpSpPr>
        <p:grpSpPr>
          <a:xfrm>
            <a:off x="682751" y="3078479"/>
            <a:ext cx="8663940" cy="2909570"/>
            <a:chOff x="682751" y="3078479"/>
            <a:chExt cx="8663940" cy="2909570"/>
          </a:xfrm>
        </p:grpSpPr>
        <p:sp>
          <p:nvSpPr>
            <p:cNvPr id="14" name="object 14"/>
            <p:cNvSpPr/>
            <p:nvPr/>
          </p:nvSpPr>
          <p:spPr>
            <a:xfrm>
              <a:off x="685799" y="3081527"/>
              <a:ext cx="8658225" cy="2903220"/>
            </a:xfrm>
            <a:custGeom>
              <a:avLst/>
              <a:gdLst/>
              <a:ahLst/>
              <a:cxnLst/>
              <a:rect l="l" t="t" r="r" b="b"/>
              <a:pathLst>
                <a:path w="8658225" h="2903220">
                  <a:moveTo>
                    <a:pt x="0" y="2903220"/>
                  </a:moveTo>
                  <a:lnTo>
                    <a:pt x="8657844" y="2903220"/>
                  </a:lnTo>
                  <a:lnTo>
                    <a:pt x="8657844" y="0"/>
                  </a:lnTo>
                  <a:lnTo>
                    <a:pt x="0" y="0"/>
                  </a:lnTo>
                  <a:lnTo>
                    <a:pt x="0" y="2903220"/>
                  </a:lnTo>
                  <a:close/>
                </a:path>
              </a:pathLst>
            </a:custGeom>
            <a:ln w="6096">
              <a:solidFill>
                <a:srgbClr val="D9D9D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5" name="object 15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818299" y="3211918"/>
              <a:ext cx="8525344" cy="2645066"/>
            </a:xfrm>
            <a:prstGeom prst="rect">
              <a:avLst/>
            </a:prstGeom>
          </p:spPr>
        </p:pic>
      </p:grpSp>
      <p:pic>
        <p:nvPicPr>
          <p:cNvPr id="16" name="object 16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710183" y="2831592"/>
            <a:ext cx="1159002" cy="133350"/>
          </a:xfrm>
          <a:prstGeom prst="rect">
            <a:avLst/>
          </a:prstGeom>
        </p:spPr>
      </p:pic>
    </p:spTree>
  </p:cSld>
  <p:clrMapOvr>
    <a:masterClrMapping/>
  </p:clrMapOvr>
</p:sld>
</file>

<file path=ppt/slides/slide1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331543" y="6524434"/>
            <a:ext cx="111922" cy="90487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54151" y="6527292"/>
            <a:ext cx="1794510" cy="142494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862571" y="6521195"/>
            <a:ext cx="2327910" cy="118110"/>
          </a:xfrm>
          <a:prstGeom prst="rect">
            <a:avLst/>
          </a:prstGeom>
        </p:spPr>
      </p:pic>
      <p:sp>
        <p:nvSpPr>
          <p:cNvPr id="5" name="object 5"/>
          <p:cNvSpPr/>
          <p:nvPr/>
        </p:nvSpPr>
        <p:spPr>
          <a:xfrm>
            <a:off x="559308" y="1440180"/>
            <a:ext cx="36830" cy="180340"/>
          </a:xfrm>
          <a:custGeom>
            <a:avLst/>
            <a:gdLst/>
            <a:ahLst/>
            <a:cxnLst/>
            <a:rect l="l" t="t" r="r" b="b"/>
            <a:pathLst>
              <a:path w="36829" h="180340">
                <a:moveTo>
                  <a:pt x="36576" y="0"/>
                </a:moveTo>
                <a:lnTo>
                  <a:pt x="0" y="0"/>
                </a:lnTo>
                <a:lnTo>
                  <a:pt x="0" y="179832"/>
                </a:lnTo>
                <a:lnTo>
                  <a:pt x="36576" y="179832"/>
                </a:lnTo>
                <a:lnTo>
                  <a:pt x="36576" y="0"/>
                </a:lnTo>
                <a:close/>
              </a:path>
            </a:pathLst>
          </a:custGeom>
          <a:solidFill>
            <a:srgbClr val="183DAF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6" name="object 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719327" y="1464563"/>
            <a:ext cx="1718310" cy="174498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437489" y="431419"/>
            <a:ext cx="173672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FFFFFF"/>
                </a:solidFill>
                <a:latin typeface="Ebrima"/>
                <a:cs typeface="Ebrima"/>
              </a:rPr>
              <a:t>3.3.</a:t>
            </a:r>
            <a:r>
              <a:rPr sz="1800" spc="-15" dirty="0">
                <a:solidFill>
                  <a:srgbClr val="FFFFFF"/>
                </a:solidFill>
                <a:latin typeface="Ebrima"/>
                <a:cs typeface="Ebrima"/>
              </a:rPr>
              <a:t> </a:t>
            </a:r>
            <a:r>
              <a:rPr sz="1800" dirty="0">
                <a:solidFill>
                  <a:srgbClr val="FFFFFF"/>
                </a:solidFill>
                <a:latin typeface="Ebrima"/>
                <a:cs typeface="Ebrima"/>
              </a:rPr>
              <a:t>AI</a:t>
            </a:r>
            <a:r>
              <a:rPr sz="1800" spc="-15" dirty="0">
                <a:solidFill>
                  <a:srgbClr val="FFFFFF"/>
                </a:solidFill>
                <a:latin typeface="Ebrima"/>
                <a:cs typeface="Ebrima"/>
              </a:rPr>
              <a:t> </a:t>
            </a:r>
            <a:r>
              <a:rPr sz="1800" dirty="0">
                <a:solidFill>
                  <a:srgbClr val="FFFFFF"/>
                </a:solidFill>
                <a:latin typeface="Ebrima"/>
                <a:cs typeface="Ebrima"/>
              </a:rPr>
              <a:t>with</a:t>
            </a:r>
            <a:r>
              <a:rPr sz="1800" spc="-5" dirty="0">
                <a:solidFill>
                  <a:srgbClr val="FFFFFF"/>
                </a:solidFill>
                <a:latin typeface="Ebrima"/>
                <a:cs typeface="Ebrima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Ebrima"/>
                <a:cs typeface="Ebrima"/>
              </a:rPr>
              <a:t>Keras</a:t>
            </a:r>
            <a:endParaRPr sz="1800">
              <a:latin typeface="Ebrima"/>
              <a:cs typeface="Ebrim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8671941" y="463677"/>
            <a:ext cx="80962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dirty="0">
                <a:solidFill>
                  <a:srgbClr val="D9D9D9"/>
                </a:solidFill>
                <a:latin typeface="Ebrima"/>
                <a:cs typeface="Ebrima"/>
              </a:rPr>
              <a:t>UNIT</a:t>
            </a:r>
            <a:r>
              <a:rPr sz="1600" spc="400" dirty="0">
                <a:solidFill>
                  <a:srgbClr val="D9D9D9"/>
                </a:solidFill>
                <a:latin typeface="Ebrima"/>
                <a:cs typeface="Ebrima"/>
              </a:rPr>
              <a:t> </a:t>
            </a:r>
            <a:r>
              <a:rPr sz="1600" spc="-35" dirty="0">
                <a:solidFill>
                  <a:srgbClr val="D9D9D9"/>
                </a:solidFill>
                <a:latin typeface="Ebrima"/>
                <a:cs typeface="Ebrima"/>
              </a:rPr>
              <a:t>03</a:t>
            </a:r>
            <a:endParaRPr sz="1600">
              <a:latin typeface="Ebrima"/>
              <a:cs typeface="Ebrima"/>
            </a:endParaRPr>
          </a:p>
        </p:txBody>
      </p:sp>
      <p:pic>
        <p:nvPicPr>
          <p:cNvPr id="9" name="object 9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710183" y="1805939"/>
            <a:ext cx="1034034" cy="133350"/>
          </a:xfrm>
          <a:prstGeom prst="rect">
            <a:avLst/>
          </a:prstGeom>
        </p:spPr>
      </p:pic>
      <p:grpSp>
        <p:nvGrpSpPr>
          <p:cNvPr id="10" name="object 10"/>
          <p:cNvGrpSpPr/>
          <p:nvPr/>
        </p:nvGrpSpPr>
        <p:grpSpPr>
          <a:xfrm>
            <a:off x="682751" y="2049779"/>
            <a:ext cx="8663940" cy="767080"/>
            <a:chOff x="682751" y="2049779"/>
            <a:chExt cx="8663940" cy="767080"/>
          </a:xfrm>
        </p:grpSpPr>
        <p:sp>
          <p:nvSpPr>
            <p:cNvPr id="11" name="object 11"/>
            <p:cNvSpPr/>
            <p:nvPr/>
          </p:nvSpPr>
          <p:spPr>
            <a:xfrm>
              <a:off x="685799" y="2052827"/>
              <a:ext cx="8658225" cy="760730"/>
            </a:xfrm>
            <a:custGeom>
              <a:avLst/>
              <a:gdLst/>
              <a:ahLst/>
              <a:cxnLst/>
              <a:rect l="l" t="t" r="r" b="b"/>
              <a:pathLst>
                <a:path w="8658225" h="760730">
                  <a:moveTo>
                    <a:pt x="0" y="760476"/>
                  </a:moveTo>
                  <a:lnTo>
                    <a:pt x="8657844" y="760476"/>
                  </a:lnTo>
                  <a:lnTo>
                    <a:pt x="8657844" y="0"/>
                  </a:lnTo>
                  <a:lnTo>
                    <a:pt x="0" y="0"/>
                  </a:lnTo>
                  <a:lnTo>
                    <a:pt x="0" y="760476"/>
                  </a:lnTo>
                  <a:close/>
                </a:path>
              </a:pathLst>
            </a:custGeom>
            <a:ln w="6096">
              <a:solidFill>
                <a:srgbClr val="D9D9D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2" name="object 12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843028" y="2171617"/>
              <a:ext cx="8500615" cy="511199"/>
            </a:xfrm>
            <a:prstGeom prst="rect">
              <a:avLst/>
            </a:prstGeom>
          </p:spPr>
        </p:pic>
      </p:grpSp>
      <p:pic>
        <p:nvPicPr>
          <p:cNvPr id="13" name="object 13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710183" y="3066288"/>
            <a:ext cx="2158745" cy="162305"/>
          </a:xfrm>
          <a:prstGeom prst="rect">
            <a:avLst/>
          </a:prstGeom>
        </p:spPr>
      </p:pic>
      <p:grpSp>
        <p:nvGrpSpPr>
          <p:cNvPr id="14" name="object 14"/>
          <p:cNvGrpSpPr/>
          <p:nvPr/>
        </p:nvGrpSpPr>
        <p:grpSpPr>
          <a:xfrm>
            <a:off x="682751" y="3308603"/>
            <a:ext cx="8663940" cy="788035"/>
            <a:chOff x="682751" y="3308603"/>
            <a:chExt cx="8663940" cy="788035"/>
          </a:xfrm>
        </p:grpSpPr>
        <p:sp>
          <p:nvSpPr>
            <p:cNvPr id="15" name="object 15"/>
            <p:cNvSpPr/>
            <p:nvPr/>
          </p:nvSpPr>
          <p:spPr>
            <a:xfrm>
              <a:off x="685799" y="3311651"/>
              <a:ext cx="8658225" cy="782320"/>
            </a:xfrm>
            <a:custGeom>
              <a:avLst/>
              <a:gdLst/>
              <a:ahLst/>
              <a:cxnLst/>
              <a:rect l="l" t="t" r="r" b="b"/>
              <a:pathLst>
                <a:path w="8658225" h="782320">
                  <a:moveTo>
                    <a:pt x="0" y="781812"/>
                  </a:moveTo>
                  <a:lnTo>
                    <a:pt x="8657844" y="781812"/>
                  </a:lnTo>
                  <a:lnTo>
                    <a:pt x="8657844" y="0"/>
                  </a:lnTo>
                  <a:lnTo>
                    <a:pt x="0" y="0"/>
                  </a:lnTo>
                  <a:lnTo>
                    <a:pt x="0" y="781812"/>
                  </a:lnTo>
                  <a:close/>
                </a:path>
              </a:pathLst>
            </a:custGeom>
            <a:ln w="6096">
              <a:solidFill>
                <a:srgbClr val="D9D9D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6" name="object 16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843028" y="3451327"/>
              <a:ext cx="8500615" cy="497485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1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337639" y="6524434"/>
            <a:ext cx="111922" cy="90487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54151" y="6527292"/>
            <a:ext cx="1794510" cy="142494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862571" y="6521195"/>
            <a:ext cx="2327910" cy="118110"/>
          </a:xfrm>
          <a:prstGeom prst="rect">
            <a:avLst/>
          </a:prstGeom>
        </p:spPr>
      </p:pic>
      <p:sp>
        <p:nvSpPr>
          <p:cNvPr id="5" name="object 5"/>
          <p:cNvSpPr/>
          <p:nvPr/>
        </p:nvSpPr>
        <p:spPr>
          <a:xfrm>
            <a:off x="559308" y="1440180"/>
            <a:ext cx="36830" cy="180340"/>
          </a:xfrm>
          <a:custGeom>
            <a:avLst/>
            <a:gdLst/>
            <a:ahLst/>
            <a:cxnLst/>
            <a:rect l="l" t="t" r="r" b="b"/>
            <a:pathLst>
              <a:path w="36829" h="180340">
                <a:moveTo>
                  <a:pt x="36576" y="0"/>
                </a:moveTo>
                <a:lnTo>
                  <a:pt x="0" y="0"/>
                </a:lnTo>
                <a:lnTo>
                  <a:pt x="0" y="179832"/>
                </a:lnTo>
                <a:lnTo>
                  <a:pt x="36576" y="179832"/>
                </a:lnTo>
                <a:lnTo>
                  <a:pt x="36576" y="0"/>
                </a:lnTo>
                <a:close/>
              </a:path>
            </a:pathLst>
          </a:custGeom>
          <a:solidFill>
            <a:srgbClr val="183DAF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6" name="object 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719327" y="1464563"/>
            <a:ext cx="1718310" cy="174498"/>
          </a:xfrm>
          <a:prstGeom prst="rect">
            <a:avLst/>
          </a:prstGeom>
        </p:spPr>
      </p:pic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3.3.</a:t>
            </a:r>
            <a:r>
              <a:rPr spc="-15" dirty="0"/>
              <a:t> </a:t>
            </a:r>
            <a:r>
              <a:rPr dirty="0"/>
              <a:t>AI</a:t>
            </a:r>
            <a:r>
              <a:rPr spc="-15" dirty="0"/>
              <a:t> </a:t>
            </a:r>
            <a:r>
              <a:rPr dirty="0"/>
              <a:t>with</a:t>
            </a:r>
            <a:r>
              <a:rPr spc="-5" dirty="0"/>
              <a:t> </a:t>
            </a:r>
            <a:r>
              <a:rPr spc="-10" dirty="0"/>
              <a:t>Keras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8671941" y="463677"/>
            <a:ext cx="80962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dirty="0">
                <a:solidFill>
                  <a:srgbClr val="D9D9D9"/>
                </a:solidFill>
                <a:latin typeface="Ebrima"/>
                <a:cs typeface="Ebrima"/>
              </a:rPr>
              <a:t>UNIT</a:t>
            </a:r>
            <a:r>
              <a:rPr sz="1600" spc="400" dirty="0">
                <a:solidFill>
                  <a:srgbClr val="D9D9D9"/>
                </a:solidFill>
                <a:latin typeface="Ebrima"/>
                <a:cs typeface="Ebrima"/>
              </a:rPr>
              <a:t> </a:t>
            </a:r>
            <a:r>
              <a:rPr sz="1600" spc="-35" dirty="0">
                <a:solidFill>
                  <a:srgbClr val="D9D9D9"/>
                </a:solidFill>
                <a:latin typeface="Ebrima"/>
                <a:cs typeface="Ebrima"/>
              </a:rPr>
              <a:t>03</a:t>
            </a:r>
            <a:endParaRPr sz="1600">
              <a:latin typeface="Ebrima"/>
              <a:cs typeface="Ebrima"/>
            </a:endParaRPr>
          </a:p>
        </p:txBody>
      </p:sp>
      <p:pic>
        <p:nvPicPr>
          <p:cNvPr id="9" name="object 9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710183" y="1805939"/>
            <a:ext cx="1736598" cy="162305"/>
          </a:xfrm>
          <a:prstGeom prst="rect">
            <a:avLst/>
          </a:prstGeom>
        </p:spPr>
      </p:pic>
      <p:grpSp>
        <p:nvGrpSpPr>
          <p:cNvPr id="10" name="object 10"/>
          <p:cNvGrpSpPr/>
          <p:nvPr/>
        </p:nvGrpSpPr>
        <p:grpSpPr>
          <a:xfrm>
            <a:off x="682751" y="2049779"/>
            <a:ext cx="8663940" cy="2705100"/>
            <a:chOff x="682751" y="2049779"/>
            <a:chExt cx="8663940" cy="2705100"/>
          </a:xfrm>
        </p:grpSpPr>
        <p:sp>
          <p:nvSpPr>
            <p:cNvPr id="11" name="object 11"/>
            <p:cNvSpPr/>
            <p:nvPr/>
          </p:nvSpPr>
          <p:spPr>
            <a:xfrm>
              <a:off x="685799" y="2052827"/>
              <a:ext cx="8658225" cy="2699385"/>
            </a:xfrm>
            <a:custGeom>
              <a:avLst/>
              <a:gdLst/>
              <a:ahLst/>
              <a:cxnLst/>
              <a:rect l="l" t="t" r="r" b="b"/>
              <a:pathLst>
                <a:path w="8658225" h="2699385">
                  <a:moveTo>
                    <a:pt x="0" y="2699004"/>
                  </a:moveTo>
                  <a:lnTo>
                    <a:pt x="8657844" y="2699004"/>
                  </a:lnTo>
                  <a:lnTo>
                    <a:pt x="8657844" y="0"/>
                  </a:lnTo>
                  <a:lnTo>
                    <a:pt x="0" y="0"/>
                  </a:lnTo>
                  <a:lnTo>
                    <a:pt x="0" y="2699004"/>
                  </a:lnTo>
                  <a:close/>
                </a:path>
              </a:pathLst>
            </a:custGeom>
            <a:ln w="6096">
              <a:solidFill>
                <a:srgbClr val="D9D9D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2" name="object 12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832321" y="2161494"/>
              <a:ext cx="8511322" cy="2473635"/>
            </a:xfrm>
            <a:prstGeom prst="rect">
              <a:avLst/>
            </a:prstGeom>
          </p:spPr>
        </p:pic>
      </p:grpSp>
      <p:pic>
        <p:nvPicPr>
          <p:cNvPr id="13" name="object 13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844724" y="4954600"/>
            <a:ext cx="217122" cy="217093"/>
          </a:xfrm>
          <a:prstGeom prst="rect">
            <a:avLst/>
          </a:prstGeom>
        </p:spPr>
      </p:pic>
      <p:pic>
        <p:nvPicPr>
          <p:cNvPr id="14" name="object 14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844724" y="5768479"/>
            <a:ext cx="217122" cy="217093"/>
          </a:xfrm>
          <a:prstGeom prst="rect">
            <a:avLst/>
          </a:prstGeom>
        </p:spPr>
      </p:pic>
      <p:sp>
        <p:nvSpPr>
          <p:cNvPr id="15" name="object 15"/>
          <p:cNvSpPr txBox="1"/>
          <p:nvPr/>
        </p:nvSpPr>
        <p:spPr>
          <a:xfrm>
            <a:off x="685800" y="4820411"/>
            <a:ext cx="8658225" cy="1472565"/>
          </a:xfrm>
          <a:prstGeom prst="rect">
            <a:avLst/>
          </a:prstGeom>
          <a:ln w="6096">
            <a:solidFill>
              <a:srgbClr val="D9D9D9"/>
            </a:solidFill>
          </a:ln>
        </p:spPr>
        <p:txBody>
          <a:bodyPr vert="horz" wrap="square" lIns="0" tIns="132715" rIns="0" bIns="0" rtlCol="0">
            <a:spAutoFit/>
          </a:bodyPr>
          <a:lstStyle/>
          <a:p>
            <a:pPr marL="439420">
              <a:lnSpc>
                <a:spcPct val="100000"/>
              </a:lnSpc>
              <a:spcBef>
                <a:spcPts val="1045"/>
              </a:spcBef>
            </a:pPr>
            <a:r>
              <a:rPr sz="1300" b="1" spc="-254" dirty="0">
                <a:solidFill>
                  <a:srgbClr val="252525"/>
                </a:solidFill>
                <a:latin typeface="Tahoma"/>
                <a:cs typeface="Tahoma"/>
              </a:rPr>
              <a:t>Line</a:t>
            </a:r>
            <a:r>
              <a:rPr sz="1300" b="1" spc="-70" dirty="0">
                <a:solidFill>
                  <a:srgbClr val="252525"/>
                </a:solidFill>
                <a:latin typeface="Tahoma"/>
                <a:cs typeface="Tahoma"/>
              </a:rPr>
              <a:t> </a:t>
            </a:r>
            <a:r>
              <a:rPr sz="1300" b="1" spc="-360" dirty="0">
                <a:solidFill>
                  <a:srgbClr val="252525"/>
                </a:solidFill>
                <a:latin typeface="Tahoma"/>
                <a:cs typeface="Tahoma"/>
              </a:rPr>
              <a:t>123</a:t>
            </a:r>
            <a:endParaRPr sz="1300">
              <a:latin typeface="Tahoma"/>
              <a:cs typeface="Tahoma"/>
            </a:endParaRPr>
          </a:p>
          <a:p>
            <a:pPr marL="658495" indent="-182245">
              <a:lnSpc>
                <a:spcPct val="100000"/>
              </a:lnSpc>
              <a:spcBef>
                <a:spcPts val="425"/>
              </a:spcBef>
              <a:buFont typeface="Arial"/>
              <a:buChar char="•"/>
              <a:tabLst>
                <a:tab pos="658495" algn="l"/>
              </a:tabLst>
            </a:pPr>
            <a:r>
              <a:rPr sz="1300" spc="-245" dirty="0">
                <a:solidFill>
                  <a:srgbClr val="252525"/>
                </a:solidFill>
                <a:latin typeface="Trebuchet MS"/>
                <a:cs typeface="Trebuchet MS"/>
              </a:rPr>
              <a:t>Add</a:t>
            </a:r>
            <a:r>
              <a:rPr sz="1300" spc="-135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300" spc="-160" dirty="0">
                <a:solidFill>
                  <a:srgbClr val="252525"/>
                </a:solidFill>
                <a:latin typeface="Trebuchet MS"/>
                <a:cs typeface="Trebuchet MS"/>
              </a:rPr>
              <a:t>layers</a:t>
            </a:r>
            <a:r>
              <a:rPr sz="1300" spc="-110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300" spc="-204" dirty="0">
                <a:solidFill>
                  <a:srgbClr val="252525"/>
                </a:solidFill>
                <a:latin typeface="Trebuchet MS"/>
                <a:cs typeface="Trebuchet MS"/>
              </a:rPr>
              <a:t>to</a:t>
            </a:r>
            <a:r>
              <a:rPr sz="1300" spc="-110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300" spc="-204" dirty="0">
                <a:solidFill>
                  <a:srgbClr val="252525"/>
                </a:solidFill>
                <a:latin typeface="Trebuchet MS"/>
                <a:cs typeface="Trebuchet MS"/>
              </a:rPr>
              <a:t>a</a:t>
            </a:r>
            <a:r>
              <a:rPr sz="1300" spc="-120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300" spc="-200" dirty="0">
                <a:solidFill>
                  <a:srgbClr val="252525"/>
                </a:solidFill>
                <a:latin typeface="Trebuchet MS"/>
                <a:cs typeface="Trebuchet MS"/>
              </a:rPr>
              <a:t>Sequential</a:t>
            </a:r>
            <a:r>
              <a:rPr sz="1300" spc="-140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300" spc="-85" dirty="0">
                <a:solidFill>
                  <a:srgbClr val="252525"/>
                </a:solidFill>
                <a:latin typeface="Trebuchet MS"/>
                <a:cs typeface="Trebuchet MS"/>
              </a:rPr>
              <a:t>object.</a:t>
            </a:r>
            <a:endParaRPr sz="1300">
              <a:latin typeface="Trebuchet MS"/>
              <a:cs typeface="Trebuchet MS"/>
            </a:endParaRPr>
          </a:p>
          <a:p>
            <a:pPr marL="658495" indent="-182245">
              <a:lnSpc>
                <a:spcPct val="100000"/>
              </a:lnSpc>
              <a:spcBef>
                <a:spcPts val="600"/>
              </a:spcBef>
              <a:buFont typeface="Arial"/>
              <a:buChar char="•"/>
              <a:tabLst>
                <a:tab pos="658495" algn="l"/>
              </a:tabLst>
            </a:pPr>
            <a:r>
              <a:rPr sz="1300" spc="-180" dirty="0">
                <a:solidFill>
                  <a:srgbClr val="252525"/>
                </a:solidFill>
                <a:latin typeface="Trebuchet MS"/>
                <a:cs typeface="Trebuchet MS"/>
              </a:rPr>
              <a:t>units</a:t>
            </a:r>
            <a:r>
              <a:rPr sz="1300" spc="-130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300" spc="-125" dirty="0">
                <a:solidFill>
                  <a:srgbClr val="252525"/>
                </a:solidFill>
                <a:latin typeface="Trebuchet MS"/>
                <a:cs typeface="Trebuchet MS"/>
              </a:rPr>
              <a:t>=</a:t>
            </a:r>
            <a:r>
              <a:rPr sz="1300" spc="-110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300" spc="-140" dirty="0">
                <a:solidFill>
                  <a:srgbClr val="252525"/>
                </a:solidFill>
                <a:latin typeface="Trebuchet MS"/>
                <a:cs typeface="Trebuchet MS"/>
              </a:rPr>
              <a:t>N#</a:t>
            </a:r>
            <a:r>
              <a:rPr sz="1300" spc="-130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300" spc="-200" dirty="0">
                <a:solidFill>
                  <a:srgbClr val="252525"/>
                </a:solidFill>
                <a:latin typeface="Trebuchet MS"/>
                <a:cs typeface="Trebuchet MS"/>
              </a:rPr>
              <a:t>of</a:t>
            </a:r>
            <a:r>
              <a:rPr sz="1300" spc="-114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300" spc="-220" dirty="0">
                <a:solidFill>
                  <a:srgbClr val="252525"/>
                </a:solidFill>
                <a:latin typeface="Trebuchet MS"/>
                <a:cs typeface="Trebuchet MS"/>
              </a:rPr>
              <a:t>output</a:t>
            </a:r>
            <a:r>
              <a:rPr sz="1300" spc="-145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300" spc="-60" dirty="0">
                <a:solidFill>
                  <a:srgbClr val="252525"/>
                </a:solidFill>
                <a:latin typeface="Trebuchet MS"/>
                <a:cs typeface="Trebuchet MS"/>
              </a:rPr>
              <a:t>variables</a:t>
            </a:r>
            <a:endParaRPr sz="1300">
              <a:latin typeface="Trebuchet MS"/>
              <a:cs typeface="Trebuchet MS"/>
            </a:endParaRPr>
          </a:p>
          <a:p>
            <a:pPr marL="439420">
              <a:lnSpc>
                <a:spcPct val="100000"/>
              </a:lnSpc>
              <a:spcBef>
                <a:spcPts val="700"/>
              </a:spcBef>
            </a:pPr>
            <a:r>
              <a:rPr sz="1300" b="1" spc="-254" dirty="0">
                <a:solidFill>
                  <a:srgbClr val="252525"/>
                </a:solidFill>
                <a:latin typeface="Tahoma"/>
                <a:cs typeface="Tahoma"/>
              </a:rPr>
              <a:t>Line</a:t>
            </a:r>
            <a:r>
              <a:rPr sz="1300" b="1" spc="-70" dirty="0">
                <a:solidFill>
                  <a:srgbClr val="252525"/>
                </a:solidFill>
                <a:latin typeface="Tahoma"/>
                <a:cs typeface="Tahoma"/>
              </a:rPr>
              <a:t> </a:t>
            </a:r>
            <a:r>
              <a:rPr sz="1300" b="1" spc="-365" dirty="0">
                <a:solidFill>
                  <a:srgbClr val="252525"/>
                </a:solidFill>
                <a:latin typeface="Tahoma"/>
                <a:cs typeface="Tahoma"/>
              </a:rPr>
              <a:t>124</a:t>
            </a:r>
            <a:endParaRPr sz="1300">
              <a:latin typeface="Tahoma"/>
              <a:cs typeface="Tahoma"/>
            </a:endParaRPr>
          </a:p>
          <a:p>
            <a:pPr marL="658495" indent="-182245">
              <a:lnSpc>
                <a:spcPct val="100000"/>
              </a:lnSpc>
              <a:spcBef>
                <a:spcPts val="425"/>
              </a:spcBef>
              <a:buFont typeface="Arial"/>
              <a:buChar char="•"/>
              <a:tabLst>
                <a:tab pos="658495" algn="l"/>
              </a:tabLst>
            </a:pPr>
            <a:r>
              <a:rPr sz="1300" spc="-210" dirty="0">
                <a:solidFill>
                  <a:srgbClr val="252525"/>
                </a:solidFill>
                <a:latin typeface="Trebuchet MS"/>
                <a:cs typeface="Trebuchet MS"/>
              </a:rPr>
              <a:t>Summary</a:t>
            </a:r>
            <a:r>
              <a:rPr sz="1300" spc="-140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300" spc="-200" dirty="0">
                <a:solidFill>
                  <a:srgbClr val="252525"/>
                </a:solidFill>
                <a:latin typeface="Trebuchet MS"/>
                <a:cs typeface="Trebuchet MS"/>
              </a:rPr>
              <a:t>of</a:t>
            </a:r>
            <a:r>
              <a:rPr sz="1300" spc="-130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300" spc="-220" dirty="0">
                <a:solidFill>
                  <a:srgbClr val="252525"/>
                </a:solidFill>
                <a:latin typeface="Trebuchet MS"/>
                <a:cs typeface="Trebuchet MS"/>
              </a:rPr>
              <a:t>the</a:t>
            </a:r>
            <a:r>
              <a:rPr sz="1300" spc="-110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300" spc="-40" dirty="0">
                <a:solidFill>
                  <a:srgbClr val="252525"/>
                </a:solidFill>
                <a:latin typeface="Trebuchet MS"/>
                <a:cs typeface="Trebuchet MS"/>
              </a:rPr>
              <a:t>model</a:t>
            </a:r>
            <a:endParaRPr sz="13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1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331482" y="6524434"/>
            <a:ext cx="110459" cy="90487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54151" y="6527292"/>
            <a:ext cx="1794510" cy="142494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862571" y="6521195"/>
            <a:ext cx="2327910" cy="118110"/>
          </a:xfrm>
          <a:prstGeom prst="rect">
            <a:avLst/>
          </a:prstGeom>
        </p:spPr>
      </p:pic>
      <p:sp>
        <p:nvSpPr>
          <p:cNvPr id="5" name="object 5"/>
          <p:cNvSpPr/>
          <p:nvPr/>
        </p:nvSpPr>
        <p:spPr>
          <a:xfrm>
            <a:off x="559308" y="1440180"/>
            <a:ext cx="36830" cy="180340"/>
          </a:xfrm>
          <a:custGeom>
            <a:avLst/>
            <a:gdLst/>
            <a:ahLst/>
            <a:cxnLst/>
            <a:rect l="l" t="t" r="r" b="b"/>
            <a:pathLst>
              <a:path w="36829" h="180340">
                <a:moveTo>
                  <a:pt x="36576" y="0"/>
                </a:moveTo>
                <a:lnTo>
                  <a:pt x="0" y="0"/>
                </a:lnTo>
                <a:lnTo>
                  <a:pt x="0" y="179832"/>
                </a:lnTo>
                <a:lnTo>
                  <a:pt x="36576" y="179832"/>
                </a:lnTo>
                <a:lnTo>
                  <a:pt x="36576" y="0"/>
                </a:lnTo>
                <a:close/>
              </a:path>
            </a:pathLst>
          </a:custGeom>
          <a:solidFill>
            <a:srgbClr val="183DAF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6" name="object 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719327" y="1464563"/>
            <a:ext cx="1718310" cy="174498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437489" y="431419"/>
            <a:ext cx="173672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FFFFFF"/>
                </a:solidFill>
                <a:latin typeface="Ebrima"/>
                <a:cs typeface="Ebrima"/>
              </a:rPr>
              <a:t>3.3.</a:t>
            </a:r>
            <a:r>
              <a:rPr sz="1800" spc="-15" dirty="0">
                <a:solidFill>
                  <a:srgbClr val="FFFFFF"/>
                </a:solidFill>
                <a:latin typeface="Ebrima"/>
                <a:cs typeface="Ebrima"/>
              </a:rPr>
              <a:t> </a:t>
            </a:r>
            <a:r>
              <a:rPr sz="1800" dirty="0">
                <a:solidFill>
                  <a:srgbClr val="FFFFFF"/>
                </a:solidFill>
                <a:latin typeface="Ebrima"/>
                <a:cs typeface="Ebrima"/>
              </a:rPr>
              <a:t>AI</a:t>
            </a:r>
            <a:r>
              <a:rPr sz="1800" spc="-15" dirty="0">
                <a:solidFill>
                  <a:srgbClr val="FFFFFF"/>
                </a:solidFill>
                <a:latin typeface="Ebrima"/>
                <a:cs typeface="Ebrima"/>
              </a:rPr>
              <a:t> </a:t>
            </a:r>
            <a:r>
              <a:rPr sz="1800" dirty="0">
                <a:solidFill>
                  <a:srgbClr val="FFFFFF"/>
                </a:solidFill>
                <a:latin typeface="Ebrima"/>
                <a:cs typeface="Ebrima"/>
              </a:rPr>
              <a:t>with</a:t>
            </a:r>
            <a:r>
              <a:rPr sz="1800" spc="-5" dirty="0">
                <a:solidFill>
                  <a:srgbClr val="FFFFFF"/>
                </a:solidFill>
                <a:latin typeface="Ebrima"/>
                <a:cs typeface="Ebrima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Ebrima"/>
                <a:cs typeface="Ebrima"/>
              </a:rPr>
              <a:t>Keras</a:t>
            </a:r>
            <a:endParaRPr sz="1800">
              <a:latin typeface="Ebrima"/>
              <a:cs typeface="Ebrim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8671941" y="463677"/>
            <a:ext cx="80962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dirty="0">
                <a:solidFill>
                  <a:srgbClr val="D9D9D9"/>
                </a:solidFill>
                <a:latin typeface="Ebrima"/>
                <a:cs typeface="Ebrima"/>
              </a:rPr>
              <a:t>UNIT</a:t>
            </a:r>
            <a:r>
              <a:rPr sz="1600" spc="400" dirty="0">
                <a:solidFill>
                  <a:srgbClr val="D9D9D9"/>
                </a:solidFill>
                <a:latin typeface="Ebrima"/>
                <a:cs typeface="Ebrima"/>
              </a:rPr>
              <a:t> </a:t>
            </a:r>
            <a:r>
              <a:rPr sz="1600" spc="-35" dirty="0">
                <a:solidFill>
                  <a:srgbClr val="D9D9D9"/>
                </a:solidFill>
                <a:latin typeface="Ebrima"/>
                <a:cs typeface="Ebrima"/>
              </a:rPr>
              <a:t>03</a:t>
            </a:r>
            <a:endParaRPr sz="1600">
              <a:latin typeface="Ebrima"/>
              <a:cs typeface="Ebrima"/>
            </a:endParaRPr>
          </a:p>
        </p:txBody>
      </p:sp>
      <p:pic>
        <p:nvPicPr>
          <p:cNvPr id="9" name="object 9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710183" y="1805939"/>
            <a:ext cx="2407157" cy="162305"/>
          </a:xfrm>
          <a:prstGeom prst="rect">
            <a:avLst/>
          </a:prstGeom>
        </p:spPr>
      </p:pic>
      <p:grpSp>
        <p:nvGrpSpPr>
          <p:cNvPr id="10" name="object 10"/>
          <p:cNvGrpSpPr/>
          <p:nvPr/>
        </p:nvGrpSpPr>
        <p:grpSpPr>
          <a:xfrm>
            <a:off x="682751" y="2049779"/>
            <a:ext cx="8663940" cy="1525905"/>
            <a:chOff x="682751" y="2049779"/>
            <a:chExt cx="8663940" cy="1525905"/>
          </a:xfrm>
        </p:grpSpPr>
        <p:sp>
          <p:nvSpPr>
            <p:cNvPr id="11" name="object 11"/>
            <p:cNvSpPr/>
            <p:nvPr/>
          </p:nvSpPr>
          <p:spPr>
            <a:xfrm>
              <a:off x="685799" y="2052827"/>
              <a:ext cx="8658225" cy="1519555"/>
            </a:xfrm>
            <a:custGeom>
              <a:avLst/>
              <a:gdLst/>
              <a:ahLst/>
              <a:cxnLst/>
              <a:rect l="l" t="t" r="r" b="b"/>
              <a:pathLst>
                <a:path w="8658225" h="1519554">
                  <a:moveTo>
                    <a:pt x="0" y="1519427"/>
                  </a:moveTo>
                  <a:lnTo>
                    <a:pt x="8657844" y="1519427"/>
                  </a:lnTo>
                  <a:lnTo>
                    <a:pt x="8657844" y="0"/>
                  </a:lnTo>
                  <a:lnTo>
                    <a:pt x="0" y="0"/>
                  </a:lnTo>
                  <a:lnTo>
                    <a:pt x="0" y="1519427"/>
                  </a:lnTo>
                  <a:close/>
                </a:path>
              </a:pathLst>
            </a:custGeom>
            <a:ln w="6096">
              <a:solidFill>
                <a:srgbClr val="D9D9D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2" name="object 12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847343" y="2157344"/>
              <a:ext cx="8496300" cy="1254900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1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331543" y="6524434"/>
            <a:ext cx="111922" cy="90487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54151" y="6527292"/>
            <a:ext cx="1794510" cy="142494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862571" y="6521195"/>
            <a:ext cx="2327910" cy="118110"/>
          </a:xfrm>
          <a:prstGeom prst="rect">
            <a:avLst/>
          </a:prstGeom>
        </p:spPr>
      </p:pic>
      <p:sp>
        <p:nvSpPr>
          <p:cNvPr id="5" name="object 5"/>
          <p:cNvSpPr/>
          <p:nvPr/>
        </p:nvSpPr>
        <p:spPr>
          <a:xfrm>
            <a:off x="559308" y="1440180"/>
            <a:ext cx="36830" cy="180340"/>
          </a:xfrm>
          <a:custGeom>
            <a:avLst/>
            <a:gdLst/>
            <a:ahLst/>
            <a:cxnLst/>
            <a:rect l="l" t="t" r="r" b="b"/>
            <a:pathLst>
              <a:path w="36829" h="180340">
                <a:moveTo>
                  <a:pt x="36576" y="0"/>
                </a:moveTo>
                <a:lnTo>
                  <a:pt x="0" y="0"/>
                </a:lnTo>
                <a:lnTo>
                  <a:pt x="0" y="179832"/>
                </a:lnTo>
                <a:lnTo>
                  <a:pt x="36576" y="179832"/>
                </a:lnTo>
                <a:lnTo>
                  <a:pt x="36576" y="0"/>
                </a:lnTo>
                <a:close/>
              </a:path>
            </a:pathLst>
          </a:custGeom>
          <a:solidFill>
            <a:srgbClr val="183DAF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6" name="object 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719327" y="1464563"/>
            <a:ext cx="1718310" cy="174498"/>
          </a:xfrm>
          <a:prstGeom prst="rect">
            <a:avLst/>
          </a:prstGeom>
        </p:spPr>
      </p:pic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3.3.</a:t>
            </a:r>
            <a:r>
              <a:rPr spc="-15" dirty="0"/>
              <a:t> </a:t>
            </a:r>
            <a:r>
              <a:rPr dirty="0"/>
              <a:t>AI</a:t>
            </a:r>
            <a:r>
              <a:rPr spc="-15" dirty="0"/>
              <a:t> </a:t>
            </a:r>
            <a:r>
              <a:rPr dirty="0"/>
              <a:t>with</a:t>
            </a:r>
            <a:r>
              <a:rPr spc="-5" dirty="0"/>
              <a:t> </a:t>
            </a:r>
            <a:r>
              <a:rPr spc="-10" dirty="0"/>
              <a:t>Keras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8671941" y="463677"/>
            <a:ext cx="80962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dirty="0">
                <a:solidFill>
                  <a:srgbClr val="D9D9D9"/>
                </a:solidFill>
                <a:latin typeface="Ebrima"/>
                <a:cs typeface="Ebrima"/>
              </a:rPr>
              <a:t>UNIT</a:t>
            </a:r>
            <a:r>
              <a:rPr sz="1600" spc="400" dirty="0">
                <a:solidFill>
                  <a:srgbClr val="D9D9D9"/>
                </a:solidFill>
                <a:latin typeface="Ebrima"/>
                <a:cs typeface="Ebrima"/>
              </a:rPr>
              <a:t> </a:t>
            </a:r>
            <a:r>
              <a:rPr sz="1600" spc="-35" dirty="0">
                <a:solidFill>
                  <a:srgbClr val="D9D9D9"/>
                </a:solidFill>
                <a:latin typeface="Ebrima"/>
                <a:cs typeface="Ebrima"/>
              </a:rPr>
              <a:t>03</a:t>
            </a:r>
            <a:endParaRPr sz="1600">
              <a:latin typeface="Ebrima"/>
              <a:cs typeface="Ebrima"/>
            </a:endParaRPr>
          </a:p>
        </p:txBody>
      </p:sp>
      <p:pic>
        <p:nvPicPr>
          <p:cNvPr id="9" name="object 9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710183" y="1805939"/>
            <a:ext cx="2295905" cy="162305"/>
          </a:xfrm>
          <a:prstGeom prst="rect">
            <a:avLst/>
          </a:prstGeom>
        </p:spPr>
      </p:pic>
      <p:grpSp>
        <p:nvGrpSpPr>
          <p:cNvPr id="10" name="object 10"/>
          <p:cNvGrpSpPr/>
          <p:nvPr/>
        </p:nvGrpSpPr>
        <p:grpSpPr>
          <a:xfrm>
            <a:off x="682751" y="2049779"/>
            <a:ext cx="8663940" cy="1454150"/>
            <a:chOff x="682751" y="2049779"/>
            <a:chExt cx="8663940" cy="1454150"/>
          </a:xfrm>
        </p:grpSpPr>
        <p:sp>
          <p:nvSpPr>
            <p:cNvPr id="11" name="object 11"/>
            <p:cNvSpPr/>
            <p:nvPr/>
          </p:nvSpPr>
          <p:spPr>
            <a:xfrm>
              <a:off x="685799" y="2052827"/>
              <a:ext cx="8658225" cy="1447800"/>
            </a:xfrm>
            <a:custGeom>
              <a:avLst/>
              <a:gdLst/>
              <a:ahLst/>
              <a:cxnLst/>
              <a:rect l="l" t="t" r="r" b="b"/>
              <a:pathLst>
                <a:path w="8658225" h="1447800">
                  <a:moveTo>
                    <a:pt x="0" y="1447800"/>
                  </a:moveTo>
                  <a:lnTo>
                    <a:pt x="8657844" y="1447800"/>
                  </a:lnTo>
                  <a:lnTo>
                    <a:pt x="8657844" y="0"/>
                  </a:lnTo>
                  <a:lnTo>
                    <a:pt x="0" y="0"/>
                  </a:lnTo>
                  <a:lnTo>
                    <a:pt x="0" y="1447800"/>
                  </a:lnTo>
                  <a:close/>
                </a:path>
              </a:pathLst>
            </a:custGeom>
            <a:ln w="6096">
              <a:solidFill>
                <a:srgbClr val="D9D9D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2" name="object 12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835217" y="2171950"/>
              <a:ext cx="8508426" cy="1176450"/>
            </a:xfrm>
            <a:prstGeom prst="rect">
              <a:avLst/>
            </a:prstGeom>
          </p:spPr>
        </p:pic>
      </p:grpSp>
      <p:pic>
        <p:nvPicPr>
          <p:cNvPr id="13" name="object 13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844724" y="3779596"/>
            <a:ext cx="217122" cy="217093"/>
          </a:xfrm>
          <a:prstGeom prst="rect">
            <a:avLst/>
          </a:prstGeom>
        </p:spPr>
      </p:pic>
      <p:pic>
        <p:nvPicPr>
          <p:cNvPr id="14" name="object 14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844724" y="4352620"/>
            <a:ext cx="217122" cy="217093"/>
          </a:xfrm>
          <a:prstGeom prst="rect">
            <a:avLst/>
          </a:prstGeom>
        </p:spPr>
      </p:pic>
      <p:sp>
        <p:nvSpPr>
          <p:cNvPr id="15" name="object 15"/>
          <p:cNvSpPr txBox="1"/>
          <p:nvPr/>
        </p:nvSpPr>
        <p:spPr>
          <a:xfrm>
            <a:off x="685800" y="3645408"/>
            <a:ext cx="8658225" cy="1295400"/>
          </a:xfrm>
          <a:prstGeom prst="rect">
            <a:avLst/>
          </a:prstGeom>
          <a:ln w="6096">
            <a:solidFill>
              <a:srgbClr val="D9D9D9"/>
            </a:solidFill>
          </a:ln>
        </p:spPr>
        <p:txBody>
          <a:bodyPr vert="horz" wrap="square" lIns="0" tIns="132715" rIns="0" bIns="0" rtlCol="0">
            <a:spAutoFit/>
          </a:bodyPr>
          <a:lstStyle/>
          <a:p>
            <a:pPr marL="439420">
              <a:lnSpc>
                <a:spcPct val="100000"/>
              </a:lnSpc>
              <a:spcBef>
                <a:spcPts val="1045"/>
              </a:spcBef>
            </a:pPr>
            <a:r>
              <a:rPr sz="1300" b="1" spc="-254" dirty="0">
                <a:solidFill>
                  <a:srgbClr val="252525"/>
                </a:solidFill>
                <a:latin typeface="Tahoma"/>
                <a:cs typeface="Tahoma"/>
              </a:rPr>
              <a:t>Line</a:t>
            </a:r>
            <a:r>
              <a:rPr sz="1300" b="1" spc="-70" dirty="0">
                <a:solidFill>
                  <a:srgbClr val="252525"/>
                </a:solidFill>
                <a:latin typeface="Tahoma"/>
                <a:cs typeface="Tahoma"/>
              </a:rPr>
              <a:t> </a:t>
            </a:r>
            <a:r>
              <a:rPr sz="1300" b="1" spc="-355" dirty="0">
                <a:solidFill>
                  <a:srgbClr val="252525"/>
                </a:solidFill>
                <a:latin typeface="Tahoma"/>
                <a:cs typeface="Tahoma"/>
              </a:rPr>
              <a:t>128</a:t>
            </a:r>
            <a:endParaRPr sz="1300">
              <a:latin typeface="Tahoma"/>
              <a:cs typeface="Tahoma"/>
            </a:endParaRPr>
          </a:p>
          <a:p>
            <a:pPr marL="658495" indent="-182245">
              <a:lnSpc>
                <a:spcPct val="100000"/>
              </a:lnSpc>
              <a:spcBef>
                <a:spcPts val="420"/>
              </a:spcBef>
              <a:buFont typeface="Arial"/>
              <a:buChar char="•"/>
              <a:tabLst>
                <a:tab pos="658495" algn="l"/>
              </a:tabLst>
            </a:pPr>
            <a:r>
              <a:rPr sz="1400" spc="-204" dirty="0">
                <a:solidFill>
                  <a:srgbClr val="252525"/>
                </a:solidFill>
                <a:latin typeface="Trebuchet MS"/>
                <a:cs typeface="Trebuchet MS"/>
              </a:rPr>
              <a:t>Verbose</a:t>
            </a:r>
            <a:r>
              <a:rPr sz="1400" spc="-160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400" spc="-125" dirty="0">
                <a:solidFill>
                  <a:srgbClr val="252525"/>
                </a:solidFill>
                <a:latin typeface="Trebuchet MS"/>
                <a:cs typeface="Trebuchet MS"/>
              </a:rPr>
              <a:t>=</a:t>
            </a:r>
            <a:r>
              <a:rPr sz="1400" spc="-130" dirty="0">
                <a:solidFill>
                  <a:srgbClr val="252525"/>
                </a:solidFill>
                <a:latin typeface="Trebuchet MS"/>
                <a:cs typeface="Trebuchet MS"/>
              </a:rPr>
              <a:t> 0</a:t>
            </a:r>
            <a:r>
              <a:rPr sz="1400" spc="-125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400" spc="-229" dirty="0">
                <a:solidFill>
                  <a:srgbClr val="252525"/>
                </a:solidFill>
                <a:latin typeface="Trebuchet MS"/>
                <a:cs typeface="Trebuchet MS"/>
              </a:rPr>
              <a:t>means</a:t>
            </a:r>
            <a:r>
              <a:rPr sz="1400" spc="-160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400" spc="-235" dirty="0">
                <a:solidFill>
                  <a:srgbClr val="252525"/>
                </a:solidFill>
                <a:latin typeface="Trebuchet MS"/>
                <a:cs typeface="Trebuchet MS"/>
              </a:rPr>
              <a:t>no</a:t>
            </a:r>
            <a:r>
              <a:rPr sz="1400" spc="-140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400" spc="-245" dirty="0">
                <a:solidFill>
                  <a:srgbClr val="252525"/>
                </a:solidFill>
                <a:latin typeface="Trebuchet MS"/>
                <a:cs typeface="Trebuchet MS"/>
              </a:rPr>
              <a:t>output.</a:t>
            </a:r>
            <a:r>
              <a:rPr sz="1400" spc="-150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400" spc="-204" dirty="0">
                <a:solidFill>
                  <a:srgbClr val="252525"/>
                </a:solidFill>
                <a:latin typeface="Trebuchet MS"/>
                <a:cs typeface="Trebuchet MS"/>
              </a:rPr>
              <a:t>Verbose</a:t>
            </a:r>
            <a:r>
              <a:rPr sz="1400" spc="-160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400" spc="-125" dirty="0">
                <a:solidFill>
                  <a:srgbClr val="252525"/>
                </a:solidFill>
                <a:latin typeface="Trebuchet MS"/>
                <a:cs typeface="Trebuchet MS"/>
              </a:rPr>
              <a:t>=</a:t>
            </a:r>
            <a:r>
              <a:rPr sz="1400" spc="-130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400" spc="-459" dirty="0">
                <a:solidFill>
                  <a:srgbClr val="252525"/>
                </a:solidFill>
                <a:latin typeface="Trebuchet MS"/>
                <a:cs typeface="Trebuchet MS"/>
              </a:rPr>
              <a:t>1</a:t>
            </a:r>
            <a:r>
              <a:rPr sz="1400" spc="-114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400" spc="-215" dirty="0">
                <a:solidFill>
                  <a:srgbClr val="252525"/>
                </a:solidFill>
                <a:latin typeface="Trebuchet MS"/>
                <a:cs typeface="Trebuchet MS"/>
              </a:rPr>
              <a:t>to</a:t>
            </a:r>
            <a:r>
              <a:rPr sz="1400" spc="-145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400" spc="-240" dirty="0">
                <a:solidFill>
                  <a:srgbClr val="252525"/>
                </a:solidFill>
                <a:latin typeface="Trebuchet MS"/>
                <a:cs typeface="Trebuchet MS"/>
              </a:rPr>
              <a:t>view</a:t>
            </a:r>
            <a:r>
              <a:rPr sz="1400" spc="-120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400" spc="-229" dirty="0">
                <a:solidFill>
                  <a:srgbClr val="252525"/>
                </a:solidFill>
                <a:latin typeface="Trebuchet MS"/>
                <a:cs typeface="Trebuchet MS"/>
              </a:rPr>
              <a:t>the</a:t>
            </a:r>
            <a:r>
              <a:rPr sz="1400" spc="-150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400" spc="-65" dirty="0">
                <a:solidFill>
                  <a:srgbClr val="252525"/>
                </a:solidFill>
                <a:latin typeface="Trebuchet MS"/>
                <a:cs typeface="Trebuchet MS"/>
              </a:rPr>
              <a:t>epochs.</a:t>
            </a:r>
            <a:endParaRPr sz="1400">
              <a:latin typeface="Trebuchet MS"/>
              <a:cs typeface="Trebuchet MS"/>
            </a:endParaRPr>
          </a:p>
          <a:p>
            <a:pPr marL="439420">
              <a:lnSpc>
                <a:spcPct val="100000"/>
              </a:lnSpc>
              <a:spcBef>
                <a:spcPts val="850"/>
              </a:spcBef>
            </a:pPr>
            <a:r>
              <a:rPr sz="1300" b="1" spc="-254" dirty="0">
                <a:solidFill>
                  <a:srgbClr val="252525"/>
                </a:solidFill>
                <a:latin typeface="Tahoma"/>
                <a:cs typeface="Tahoma"/>
              </a:rPr>
              <a:t>Line</a:t>
            </a:r>
            <a:r>
              <a:rPr sz="1300" b="1" spc="-70" dirty="0">
                <a:solidFill>
                  <a:srgbClr val="252525"/>
                </a:solidFill>
                <a:latin typeface="Tahoma"/>
                <a:cs typeface="Tahoma"/>
              </a:rPr>
              <a:t> </a:t>
            </a:r>
            <a:r>
              <a:rPr sz="1300" b="1" spc="-360" dirty="0">
                <a:solidFill>
                  <a:srgbClr val="252525"/>
                </a:solidFill>
                <a:latin typeface="Tahoma"/>
                <a:cs typeface="Tahoma"/>
              </a:rPr>
              <a:t>129</a:t>
            </a:r>
            <a:endParaRPr sz="1300">
              <a:latin typeface="Tahoma"/>
              <a:cs typeface="Tahoma"/>
            </a:endParaRPr>
          </a:p>
          <a:p>
            <a:pPr marL="658495" indent="-182245">
              <a:lnSpc>
                <a:spcPct val="100000"/>
              </a:lnSpc>
              <a:spcBef>
                <a:spcPts val="420"/>
              </a:spcBef>
              <a:buFont typeface="Arial"/>
              <a:buChar char="•"/>
              <a:tabLst>
                <a:tab pos="658495" algn="l"/>
              </a:tabLst>
            </a:pPr>
            <a:r>
              <a:rPr sz="1400" spc="-254" dirty="0">
                <a:solidFill>
                  <a:srgbClr val="252525"/>
                </a:solidFill>
                <a:latin typeface="Trebuchet MS"/>
                <a:cs typeface="Trebuchet MS"/>
              </a:rPr>
              <a:t>View</a:t>
            </a:r>
            <a:r>
              <a:rPr sz="1400" spc="-135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400" spc="-229" dirty="0">
                <a:solidFill>
                  <a:srgbClr val="252525"/>
                </a:solidFill>
                <a:latin typeface="Trebuchet MS"/>
                <a:cs typeface="Trebuchet MS"/>
              </a:rPr>
              <a:t>the</a:t>
            </a:r>
            <a:r>
              <a:rPr sz="1400" spc="-160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400" spc="-10" dirty="0">
                <a:solidFill>
                  <a:srgbClr val="252525"/>
                </a:solidFill>
                <a:latin typeface="Trebuchet MS"/>
                <a:cs typeface="Trebuchet MS"/>
              </a:rPr>
              <a:t>keys.</a:t>
            </a:r>
            <a:endParaRPr sz="14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1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342278" y="6524434"/>
            <a:ext cx="108806" cy="90487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54151" y="6527292"/>
            <a:ext cx="1794510" cy="142494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862571" y="6521195"/>
            <a:ext cx="2327910" cy="118110"/>
          </a:xfrm>
          <a:prstGeom prst="rect">
            <a:avLst/>
          </a:prstGeom>
        </p:spPr>
      </p:pic>
      <p:sp>
        <p:nvSpPr>
          <p:cNvPr id="5" name="object 5"/>
          <p:cNvSpPr/>
          <p:nvPr/>
        </p:nvSpPr>
        <p:spPr>
          <a:xfrm>
            <a:off x="559308" y="1440180"/>
            <a:ext cx="36830" cy="180340"/>
          </a:xfrm>
          <a:custGeom>
            <a:avLst/>
            <a:gdLst/>
            <a:ahLst/>
            <a:cxnLst/>
            <a:rect l="l" t="t" r="r" b="b"/>
            <a:pathLst>
              <a:path w="36829" h="180340">
                <a:moveTo>
                  <a:pt x="36576" y="0"/>
                </a:moveTo>
                <a:lnTo>
                  <a:pt x="0" y="0"/>
                </a:lnTo>
                <a:lnTo>
                  <a:pt x="0" y="179832"/>
                </a:lnTo>
                <a:lnTo>
                  <a:pt x="36576" y="179832"/>
                </a:lnTo>
                <a:lnTo>
                  <a:pt x="36576" y="0"/>
                </a:lnTo>
                <a:close/>
              </a:path>
            </a:pathLst>
          </a:custGeom>
          <a:solidFill>
            <a:srgbClr val="183DAF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6" name="object 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719327" y="1464563"/>
            <a:ext cx="1718310" cy="174498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437489" y="431419"/>
            <a:ext cx="173672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FFFFFF"/>
                </a:solidFill>
                <a:latin typeface="Ebrima"/>
                <a:cs typeface="Ebrima"/>
              </a:rPr>
              <a:t>3.3.</a:t>
            </a:r>
            <a:r>
              <a:rPr sz="1800" spc="-15" dirty="0">
                <a:solidFill>
                  <a:srgbClr val="FFFFFF"/>
                </a:solidFill>
                <a:latin typeface="Ebrima"/>
                <a:cs typeface="Ebrima"/>
              </a:rPr>
              <a:t> </a:t>
            </a:r>
            <a:r>
              <a:rPr sz="1800" dirty="0">
                <a:solidFill>
                  <a:srgbClr val="FFFFFF"/>
                </a:solidFill>
                <a:latin typeface="Ebrima"/>
                <a:cs typeface="Ebrima"/>
              </a:rPr>
              <a:t>AI</a:t>
            </a:r>
            <a:r>
              <a:rPr sz="1800" spc="-15" dirty="0">
                <a:solidFill>
                  <a:srgbClr val="FFFFFF"/>
                </a:solidFill>
                <a:latin typeface="Ebrima"/>
                <a:cs typeface="Ebrima"/>
              </a:rPr>
              <a:t> </a:t>
            </a:r>
            <a:r>
              <a:rPr sz="1800" dirty="0">
                <a:solidFill>
                  <a:srgbClr val="FFFFFF"/>
                </a:solidFill>
                <a:latin typeface="Ebrima"/>
                <a:cs typeface="Ebrima"/>
              </a:rPr>
              <a:t>with</a:t>
            </a:r>
            <a:r>
              <a:rPr sz="1800" spc="-5" dirty="0">
                <a:solidFill>
                  <a:srgbClr val="FFFFFF"/>
                </a:solidFill>
                <a:latin typeface="Ebrima"/>
                <a:cs typeface="Ebrima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Ebrima"/>
                <a:cs typeface="Ebrima"/>
              </a:rPr>
              <a:t>Keras</a:t>
            </a:r>
            <a:endParaRPr sz="1800">
              <a:latin typeface="Ebrima"/>
              <a:cs typeface="Ebrim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8671941" y="463677"/>
            <a:ext cx="80962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dirty="0">
                <a:solidFill>
                  <a:srgbClr val="D9D9D9"/>
                </a:solidFill>
                <a:latin typeface="Ebrima"/>
                <a:cs typeface="Ebrima"/>
              </a:rPr>
              <a:t>UNIT</a:t>
            </a:r>
            <a:r>
              <a:rPr sz="1600" spc="400" dirty="0">
                <a:solidFill>
                  <a:srgbClr val="D9D9D9"/>
                </a:solidFill>
                <a:latin typeface="Ebrima"/>
                <a:cs typeface="Ebrima"/>
              </a:rPr>
              <a:t> </a:t>
            </a:r>
            <a:r>
              <a:rPr sz="1600" spc="-35" dirty="0">
                <a:solidFill>
                  <a:srgbClr val="D9D9D9"/>
                </a:solidFill>
                <a:latin typeface="Ebrima"/>
                <a:cs typeface="Ebrima"/>
              </a:rPr>
              <a:t>03</a:t>
            </a:r>
            <a:endParaRPr sz="1600">
              <a:latin typeface="Ebrima"/>
              <a:cs typeface="Ebrima"/>
            </a:endParaRPr>
          </a:p>
        </p:txBody>
      </p:sp>
      <p:pic>
        <p:nvPicPr>
          <p:cNvPr id="9" name="object 9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710183" y="1805939"/>
            <a:ext cx="1683257" cy="162305"/>
          </a:xfrm>
          <a:prstGeom prst="rect">
            <a:avLst/>
          </a:prstGeom>
        </p:spPr>
      </p:pic>
      <p:grpSp>
        <p:nvGrpSpPr>
          <p:cNvPr id="10" name="object 10"/>
          <p:cNvGrpSpPr/>
          <p:nvPr/>
        </p:nvGrpSpPr>
        <p:grpSpPr>
          <a:xfrm>
            <a:off x="670559" y="2057400"/>
            <a:ext cx="8789035" cy="4217035"/>
            <a:chOff x="670559" y="2057400"/>
            <a:chExt cx="8789035" cy="4217035"/>
          </a:xfrm>
        </p:grpSpPr>
        <p:sp>
          <p:nvSpPr>
            <p:cNvPr id="11" name="object 11"/>
            <p:cNvSpPr/>
            <p:nvPr/>
          </p:nvSpPr>
          <p:spPr>
            <a:xfrm>
              <a:off x="673607" y="2060447"/>
              <a:ext cx="8783320" cy="4211320"/>
            </a:xfrm>
            <a:custGeom>
              <a:avLst/>
              <a:gdLst/>
              <a:ahLst/>
              <a:cxnLst/>
              <a:rect l="l" t="t" r="r" b="b"/>
              <a:pathLst>
                <a:path w="8783320" h="4211320">
                  <a:moveTo>
                    <a:pt x="0" y="4210812"/>
                  </a:moveTo>
                  <a:lnTo>
                    <a:pt x="8782812" y="4210812"/>
                  </a:lnTo>
                  <a:lnTo>
                    <a:pt x="8782812" y="0"/>
                  </a:lnTo>
                  <a:lnTo>
                    <a:pt x="0" y="0"/>
                  </a:lnTo>
                  <a:lnTo>
                    <a:pt x="0" y="4210812"/>
                  </a:lnTo>
                  <a:close/>
                </a:path>
              </a:pathLst>
            </a:custGeom>
            <a:ln w="6096">
              <a:solidFill>
                <a:srgbClr val="D9D9D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2" name="object 12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859698" y="2209886"/>
              <a:ext cx="8583005" cy="3936646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1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331543" y="6524434"/>
            <a:ext cx="111922" cy="90487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54151" y="6527292"/>
            <a:ext cx="1794510" cy="142494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862571" y="6521195"/>
            <a:ext cx="2327910" cy="118110"/>
          </a:xfrm>
          <a:prstGeom prst="rect">
            <a:avLst/>
          </a:prstGeom>
        </p:spPr>
      </p:pic>
      <p:sp>
        <p:nvSpPr>
          <p:cNvPr id="5" name="object 5"/>
          <p:cNvSpPr/>
          <p:nvPr/>
        </p:nvSpPr>
        <p:spPr>
          <a:xfrm>
            <a:off x="559308" y="1440180"/>
            <a:ext cx="36830" cy="180340"/>
          </a:xfrm>
          <a:custGeom>
            <a:avLst/>
            <a:gdLst/>
            <a:ahLst/>
            <a:cxnLst/>
            <a:rect l="l" t="t" r="r" b="b"/>
            <a:pathLst>
              <a:path w="36829" h="180340">
                <a:moveTo>
                  <a:pt x="36576" y="0"/>
                </a:moveTo>
                <a:lnTo>
                  <a:pt x="0" y="0"/>
                </a:lnTo>
                <a:lnTo>
                  <a:pt x="0" y="179832"/>
                </a:lnTo>
                <a:lnTo>
                  <a:pt x="36576" y="179832"/>
                </a:lnTo>
                <a:lnTo>
                  <a:pt x="36576" y="0"/>
                </a:lnTo>
                <a:close/>
              </a:path>
            </a:pathLst>
          </a:custGeom>
          <a:solidFill>
            <a:srgbClr val="183DAF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6" name="object 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719327" y="1464563"/>
            <a:ext cx="1718310" cy="174498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437489" y="431419"/>
            <a:ext cx="173672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FFFFFF"/>
                </a:solidFill>
                <a:latin typeface="Ebrima"/>
                <a:cs typeface="Ebrima"/>
              </a:rPr>
              <a:t>3.3.</a:t>
            </a:r>
            <a:r>
              <a:rPr sz="1800" spc="-15" dirty="0">
                <a:solidFill>
                  <a:srgbClr val="FFFFFF"/>
                </a:solidFill>
                <a:latin typeface="Ebrima"/>
                <a:cs typeface="Ebrima"/>
              </a:rPr>
              <a:t> </a:t>
            </a:r>
            <a:r>
              <a:rPr sz="1800" dirty="0">
                <a:solidFill>
                  <a:srgbClr val="FFFFFF"/>
                </a:solidFill>
                <a:latin typeface="Ebrima"/>
                <a:cs typeface="Ebrima"/>
              </a:rPr>
              <a:t>AI</a:t>
            </a:r>
            <a:r>
              <a:rPr sz="1800" spc="-15" dirty="0">
                <a:solidFill>
                  <a:srgbClr val="FFFFFF"/>
                </a:solidFill>
                <a:latin typeface="Ebrima"/>
                <a:cs typeface="Ebrima"/>
              </a:rPr>
              <a:t> </a:t>
            </a:r>
            <a:r>
              <a:rPr sz="1800" dirty="0">
                <a:solidFill>
                  <a:srgbClr val="FFFFFF"/>
                </a:solidFill>
                <a:latin typeface="Ebrima"/>
                <a:cs typeface="Ebrima"/>
              </a:rPr>
              <a:t>with</a:t>
            </a:r>
            <a:r>
              <a:rPr sz="1800" spc="-5" dirty="0">
                <a:solidFill>
                  <a:srgbClr val="FFFFFF"/>
                </a:solidFill>
                <a:latin typeface="Ebrima"/>
                <a:cs typeface="Ebrima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Ebrima"/>
                <a:cs typeface="Ebrima"/>
              </a:rPr>
              <a:t>Keras</a:t>
            </a:r>
            <a:endParaRPr sz="1800">
              <a:latin typeface="Ebrima"/>
              <a:cs typeface="Ebrim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8671941" y="463677"/>
            <a:ext cx="80962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dirty="0">
                <a:solidFill>
                  <a:srgbClr val="D9D9D9"/>
                </a:solidFill>
                <a:latin typeface="Ebrima"/>
                <a:cs typeface="Ebrima"/>
              </a:rPr>
              <a:t>UNIT</a:t>
            </a:r>
            <a:r>
              <a:rPr sz="1600" spc="400" dirty="0">
                <a:solidFill>
                  <a:srgbClr val="D9D9D9"/>
                </a:solidFill>
                <a:latin typeface="Ebrima"/>
                <a:cs typeface="Ebrima"/>
              </a:rPr>
              <a:t> </a:t>
            </a:r>
            <a:r>
              <a:rPr sz="1600" spc="-35" dirty="0">
                <a:solidFill>
                  <a:srgbClr val="D9D9D9"/>
                </a:solidFill>
                <a:latin typeface="Ebrima"/>
                <a:cs typeface="Ebrima"/>
              </a:rPr>
              <a:t>03</a:t>
            </a:r>
            <a:endParaRPr sz="1600">
              <a:latin typeface="Ebrima"/>
              <a:cs typeface="Ebrima"/>
            </a:endParaRPr>
          </a:p>
        </p:txBody>
      </p:sp>
      <p:pic>
        <p:nvPicPr>
          <p:cNvPr id="9" name="object 9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714762" y="1810577"/>
            <a:ext cx="540251" cy="157668"/>
          </a:xfrm>
          <a:prstGeom prst="rect">
            <a:avLst/>
          </a:prstGeom>
        </p:spPr>
      </p:pic>
      <p:grpSp>
        <p:nvGrpSpPr>
          <p:cNvPr id="10" name="object 10"/>
          <p:cNvGrpSpPr/>
          <p:nvPr/>
        </p:nvGrpSpPr>
        <p:grpSpPr>
          <a:xfrm>
            <a:off x="682751" y="2049779"/>
            <a:ext cx="8663940" cy="1022985"/>
            <a:chOff x="682751" y="2049779"/>
            <a:chExt cx="8663940" cy="1022985"/>
          </a:xfrm>
        </p:grpSpPr>
        <p:sp>
          <p:nvSpPr>
            <p:cNvPr id="11" name="object 11"/>
            <p:cNvSpPr/>
            <p:nvPr/>
          </p:nvSpPr>
          <p:spPr>
            <a:xfrm>
              <a:off x="685799" y="2052827"/>
              <a:ext cx="8658225" cy="1016635"/>
            </a:xfrm>
            <a:custGeom>
              <a:avLst/>
              <a:gdLst/>
              <a:ahLst/>
              <a:cxnLst/>
              <a:rect l="l" t="t" r="r" b="b"/>
              <a:pathLst>
                <a:path w="8658225" h="1016635">
                  <a:moveTo>
                    <a:pt x="0" y="1016508"/>
                  </a:moveTo>
                  <a:lnTo>
                    <a:pt x="8657844" y="1016508"/>
                  </a:lnTo>
                  <a:lnTo>
                    <a:pt x="8657844" y="0"/>
                  </a:lnTo>
                  <a:lnTo>
                    <a:pt x="0" y="0"/>
                  </a:lnTo>
                  <a:lnTo>
                    <a:pt x="0" y="1016508"/>
                  </a:lnTo>
                  <a:close/>
                </a:path>
              </a:pathLst>
            </a:custGeom>
            <a:ln w="6096">
              <a:solidFill>
                <a:srgbClr val="D9D9D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2" name="object 12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847343" y="2179245"/>
              <a:ext cx="8496300" cy="712270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1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331543" y="6524434"/>
            <a:ext cx="111922" cy="90487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54151" y="6527292"/>
            <a:ext cx="1794510" cy="142494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862571" y="6521195"/>
            <a:ext cx="2327910" cy="118110"/>
          </a:xfrm>
          <a:prstGeom prst="rect">
            <a:avLst/>
          </a:prstGeom>
        </p:spPr>
      </p:pic>
      <p:sp>
        <p:nvSpPr>
          <p:cNvPr id="5" name="object 5"/>
          <p:cNvSpPr/>
          <p:nvPr/>
        </p:nvSpPr>
        <p:spPr>
          <a:xfrm>
            <a:off x="559308" y="1440180"/>
            <a:ext cx="36830" cy="180340"/>
          </a:xfrm>
          <a:custGeom>
            <a:avLst/>
            <a:gdLst/>
            <a:ahLst/>
            <a:cxnLst/>
            <a:rect l="l" t="t" r="r" b="b"/>
            <a:pathLst>
              <a:path w="36829" h="180340">
                <a:moveTo>
                  <a:pt x="36576" y="0"/>
                </a:moveTo>
                <a:lnTo>
                  <a:pt x="0" y="0"/>
                </a:lnTo>
                <a:lnTo>
                  <a:pt x="0" y="179832"/>
                </a:lnTo>
                <a:lnTo>
                  <a:pt x="36576" y="179832"/>
                </a:lnTo>
                <a:lnTo>
                  <a:pt x="36576" y="0"/>
                </a:lnTo>
                <a:close/>
              </a:path>
            </a:pathLst>
          </a:custGeom>
          <a:solidFill>
            <a:srgbClr val="183DAF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6" name="object 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719327" y="1464563"/>
            <a:ext cx="2751582" cy="174498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437489" y="431419"/>
            <a:ext cx="173672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FFFFFF"/>
                </a:solidFill>
                <a:latin typeface="Ebrima"/>
                <a:cs typeface="Ebrima"/>
              </a:rPr>
              <a:t>3.3.</a:t>
            </a:r>
            <a:r>
              <a:rPr sz="1800" spc="-15" dirty="0">
                <a:solidFill>
                  <a:srgbClr val="FFFFFF"/>
                </a:solidFill>
                <a:latin typeface="Ebrima"/>
                <a:cs typeface="Ebrima"/>
              </a:rPr>
              <a:t> </a:t>
            </a:r>
            <a:r>
              <a:rPr sz="1800" dirty="0">
                <a:solidFill>
                  <a:srgbClr val="FFFFFF"/>
                </a:solidFill>
                <a:latin typeface="Ebrima"/>
                <a:cs typeface="Ebrima"/>
              </a:rPr>
              <a:t>AI</a:t>
            </a:r>
            <a:r>
              <a:rPr sz="1800" spc="-15" dirty="0">
                <a:solidFill>
                  <a:srgbClr val="FFFFFF"/>
                </a:solidFill>
                <a:latin typeface="Ebrima"/>
                <a:cs typeface="Ebrima"/>
              </a:rPr>
              <a:t> </a:t>
            </a:r>
            <a:r>
              <a:rPr sz="1800" dirty="0">
                <a:solidFill>
                  <a:srgbClr val="FFFFFF"/>
                </a:solidFill>
                <a:latin typeface="Ebrima"/>
                <a:cs typeface="Ebrima"/>
              </a:rPr>
              <a:t>with</a:t>
            </a:r>
            <a:r>
              <a:rPr sz="1800" spc="-5" dirty="0">
                <a:solidFill>
                  <a:srgbClr val="FFFFFF"/>
                </a:solidFill>
                <a:latin typeface="Ebrima"/>
                <a:cs typeface="Ebrima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Ebrima"/>
                <a:cs typeface="Ebrima"/>
              </a:rPr>
              <a:t>Keras</a:t>
            </a:r>
            <a:endParaRPr sz="1800">
              <a:latin typeface="Ebrima"/>
              <a:cs typeface="Ebrim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8671941" y="463677"/>
            <a:ext cx="80962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dirty="0">
                <a:solidFill>
                  <a:srgbClr val="D9D9D9"/>
                </a:solidFill>
                <a:latin typeface="Ebrima"/>
                <a:cs typeface="Ebrima"/>
              </a:rPr>
              <a:t>UNIT</a:t>
            </a:r>
            <a:r>
              <a:rPr sz="1600" spc="400" dirty="0">
                <a:solidFill>
                  <a:srgbClr val="D9D9D9"/>
                </a:solidFill>
                <a:latin typeface="Ebrima"/>
                <a:cs typeface="Ebrima"/>
              </a:rPr>
              <a:t> </a:t>
            </a:r>
            <a:r>
              <a:rPr sz="1600" spc="-35" dirty="0">
                <a:solidFill>
                  <a:srgbClr val="D9D9D9"/>
                </a:solidFill>
                <a:latin typeface="Ebrima"/>
                <a:cs typeface="Ebrima"/>
              </a:rPr>
              <a:t>03</a:t>
            </a:r>
            <a:endParaRPr sz="1600">
              <a:latin typeface="Ebrima"/>
              <a:cs typeface="Ebrima"/>
            </a:endParaRPr>
          </a:p>
        </p:txBody>
      </p:sp>
      <p:pic>
        <p:nvPicPr>
          <p:cNvPr id="9" name="object 9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710183" y="1805939"/>
            <a:ext cx="3423666" cy="459486"/>
          </a:xfrm>
          <a:prstGeom prst="rect">
            <a:avLst/>
          </a:prstGeom>
        </p:spPr>
      </p:pic>
      <p:grpSp>
        <p:nvGrpSpPr>
          <p:cNvPr id="10" name="object 10"/>
          <p:cNvGrpSpPr/>
          <p:nvPr/>
        </p:nvGrpSpPr>
        <p:grpSpPr>
          <a:xfrm>
            <a:off x="2456688" y="3012948"/>
            <a:ext cx="1842770" cy="2153920"/>
            <a:chOff x="2456688" y="3012948"/>
            <a:chExt cx="1842770" cy="2153920"/>
          </a:xfrm>
        </p:grpSpPr>
        <p:sp>
          <p:nvSpPr>
            <p:cNvPr id="11" name="object 11"/>
            <p:cNvSpPr/>
            <p:nvPr/>
          </p:nvSpPr>
          <p:spPr>
            <a:xfrm>
              <a:off x="2456688" y="3012948"/>
              <a:ext cx="1842770" cy="2153920"/>
            </a:xfrm>
            <a:custGeom>
              <a:avLst/>
              <a:gdLst/>
              <a:ahLst/>
              <a:cxnLst/>
              <a:rect l="l" t="t" r="r" b="b"/>
              <a:pathLst>
                <a:path w="1842770" h="2153920">
                  <a:moveTo>
                    <a:pt x="1842515" y="0"/>
                  </a:moveTo>
                  <a:lnTo>
                    <a:pt x="0" y="0"/>
                  </a:lnTo>
                  <a:lnTo>
                    <a:pt x="0" y="2153412"/>
                  </a:lnTo>
                  <a:lnTo>
                    <a:pt x="1842515" y="2153412"/>
                  </a:lnTo>
                  <a:lnTo>
                    <a:pt x="1842515" y="0"/>
                  </a:lnTo>
                  <a:close/>
                </a:path>
              </a:pathLst>
            </a:custGeom>
            <a:solidFill>
              <a:srgbClr val="FF0000">
                <a:alpha val="5097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2634234" y="3153918"/>
              <a:ext cx="401320" cy="1871980"/>
            </a:xfrm>
            <a:custGeom>
              <a:avLst/>
              <a:gdLst/>
              <a:ahLst/>
              <a:cxnLst/>
              <a:rect l="l" t="t" r="r" b="b"/>
              <a:pathLst>
                <a:path w="401319" h="1871979">
                  <a:moveTo>
                    <a:pt x="400812" y="0"/>
                  </a:moveTo>
                  <a:lnTo>
                    <a:pt x="0" y="0"/>
                  </a:lnTo>
                  <a:lnTo>
                    <a:pt x="0" y="1871472"/>
                  </a:lnTo>
                  <a:lnTo>
                    <a:pt x="400812" y="1871472"/>
                  </a:lnTo>
                  <a:lnTo>
                    <a:pt x="400812" y="0"/>
                  </a:lnTo>
                  <a:close/>
                </a:path>
              </a:pathLst>
            </a:custGeom>
            <a:solidFill>
              <a:srgbClr val="FFD1D1">
                <a:alpha val="30195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2634234" y="3153918"/>
              <a:ext cx="401320" cy="1871980"/>
            </a:xfrm>
            <a:custGeom>
              <a:avLst/>
              <a:gdLst/>
              <a:ahLst/>
              <a:cxnLst/>
              <a:rect l="l" t="t" r="r" b="b"/>
              <a:pathLst>
                <a:path w="401319" h="1871979">
                  <a:moveTo>
                    <a:pt x="0" y="1871472"/>
                  </a:moveTo>
                  <a:lnTo>
                    <a:pt x="400812" y="1871472"/>
                  </a:lnTo>
                  <a:lnTo>
                    <a:pt x="400812" y="0"/>
                  </a:lnTo>
                  <a:lnTo>
                    <a:pt x="0" y="0"/>
                  </a:lnTo>
                  <a:lnTo>
                    <a:pt x="0" y="1871472"/>
                  </a:lnTo>
                  <a:close/>
                </a:path>
              </a:pathLst>
            </a:custGeom>
            <a:ln w="19812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4" name="object 14"/>
          <p:cNvGrpSpPr/>
          <p:nvPr/>
        </p:nvGrpSpPr>
        <p:grpSpPr>
          <a:xfrm>
            <a:off x="5036565" y="3006598"/>
            <a:ext cx="2324735" cy="2166620"/>
            <a:chOff x="5036565" y="3006598"/>
            <a:chExt cx="2324735" cy="2166620"/>
          </a:xfrm>
        </p:grpSpPr>
        <p:sp>
          <p:nvSpPr>
            <p:cNvPr id="15" name="object 15"/>
            <p:cNvSpPr/>
            <p:nvPr/>
          </p:nvSpPr>
          <p:spPr>
            <a:xfrm>
              <a:off x="5042915" y="3012948"/>
              <a:ext cx="2312035" cy="2153920"/>
            </a:xfrm>
            <a:custGeom>
              <a:avLst/>
              <a:gdLst/>
              <a:ahLst/>
              <a:cxnLst/>
              <a:rect l="l" t="t" r="r" b="b"/>
              <a:pathLst>
                <a:path w="2312034" h="2153920">
                  <a:moveTo>
                    <a:pt x="2311908" y="0"/>
                  </a:moveTo>
                  <a:lnTo>
                    <a:pt x="0" y="0"/>
                  </a:lnTo>
                  <a:lnTo>
                    <a:pt x="0" y="2153412"/>
                  </a:lnTo>
                  <a:lnTo>
                    <a:pt x="2311908" y="2153412"/>
                  </a:lnTo>
                  <a:lnTo>
                    <a:pt x="2311908" y="0"/>
                  </a:lnTo>
                  <a:close/>
                </a:path>
              </a:pathLst>
            </a:custGeom>
            <a:solidFill>
              <a:srgbClr val="006FC0">
                <a:alpha val="5097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5042915" y="3012948"/>
              <a:ext cx="2312035" cy="2153920"/>
            </a:xfrm>
            <a:custGeom>
              <a:avLst/>
              <a:gdLst/>
              <a:ahLst/>
              <a:cxnLst/>
              <a:rect l="l" t="t" r="r" b="b"/>
              <a:pathLst>
                <a:path w="2312034" h="2153920">
                  <a:moveTo>
                    <a:pt x="0" y="2153412"/>
                  </a:moveTo>
                  <a:lnTo>
                    <a:pt x="2311908" y="2153412"/>
                  </a:lnTo>
                  <a:lnTo>
                    <a:pt x="2311908" y="0"/>
                  </a:lnTo>
                  <a:lnTo>
                    <a:pt x="0" y="0"/>
                  </a:lnTo>
                  <a:lnTo>
                    <a:pt x="0" y="2153412"/>
                  </a:lnTo>
                  <a:close/>
                </a:path>
              </a:pathLst>
            </a:custGeom>
            <a:ln w="12192">
              <a:solidFill>
                <a:srgbClr val="183DAF"/>
              </a:solidFill>
              <a:prstDash val="sys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" name="object 17"/>
          <p:cNvSpPr txBox="1"/>
          <p:nvPr/>
        </p:nvSpPr>
        <p:spPr>
          <a:xfrm>
            <a:off x="2456688" y="3012948"/>
            <a:ext cx="1842770" cy="2153920"/>
          </a:xfrm>
          <a:prstGeom prst="rect">
            <a:avLst/>
          </a:prstGeom>
          <a:ln w="12192">
            <a:solidFill>
              <a:srgbClr val="FF0000"/>
            </a:solidFill>
          </a:ln>
        </p:spPr>
        <p:txBody>
          <a:bodyPr vert="vert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17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7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7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7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2450">
              <a:latin typeface="Times New Roman"/>
              <a:cs typeface="Times New Roman"/>
            </a:endParaRPr>
          </a:p>
          <a:p>
            <a:pPr marL="549910">
              <a:lnSpc>
                <a:spcPct val="100000"/>
              </a:lnSpc>
            </a:pPr>
            <a:r>
              <a:rPr sz="1400" b="1" spc="-270" dirty="0">
                <a:latin typeface="Tahoma"/>
                <a:cs typeface="Tahoma"/>
              </a:rPr>
              <a:t>Convolution</a:t>
            </a:r>
            <a:r>
              <a:rPr sz="1400" b="1" spc="-135" dirty="0">
                <a:latin typeface="Tahoma"/>
                <a:cs typeface="Tahoma"/>
              </a:rPr>
              <a:t> </a:t>
            </a:r>
            <a:r>
              <a:rPr sz="1400" b="1" spc="-20" dirty="0">
                <a:latin typeface="Tahoma"/>
                <a:cs typeface="Tahoma"/>
              </a:rPr>
              <a:t>layer</a:t>
            </a:r>
            <a:endParaRPr sz="1400">
              <a:latin typeface="Tahoma"/>
              <a:cs typeface="Tahoma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3726941" y="3153917"/>
            <a:ext cx="396240" cy="1871980"/>
          </a:xfrm>
          <a:prstGeom prst="rect">
            <a:avLst/>
          </a:prstGeom>
          <a:solidFill>
            <a:srgbClr val="006FC0">
              <a:alpha val="30195"/>
            </a:srgbClr>
          </a:solidFill>
          <a:ln w="19811">
            <a:solidFill>
              <a:srgbClr val="006FC0"/>
            </a:solidFill>
          </a:ln>
        </p:spPr>
        <p:txBody>
          <a:bodyPr vert="vert" wrap="square" lIns="0" tIns="88265" rIns="0" bIns="0" rtlCol="0">
            <a:spAutoFit/>
          </a:bodyPr>
          <a:lstStyle/>
          <a:p>
            <a:pPr marL="541655">
              <a:lnSpc>
                <a:spcPct val="100000"/>
              </a:lnSpc>
              <a:spcBef>
                <a:spcPts val="695"/>
              </a:spcBef>
            </a:pPr>
            <a:r>
              <a:rPr sz="1400" b="1" spc="-270" dirty="0">
                <a:latin typeface="Tahoma"/>
                <a:cs typeface="Tahoma"/>
              </a:rPr>
              <a:t>Pooling</a:t>
            </a:r>
            <a:r>
              <a:rPr sz="1400" b="1" spc="-130" dirty="0">
                <a:latin typeface="Tahoma"/>
                <a:cs typeface="Tahoma"/>
              </a:rPr>
              <a:t> </a:t>
            </a:r>
            <a:r>
              <a:rPr sz="1400" b="1" spc="-10" dirty="0">
                <a:latin typeface="Tahoma"/>
                <a:cs typeface="Tahoma"/>
              </a:rPr>
              <a:t>layer</a:t>
            </a:r>
            <a:endParaRPr sz="1400">
              <a:latin typeface="Tahoma"/>
              <a:cs typeface="Tahoma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5311902" y="3153917"/>
            <a:ext cx="396240" cy="1871980"/>
          </a:xfrm>
          <a:prstGeom prst="rect">
            <a:avLst/>
          </a:prstGeom>
          <a:solidFill>
            <a:srgbClr val="00AF50">
              <a:alpha val="30195"/>
            </a:srgbClr>
          </a:solidFill>
          <a:ln w="19811">
            <a:solidFill>
              <a:srgbClr val="00AF50"/>
            </a:solidFill>
          </a:ln>
        </p:spPr>
        <p:txBody>
          <a:bodyPr vert="vert" wrap="square" lIns="0" tIns="88265" rIns="0" bIns="0" rtlCol="0">
            <a:spAutoFit/>
          </a:bodyPr>
          <a:lstStyle/>
          <a:p>
            <a:pPr marL="515620">
              <a:lnSpc>
                <a:spcPct val="100000"/>
              </a:lnSpc>
              <a:spcBef>
                <a:spcPts val="695"/>
              </a:spcBef>
            </a:pPr>
            <a:r>
              <a:rPr sz="1400" b="1" spc="-280" dirty="0">
                <a:latin typeface="Tahoma"/>
                <a:cs typeface="Tahoma"/>
              </a:rPr>
              <a:t>Dropout</a:t>
            </a:r>
            <a:r>
              <a:rPr sz="1400" b="1" spc="-114" dirty="0">
                <a:latin typeface="Tahoma"/>
                <a:cs typeface="Tahoma"/>
              </a:rPr>
              <a:t> </a:t>
            </a:r>
            <a:r>
              <a:rPr sz="1400" b="1" spc="-20" dirty="0">
                <a:latin typeface="Tahoma"/>
                <a:cs typeface="Tahoma"/>
              </a:rPr>
              <a:t>layer</a:t>
            </a:r>
            <a:endParaRPr sz="1400">
              <a:latin typeface="Tahoma"/>
              <a:cs typeface="Tahoma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6681978" y="3153917"/>
            <a:ext cx="396240" cy="1871980"/>
          </a:xfrm>
          <a:prstGeom prst="rect">
            <a:avLst/>
          </a:prstGeom>
          <a:solidFill>
            <a:srgbClr val="FFC000">
              <a:alpha val="30195"/>
            </a:srgbClr>
          </a:solidFill>
          <a:ln w="19811">
            <a:solidFill>
              <a:srgbClr val="FFC000"/>
            </a:solidFill>
          </a:ln>
        </p:spPr>
        <p:txBody>
          <a:bodyPr vert="vert" wrap="square" lIns="0" tIns="88265" rIns="0" bIns="0" rtlCol="0">
            <a:spAutoFit/>
          </a:bodyPr>
          <a:lstStyle/>
          <a:p>
            <a:pPr marL="290195">
              <a:lnSpc>
                <a:spcPct val="100000"/>
              </a:lnSpc>
              <a:spcBef>
                <a:spcPts val="695"/>
              </a:spcBef>
            </a:pPr>
            <a:r>
              <a:rPr sz="1400" b="1" spc="-250" dirty="0">
                <a:latin typeface="Tahoma"/>
                <a:cs typeface="Tahoma"/>
              </a:rPr>
              <a:t>Fully</a:t>
            </a:r>
            <a:r>
              <a:rPr sz="1400" b="1" spc="-85" dirty="0">
                <a:latin typeface="Tahoma"/>
                <a:cs typeface="Tahoma"/>
              </a:rPr>
              <a:t> </a:t>
            </a:r>
            <a:r>
              <a:rPr sz="1400" b="1" spc="-265" dirty="0">
                <a:latin typeface="Tahoma"/>
                <a:cs typeface="Tahoma"/>
              </a:rPr>
              <a:t>connected</a:t>
            </a:r>
            <a:r>
              <a:rPr sz="1400" b="1" spc="-125" dirty="0">
                <a:latin typeface="Tahoma"/>
                <a:cs typeface="Tahoma"/>
              </a:rPr>
              <a:t> </a:t>
            </a:r>
            <a:r>
              <a:rPr sz="1400" b="1" spc="-20" dirty="0">
                <a:latin typeface="Tahoma"/>
                <a:cs typeface="Tahoma"/>
              </a:rPr>
              <a:t>layer</a:t>
            </a:r>
            <a:endParaRPr sz="1400">
              <a:latin typeface="Tahoma"/>
              <a:cs typeface="Tahoma"/>
            </a:endParaRPr>
          </a:p>
        </p:txBody>
      </p:sp>
      <p:pic>
        <p:nvPicPr>
          <p:cNvPr id="21" name="object 21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2817876" y="5280659"/>
            <a:ext cx="1119377" cy="150113"/>
          </a:xfrm>
          <a:prstGeom prst="rect">
            <a:avLst/>
          </a:prstGeom>
        </p:spPr>
      </p:pic>
      <p:pic>
        <p:nvPicPr>
          <p:cNvPr id="22" name="object 22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970796" y="2758540"/>
            <a:ext cx="389373" cy="172873"/>
          </a:xfrm>
          <a:prstGeom prst="rect">
            <a:avLst/>
          </a:prstGeom>
        </p:spPr>
      </p:pic>
      <p:pic>
        <p:nvPicPr>
          <p:cNvPr id="23" name="object 23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8148835" y="2755450"/>
            <a:ext cx="503675" cy="175963"/>
          </a:xfrm>
          <a:prstGeom prst="rect">
            <a:avLst/>
          </a:prstGeom>
        </p:spPr>
      </p:pic>
      <p:grpSp>
        <p:nvGrpSpPr>
          <p:cNvPr id="24" name="object 24"/>
          <p:cNvGrpSpPr/>
          <p:nvPr/>
        </p:nvGrpSpPr>
        <p:grpSpPr>
          <a:xfrm>
            <a:off x="742187" y="3653028"/>
            <a:ext cx="832485" cy="896619"/>
            <a:chOff x="742187" y="3653028"/>
            <a:chExt cx="832485" cy="896619"/>
          </a:xfrm>
        </p:grpSpPr>
        <p:pic>
          <p:nvPicPr>
            <p:cNvPr id="25" name="object 25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748283" y="3659124"/>
              <a:ext cx="819912" cy="883919"/>
            </a:xfrm>
            <a:prstGeom prst="rect">
              <a:avLst/>
            </a:prstGeom>
          </p:spPr>
        </p:pic>
        <p:sp>
          <p:nvSpPr>
            <p:cNvPr id="26" name="object 26"/>
            <p:cNvSpPr/>
            <p:nvPr/>
          </p:nvSpPr>
          <p:spPr>
            <a:xfrm>
              <a:off x="745235" y="3656076"/>
              <a:ext cx="826135" cy="890269"/>
            </a:xfrm>
            <a:custGeom>
              <a:avLst/>
              <a:gdLst/>
              <a:ahLst/>
              <a:cxnLst/>
              <a:rect l="l" t="t" r="r" b="b"/>
              <a:pathLst>
                <a:path w="826135" h="890270">
                  <a:moveTo>
                    <a:pt x="0" y="890016"/>
                  </a:moveTo>
                  <a:lnTo>
                    <a:pt x="826007" y="890016"/>
                  </a:lnTo>
                  <a:lnTo>
                    <a:pt x="826007" y="0"/>
                  </a:lnTo>
                  <a:lnTo>
                    <a:pt x="0" y="0"/>
                  </a:lnTo>
                  <a:lnTo>
                    <a:pt x="0" y="890016"/>
                  </a:lnTo>
                  <a:close/>
                </a:path>
              </a:pathLst>
            </a:custGeom>
            <a:ln w="6096">
              <a:solidFill>
                <a:srgbClr val="BEBEB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27" name="object 27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2691383" y="2758439"/>
            <a:ext cx="1372362" cy="144017"/>
          </a:xfrm>
          <a:prstGeom prst="rect">
            <a:avLst/>
          </a:prstGeom>
        </p:spPr>
      </p:pic>
      <p:pic>
        <p:nvPicPr>
          <p:cNvPr id="28" name="object 28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5696711" y="2752344"/>
            <a:ext cx="1000506" cy="150113"/>
          </a:xfrm>
          <a:prstGeom prst="rect">
            <a:avLst/>
          </a:prstGeom>
        </p:spPr>
      </p:pic>
      <p:graphicFrame>
        <p:nvGraphicFramePr>
          <p:cNvPr id="29" name="object 29"/>
          <p:cNvGraphicFramePr>
            <a:graphicFrameLocks noGrp="1"/>
          </p:cNvGraphicFramePr>
          <p:nvPr/>
        </p:nvGraphicFramePr>
        <p:xfrm>
          <a:off x="8066913" y="2990088"/>
          <a:ext cx="735330" cy="21691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527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14629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BEBEBE"/>
                      </a:solidFill>
                      <a:prstDash val="solid"/>
                    </a:lnL>
                    <a:lnR w="6350">
                      <a:solidFill>
                        <a:srgbClr val="BEBEBE"/>
                      </a:solidFill>
                      <a:prstDash val="solid"/>
                    </a:lnR>
                    <a:lnT w="6350">
                      <a:solidFill>
                        <a:srgbClr val="BEBEBE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4629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BEBEBE"/>
                      </a:solidFill>
                      <a:prstDash val="solid"/>
                    </a:lnL>
                    <a:lnR w="6350">
                      <a:solidFill>
                        <a:srgbClr val="BEBEBE"/>
                      </a:solidFill>
                      <a:prstDash val="solid"/>
                    </a:lnR>
                    <a:lnT w="6350">
                      <a:solidFill>
                        <a:srgbClr val="BEBEBE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526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BEBEBE"/>
                      </a:solidFill>
                      <a:prstDash val="solid"/>
                    </a:lnL>
                    <a:lnR w="6350">
                      <a:solidFill>
                        <a:srgbClr val="BEBEBE"/>
                      </a:solidFill>
                      <a:prstDash val="solid"/>
                    </a:lnR>
                    <a:lnT w="6350">
                      <a:solidFill>
                        <a:srgbClr val="BEBEBE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3495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BEBEBE"/>
                      </a:solidFill>
                      <a:prstDash val="solid"/>
                    </a:lnL>
                    <a:lnR w="6350">
                      <a:solidFill>
                        <a:srgbClr val="BEBEBE"/>
                      </a:solidFill>
                      <a:prstDash val="solid"/>
                    </a:lnR>
                    <a:lnT w="6350">
                      <a:solidFill>
                        <a:srgbClr val="BEBEBE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526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BEBEBE"/>
                      </a:solidFill>
                      <a:prstDash val="solid"/>
                    </a:lnL>
                    <a:lnR w="6350">
                      <a:solidFill>
                        <a:srgbClr val="BEBEBE"/>
                      </a:solidFill>
                      <a:prstDash val="solid"/>
                    </a:lnR>
                    <a:lnT w="6350">
                      <a:solidFill>
                        <a:srgbClr val="BEBEBE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14629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BEBEBE"/>
                      </a:solidFill>
                      <a:prstDash val="solid"/>
                    </a:lnL>
                    <a:lnR w="6350">
                      <a:solidFill>
                        <a:srgbClr val="BEBEBE"/>
                      </a:solidFill>
                      <a:prstDash val="solid"/>
                    </a:lnR>
                    <a:lnT w="6350">
                      <a:solidFill>
                        <a:srgbClr val="BEBEBE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1526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BEBEBE"/>
                      </a:solidFill>
                      <a:prstDash val="solid"/>
                    </a:lnL>
                    <a:lnR w="6350">
                      <a:solidFill>
                        <a:srgbClr val="BEBEBE"/>
                      </a:solidFill>
                      <a:prstDash val="solid"/>
                    </a:lnR>
                    <a:lnT w="6350">
                      <a:solidFill>
                        <a:srgbClr val="BEBEBE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14629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BEBEBE"/>
                      </a:solidFill>
                      <a:prstDash val="solid"/>
                    </a:lnL>
                    <a:lnR w="6350">
                      <a:solidFill>
                        <a:srgbClr val="BEBEBE"/>
                      </a:solidFill>
                      <a:prstDash val="solid"/>
                    </a:lnR>
                    <a:lnT w="6350">
                      <a:solidFill>
                        <a:srgbClr val="BEBEBE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1526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BEBEBE"/>
                      </a:solidFill>
                      <a:prstDash val="solid"/>
                    </a:lnL>
                    <a:lnR w="6350">
                      <a:solidFill>
                        <a:srgbClr val="BEBEBE"/>
                      </a:solidFill>
                      <a:prstDash val="solid"/>
                    </a:lnR>
                    <a:lnT w="6350">
                      <a:solidFill>
                        <a:srgbClr val="BEBEBE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14629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BEBEBE"/>
                      </a:solidFill>
                      <a:prstDash val="solid"/>
                    </a:lnL>
                    <a:lnR w="6350">
                      <a:solidFill>
                        <a:srgbClr val="BEBEBE"/>
                      </a:solidFill>
                      <a:prstDash val="solid"/>
                    </a:lnR>
                    <a:lnT w="6350">
                      <a:solidFill>
                        <a:srgbClr val="BEBEBE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pic>
        <p:nvPicPr>
          <p:cNvPr id="30" name="object 30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8374380" y="3039491"/>
            <a:ext cx="43815" cy="107061"/>
          </a:xfrm>
          <a:prstGeom prst="rect">
            <a:avLst/>
          </a:prstGeom>
        </p:spPr>
      </p:pic>
      <p:pic>
        <p:nvPicPr>
          <p:cNvPr id="31" name="object 31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8374380" y="3254755"/>
            <a:ext cx="43815" cy="107061"/>
          </a:xfrm>
          <a:prstGeom prst="rect">
            <a:avLst/>
          </a:prstGeom>
        </p:spPr>
      </p:pic>
      <p:pic>
        <p:nvPicPr>
          <p:cNvPr id="32" name="object 32"/>
          <p:cNvPicPr/>
          <p:nvPr/>
        </p:nvPicPr>
        <p:blipFill>
          <a:blip r:embed="rId14" cstate="print"/>
          <a:stretch>
            <a:fillRect/>
          </a:stretch>
        </p:blipFill>
        <p:spPr>
          <a:xfrm>
            <a:off x="8302752" y="3470021"/>
            <a:ext cx="186181" cy="107187"/>
          </a:xfrm>
          <a:prstGeom prst="rect">
            <a:avLst/>
          </a:prstGeom>
        </p:spPr>
      </p:pic>
      <p:pic>
        <p:nvPicPr>
          <p:cNvPr id="33" name="object 33"/>
          <p:cNvPicPr/>
          <p:nvPr/>
        </p:nvPicPr>
        <p:blipFill>
          <a:blip r:embed="rId15" cstate="print"/>
          <a:stretch>
            <a:fillRect/>
          </a:stretch>
        </p:blipFill>
        <p:spPr>
          <a:xfrm>
            <a:off x="8268086" y="3695572"/>
            <a:ext cx="250311" cy="104775"/>
          </a:xfrm>
          <a:prstGeom prst="rect">
            <a:avLst/>
          </a:prstGeom>
        </p:spPr>
      </p:pic>
      <p:pic>
        <p:nvPicPr>
          <p:cNvPr id="34" name="object 34"/>
          <p:cNvPicPr/>
          <p:nvPr/>
        </p:nvPicPr>
        <p:blipFill>
          <a:blip r:embed="rId16" cstate="print"/>
          <a:stretch>
            <a:fillRect/>
          </a:stretch>
        </p:blipFill>
        <p:spPr>
          <a:xfrm>
            <a:off x="8301228" y="3920235"/>
            <a:ext cx="190626" cy="107061"/>
          </a:xfrm>
          <a:prstGeom prst="rect">
            <a:avLst/>
          </a:prstGeom>
        </p:spPr>
      </p:pic>
      <p:pic>
        <p:nvPicPr>
          <p:cNvPr id="35" name="object 35"/>
          <p:cNvPicPr/>
          <p:nvPr/>
        </p:nvPicPr>
        <p:blipFill>
          <a:blip r:embed="rId17" cstate="print"/>
          <a:stretch>
            <a:fillRect/>
          </a:stretch>
        </p:blipFill>
        <p:spPr>
          <a:xfrm>
            <a:off x="8374380" y="4135501"/>
            <a:ext cx="43815" cy="107187"/>
          </a:xfrm>
          <a:prstGeom prst="rect">
            <a:avLst/>
          </a:prstGeom>
        </p:spPr>
      </p:pic>
      <p:pic>
        <p:nvPicPr>
          <p:cNvPr id="36" name="object 36"/>
          <p:cNvPicPr/>
          <p:nvPr/>
        </p:nvPicPr>
        <p:blipFill>
          <a:blip r:embed="rId18" cstate="print"/>
          <a:stretch>
            <a:fillRect/>
          </a:stretch>
        </p:blipFill>
        <p:spPr>
          <a:xfrm>
            <a:off x="8374380" y="4350765"/>
            <a:ext cx="43815" cy="107187"/>
          </a:xfrm>
          <a:prstGeom prst="rect">
            <a:avLst/>
          </a:prstGeom>
        </p:spPr>
      </p:pic>
      <p:pic>
        <p:nvPicPr>
          <p:cNvPr id="37" name="object 37"/>
          <p:cNvPicPr/>
          <p:nvPr/>
        </p:nvPicPr>
        <p:blipFill>
          <a:blip r:embed="rId19" cstate="print"/>
          <a:stretch>
            <a:fillRect/>
          </a:stretch>
        </p:blipFill>
        <p:spPr>
          <a:xfrm>
            <a:off x="8374380" y="4566158"/>
            <a:ext cx="43815" cy="107061"/>
          </a:xfrm>
          <a:prstGeom prst="rect">
            <a:avLst/>
          </a:prstGeom>
        </p:spPr>
      </p:pic>
      <p:pic>
        <p:nvPicPr>
          <p:cNvPr id="38" name="object 38"/>
          <p:cNvPicPr/>
          <p:nvPr/>
        </p:nvPicPr>
        <p:blipFill>
          <a:blip r:embed="rId20" cstate="print"/>
          <a:stretch>
            <a:fillRect/>
          </a:stretch>
        </p:blipFill>
        <p:spPr>
          <a:xfrm>
            <a:off x="8374380" y="4781422"/>
            <a:ext cx="43815" cy="107060"/>
          </a:xfrm>
          <a:prstGeom prst="rect">
            <a:avLst/>
          </a:prstGeom>
        </p:spPr>
      </p:pic>
      <p:pic>
        <p:nvPicPr>
          <p:cNvPr id="39" name="object 39"/>
          <p:cNvPicPr/>
          <p:nvPr/>
        </p:nvPicPr>
        <p:blipFill>
          <a:blip r:embed="rId21" cstate="print"/>
          <a:stretch>
            <a:fillRect/>
          </a:stretch>
        </p:blipFill>
        <p:spPr>
          <a:xfrm>
            <a:off x="8374380" y="4996688"/>
            <a:ext cx="43815" cy="107187"/>
          </a:xfrm>
          <a:prstGeom prst="rect">
            <a:avLst/>
          </a:prstGeom>
        </p:spPr>
      </p:pic>
      <p:pic>
        <p:nvPicPr>
          <p:cNvPr id="40" name="object 40"/>
          <p:cNvPicPr/>
          <p:nvPr/>
        </p:nvPicPr>
        <p:blipFill>
          <a:blip r:embed="rId22" cstate="print"/>
          <a:stretch>
            <a:fillRect/>
          </a:stretch>
        </p:blipFill>
        <p:spPr>
          <a:xfrm>
            <a:off x="7487411" y="3692652"/>
            <a:ext cx="446532" cy="794004"/>
          </a:xfrm>
          <a:prstGeom prst="rect">
            <a:avLst/>
          </a:prstGeom>
        </p:spPr>
      </p:pic>
      <p:pic>
        <p:nvPicPr>
          <p:cNvPr id="41" name="object 41"/>
          <p:cNvPicPr/>
          <p:nvPr/>
        </p:nvPicPr>
        <p:blipFill>
          <a:blip r:embed="rId23" cstate="print"/>
          <a:stretch>
            <a:fillRect/>
          </a:stretch>
        </p:blipFill>
        <p:spPr>
          <a:xfrm>
            <a:off x="5975603" y="3692652"/>
            <a:ext cx="446532" cy="794004"/>
          </a:xfrm>
          <a:prstGeom prst="rect">
            <a:avLst/>
          </a:prstGeom>
        </p:spPr>
      </p:pic>
      <p:pic>
        <p:nvPicPr>
          <p:cNvPr id="42" name="object 42"/>
          <p:cNvPicPr/>
          <p:nvPr/>
        </p:nvPicPr>
        <p:blipFill>
          <a:blip r:embed="rId24" cstate="print"/>
          <a:stretch>
            <a:fillRect/>
          </a:stretch>
        </p:blipFill>
        <p:spPr>
          <a:xfrm>
            <a:off x="4439411" y="3692652"/>
            <a:ext cx="446532" cy="794004"/>
          </a:xfrm>
          <a:prstGeom prst="rect">
            <a:avLst/>
          </a:prstGeom>
        </p:spPr>
      </p:pic>
      <p:pic>
        <p:nvPicPr>
          <p:cNvPr id="43" name="object 43"/>
          <p:cNvPicPr/>
          <p:nvPr/>
        </p:nvPicPr>
        <p:blipFill>
          <a:blip r:embed="rId25" cstate="print"/>
          <a:stretch>
            <a:fillRect/>
          </a:stretch>
        </p:blipFill>
        <p:spPr>
          <a:xfrm>
            <a:off x="1862327" y="3692652"/>
            <a:ext cx="446532" cy="794004"/>
          </a:xfrm>
          <a:prstGeom prst="rect">
            <a:avLst/>
          </a:prstGeom>
        </p:spPr>
      </p:pic>
      <p:pic>
        <p:nvPicPr>
          <p:cNvPr id="44" name="object 44"/>
          <p:cNvPicPr/>
          <p:nvPr/>
        </p:nvPicPr>
        <p:blipFill>
          <a:blip r:embed="rId26" cstate="print"/>
          <a:stretch>
            <a:fillRect/>
          </a:stretch>
        </p:blipFill>
        <p:spPr>
          <a:xfrm>
            <a:off x="3118104" y="3692652"/>
            <a:ext cx="448056" cy="794004"/>
          </a:xfrm>
          <a:prstGeom prst="rect">
            <a:avLst/>
          </a:prstGeom>
        </p:spPr>
      </p:pic>
    </p:spTree>
  </p:cSld>
  <p:clrMapOvr>
    <a:masterClrMapping/>
  </p:clrMapOvr>
</p:sld>
</file>

<file path=ppt/slides/slide1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331604" y="6524434"/>
            <a:ext cx="113385" cy="90487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54151" y="6527292"/>
            <a:ext cx="1794510" cy="142494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862571" y="6521195"/>
            <a:ext cx="2327910" cy="118110"/>
          </a:xfrm>
          <a:prstGeom prst="rect">
            <a:avLst/>
          </a:prstGeom>
        </p:spPr>
      </p:pic>
      <p:sp>
        <p:nvSpPr>
          <p:cNvPr id="5" name="object 5"/>
          <p:cNvSpPr/>
          <p:nvPr/>
        </p:nvSpPr>
        <p:spPr>
          <a:xfrm>
            <a:off x="559308" y="1440180"/>
            <a:ext cx="36830" cy="180340"/>
          </a:xfrm>
          <a:custGeom>
            <a:avLst/>
            <a:gdLst/>
            <a:ahLst/>
            <a:cxnLst/>
            <a:rect l="l" t="t" r="r" b="b"/>
            <a:pathLst>
              <a:path w="36829" h="180340">
                <a:moveTo>
                  <a:pt x="36576" y="0"/>
                </a:moveTo>
                <a:lnTo>
                  <a:pt x="0" y="0"/>
                </a:lnTo>
                <a:lnTo>
                  <a:pt x="0" y="179832"/>
                </a:lnTo>
                <a:lnTo>
                  <a:pt x="36576" y="179832"/>
                </a:lnTo>
                <a:lnTo>
                  <a:pt x="36576" y="0"/>
                </a:lnTo>
                <a:close/>
              </a:path>
            </a:pathLst>
          </a:custGeom>
          <a:solidFill>
            <a:srgbClr val="183DAF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6" name="object 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719327" y="1464563"/>
            <a:ext cx="922782" cy="174498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437489" y="431419"/>
            <a:ext cx="173672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FFFFFF"/>
                </a:solidFill>
                <a:latin typeface="Ebrima"/>
                <a:cs typeface="Ebrima"/>
              </a:rPr>
              <a:t>3.3.</a:t>
            </a:r>
            <a:r>
              <a:rPr sz="1800" spc="-15" dirty="0">
                <a:solidFill>
                  <a:srgbClr val="FFFFFF"/>
                </a:solidFill>
                <a:latin typeface="Ebrima"/>
                <a:cs typeface="Ebrima"/>
              </a:rPr>
              <a:t> </a:t>
            </a:r>
            <a:r>
              <a:rPr sz="1800" dirty="0">
                <a:solidFill>
                  <a:srgbClr val="FFFFFF"/>
                </a:solidFill>
                <a:latin typeface="Ebrima"/>
                <a:cs typeface="Ebrima"/>
              </a:rPr>
              <a:t>AI</a:t>
            </a:r>
            <a:r>
              <a:rPr sz="1800" spc="-15" dirty="0">
                <a:solidFill>
                  <a:srgbClr val="FFFFFF"/>
                </a:solidFill>
                <a:latin typeface="Ebrima"/>
                <a:cs typeface="Ebrima"/>
              </a:rPr>
              <a:t> </a:t>
            </a:r>
            <a:r>
              <a:rPr sz="1800" dirty="0">
                <a:solidFill>
                  <a:srgbClr val="FFFFFF"/>
                </a:solidFill>
                <a:latin typeface="Ebrima"/>
                <a:cs typeface="Ebrima"/>
              </a:rPr>
              <a:t>with</a:t>
            </a:r>
            <a:r>
              <a:rPr sz="1800" spc="-5" dirty="0">
                <a:solidFill>
                  <a:srgbClr val="FFFFFF"/>
                </a:solidFill>
                <a:latin typeface="Ebrima"/>
                <a:cs typeface="Ebrima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Ebrima"/>
                <a:cs typeface="Ebrima"/>
              </a:rPr>
              <a:t>Keras</a:t>
            </a:r>
            <a:endParaRPr sz="1800">
              <a:latin typeface="Ebrima"/>
              <a:cs typeface="Ebrim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8671941" y="463677"/>
            <a:ext cx="80962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dirty="0">
                <a:solidFill>
                  <a:srgbClr val="D9D9D9"/>
                </a:solidFill>
                <a:latin typeface="Ebrima"/>
                <a:cs typeface="Ebrima"/>
              </a:rPr>
              <a:t>UNIT</a:t>
            </a:r>
            <a:r>
              <a:rPr sz="1600" spc="400" dirty="0">
                <a:solidFill>
                  <a:srgbClr val="D9D9D9"/>
                </a:solidFill>
                <a:latin typeface="Ebrima"/>
                <a:cs typeface="Ebrima"/>
              </a:rPr>
              <a:t> </a:t>
            </a:r>
            <a:r>
              <a:rPr sz="1600" spc="-35" dirty="0">
                <a:solidFill>
                  <a:srgbClr val="D9D9D9"/>
                </a:solidFill>
                <a:latin typeface="Ebrima"/>
                <a:cs typeface="Ebrima"/>
              </a:rPr>
              <a:t>03</a:t>
            </a:r>
            <a:endParaRPr sz="1600">
              <a:latin typeface="Ebrima"/>
              <a:cs typeface="Ebrima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682751" y="1804416"/>
            <a:ext cx="8663940" cy="2420620"/>
            <a:chOff x="682751" y="1804416"/>
            <a:chExt cx="8663940" cy="2420620"/>
          </a:xfrm>
        </p:grpSpPr>
        <p:sp>
          <p:nvSpPr>
            <p:cNvPr id="10" name="object 10"/>
            <p:cNvSpPr/>
            <p:nvPr/>
          </p:nvSpPr>
          <p:spPr>
            <a:xfrm>
              <a:off x="685799" y="1807464"/>
              <a:ext cx="8658225" cy="2414270"/>
            </a:xfrm>
            <a:custGeom>
              <a:avLst/>
              <a:gdLst/>
              <a:ahLst/>
              <a:cxnLst/>
              <a:rect l="l" t="t" r="r" b="b"/>
              <a:pathLst>
                <a:path w="8658225" h="2414270">
                  <a:moveTo>
                    <a:pt x="0" y="2414016"/>
                  </a:moveTo>
                  <a:lnTo>
                    <a:pt x="8657844" y="2414016"/>
                  </a:lnTo>
                  <a:lnTo>
                    <a:pt x="8657844" y="0"/>
                  </a:lnTo>
                  <a:lnTo>
                    <a:pt x="0" y="0"/>
                  </a:lnTo>
                  <a:lnTo>
                    <a:pt x="0" y="2414016"/>
                  </a:lnTo>
                  <a:close/>
                </a:path>
              </a:pathLst>
            </a:custGeom>
            <a:ln w="6096">
              <a:solidFill>
                <a:srgbClr val="D9D9D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" name="object 11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843547" y="1945255"/>
              <a:ext cx="8500096" cy="2100792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1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359084" y="6524434"/>
            <a:ext cx="85905" cy="90487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54151" y="6527292"/>
            <a:ext cx="1794510" cy="142494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862571" y="6521195"/>
            <a:ext cx="2327910" cy="118110"/>
          </a:xfrm>
          <a:prstGeom prst="rect">
            <a:avLst/>
          </a:prstGeom>
        </p:spPr>
      </p:pic>
      <p:sp>
        <p:nvSpPr>
          <p:cNvPr id="5" name="object 5"/>
          <p:cNvSpPr/>
          <p:nvPr/>
        </p:nvSpPr>
        <p:spPr>
          <a:xfrm>
            <a:off x="559308" y="1440180"/>
            <a:ext cx="36830" cy="180340"/>
          </a:xfrm>
          <a:custGeom>
            <a:avLst/>
            <a:gdLst/>
            <a:ahLst/>
            <a:cxnLst/>
            <a:rect l="l" t="t" r="r" b="b"/>
            <a:pathLst>
              <a:path w="36829" h="180340">
                <a:moveTo>
                  <a:pt x="36576" y="0"/>
                </a:moveTo>
                <a:lnTo>
                  <a:pt x="0" y="0"/>
                </a:lnTo>
                <a:lnTo>
                  <a:pt x="0" y="179832"/>
                </a:lnTo>
                <a:lnTo>
                  <a:pt x="36576" y="179832"/>
                </a:lnTo>
                <a:lnTo>
                  <a:pt x="36576" y="0"/>
                </a:lnTo>
                <a:close/>
              </a:path>
            </a:pathLst>
          </a:custGeom>
          <a:solidFill>
            <a:srgbClr val="183DAF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6" name="object 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719327" y="1464563"/>
            <a:ext cx="922782" cy="174498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437489" y="431419"/>
            <a:ext cx="173672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FFFFFF"/>
                </a:solidFill>
                <a:latin typeface="Ebrima"/>
                <a:cs typeface="Ebrima"/>
              </a:rPr>
              <a:t>3.3.</a:t>
            </a:r>
            <a:r>
              <a:rPr sz="1800" spc="-15" dirty="0">
                <a:solidFill>
                  <a:srgbClr val="FFFFFF"/>
                </a:solidFill>
                <a:latin typeface="Ebrima"/>
                <a:cs typeface="Ebrima"/>
              </a:rPr>
              <a:t> </a:t>
            </a:r>
            <a:r>
              <a:rPr sz="1800" dirty="0">
                <a:solidFill>
                  <a:srgbClr val="FFFFFF"/>
                </a:solidFill>
                <a:latin typeface="Ebrima"/>
                <a:cs typeface="Ebrima"/>
              </a:rPr>
              <a:t>AI</a:t>
            </a:r>
            <a:r>
              <a:rPr sz="1800" spc="-15" dirty="0">
                <a:solidFill>
                  <a:srgbClr val="FFFFFF"/>
                </a:solidFill>
                <a:latin typeface="Ebrima"/>
                <a:cs typeface="Ebrima"/>
              </a:rPr>
              <a:t> </a:t>
            </a:r>
            <a:r>
              <a:rPr sz="1800" dirty="0">
                <a:solidFill>
                  <a:srgbClr val="FFFFFF"/>
                </a:solidFill>
                <a:latin typeface="Ebrima"/>
                <a:cs typeface="Ebrima"/>
              </a:rPr>
              <a:t>with</a:t>
            </a:r>
            <a:r>
              <a:rPr sz="1800" spc="-5" dirty="0">
                <a:solidFill>
                  <a:srgbClr val="FFFFFF"/>
                </a:solidFill>
                <a:latin typeface="Ebrima"/>
                <a:cs typeface="Ebrima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Ebrima"/>
                <a:cs typeface="Ebrima"/>
              </a:rPr>
              <a:t>Keras</a:t>
            </a:r>
            <a:endParaRPr sz="1800">
              <a:latin typeface="Ebrima"/>
              <a:cs typeface="Ebrim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8671941" y="463677"/>
            <a:ext cx="80962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dirty="0">
                <a:solidFill>
                  <a:srgbClr val="D9D9D9"/>
                </a:solidFill>
                <a:latin typeface="Ebrima"/>
                <a:cs typeface="Ebrima"/>
              </a:rPr>
              <a:t>UNIT</a:t>
            </a:r>
            <a:r>
              <a:rPr sz="1600" spc="400" dirty="0">
                <a:solidFill>
                  <a:srgbClr val="D9D9D9"/>
                </a:solidFill>
                <a:latin typeface="Ebrima"/>
                <a:cs typeface="Ebrima"/>
              </a:rPr>
              <a:t> </a:t>
            </a:r>
            <a:r>
              <a:rPr sz="1600" spc="-35" dirty="0">
                <a:solidFill>
                  <a:srgbClr val="D9D9D9"/>
                </a:solidFill>
                <a:latin typeface="Ebrima"/>
                <a:cs typeface="Ebrima"/>
              </a:rPr>
              <a:t>03</a:t>
            </a:r>
            <a:endParaRPr sz="1600">
              <a:latin typeface="Ebrima"/>
              <a:cs typeface="Ebrima"/>
            </a:endParaRPr>
          </a:p>
        </p:txBody>
      </p:sp>
      <p:pic>
        <p:nvPicPr>
          <p:cNvPr id="9" name="object 9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710183" y="1805939"/>
            <a:ext cx="1058417" cy="162305"/>
          </a:xfrm>
          <a:prstGeom prst="rect">
            <a:avLst/>
          </a:prstGeom>
        </p:spPr>
      </p:pic>
      <p:grpSp>
        <p:nvGrpSpPr>
          <p:cNvPr id="10" name="object 10"/>
          <p:cNvGrpSpPr/>
          <p:nvPr/>
        </p:nvGrpSpPr>
        <p:grpSpPr>
          <a:xfrm>
            <a:off x="682751" y="2049779"/>
            <a:ext cx="8663940" cy="767080"/>
            <a:chOff x="682751" y="2049779"/>
            <a:chExt cx="8663940" cy="767080"/>
          </a:xfrm>
        </p:grpSpPr>
        <p:sp>
          <p:nvSpPr>
            <p:cNvPr id="11" name="object 11"/>
            <p:cNvSpPr/>
            <p:nvPr/>
          </p:nvSpPr>
          <p:spPr>
            <a:xfrm>
              <a:off x="685799" y="2052827"/>
              <a:ext cx="8658225" cy="760730"/>
            </a:xfrm>
            <a:custGeom>
              <a:avLst/>
              <a:gdLst/>
              <a:ahLst/>
              <a:cxnLst/>
              <a:rect l="l" t="t" r="r" b="b"/>
              <a:pathLst>
                <a:path w="8658225" h="760730">
                  <a:moveTo>
                    <a:pt x="0" y="760476"/>
                  </a:moveTo>
                  <a:lnTo>
                    <a:pt x="8657844" y="760476"/>
                  </a:lnTo>
                  <a:lnTo>
                    <a:pt x="8657844" y="0"/>
                  </a:lnTo>
                  <a:lnTo>
                    <a:pt x="0" y="0"/>
                  </a:lnTo>
                  <a:lnTo>
                    <a:pt x="0" y="760476"/>
                  </a:lnTo>
                  <a:close/>
                </a:path>
              </a:pathLst>
            </a:custGeom>
            <a:ln w="6096">
              <a:solidFill>
                <a:srgbClr val="D9D9D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2" name="object 12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843028" y="2171617"/>
              <a:ext cx="8500615" cy="511199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810767" y="2097023"/>
              <a:ext cx="8532876" cy="649224"/>
            </a:xfrm>
            <a:prstGeom prst="rect">
              <a:avLst/>
            </a:prstGeom>
          </p:spPr>
        </p:pic>
      </p:grpSp>
      <p:pic>
        <p:nvPicPr>
          <p:cNvPr id="14" name="object 14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710183" y="3066288"/>
            <a:ext cx="1038605" cy="162305"/>
          </a:xfrm>
          <a:prstGeom prst="rect">
            <a:avLst/>
          </a:prstGeom>
        </p:spPr>
      </p:pic>
      <p:grpSp>
        <p:nvGrpSpPr>
          <p:cNvPr id="15" name="object 15"/>
          <p:cNvGrpSpPr/>
          <p:nvPr/>
        </p:nvGrpSpPr>
        <p:grpSpPr>
          <a:xfrm>
            <a:off x="682751" y="3308603"/>
            <a:ext cx="8663940" cy="2932430"/>
            <a:chOff x="682751" y="3308603"/>
            <a:chExt cx="8663940" cy="2932430"/>
          </a:xfrm>
        </p:grpSpPr>
        <p:sp>
          <p:nvSpPr>
            <p:cNvPr id="16" name="object 16"/>
            <p:cNvSpPr/>
            <p:nvPr/>
          </p:nvSpPr>
          <p:spPr>
            <a:xfrm>
              <a:off x="685799" y="3311651"/>
              <a:ext cx="8658225" cy="2926080"/>
            </a:xfrm>
            <a:custGeom>
              <a:avLst/>
              <a:gdLst/>
              <a:ahLst/>
              <a:cxnLst/>
              <a:rect l="l" t="t" r="r" b="b"/>
              <a:pathLst>
                <a:path w="8658225" h="2926079">
                  <a:moveTo>
                    <a:pt x="0" y="2926080"/>
                  </a:moveTo>
                  <a:lnTo>
                    <a:pt x="8657844" y="2926080"/>
                  </a:lnTo>
                  <a:lnTo>
                    <a:pt x="8657844" y="0"/>
                  </a:lnTo>
                  <a:lnTo>
                    <a:pt x="0" y="0"/>
                  </a:lnTo>
                  <a:lnTo>
                    <a:pt x="0" y="2926080"/>
                  </a:lnTo>
                  <a:close/>
                </a:path>
              </a:pathLst>
            </a:custGeom>
            <a:ln w="6096">
              <a:solidFill>
                <a:srgbClr val="D9D9D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7" name="object 17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842666" y="3432664"/>
              <a:ext cx="8500977" cy="2680196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1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333134" y="6524434"/>
            <a:ext cx="108806" cy="90487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54151" y="6527292"/>
            <a:ext cx="1794510" cy="142494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862571" y="6521195"/>
            <a:ext cx="2327910" cy="118110"/>
          </a:xfrm>
          <a:prstGeom prst="rect">
            <a:avLst/>
          </a:prstGeom>
        </p:spPr>
      </p:pic>
      <p:sp>
        <p:nvSpPr>
          <p:cNvPr id="5" name="object 5"/>
          <p:cNvSpPr/>
          <p:nvPr/>
        </p:nvSpPr>
        <p:spPr>
          <a:xfrm>
            <a:off x="559308" y="1440180"/>
            <a:ext cx="36830" cy="180340"/>
          </a:xfrm>
          <a:custGeom>
            <a:avLst/>
            <a:gdLst/>
            <a:ahLst/>
            <a:cxnLst/>
            <a:rect l="l" t="t" r="r" b="b"/>
            <a:pathLst>
              <a:path w="36829" h="180340">
                <a:moveTo>
                  <a:pt x="36576" y="0"/>
                </a:moveTo>
                <a:lnTo>
                  <a:pt x="0" y="0"/>
                </a:lnTo>
                <a:lnTo>
                  <a:pt x="0" y="179832"/>
                </a:lnTo>
                <a:lnTo>
                  <a:pt x="36576" y="179832"/>
                </a:lnTo>
                <a:lnTo>
                  <a:pt x="36576" y="0"/>
                </a:lnTo>
                <a:close/>
              </a:path>
            </a:pathLst>
          </a:custGeom>
          <a:solidFill>
            <a:srgbClr val="183DAF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6" name="object 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713231" y="1464563"/>
            <a:ext cx="1072133" cy="174498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437489" y="431419"/>
            <a:ext cx="173672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FFFFFF"/>
                </a:solidFill>
                <a:latin typeface="Ebrima"/>
                <a:cs typeface="Ebrima"/>
              </a:rPr>
              <a:t>3.3.</a:t>
            </a:r>
            <a:r>
              <a:rPr sz="1800" spc="-15" dirty="0">
                <a:solidFill>
                  <a:srgbClr val="FFFFFF"/>
                </a:solidFill>
                <a:latin typeface="Ebrima"/>
                <a:cs typeface="Ebrima"/>
              </a:rPr>
              <a:t> </a:t>
            </a:r>
            <a:r>
              <a:rPr sz="1800" dirty="0">
                <a:solidFill>
                  <a:srgbClr val="FFFFFF"/>
                </a:solidFill>
                <a:latin typeface="Ebrima"/>
                <a:cs typeface="Ebrima"/>
              </a:rPr>
              <a:t>AI</a:t>
            </a:r>
            <a:r>
              <a:rPr sz="1800" spc="-15" dirty="0">
                <a:solidFill>
                  <a:srgbClr val="FFFFFF"/>
                </a:solidFill>
                <a:latin typeface="Ebrima"/>
                <a:cs typeface="Ebrima"/>
              </a:rPr>
              <a:t> </a:t>
            </a:r>
            <a:r>
              <a:rPr sz="1800" dirty="0">
                <a:solidFill>
                  <a:srgbClr val="FFFFFF"/>
                </a:solidFill>
                <a:latin typeface="Ebrima"/>
                <a:cs typeface="Ebrima"/>
              </a:rPr>
              <a:t>with</a:t>
            </a:r>
            <a:r>
              <a:rPr sz="1800" spc="-5" dirty="0">
                <a:solidFill>
                  <a:srgbClr val="FFFFFF"/>
                </a:solidFill>
                <a:latin typeface="Ebrima"/>
                <a:cs typeface="Ebrima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Ebrima"/>
                <a:cs typeface="Ebrima"/>
              </a:rPr>
              <a:t>Keras</a:t>
            </a:r>
            <a:endParaRPr sz="1800">
              <a:latin typeface="Ebrima"/>
              <a:cs typeface="Ebrim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8671941" y="463677"/>
            <a:ext cx="80962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dirty="0">
                <a:solidFill>
                  <a:srgbClr val="D9D9D9"/>
                </a:solidFill>
                <a:latin typeface="Ebrima"/>
                <a:cs typeface="Ebrima"/>
              </a:rPr>
              <a:t>UNIT</a:t>
            </a:r>
            <a:r>
              <a:rPr sz="1600" spc="400" dirty="0">
                <a:solidFill>
                  <a:srgbClr val="D9D9D9"/>
                </a:solidFill>
                <a:latin typeface="Ebrima"/>
                <a:cs typeface="Ebrima"/>
              </a:rPr>
              <a:t> </a:t>
            </a:r>
            <a:r>
              <a:rPr sz="1600" spc="-35" dirty="0">
                <a:solidFill>
                  <a:srgbClr val="D9D9D9"/>
                </a:solidFill>
                <a:latin typeface="Ebrima"/>
                <a:cs typeface="Ebrima"/>
              </a:rPr>
              <a:t>03</a:t>
            </a:r>
            <a:endParaRPr sz="1600">
              <a:latin typeface="Ebrima"/>
              <a:cs typeface="Ebrima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682751" y="1804416"/>
            <a:ext cx="8663940" cy="3533140"/>
            <a:chOff x="682751" y="1804416"/>
            <a:chExt cx="8663940" cy="3533140"/>
          </a:xfrm>
        </p:grpSpPr>
        <p:sp>
          <p:nvSpPr>
            <p:cNvPr id="10" name="object 10"/>
            <p:cNvSpPr/>
            <p:nvPr/>
          </p:nvSpPr>
          <p:spPr>
            <a:xfrm>
              <a:off x="685799" y="1807464"/>
              <a:ext cx="8658225" cy="3526790"/>
            </a:xfrm>
            <a:custGeom>
              <a:avLst/>
              <a:gdLst/>
              <a:ahLst/>
              <a:cxnLst/>
              <a:rect l="l" t="t" r="r" b="b"/>
              <a:pathLst>
                <a:path w="8658225" h="3526790">
                  <a:moveTo>
                    <a:pt x="0" y="3526536"/>
                  </a:moveTo>
                  <a:lnTo>
                    <a:pt x="8657844" y="3526536"/>
                  </a:lnTo>
                  <a:lnTo>
                    <a:pt x="8657844" y="0"/>
                  </a:lnTo>
                  <a:lnTo>
                    <a:pt x="0" y="0"/>
                  </a:lnTo>
                  <a:lnTo>
                    <a:pt x="0" y="3526536"/>
                  </a:lnTo>
                  <a:close/>
                </a:path>
              </a:pathLst>
            </a:custGeom>
            <a:ln w="6096">
              <a:solidFill>
                <a:srgbClr val="D9D9D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" name="object 11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843701" y="1958123"/>
              <a:ext cx="8499942" cy="3187224"/>
            </a:xfrm>
            <a:prstGeom prst="rect">
              <a:avLst/>
            </a:prstGeom>
          </p:spPr>
        </p:pic>
      </p:grpSp>
      <p:pic>
        <p:nvPicPr>
          <p:cNvPr id="12" name="object 12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844724" y="5590171"/>
            <a:ext cx="217122" cy="217093"/>
          </a:xfrm>
          <a:prstGeom prst="rect">
            <a:avLst/>
          </a:prstGeom>
        </p:spPr>
      </p:pic>
      <p:sp>
        <p:nvSpPr>
          <p:cNvPr id="13" name="object 13"/>
          <p:cNvSpPr txBox="1"/>
          <p:nvPr/>
        </p:nvSpPr>
        <p:spPr>
          <a:xfrm>
            <a:off x="685800" y="5455920"/>
            <a:ext cx="8658225" cy="817244"/>
          </a:xfrm>
          <a:prstGeom prst="rect">
            <a:avLst/>
          </a:prstGeom>
          <a:ln w="6096">
            <a:solidFill>
              <a:srgbClr val="D9D9D9"/>
            </a:solidFill>
          </a:ln>
        </p:spPr>
        <p:txBody>
          <a:bodyPr vert="horz" wrap="square" lIns="0" tIns="132715" rIns="0" bIns="0" rtlCol="0">
            <a:spAutoFit/>
          </a:bodyPr>
          <a:lstStyle/>
          <a:p>
            <a:pPr marL="439420">
              <a:lnSpc>
                <a:spcPct val="100000"/>
              </a:lnSpc>
              <a:spcBef>
                <a:spcPts val="1045"/>
              </a:spcBef>
            </a:pPr>
            <a:r>
              <a:rPr sz="1300" b="1" spc="-254" dirty="0">
                <a:solidFill>
                  <a:srgbClr val="252525"/>
                </a:solidFill>
                <a:latin typeface="Tahoma"/>
                <a:cs typeface="Tahoma"/>
              </a:rPr>
              <a:t>Line</a:t>
            </a:r>
            <a:r>
              <a:rPr sz="1300" b="1" spc="-60" dirty="0">
                <a:solidFill>
                  <a:srgbClr val="252525"/>
                </a:solidFill>
                <a:latin typeface="Tahoma"/>
                <a:cs typeface="Tahoma"/>
              </a:rPr>
              <a:t> </a:t>
            </a:r>
            <a:r>
              <a:rPr sz="1300" b="1" spc="-295" dirty="0">
                <a:solidFill>
                  <a:srgbClr val="252525"/>
                </a:solidFill>
                <a:latin typeface="Tahoma"/>
                <a:cs typeface="Tahoma"/>
              </a:rPr>
              <a:t>135-</a:t>
            </a:r>
            <a:r>
              <a:rPr sz="1300" b="1" spc="-580" dirty="0">
                <a:solidFill>
                  <a:srgbClr val="252525"/>
                </a:solidFill>
                <a:latin typeface="Tahoma"/>
                <a:cs typeface="Tahoma"/>
              </a:rPr>
              <a:t>1</a:t>
            </a:r>
            <a:endParaRPr sz="1300">
              <a:latin typeface="Tahoma"/>
              <a:cs typeface="Tahoma"/>
            </a:endParaRPr>
          </a:p>
          <a:p>
            <a:pPr marL="658495" indent="-182245">
              <a:lnSpc>
                <a:spcPct val="100000"/>
              </a:lnSpc>
              <a:spcBef>
                <a:spcPts val="420"/>
              </a:spcBef>
              <a:buFont typeface="Arial"/>
              <a:buChar char="•"/>
              <a:tabLst>
                <a:tab pos="658495" algn="l"/>
              </a:tabLst>
            </a:pPr>
            <a:r>
              <a:rPr sz="1400" spc="-235" dirty="0">
                <a:solidFill>
                  <a:srgbClr val="252525"/>
                </a:solidFill>
                <a:latin typeface="Trebuchet MS"/>
                <a:cs typeface="Trebuchet MS"/>
              </a:rPr>
              <a:t>You</a:t>
            </a:r>
            <a:r>
              <a:rPr sz="1400" spc="-165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400" spc="-254" dirty="0">
                <a:solidFill>
                  <a:srgbClr val="252525"/>
                </a:solidFill>
                <a:latin typeface="Trebuchet MS"/>
                <a:cs typeface="Trebuchet MS"/>
              </a:rPr>
              <a:t>may</a:t>
            </a:r>
            <a:r>
              <a:rPr sz="1400" spc="-165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400" spc="-220" dirty="0">
                <a:solidFill>
                  <a:srgbClr val="252525"/>
                </a:solidFill>
                <a:latin typeface="Trebuchet MS"/>
                <a:cs typeface="Trebuchet MS"/>
              </a:rPr>
              <a:t>change</a:t>
            </a:r>
            <a:r>
              <a:rPr sz="1400" spc="-155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400" spc="-175" dirty="0">
                <a:solidFill>
                  <a:srgbClr val="252525"/>
                </a:solidFill>
                <a:latin typeface="Trebuchet MS"/>
                <a:cs typeface="Trebuchet MS"/>
              </a:rPr>
              <a:t>this</a:t>
            </a:r>
            <a:r>
              <a:rPr sz="1400" spc="-135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400" spc="-210" dirty="0">
                <a:solidFill>
                  <a:srgbClr val="252525"/>
                </a:solidFill>
                <a:latin typeface="Trebuchet MS"/>
                <a:cs typeface="Trebuchet MS"/>
              </a:rPr>
              <a:t>at</a:t>
            </a:r>
            <a:r>
              <a:rPr sz="1400" spc="-140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400" spc="-25" dirty="0">
                <a:solidFill>
                  <a:srgbClr val="252525"/>
                </a:solidFill>
                <a:latin typeface="Trebuchet MS"/>
                <a:cs typeface="Trebuchet MS"/>
              </a:rPr>
              <a:t>will.</a:t>
            </a:r>
            <a:endParaRPr sz="14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1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331543" y="6524434"/>
            <a:ext cx="111922" cy="90487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54151" y="6527292"/>
            <a:ext cx="1794510" cy="142494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862571" y="6521195"/>
            <a:ext cx="2327910" cy="118110"/>
          </a:xfrm>
          <a:prstGeom prst="rect">
            <a:avLst/>
          </a:prstGeom>
        </p:spPr>
      </p:pic>
      <p:sp>
        <p:nvSpPr>
          <p:cNvPr id="5" name="object 5"/>
          <p:cNvSpPr/>
          <p:nvPr/>
        </p:nvSpPr>
        <p:spPr>
          <a:xfrm>
            <a:off x="559308" y="1440180"/>
            <a:ext cx="36830" cy="180340"/>
          </a:xfrm>
          <a:custGeom>
            <a:avLst/>
            <a:gdLst/>
            <a:ahLst/>
            <a:cxnLst/>
            <a:rect l="l" t="t" r="r" b="b"/>
            <a:pathLst>
              <a:path w="36829" h="180340">
                <a:moveTo>
                  <a:pt x="36576" y="0"/>
                </a:moveTo>
                <a:lnTo>
                  <a:pt x="0" y="0"/>
                </a:lnTo>
                <a:lnTo>
                  <a:pt x="0" y="179832"/>
                </a:lnTo>
                <a:lnTo>
                  <a:pt x="36576" y="179832"/>
                </a:lnTo>
                <a:lnTo>
                  <a:pt x="36576" y="0"/>
                </a:lnTo>
                <a:close/>
              </a:path>
            </a:pathLst>
          </a:custGeom>
          <a:solidFill>
            <a:srgbClr val="183DAF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6" name="object 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719327" y="1464563"/>
            <a:ext cx="1037082" cy="174498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437489" y="431419"/>
            <a:ext cx="173672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FFFFFF"/>
                </a:solidFill>
                <a:latin typeface="Ebrima"/>
                <a:cs typeface="Ebrima"/>
              </a:rPr>
              <a:t>3.3.</a:t>
            </a:r>
            <a:r>
              <a:rPr sz="1800" spc="-15" dirty="0">
                <a:solidFill>
                  <a:srgbClr val="FFFFFF"/>
                </a:solidFill>
                <a:latin typeface="Ebrima"/>
                <a:cs typeface="Ebrima"/>
              </a:rPr>
              <a:t> </a:t>
            </a:r>
            <a:r>
              <a:rPr sz="1800" dirty="0">
                <a:solidFill>
                  <a:srgbClr val="FFFFFF"/>
                </a:solidFill>
                <a:latin typeface="Ebrima"/>
                <a:cs typeface="Ebrima"/>
              </a:rPr>
              <a:t>AI</a:t>
            </a:r>
            <a:r>
              <a:rPr sz="1800" spc="-15" dirty="0">
                <a:solidFill>
                  <a:srgbClr val="FFFFFF"/>
                </a:solidFill>
                <a:latin typeface="Ebrima"/>
                <a:cs typeface="Ebrima"/>
              </a:rPr>
              <a:t> </a:t>
            </a:r>
            <a:r>
              <a:rPr sz="1800" dirty="0">
                <a:solidFill>
                  <a:srgbClr val="FFFFFF"/>
                </a:solidFill>
                <a:latin typeface="Ebrima"/>
                <a:cs typeface="Ebrima"/>
              </a:rPr>
              <a:t>with</a:t>
            </a:r>
            <a:r>
              <a:rPr sz="1800" spc="-5" dirty="0">
                <a:solidFill>
                  <a:srgbClr val="FFFFFF"/>
                </a:solidFill>
                <a:latin typeface="Ebrima"/>
                <a:cs typeface="Ebrima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Ebrima"/>
                <a:cs typeface="Ebrima"/>
              </a:rPr>
              <a:t>Keras</a:t>
            </a:r>
            <a:endParaRPr sz="1800">
              <a:latin typeface="Ebrima"/>
              <a:cs typeface="Ebrim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8671941" y="463677"/>
            <a:ext cx="80962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dirty="0">
                <a:solidFill>
                  <a:srgbClr val="D9D9D9"/>
                </a:solidFill>
                <a:latin typeface="Ebrima"/>
                <a:cs typeface="Ebrima"/>
              </a:rPr>
              <a:t>UNIT</a:t>
            </a:r>
            <a:r>
              <a:rPr sz="1600" spc="400" dirty="0">
                <a:solidFill>
                  <a:srgbClr val="D9D9D9"/>
                </a:solidFill>
                <a:latin typeface="Ebrima"/>
                <a:cs typeface="Ebrima"/>
              </a:rPr>
              <a:t> </a:t>
            </a:r>
            <a:r>
              <a:rPr sz="1600" spc="-35" dirty="0">
                <a:solidFill>
                  <a:srgbClr val="D9D9D9"/>
                </a:solidFill>
                <a:latin typeface="Ebrima"/>
                <a:cs typeface="Ebrima"/>
              </a:rPr>
              <a:t>03</a:t>
            </a:r>
            <a:endParaRPr sz="1600">
              <a:latin typeface="Ebrima"/>
              <a:cs typeface="Ebrima"/>
            </a:endParaRPr>
          </a:p>
        </p:txBody>
      </p:sp>
      <p:pic>
        <p:nvPicPr>
          <p:cNvPr id="9" name="object 9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714788" y="1810577"/>
            <a:ext cx="543273" cy="157668"/>
          </a:xfrm>
          <a:prstGeom prst="rect">
            <a:avLst/>
          </a:prstGeom>
        </p:spPr>
      </p:pic>
      <p:grpSp>
        <p:nvGrpSpPr>
          <p:cNvPr id="10" name="object 10"/>
          <p:cNvGrpSpPr/>
          <p:nvPr/>
        </p:nvGrpSpPr>
        <p:grpSpPr>
          <a:xfrm>
            <a:off x="682751" y="2049779"/>
            <a:ext cx="8663940" cy="767080"/>
            <a:chOff x="682751" y="2049779"/>
            <a:chExt cx="8663940" cy="767080"/>
          </a:xfrm>
        </p:grpSpPr>
        <p:sp>
          <p:nvSpPr>
            <p:cNvPr id="11" name="object 11"/>
            <p:cNvSpPr/>
            <p:nvPr/>
          </p:nvSpPr>
          <p:spPr>
            <a:xfrm>
              <a:off x="685799" y="2052827"/>
              <a:ext cx="8658225" cy="760730"/>
            </a:xfrm>
            <a:custGeom>
              <a:avLst/>
              <a:gdLst/>
              <a:ahLst/>
              <a:cxnLst/>
              <a:rect l="l" t="t" r="r" b="b"/>
              <a:pathLst>
                <a:path w="8658225" h="760730">
                  <a:moveTo>
                    <a:pt x="0" y="760476"/>
                  </a:moveTo>
                  <a:lnTo>
                    <a:pt x="8657844" y="760476"/>
                  </a:lnTo>
                  <a:lnTo>
                    <a:pt x="8657844" y="0"/>
                  </a:lnTo>
                  <a:lnTo>
                    <a:pt x="0" y="0"/>
                  </a:lnTo>
                  <a:lnTo>
                    <a:pt x="0" y="760476"/>
                  </a:lnTo>
                  <a:close/>
                </a:path>
              </a:pathLst>
            </a:custGeom>
            <a:ln w="6096">
              <a:solidFill>
                <a:srgbClr val="D9D9D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2" name="object 12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842547" y="2178353"/>
              <a:ext cx="8501096" cy="490876"/>
            </a:xfrm>
            <a:prstGeom prst="rect">
              <a:avLst/>
            </a:prstGeom>
          </p:spPr>
        </p:pic>
      </p:grpSp>
      <p:pic>
        <p:nvPicPr>
          <p:cNvPr id="13" name="object 13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710183" y="3066288"/>
            <a:ext cx="704850" cy="162305"/>
          </a:xfrm>
          <a:prstGeom prst="rect">
            <a:avLst/>
          </a:prstGeom>
        </p:spPr>
      </p:pic>
      <p:grpSp>
        <p:nvGrpSpPr>
          <p:cNvPr id="14" name="object 14"/>
          <p:cNvGrpSpPr/>
          <p:nvPr/>
        </p:nvGrpSpPr>
        <p:grpSpPr>
          <a:xfrm>
            <a:off x="682751" y="3308603"/>
            <a:ext cx="8663940" cy="768350"/>
            <a:chOff x="682751" y="3308603"/>
            <a:chExt cx="8663940" cy="768350"/>
          </a:xfrm>
        </p:grpSpPr>
        <p:sp>
          <p:nvSpPr>
            <p:cNvPr id="15" name="object 15"/>
            <p:cNvSpPr/>
            <p:nvPr/>
          </p:nvSpPr>
          <p:spPr>
            <a:xfrm>
              <a:off x="685799" y="3311651"/>
              <a:ext cx="8658225" cy="762000"/>
            </a:xfrm>
            <a:custGeom>
              <a:avLst/>
              <a:gdLst/>
              <a:ahLst/>
              <a:cxnLst/>
              <a:rect l="l" t="t" r="r" b="b"/>
              <a:pathLst>
                <a:path w="8658225" h="762000">
                  <a:moveTo>
                    <a:pt x="0" y="762000"/>
                  </a:moveTo>
                  <a:lnTo>
                    <a:pt x="8657844" y="762000"/>
                  </a:lnTo>
                  <a:lnTo>
                    <a:pt x="8657844" y="0"/>
                  </a:lnTo>
                  <a:lnTo>
                    <a:pt x="0" y="0"/>
                  </a:lnTo>
                  <a:lnTo>
                    <a:pt x="0" y="762000"/>
                  </a:lnTo>
                  <a:close/>
                </a:path>
              </a:pathLst>
            </a:custGeom>
            <a:ln w="6096">
              <a:solidFill>
                <a:srgbClr val="D9D9D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6" name="object 16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842547" y="3434945"/>
              <a:ext cx="8501096" cy="501696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1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337639" y="6524434"/>
            <a:ext cx="111922" cy="90487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54151" y="6527292"/>
            <a:ext cx="1794510" cy="142494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862571" y="6521195"/>
            <a:ext cx="2327910" cy="118110"/>
          </a:xfrm>
          <a:prstGeom prst="rect">
            <a:avLst/>
          </a:prstGeom>
        </p:spPr>
      </p:pic>
      <p:sp>
        <p:nvSpPr>
          <p:cNvPr id="5" name="object 5"/>
          <p:cNvSpPr/>
          <p:nvPr/>
        </p:nvSpPr>
        <p:spPr>
          <a:xfrm>
            <a:off x="559308" y="1440180"/>
            <a:ext cx="36830" cy="180340"/>
          </a:xfrm>
          <a:custGeom>
            <a:avLst/>
            <a:gdLst/>
            <a:ahLst/>
            <a:cxnLst/>
            <a:rect l="l" t="t" r="r" b="b"/>
            <a:pathLst>
              <a:path w="36829" h="180340">
                <a:moveTo>
                  <a:pt x="36576" y="0"/>
                </a:moveTo>
                <a:lnTo>
                  <a:pt x="0" y="0"/>
                </a:lnTo>
                <a:lnTo>
                  <a:pt x="0" y="179832"/>
                </a:lnTo>
                <a:lnTo>
                  <a:pt x="36576" y="179832"/>
                </a:lnTo>
                <a:lnTo>
                  <a:pt x="36576" y="0"/>
                </a:lnTo>
                <a:close/>
              </a:path>
            </a:pathLst>
          </a:custGeom>
          <a:solidFill>
            <a:srgbClr val="183DAF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6" name="object 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719327" y="1464563"/>
            <a:ext cx="1037082" cy="174498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437489" y="431419"/>
            <a:ext cx="173672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FFFFFF"/>
                </a:solidFill>
                <a:latin typeface="Ebrima"/>
                <a:cs typeface="Ebrima"/>
              </a:rPr>
              <a:t>3.3.</a:t>
            </a:r>
            <a:r>
              <a:rPr sz="1800" spc="-15" dirty="0">
                <a:solidFill>
                  <a:srgbClr val="FFFFFF"/>
                </a:solidFill>
                <a:latin typeface="Ebrima"/>
                <a:cs typeface="Ebrima"/>
              </a:rPr>
              <a:t> </a:t>
            </a:r>
            <a:r>
              <a:rPr sz="1800" dirty="0">
                <a:solidFill>
                  <a:srgbClr val="FFFFFF"/>
                </a:solidFill>
                <a:latin typeface="Ebrima"/>
                <a:cs typeface="Ebrima"/>
              </a:rPr>
              <a:t>AI</a:t>
            </a:r>
            <a:r>
              <a:rPr sz="1800" spc="-15" dirty="0">
                <a:solidFill>
                  <a:srgbClr val="FFFFFF"/>
                </a:solidFill>
                <a:latin typeface="Ebrima"/>
                <a:cs typeface="Ebrima"/>
              </a:rPr>
              <a:t> </a:t>
            </a:r>
            <a:r>
              <a:rPr sz="1800" dirty="0">
                <a:solidFill>
                  <a:srgbClr val="FFFFFF"/>
                </a:solidFill>
                <a:latin typeface="Ebrima"/>
                <a:cs typeface="Ebrima"/>
              </a:rPr>
              <a:t>with</a:t>
            </a:r>
            <a:r>
              <a:rPr sz="1800" spc="-5" dirty="0">
                <a:solidFill>
                  <a:srgbClr val="FFFFFF"/>
                </a:solidFill>
                <a:latin typeface="Ebrima"/>
                <a:cs typeface="Ebrima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Ebrima"/>
                <a:cs typeface="Ebrima"/>
              </a:rPr>
              <a:t>Keras</a:t>
            </a:r>
            <a:endParaRPr sz="1800">
              <a:latin typeface="Ebrima"/>
              <a:cs typeface="Ebrim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8671941" y="463677"/>
            <a:ext cx="80962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dirty="0">
                <a:solidFill>
                  <a:srgbClr val="D9D9D9"/>
                </a:solidFill>
                <a:latin typeface="Ebrima"/>
                <a:cs typeface="Ebrima"/>
              </a:rPr>
              <a:t>UNIT</a:t>
            </a:r>
            <a:r>
              <a:rPr sz="1600" spc="400" dirty="0">
                <a:solidFill>
                  <a:srgbClr val="D9D9D9"/>
                </a:solidFill>
                <a:latin typeface="Ebrima"/>
                <a:cs typeface="Ebrima"/>
              </a:rPr>
              <a:t> </a:t>
            </a:r>
            <a:r>
              <a:rPr sz="1600" spc="-35" dirty="0">
                <a:solidFill>
                  <a:srgbClr val="D9D9D9"/>
                </a:solidFill>
                <a:latin typeface="Ebrima"/>
                <a:cs typeface="Ebrima"/>
              </a:rPr>
              <a:t>03</a:t>
            </a:r>
            <a:endParaRPr sz="1600">
              <a:latin typeface="Ebrima"/>
              <a:cs typeface="Ebrima"/>
            </a:endParaRPr>
          </a:p>
        </p:txBody>
      </p:sp>
      <p:pic>
        <p:nvPicPr>
          <p:cNvPr id="9" name="object 9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710183" y="1805939"/>
            <a:ext cx="1096517" cy="162305"/>
          </a:xfrm>
          <a:prstGeom prst="rect">
            <a:avLst/>
          </a:prstGeom>
        </p:spPr>
      </p:pic>
      <p:grpSp>
        <p:nvGrpSpPr>
          <p:cNvPr id="10" name="object 10"/>
          <p:cNvGrpSpPr/>
          <p:nvPr/>
        </p:nvGrpSpPr>
        <p:grpSpPr>
          <a:xfrm>
            <a:off x="682751" y="2049779"/>
            <a:ext cx="8663940" cy="1109980"/>
            <a:chOff x="682751" y="2049779"/>
            <a:chExt cx="8663940" cy="1109980"/>
          </a:xfrm>
        </p:grpSpPr>
        <p:sp>
          <p:nvSpPr>
            <p:cNvPr id="11" name="object 11"/>
            <p:cNvSpPr/>
            <p:nvPr/>
          </p:nvSpPr>
          <p:spPr>
            <a:xfrm>
              <a:off x="685799" y="2052827"/>
              <a:ext cx="8658225" cy="1103630"/>
            </a:xfrm>
            <a:custGeom>
              <a:avLst/>
              <a:gdLst/>
              <a:ahLst/>
              <a:cxnLst/>
              <a:rect l="l" t="t" r="r" b="b"/>
              <a:pathLst>
                <a:path w="8658225" h="1103630">
                  <a:moveTo>
                    <a:pt x="0" y="1103376"/>
                  </a:moveTo>
                  <a:lnTo>
                    <a:pt x="8657844" y="1103376"/>
                  </a:lnTo>
                  <a:lnTo>
                    <a:pt x="8657844" y="0"/>
                  </a:lnTo>
                  <a:lnTo>
                    <a:pt x="0" y="0"/>
                  </a:lnTo>
                  <a:lnTo>
                    <a:pt x="0" y="1103376"/>
                  </a:lnTo>
                  <a:close/>
                </a:path>
              </a:pathLst>
            </a:custGeom>
            <a:ln w="6096">
              <a:solidFill>
                <a:srgbClr val="D9D9D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2" name="object 12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826643" y="2170138"/>
              <a:ext cx="8517000" cy="839240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1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331482" y="6524434"/>
            <a:ext cx="110459" cy="90487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54151" y="6527292"/>
            <a:ext cx="1794510" cy="142494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862571" y="6521195"/>
            <a:ext cx="2327910" cy="118110"/>
          </a:xfrm>
          <a:prstGeom prst="rect">
            <a:avLst/>
          </a:prstGeom>
        </p:spPr>
      </p:pic>
      <p:sp>
        <p:nvSpPr>
          <p:cNvPr id="5" name="object 5"/>
          <p:cNvSpPr/>
          <p:nvPr/>
        </p:nvSpPr>
        <p:spPr>
          <a:xfrm>
            <a:off x="559308" y="1440180"/>
            <a:ext cx="36830" cy="180340"/>
          </a:xfrm>
          <a:custGeom>
            <a:avLst/>
            <a:gdLst/>
            <a:ahLst/>
            <a:cxnLst/>
            <a:rect l="l" t="t" r="r" b="b"/>
            <a:pathLst>
              <a:path w="36829" h="180340">
                <a:moveTo>
                  <a:pt x="36576" y="0"/>
                </a:moveTo>
                <a:lnTo>
                  <a:pt x="0" y="0"/>
                </a:lnTo>
                <a:lnTo>
                  <a:pt x="0" y="179832"/>
                </a:lnTo>
                <a:lnTo>
                  <a:pt x="36576" y="179832"/>
                </a:lnTo>
                <a:lnTo>
                  <a:pt x="36576" y="0"/>
                </a:lnTo>
                <a:close/>
              </a:path>
            </a:pathLst>
          </a:custGeom>
          <a:solidFill>
            <a:srgbClr val="183DAF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6" name="object 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719327" y="1464563"/>
            <a:ext cx="1178813" cy="174498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437489" y="431419"/>
            <a:ext cx="173672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FFFFFF"/>
                </a:solidFill>
                <a:latin typeface="Ebrima"/>
                <a:cs typeface="Ebrima"/>
              </a:rPr>
              <a:t>3.3.</a:t>
            </a:r>
            <a:r>
              <a:rPr sz="1800" spc="-15" dirty="0">
                <a:solidFill>
                  <a:srgbClr val="FFFFFF"/>
                </a:solidFill>
                <a:latin typeface="Ebrima"/>
                <a:cs typeface="Ebrima"/>
              </a:rPr>
              <a:t> </a:t>
            </a:r>
            <a:r>
              <a:rPr sz="1800" dirty="0">
                <a:solidFill>
                  <a:srgbClr val="FFFFFF"/>
                </a:solidFill>
                <a:latin typeface="Ebrima"/>
                <a:cs typeface="Ebrima"/>
              </a:rPr>
              <a:t>AI</a:t>
            </a:r>
            <a:r>
              <a:rPr sz="1800" spc="-15" dirty="0">
                <a:solidFill>
                  <a:srgbClr val="FFFFFF"/>
                </a:solidFill>
                <a:latin typeface="Ebrima"/>
                <a:cs typeface="Ebrima"/>
              </a:rPr>
              <a:t> </a:t>
            </a:r>
            <a:r>
              <a:rPr sz="1800" dirty="0">
                <a:solidFill>
                  <a:srgbClr val="FFFFFF"/>
                </a:solidFill>
                <a:latin typeface="Ebrima"/>
                <a:cs typeface="Ebrima"/>
              </a:rPr>
              <a:t>with</a:t>
            </a:r>
            <a:r>
              <a:rPr sz="1800" spc="-5" dirty="0">
                <a:solidFill>
                  <a:srgbClr val="FFFFFF"/>
                </a:solidFill>
                <a:latin typeface="Ebrima"/>
                <a:cs typeface="Ebrima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Ebrima"/>
                <a:cs typeface="Ebrima"/>
              </a:rPr>
              <a:t>Keras</a:t>
            </a:r>
            <a:endParaRPr sz="1800">
              <a:latin typeface="Ebrima"/>
              <a:cs typeface="Ebrim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8671941" y="463677"/>
            <a:ext cx="80962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dirty="0">
                <a:solidFill>
                  <a:srgbClr val="D9D9D9"/>
                </a:solidFill>
                <a:latin typeface="Ebrima"/>
                <a:cs typeface="Ebrima"/>
              </a:rPr>
              <a:t>UNIT</a:t>
            </a:r>
            <a:r>
              <a:rPr sz="1600" spc="400" dirty="0">
                <a:solidFill>
                  <a:srgbClr val="D9D9D9"/>
                </a:solidFill>
                <a:latin typeface="Ebrima"/>
                <a:cs typeface="Ebrima"/>
              </a:rPr>
              <a:t> </a:t>
            </a:r>
            <a:r>
              <a:rPr sz="1600" spc="-35" dirty="0">
                <a:solidFill>
                  <a:srgbClr val="D9D9D9"/>
                </a:solidFill>
                <a:latin typeface="Ebrima"/>
                <a:cs typeface="Ebrima"/>
              </a:rPr>
              <a:t>03</a:t>
            </a:r>
            <a:endParaRPr sz="1600">
              <a:latin typeface="Ebrima"/>
              <a:cs typeface="Ebrima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682751" y="1769364"/>
            <a:ext cx="8663940" cy="2738755"/>
            <a:chOff x="682751" y="1769364"/>
            <a:chExt cx="8663940" cy="2738755"/>
          </a:xfrm>
        </p:grpSpPr>
        <p:sp>
          <p:nvSpPr>
            <p:cNvPr id="10" name="object 10"/>
            <p:cNvSpPr/>
            <p:nvPr/>
          </p:nvSpPr>
          <p:spPr>
            <a:xfrm>
              <a:off x="685799" y="1772412"/>
              <a:ext cx="8658225" cy="2733040"/>
            </a:xfrm>
            <a:custGeom>
              <a:avLst/>
              <a:gdLst/>
              <a:ahLst/>
              <a:cxnLst/>
              <a:rect l="l" t="t" r="r" b="b"/>
              <a:pathLst>
                <a:path w="8658225" h="2733040">
                  <a:moveTo>
                    <a:pt x="0" y="2732532"/>
                  </a:moveTo>
                  <a:lnTo>
                    <a:pt x="8657844" y="2732532"/>
                  </a:lnTo>
                  <a:lnTo>
                    <a:pt x="8657844" y="0"/>
                  </a:lnTo>
                  <a:lnTo>
                    <a:pt x="0" y="0"/>
                  </a:lnTo>
                  <a:lnTo>
                    <a:pt x="0" y="2732532"/>
                  </a:lnTo>
                  <a:close/>
                </a:path>
              </a:pathLst>
            </a:custGeom>
            <a:ln w="6096">
              <a:solidFill>
                <a:srgbClr val="D9D9D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" name="object 11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824570" y="1904219"/>
              <a:ext cx="8519073" cy="2492344"/>
            </a:xfrm>
            <a:prstGeom prst="rect">
              <a:avLst/>
            </a:prstGeom>
          </p:spPr>
        </p:pic>
      </p:grpSp>
      <p:pic>
        <p:nvPicPr>
          <p:cNvPr id="12" name="object 12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844724" y="4774768"/>
            <a:ext cx="217122" cy="217093"/>
          </a:xfrm>
          <a:prstGeom prst="rect">
            <a:avLst/>
          </a:prstGeom>
        </p:spPr>
      </p:pic>
      <p:sp>
        <p:nvSpPr>
          <p:cNvPr id="13" name="object 13"/>
          <p:cNvSpPr txBox="1"/>
          <p:nvPr/>
        </p:nvSpPr>
        <p:spPr>
          <a:xfrm>
            <a:off x="685800" y="4640579"/>
            <a:ext cx="8658225" cy="733425"/>
          </a:xfrm>
          <a:prstGeom prst="rect">
            <a:avLst/>
          </a:prstGeom>
          <a:ln w="6096">
            <a:solidFill>
              <a:srgbClr val="D9D9D9"/>
            </a:solidFill>
          </a:ln>
        </p:spPr>
        <p:txBody>
          <a:bodyPr vert="horz" wrap="square" lIns="0" tIns="132715" rIns="0" bIns="0" rtlCol="0">
            <a:spAutoFit/>
          </a:bodyPr>
          <a:lstStyle/>
          <a:p>
            <a:pPr marL="439420">
              <a:lnSpc>
                <a:spcPct val="100000"/>
              </a:lnSpc>
              <a:spcBef>
                <a:spcPts val="1045"/>
              </a:spcBef>
            </a:pPr>
            <a:r>
              <a:rPr sz="1300" b="1" spc="-254" dirty="0">
                <a:solidFill>
                  <a:srgbClr val="252525"/>
                </a:solidFill>
                <a:latin typeface="Tahoma"/>
                <a:cs typeface="Tahoma"/>
              </a:rPr>
              <a:t>Line</a:t>
            </a:r>
            <a:r>
              <a:rPr sz="1300" b="1" spc="-60" dirty="0">
                <a:solidFill>
                  <a:srgbClr val="252525"/>
                </a:solidFill>
                <a:latin typeface="Tahoma"/>
                <a:cs typeface="Tahoma"/>
              </a:rPr>
              <a:t> </a:t>
            </a:r>
            <a:r>
              <a:rPr sz="1300" b="1" spc="-295" dirty="0">
                <a:solidFill>
                  <a:srgbClr val="252525"/>
                </a:solidFill>
                <a:latin typeface="Tahoma"/>
                <a:cs typeface="Tahoma"/>
              </a:rPr>
              <a:t>140-</a:t>
            </a:r>
            <a:r>
              <a:rPr sz="1300" b="1" spc="-580" dirty="0">
                <a:solidFill>
                  <a:srgbClr val="252525"/>
                </a:solidFill>
                <a:latin typeface="Tahoma"/>
                <a:cs typeface="Tahoma"/>
              </a:rPr>
              <a:t>1</a:t>
            </a:r>
            <a:endParaRPr sz="1300">
              <a:latin typeface="Tahoma"/>
              <a:cs typeface="Tahoma"/>
            </a:endParaRPr>
          </a:p>
          <a:p>
            <a:pPr marL="658495" indent="-182245">
              <a:lnSpc>
                <a:spcPct val="100000"/>
              </a:lnSpc>
              <a:spcBef>
                <a:spcPts val="420"/>
              </a:spcBef>
              <a:buFont typeface="Arial"/>
              <a:buChar char="•"/>
              <a:tabLst>
                <a:tab pos="658495" algn="l"/>
              </a:tabLst>
            </a:pPr>
            <a:r>
              <a:rPr sz="1400" spc="-459" dirty="0">
                <a:solidFill>
                  <a:srgbClr val="252525"/>
                </a:solidFill>
                <a:latin typeface="Trebuchet MS"/>
                <a:cs typeface="Trebuchet MS"/>
              </a:rPr>
              <a:t>1</a:t>
            </a:r>
            <a:r>
              <a:rPr sz="1400" spc="-125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400" spc="-225" dirty="0">
                <a:solidFill>
                  <a:srgbClr val="252525"/>
                </a:solidFill>
                <a:latin typeface="Trebuchet MS"/>
                <a:cs typeface="Trebuchet MS"/>
              </a:rPr>
              <a:t>channel</a:t>
            </a:r>
            <a:r>
              <a:rPr sz="1400" spc="-165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400" spc="-210" dirty="0">
                <a:solidFill>
                  <a:srgbClr val="252525"/>
                </a:solidFill>
                <a:latin typeface="Trebuchet MS"/>
                <a:cs typeface="Trebuchet MS"/>
              </a:rPr>
              <a:t>of</a:t>
            </a:r>
            <a:r>
              <a:rPr sz="1400" spc="-135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400" spc="-65" dirty="0">
                <a:solidFill>
                  <a:srgbClr val="252525"/>
                </a:solidFill>
                <a:latin typeface="Trebuchet MS"/>
                <a:cs typeface="Trebuchet MS"/>
              </a:rPr>
              <a:t>grayscale</a:t>
            </a:r>
            <a:endParaRPr sz="14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1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331543" y="6524434"/>
            <a:ext cx="111922" cy="90487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54151" y="6527292"/>
            <a:ext cx="1794510" cy="142494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862571" y="6521195"/>
            <a:ext cx="2327910" cy="118110"/>
          </a:xfrm>
          <a:prstGeom prst="rect">
            <a:avLst/>
          </a:prstGeom>
        </p:spPr>
      </p:pic>
      <p:sp>
        <p:nvSpPr>
          <p:cNvPr id="5" name="object 5"/>
          <p:cNvSpPr/>
          <p:nvPr/>
        </p:nvSpPr>
        <p:spPr>
          <a:xfrm>
            <a:off x="559308" y="1440180"/>
            <a:ext cx="36830" cy="180340"/>
          </a:xfrm>
          <a:custGeom>
            <a:avLst/>
            <a:gdLst/>
            <a:ahLst/>
            <a:cxnLst/>
            <a:rect l="l" t="t" r="r" b="b"/>
            <a:pathLst>
              <a:path w="36829" h="180340">
                <a:moveTo>
                  <a:pt x="36576" y="0"/>
                </a:moveTo>
                <a:lnTo>
                  <a:pt x="0" y="0"/>
                </a:lnTo>
                <a:lnTo>
                  <a:pt x="0" y="179832"/>
                </a:lnTo>
                <a:lnTo>
                  <a:pt x="36576" y="179832"/>
                </a:lnTo>
                <a:lnTo>
                  <a:pt x="36576" y="0"/>
                </a:lnTo>
                <a:close/>
              </a:path>
            </a:pathLst>
          </a:custGeom>
          <a:solidFill>
            <a:srgbClr val="183DAF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6" name="object 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719327" y="1464563"/>
            <a:ext cx="1178813" cy="174498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437489" y="431419"/>
            <a:ext cx="173672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FFFFFF"/>
                </a:solidFill>
                <a:latin typeface="Ebrima"/>
                <a:cs typeface="Ebrima"/>
              </a:rPr>
              <a:t>3.3.</a:t>
            </a:r>
            <a:r>
              <a:rPr sz="1800" spc="-15" dirty="0">
                <a:solidFill>
                  <a:srgbClr val="FFFFFF"/>
                </a:solidFill>
                <a:latin typeface="Ebrima"/>
                <a:cs typeface="Ebrima"/>
              </a:rPr>
              <a:t> </a:t>
            </a:r>
            <a:r>
              <a:rPr sz="1800" dirty="0">
                <a:solidFill>
                  <a:srgbClr val="FFFFFF"/>
                </a:solidFill>
                <a:latin typeface="Ebrima"/>
                <a:cs typeface="Ebrima"/>
              </a:rPr>
              <a:t>AI</a:t>
            </a:r>
            <a:r>
              <a:rPr sz="1800" spc="-15" dirty="0">
                <a:solidFill>
                  <a:srgbClr val="FFFFFF"/>
                </a:solidFill>
                <a:latin typeface="Ebrima"/>
                <a:cs typeface="Ebrima"/>
              </a:rPr>
              <a:t> </a:t>
            </a:r>
            <a:r>
              <a:rPr sz="1800" dirty="0">
                <a:solidFill>
                  <a:srgbClr val="FFFFFF"/>
                </a:solidFill>
                <a:latin typeface="Ebrima"/>
                <a:cs typeface="Ebrima"/>
              </a:rPr>
              <a:t>with</a:t>
            </a:r>
            <a:r>
              <a:rPr sz="1800" spc="-5" dirty="0">
                <a:solidFill>
                  <a:srgbClr val="FFFFFF"/>
                </a:solidFill>
                <a:latin typeface="Ebrima"/>
                <a:cs typeface="Ebrima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Ebrima"/>
                <a:cs typeface="Ebrima"/>
              </a:rPr>
              <a:t>Keras</a:t>
            </a:r>
            <a:endParaRPr sz="1800">
              <a:latin typeface="Ebrima"/>
              <a:cs typeface="Ebrim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8671941" y="463677"/>
            <a:ext cx="80962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dirty="0">
                <a:solidFill>
                  <a:srgbClr val="D9D9D9"/>
                </a:solidFill>
                <a:latin typeface="Ebrima"/>
                <a:cs typeface="Ebrima"/>
              </a:rPr>
              <a:t>UNIT</a:t>
            </a:r>
            <a:r>
              <a:rPr sz="1600" spc="400" dirty="0">
                <a:solidFill>
                  <a:srgbClr val="D9D9D9"/>
                </a:solidFill>
                <a:latin typeface="Ebrima"/>
                <a:cs typeface="Ebrima"/>
              </a:rPr>
              <a:t> </a:t>
            </a:r>
            <a:r>
              <a:rPr sz="1600" spc="-35" dirty="0">
                <a:solidFill>
                  <a:srgbClr val="D9D9D9"/>
                </a:solidFill>
                <a:latin typeface="Ebrima"/>
                <a:cs typeface="Ebrima"/>
              </a:rPr>
              <a:t>03</a:t>
            </a:r>
            <a:endParaRPr sz="1600">
              <a:latin typeface="Ebrima"/>
              <a:cs typeface="Ebrima"/>
            </a:endParaRPr>
          </a:p>
        </p:txBody>
      </p:sp>
      <p:pic>
        <p:nvPicPr>
          <p:cNvPr id="9" name="object 9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710183" y="1805939"/>
            <a:ext cx="1159002" cy="162305"/>
          </a:xfrm>
          <a:prstGeom prst="rect">
            <a:avLst/>
          </a:prstGeom>
        </p:spPr>
      </p:pic>
      <p:grpSp>
        <p:nvGrpSpPr>
          <p:cNvPr id="10" name="object 10"/>
          <p:cNvGrpSpPr/>
          <p:nvPr/>
        </p:nvGrpSpPr>
        <p:grpSpPr>
          <a:xfrm>
            <a:off x="682751" y="2049779"/>
            <a:ext cx="8663940" cy="4226560"/>
            <a:chOff x="682751" y="2049779"/>
            <a:chExt cx="8663940" cy="4226560"/>
          </a:xfrm>
        </p:grpSpPr>
        <p:sp>
          <p:nvSpPr>
            <p:cNvPr id="11" name="object 11"/>
            <p:cNvSpPr/>
            <p:nvPr/>
          </p:nvSpPr>
          <p:spPr>
            <a:xfrm>
              <a:off x="685799" y="2052827"/>
              <a:ext cx="8658225" cy="4220210"/>
            </a:xfrm>
            <a:custGeom>
              <a:avLst/>
              <a:gdLst/>
              <a:ahLst/>
              <a:cxnLst/>
              <a:rect l="l" t="t" r="r" b="b"/>
              <a:pathLst>
                <a:path w="8658225" h="4220210">
                  <a:moveTo>
                    <a:pt x="0" y="4219956"/>
                  </a:moveTo>
                  <a:lnTo>
                    <a:pt x="8657844" y="4219956"/>
                  </a:lnTo>
                  <a:lnTo>
                    <a:pt x="8657844" y="0"/>
                  </a:lnTo>
                  <a:lnTo>
                    <a:pt x="0" y="0"/>
                  </a:lnTo>
                  <a:lnTo>
                    <a:pt x="0" y="4219956"/>
                  </a:lnTo>
                  <a:close/>
                </a:path>
              </a:pathLst>
            </a:custGeom>
            <a:ln w="6096">
              <a:solidFill>
                <a:srgbClr val="D9D9D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2" name="object 12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810767" y="2157197"/>
              <a:ext cx="8532876" cy="3991503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1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342278" y="6524434"/>
            <a:ext cx="108806" cy="90487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54151" y="6527292"/>
            <a:ext cx="1794510" cy="142494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862571" y="6521195"/>
            <a:ext cx="2327910" cy="118110"/>
          </a:xfrm>
          <a:prstGeom prst="rect">
            <a:avLst/>
          </a:prstGeom>
        </p:spPr>
      </p:pic>
      <p:sp>
        <p:nvSpPr>
          <p:cNvPr id="5" name="object 5"/>
          <p:cNvSpPr/>
          <p:nvPr/>
        </p:nvSpPr>
        <p:spPr>
          <a:xfrm>
            <a:off x="559308" y="1440180"/>
            <a:ext cx="36830" cy="180340"/>
          </a:xfrm>
          <a:custGeom>
            <a:avLst/>
            <a:gdLst/>
            <a:ahLst/>
            <a:cxnLst/>
            <a:rect l="l" t="t" r="r" b="b"/>
            <a:pathLst>
              <a:path w="36829" h="180340">
                <a:moveTo>
                  <a:pt x="36576" y="0"/>
                </a:moveTo>
                <a:lnTo>
                  <a:pt x="0" y="0"/>
                </a:lnTo>
                <a:lnTo>
                  <a:pt x="0" y="179832"/>
                </a:lnTo>
                <a:lnTo>
                  <a:pt x="36576" y="179832"/>
                </a:lnTo>
                <a:lnTo>
                  <a:pt x="36576" y="0"/>
                </a:lnTo>
                <a:close/>
              </a:path>
            </a:pathLst>
          </a:custGeom>
          <a:solidFill>
            <a:srgbClr val="183DAF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6" name="object 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719327" y="1464563"/>
            <a:ext cx="2472690" cy="174498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437489" y="431419"/>
            <a:ext cx="173672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FFFFFF"/>
                </a:solidFill>
                <a:latin typeface="Ebrima"/>
                <a:cs typeface="Ebrima"/>
              </a:rPr>
              <a:t>3.3.</a:t>
            </a:r>
            <a:r>
              <a:rPr sz="1800" spc="-15" dirty="0">
                <a:solidFill>
                  <a:srgbClr val="FFFFFF"/>
                </a:solidFill>
                <a:latin typeface="Ebrima"/>
                <a:cs typeface="Ebrima"/>
              </a:rPr>
              <a:t> </a:t>
            </a:r>
            <a:r>
              <a:rPr sz="1800" dirty="0">
                <a:solidFill>
                  <a:srgbClr val="FFFFFF"/>
                </a:solidFill>
                <a:latin typeface="Ebrima"/>
                <a:cs typeface="Ebrima"/>
              </a:rPr>
              <a:t>AI</a:t>
            </a:r>
            <a:r>
              <a:rPr sz="1800" spc="-15" dirty="0">
                <a:solidFill>
                  <a:srgbClr val="FFFFFF"/>
                </a:solidFill>
                <a:latin typeface="Ebrima"/>
                <a:cs typeface="Ebrima"/>
              </a:rPr>
              <a:t> </a:t>
            </a:r>
            <a:r>
              <a:rPr sz="1800" dirty="0">
                <a:solidFill>
                  <a:srgbClr val="FFFFFF"/>
                </a:solidFill>
                <a:latin typeface="Ebrima"/>
                <a:cs typeface="Ebrima"/>
              </a:rPr>
              <a:t>with</a:t>
            </a:r>
            <a:r>
              <a:rPr sz="1800" spc="-5" dirty="0">
                <a:solidFill>
                  <a:srgbClr val="FFFFFF"/>
                </a:solidFill>
                <a:latin typeface="Ebrima"/>
                <a:cs typeface="Ebrima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Ebrima"/>
                <a:cs typeface="Ebrima"/>
              </a:rPr>
              <a:t>Keras</a:t>
            </a:r>
            <a:endParaRPr sz="1800">
              <a:latin typeface="Ebrima"/>
              <a:cs typeface="Ebrim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8671941" y="463677"/>
            <a:ext cx="80962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dirty="0">
                <a:solidFill>
                  <a:srgbClr val="D9D9D9"/>
                </a:solidFill>
                <a:latin typeface="Ebrima"/>
                <a:cs typeface="Ebrima"/>
              </a:rPr>
              <a:t>UNIT</a:t>
            </a:r>
            <a:r>
              <a:rPr sz="1600" spc="400" dirty="0">
                <a:solidFill>
                  <a:srgbClr val="D9D9D9"/>
                </a:solidFill>
                <a:latin typeface="Ebrima"/>
                <a:cs typeface="Ebrima"/>
              </a:rPr>
              <a:t> </a:t>
            </a:r>
            <a:r>
              <a:rPr sz="1600" spc="-35" dirty="0">
                <a:solidFill>
                  <a:srgbClr val="D9D9D9"/>
                </a:solidFill>
                <a:latin typeface="Ebrima"/>
                <a:cs typeface="Ebrima"/>
              </a:rPr>
              <a:t>03</a:t>
            </a:r>
            <a:endParaRPr sz="1600">
              <a:latin typeface="Ebrima"/>
              <a:cs typeface="Ebrima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682751" y="1804416"/>
            <a:ext cx="8663940" cy="1556385"/>
            <a:chOff x="682751" y="1804416"/>
            <a:chExt cx="8663940" cy="1556385"/>
          </a:xfrm>
        </p:grpSpPr>
        <p:sp>
          <p:nvSpPr>
            <p:cNvPr id="10" name="object 10"/>
            <p:cNvSpPr/>
            <p:nvPr/>
          </p:nvSpPr>
          <p:spPr>
            <a:xfrm>
              <a:off x="685799" y="1807464"/>
              <a:ext cx="8658225" cy="1550035"/>
            </a:xfrm>
            <a:custGeom>
              <a:avLst/>
              <a:gdLst/>
              <a:ahLst/>
              <a:cxnLst/>
              <a:rect l="l" t="t" r="r" b="b"/>
              <a:pathLst>
                <a:path w="8658225" h="1550035">
                  <a:moveTo>
                    <a:pt x="0" y="1549908"/>
                  </a:moveTo>
                  <a:lnTo>
                    <a:pt x="8657844" y="1549908"/>
                  </a:lnTo>
                  <a:lnTo>
                    <a:pt x="8657844" y="0"/>
                  </a:lnTo>
                  <a:lnTo>
                    <a:pt x="0" y="0"/>
                  </a:lnTo>
                  <a:lnTo>
                    <a:pt x="0" y="1549908"/>
                  </a:lnTo>
                  <a:close/>
                </a:path>
              </a:pathLst>
            </a:custGeom>
            <a:ln w="6096">
              <a:solidFill>
                <a:srgbClr val="D9D9D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" name="object 11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841684" y="1947213"/>
              <a:ext cx="8501959" cy="1251695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1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331543" y="6524434"/>
            <a:ext cx="111922" cy="90487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54151" y="6527292"/>
            <a:ext cx="1794510" cy="142494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862571" y="6521195"/>
            <a:ext cx="2327910" cy="118110"/>
          </a:xfrm>
          <a:prstGeom prst="rect">
            <a:avLst/>
          </a:prstGeom>
        </p:spPr>
      </p:pic>
      <p:sp>
        <p:nvSpPr>
          <p:cNvPr id="5" name="object 5"/>
          <p:cNvSpPr/>
          <p:nvPr/>
        </p:nvSpPr>
        <p:spPr>
          <a:xfrm>
            <a:off x="559308" y="1440180"/>
            <a:ext cx="36830" cy="180340"/>
          </a:xfrm>
          <a:custGeom>
            <a:avLst/>
            <a:gdLst/>
            <a:ahLst/>
            <a:cxnLst/>
            <a:rect l="l" t="t" r="r" b="b"/>
            <a:pathLst>
              <a:path w="36829" h="180340">
                <a:moveTo>
                  <a:pt x="36576" y="0"/>
                </a:moveTo>
                <a:lnTo>
                  <a:pt x="0" y="0"/>
                </a:lnTo>
                <a:lnTo>
                  <a:pt x="0" y="179832"/>
                </a:lnTo>
                <a:lnTo>
                  <a:pt x="36576" y="179832"/>
                </a:lnTo>
                <a:lnTo>
                  <a:pt x="36576" y="0"/>
                </a:lnTo>
                <a:close/>
              </a:path>
            </a:pathLst>
          </a:custGeom>
          <a:solidFill>
            <a:srgbClr val="183DAF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6" name="object 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711708" y="1464563"/>
            <a:ext cx="2522982" cy="174498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437489" y="431419"/>
            <a:ext cx="173672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FFFFFF"/>
                </a:solidFill>
                <a:latin typeface="Ebrima"/>
                <a:cs typeface="Ebrima"/>
              </a:rPr>
              <a:t>3.3.</a:t>
            </a:r>
            <a:r>
              <a:rPr sz="1800" spc="-15" dirty="0">
                <a:solidFill>
                  <a:srgbClr val="FFFFFF"/>
                </a:solidFill>
                <a:latin typeface="Ebrima"/>
                <a:cs typeface="Ebrima"/>
              </a:rPr>
              <a:t> </a:t>
            </a:r>
            <a:r>
              <a:rPr sz="1800" dirty="0">
                <a:solidFill>
                  <a:srgbClr val="FFFFFF"/>
                </a:solidFill>
                <a:latin typeface="Ebrima"/>
                <a:cs typeface="Ebrima"/>
              </a:rPr>
              <a:t>AI</a:t>
            </a:r>
            <a:r>
              <a:rPr sz="1800" spc="-15" dirty="0">
                <a:solidFill>
                  <a:srgbClr val="FFFFFF"/>
                </a:solidFill>
                <a:latin typeface="Ebrima"/>
                <a:cs typeface="Ebrima"/>
              </a:rPr>
              <a:t> </a:t>
            </a:r>
            <a:r>
              <a:rPr sz="1800" dirty="0">
                <a:solidFill>
                  <a:srgbClr val="FFFFFF"/>
                </a:solidFill>
                <a:latin typeface="Ebrima"/>
                <a:cs typeface="Ebrima"/>
              </a:rPr>
              <a:t>with</a:t>
            </a:r>
            <a:r>
              <a:rPr sz="1800" spc="-5" dirty="0">
                <a:solidFill>
                  <a:srgbClr val="FFFFFF"/>
                </a:solidFill>
                <a:latin typeface="Ebrima"/>
                <a:cs typeface="Ebrima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Ebrima"/>
                <a:cs typeface="Ebrima"/>
              </a:rPr>
              <a:t>Keras</a:t>
            </a:r>
            <a:endParaRPr sz="1800">
              <a:latin typeface="Ebrima"/>
              <a:cs typeface="Ebrim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8671941" y="463677"/>
            <a:ext cx="80962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dirty="0">
                <a:solidFill>
                  <a:srgbClr val="D9D9D9"/>
                </a:solidFill>
                <a:latin typeface="Ebrima"/>
                <a:cs typeface="Ebrima"/>
              </a:rPr>
              <a:t>UNIT</a:t>
            </a:r>
            <a:r>
              <a:rPr sz="1600" spc="400" dirty="0">
                <a:solidFill>
                  <a:srgbClr val="D9D9D9"/>
                </a:solidFill>
                <a:latin typeface="Ebrima"/>
                <a:cs typeface="Ebrima"/>
              </a:rPr>
              <a:t> </a:t>
            </a:r>
            <a:r>
              <a:rPr sz="1600" spc="-35" dirty="0">
                <a:solidFill>
                  <a:srgbClr val="D9D9D9"/>
                </a:solidFill>
                <a:latin typeface="Ebrima"/>
                <a:cs typeface="Ebrima"/>
              </a:rPr>
              <a:t>03</a:t>
            </a:r>
            <a:endParaRPr sz="1600">
              <a:latin typeface="Ebrima"/>
              <a:cs typeface="Ebrima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682751" y="1804416"/>
            <a:ext cx="8663940" cy="2851785"/>
            <a:chOff x="682751" y="1804416"/>
            <a:chExt cx="8663940" cy="2851785"/>
          </a:xfrm>
        </p:grpSpPr>
        <p:sp>
          <p:nvSpPr>
            <p:cNvPr id="10" name="object 10"/>
            <p:cNvSpPr/>
            <p:nvPr/>
          </p:nvSpPr>
          <p:spPr>
            <a:xfrm>
              <a:off x="685799" y="1807464"/>
              <a:ext cx="8658225" cy="2845435"/>
            </a:xfrm>
            <a:custGeom>
              <a:avLst/>
              <a:gdLst/>
              <a:ahLst/>
              <a:cxnLst/>
              <a:rect l="l" t="t" r="r" b="b"/>
              <a:pathLst>
                <a:path w="8658225" h="2845435">
                  <a:moveTo>
                    <a:pt x="0" y="2845307"/>
                  </a:moveTo>
                  <a:lnTo>
                    <a:pt x="8657844" y="2845307"/>
                  </a:lnTo>
                  <a:lnTo>
                    <a:pt x="8657844" y="0"/>
                  </a:lnTo>
                  <a:lnTo>
                    <a:pt x="0" y="0"/>
                  </a:lnTo>
                  <a:lnTo>
                    <a:pt x="0" y="2845307"/>
                  </a:lnTo>
                  <a:close/>
                </a:path>
              </a:pathLst>
            </a:custGeom>
            <a:ln w="6096">
              <a:solidFill>
                <a:srgbClr val="D9D9D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" name="object 11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812363" y="1946262"/>
              <a:ext cx="8499471" cy="2429347"/>
            </a:xfrm>
            <a:prstGeom prst="rect">
              <a:avLst/>
            </a:prstGeom>
          </p:spPr>
        </p:pic>
      </p:grpSp>
      <p:pic>
        <p:nvPicPr>
          <p:cNvPr id="12" name="object 12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844724" y="4921072"/>
            <a:ext cx="217122" cy="217093"/>
          </a:xfrm>
          <a:prstGeom prst="rect">
            <a:avLst/>
          </a:prstGeom>
        </p:spPr>
      </p:pic>
      <p:sp>
        <p:nvSpPr>
          <p:cNvPr id="13" name="object 13"/>
          <p:cNvSpPr txBox="1"/>
          <p:nvPr/>
        </p:nvSpPr>
        <p:spPr>
          <a:xfrm>
            <a:off x="685800" y="4785359"/>
            <a:ext cx="8658225" cy="731520"/>
          </a:xfrm>
          <a:prstGeom prst="rect">
            <a:avLst/>
          </a:prstGeom>
          <a:ln w="6096">
            <a:solidFill>
              <a:srgbClr val="D9D9D9"/>
            </a:solidFill>
          </a:ln>
        </p:spPr>
        <p:txBody>
          <a:bodyPr vert="horz" wrap="square" lIns="0" tIns="133350" rIns="0" bIns="0" rtlCol="0">
            <a:spAutoFit/>
          </a:bodyPr>
          <a:lstStyle/>
          <a:p>
            <a:pPr marL="439420">
              <a:lnSpc>
                <a:spcPct val="100000"/>
              </a:lnSpc>
              <a:spcBef>
                <a:spcPts val="1050"/>
              </a:spcBef>
            </a:pPr>
            <a:r>
              <a:rPr sz="1300" b="1" spc="-254" dirty="0">
                <a:solidFill>
                  <a:srgbClr val="252525"/>
                </a:solidFill>
                <a:latin typeface="Tahoma"/>
                <a:cs typeface="Tahoma"/>
              </a:rPr>
              <a:t>Line</a:t>
            </a:r>
            <a:r>
              <a:rPr sz="1300" b="1" spc="-70" dirty="0">
                <a:solidFill>
                  <a:srgbClr val="252525"/>
                </a:solidFill>
                <a:latin typeface="Tahoma"/>
                <a:cs typeface="Tahoma"/>
              </a:rPr>
              <a:t> </a:t>
            </a:r>
            <a:r>
              <a:rPr sz="1300" b="1" spc="-370" dirty="0">
                <a:solidFill>
                  <a:srgbClr val="252525"/>
                </a:solidFill>
                <a:latin typeface="Tahoma"/>
                <a:cs typeface="Tahoma"/>
              </a:rPr>
              <a:t>144</a:t>
            </a:r>
            <a:endParaRPr sz="1300">
              <a:latin typeface="Tahoma"/>
              <a:cs typeface="Tahoma"/>
            </a:endParaRPr>
          </a:p>
          <a:p>
            <a:pPr marL="658495" indent="-182245">
              <a:lnSpc>
                <a:spcPct val="100000"/>
              </a:lnSpc>
              <a:spcBef>
                <a:spcPts val="425"/>
              </a:spcBef>
              <a:buFont typeface="Arial"/>
              <a:buChar char="•"/>
              <a:tabLst>
                <a:tab pos="658495" algn="l"/>
              </a:tabLst>
            </a:pPr>
            <a:r>
              <a:rPr sz="1400" spc="-195" dirty="0">
                <a:solidFill>
                  <a:srgbClr val="252525"/>
                </a:solidFill>
                <a:latin typeface="Trebuchet MS"/>
                <a:cs typeface="Trebuchet MS"/>
              </a:rPr>
              <a:t>verbose</a:t>
            </a:r>
            <a:r>
              <a:rPr sz="1400" spc="-160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400" spc="-125" dirty="0">
                <a:solidFill>
                  <a:srgbClr val="252525"/>
                </a:solidFill>
                <a:latin typeface="Trebuchet MS"/>
                <a:cs typeface="Trebuchet MS"/>
              </a:rPr>
              <a:t>= </a:t>
            </a:r>
            <a:r>
              <a:rPr sz="1400" spc="-130" dirty="0">
                <a:solidFill>
                  <a:srgbClr val="252525"/>
                </a:solidFill>
                <a:latin typeface="Trebuchet MS"/>
                <a:cs typeface="Trebuchet MS"/>
              </a:rPr>
              <a:t>0</a:t>
            </a:r>
            <a:r>
              <a:rPr sz="1400" spc="-125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400" spc="-229" dirty="0">
                <a:solidFill>
                  <a:srgbClr val="252525"/>
                </a:solidFill>
                <a:latin typeface="Trebuchet MS"/>
                <a:cs typeface="Trebuchet MS"/>
              </a:rPr>
              <a:t>means</a:t>
            </a:r>
            <a:r>
              <a:rPr sz="1400" spc="-160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400" spc="-235" dirty="0">
                <a:solidFill>
                  <a:srgbClr val="252525"/>
                </a:solidFill>
                <a:latin typeface="Trebuchet MS"/>
                <a:cs typeface="Trebuchet MS"/>
              </a:rPr>
              <a:t>no</a:t>
            </a:r>
            <a:r>
              <a:rPr sz="1400" spc="-140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400" spc="-245" dirty="0">
                <a:solidFill>
                  <a:srgbClr val="252525"/>
                </a:solidFill>
                <a:latin typeface="Trebuchet MS"/>
                <a:cs typeface="Trebuchet MS"/>
              </a:rPr>
              <a:t>output.</a:t>
            </a:r>
            <a:r>
              <a:rPr sz="1400" spc="-145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400" spc="-195" dirty="0">
                <a:solidFill>
                  <a:srgbClr val="252525"/>
                </a:solidFill>
                <a:latin typeface="Trebuchet MS"/>
                <a:cs typeface="Trebuchet MS"/>
              </a:rPr>
              <a:t>verbose</a:t>
            </a:r>
            <a:r>
              <a:rPr sz="1400" spc="-175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400" spc="-125" dirty="0">
                <a:solidFill>
                  <a:srgbClr val="252525"/>
                </a:solidFill>
                <a:latin typeface="Trebuchet MS"/>
                <a:cs typeface="Trebuchet MS"/>
              </a:rPr>
              <a:t>= </a:t>
            </a:r>
            <a:r>
              <a:rPr sz="1400" spc="-459" dirty="0">
                <a:solidFill>
                  <a:srgbClr val="252525"/>
                </a:solidFill>
                <a:latin typeface="Trebuchet MS"/>
                <a:cs typeface="Trebuchet MS"/>
              </a:rPr>
              <a:t>1</a:t>
            </a:r>
            <a:r>
              <a:rPr sz="1400" spc="-120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400" spc="-215" dirty="0">
                <a:solidFill>
                  <a:srgbClr val="252525"/>
                </a:solidFill>
                <a:latin typeface="Trebuchet MS"/>
                <a:cs typeface="Trebuchet MS"/>
              </a:rPr>
              <a:t>to</a:t>
            </a:r>
            <a:r>
              <a:rPr sz="1400" spc="-140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400" spc="-240" dirty="0">
                <a:solidFill>
                  <a:srgbClr val="252525"/>
                </a:solidFill>
                <a:latin typeface="Trebuchet MS"/>
                <a:cs typeface="Trebuchet MS"/>
              </a:rPr>
              <a:t>view</a:t>
            </a:r>
            <a:r>
              <a:rPr sz="1400" spc="-110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400" spc="-229" dirty="0">
                <a:solidFill>
                  <a:srgbClr val="252525"/>
                </a:solidFill>
                <a:latin typeface="Trebuchet MS"/>
                <a:cs typeface="Trebuchet MS"/>
              </a:rPr>
              <a:t>the</a:t>
            </a:r>
            <a:r>
              <a:rPr sz="1400" spc="-155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400" spc="-65" dirty="0">
                <a:solidFill>
                  <a:srgbClr val="252525"/>
                </a:solidFill>
                <a:latin typeface="Trebuchet MS"/>
                <a:cs typeface="Trebuchet MS"/>
              </a:rPr>
              <a:t>epochs.</a:t>
            </a:r>
            <a:endParaRPr sz="14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1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331543" y="6524434"/>
            <a:ext cx="111922" cy="90487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54151" y="6527292"/>
            <a:ext cx="1794510" cy="142494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862571" y="6521195"/>
            <a:ext cx="2327910" cy="118110"/>
          </a:xfrm>
          <a:prstGeom prst="rect">
            <a:avLst/>
          </a:prstGeom>
        </p:spPr>
      </p:pic>
      <p:sp>
        <p:nvSpPr>
          <p:cNvPr id="5" name="object 5"/>
          <p:cNvSpPr/>
          <p:nvPr/>
        </p:nvSpPr>
        <p:spPr>
          <a:xfrm>
            <a:off x="559308" y="1440180"/>
            <a:ext cx="36830" cy="180340"/>
          </a:xfrm>
          <a:custGeom>
            <a:avLst/>
            <a:gdLst/>
            <a:ahLst/>
            <a:cxnLst/>
            <a:rect l="l" t="t" r="r" b="b"/>
            <a:pathLst>
              <a:path w="36829" h="180340">
                <a:moveTo>
                  <a:pt x="36576" y="0"/>
                </a:moveTo>
                <a:lnTo>
                  <a:pt x="0" y="0"/>
                </a:lnTo>
                <a:lnTo>
                  <a:pt x="0" y="179832"/>
                </a:lnTo>
                <a:lnTo>
                  <a:pt x="36576" y="179832"/>
                </a:lnTo>
                <a:lnTo>
                  <a:pt x="36576" y="0"/>
                </a:lnTo>
                <a:close/>
              </a:path>
            </a:pathLst>
          </a:custGeom>
          <a:solidFill>
            <a:srgbClr val="183DAF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6" name="object 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711708" y="1464563"/>
            <a:ext cx="2522982" cy="174498"/>
          </a:xfrm>
          <a:prstGeom prst="rect">
            <a:avLst/>
          </a:prstGeom>
        </p:spPr>
      </p:pic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3.3.</a:t>
            </a:r>
            <a:r>
              <a:rPr spc="-15" dirty="0"/>
              <a:t> </a:t>
            </a:r>
            <a:r>
              <a:rPr dirty="0"/>
              <a:t>AI</a:t>
            </a:r>
            <a:r>
              <a:rPr spc="-15" dirty="0"/>
              <a:t> </a:t>
            </a:r>
            <a:r>
              <a:rPr dirty="0"/>
              <a:t>with</a:t>
            </a:r>
            <a:r>
              <a:rPr spc="-5" dirty="0"/>
              <a:t> </a:t>
            </a:r>
            <a:r>
              <a:rPr spc="-10" dirty="0"/>
              <a:t>Keras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8671941" y="463677"/>
            <a:ext cx="80962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dirty="0">
                <a:solidFill>
                  <a:srgbClr val="D9D9D9"/>
                </a:solidFill>
                <a:latin typeface="Ebrima"/>
                <a:cs typeface="Ebrima"/>
              </a:rPr>
              <a:t>UNIT</a:t>
            </a:r>
            <a:r>
              <a:rPr sz="1600" spc="400" dirty="0">
                <a:solidFill>
                  <a:srgbClr val="D9D9D9"/>
                </a:solidFill>
                <a:latin typeface="Ebrima"/>
                <a:cs typeface="Ebrima"/>
              </a:rPr>
              <a:t> </a:t>
            </a:r>
            <a:r>
              <a:rPr sz="1600" spc="-35" dirty="0">
                <a:solidFill>
                  <a:srgbClr val="D9D9D9"/>
                </a:solidFill>
                <a:latin typeface="Ebrima"/>
                <a:cs typeface="Ebrima"/>
              </a:rPr>
              <a:t>03</a:t>
            </a:r>
            <a:endParaRPr sz="1600">
              <a:latin typeface="Ebrima"/>
              <a:cs typeface="Ebrima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682625" y="1712848"/>
            <a:ext cx="8664575" cy="4577080"/>
            <a:chOff x="682625" y="1712848"/>
            <a:chExt cx="8664575" cy="4577080"/>
          </a:xfrm>
        </p:grpSpPr>
        <p:sp>
          <p:nvSpPr>
            <p:cNvPr id="10" name="object 10"/>
            <p:cNvSpPr/>
            <p:nvPr/>
          </p:nvSpPr>
          <p:spPr>
            <a:xfrm>
              <a:off x="685800" y="1716023"/>
              <a:ext cx="8658225" cy="4570730"/>
            </a:xfrm>
            <a:custGeom>
              <a:avLst/>
              <a:gdLst/>
              <a:ahLst/>
              <a:cxnLst/>
              <a:rect l="l" t="t" r="r" b="b"/>
              <a:pathLst>
                <a:path w="8658225" h="4570730">
                  <a:moveTo>
                    <a:pt x="0" y="4570476"/>
                  </a:moveTo>
                  <a:lnTo>
                    <a:pt x="8657844" y="4570476"/>
                  </a:lnTo>
                  <a:lnTo>
                    <a:pt x="8657844" y="0"/>
                  </a:lnTo>
                  <a:lnTo>
                    <a:pt x="0" y="0"/>
                  </a:lnTo>
                  <a:lnTo>
                    <a:pt x="0" y="4570476"/>
                  </a:lnTo>
                  <a:close/>
                </a:path>
              </a:pathLst>
            </a:custGeom>
            <a:ln w="6096">
              <a:solidFill>
                <a:srgbClr val="D9D9D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" name="object 11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830411" y="1870560"/>
              <a:ext cx="8513232" cy="1563666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2109216" y="3648455"/>
              <a:ext cx="3347085" cy="2228215"/>
            </a:xfrm>
            <a:custGeom>
              <a:avLst/>
              <a:gdLst/>
              <a:ahLst/>
              <a:cxnLst/>
              <a:rect l="l" t="t" r="r" b="b"/>
              <a:pathLst>
                <a:path w="3347085" h="2228215">
                  <a:moveTo>
                    <a:pt x="0" y="2185416"/>
                  </a:moveTo>
                  <a:lnTo>
                    <a:pt x="3346704" y="2185416"/>
                  </a:lnTo>
                  <a:lnTo>
                    <a:pt x="3346704" y="0"/>
                  </a:lnTo>
                  <a:lnTo>
                    <a:pt x="0" y="0"/>
                  </a:lnTo>
                  <a:lnTo>
                    <a:pt x="0" y="2185416"/>
                  </a:lnTo>
                  <a:close/>
                </a:path>
                <a:path w="3347085" h="2228215">
                  <a:moveTo>
                    <a:pt x="144779" y="2186940"/>
                  </a:moveTo>
                  <a:lnTo>
                    <a:pt x="144779" y="2227757"/>
                  </a:lnTo>
                </a:path>
                <a:path w="3347085" h="2228215">
                  <a:moveTo>
                    <a:pt x="822959" y="2186940"/>
                  </a:moveTo>
                  <a:lnTo>
                    <a:pt x="822959" y="2227757"/>
                  </a:lnTo>
                </a:path>
                <a:path w="3347085" h="2228215">
                  <a:moveTo>
                    <a:pt x="1501139" y="2186940"/>
                  </a:moveTo>
                  <a:lnTo>
                    <a:pt x="1501139" y="2227757"/>
                  </a:lnTo>
                </a:path>
                <a:path w="3347085" h="2228215">
                  <a:moveTo>
                    <a:pt x="2179320" y="2186940"/>
                  </a:moveTo>
                  <a:lnTo>
                    <a:pt x="2179320" y="2227757"/>
                  </a:lnTo>
                </a:path>
                <a:path w="3347085" h="2228215">
                  <a:moveTo>
                    <a:pt x="2857499" y="2186940"/>
                  </a:moveTo>
                  <a:lnTo>
                    <a:pt x="2857499" y="2227757"/>
                  </a:lnTo>
                </a:path>
              </a:pathLst>
            </a:custGeom>
            <a:ln w="12192">
              <a:solidFill>
                <a:srgbClr val="7E7E7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/>
          <p:nvPr/>
        </p:nvSpPr>
        <p:spPr>
          <a:xfrm>
            <a:off x="2208657" y="5869025"/>
            <a:ext cx="92075" cy="208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110" dirty="0">
                <a:latin typeface="Trebuchet MS"/>
                <a:cs typeface="Trebuchet MS"/>
              </a:rPr>
              <a:t>0</a:t>
            </a:r>
            <a:endParaRPr sz="1200">
              <a:latin typeface="Trebuchet MS"/>
              <a:cs typeface="Trebuchet MS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2894202" y="5869025"/>
            <a:ext cx="85090" cy="208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165" dirty="0">
                <a:latin typeface="Trebuchet MS"/>
                <a:cs typeface="Trebuchet MS"/>
              </a:rPr>
              <a:t>2</a:t>
            </a:r>
            <a:endParaRPr sz="1200">
              <a:latin typeface="Trebuchet MS"/>
              <a:cs typeface="Trebuchet MS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4242053" y="5869025"/>
            <a:ext cx="768350" cy="208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688975" algn="l"/>
              </a:tabLst>
            </a:pPr>
            <a:r>
              <a:rPr sz="1200" spc="-50" dirty="0">
                <a:latin typeface="Trebuchet MS"/>
                <a:cs typeface="Trebuchet MS"/>
              </a:rPr>
              <a:t>6</a:t>
            </a:r>
            <a:r>
              <a:rPr sz="1200" dirty="0">
                <a:latin typeface="Trebuchet MS"/>
                <a:cs typeface="Trebuchet MS"/>
              </a:rPr>
              <a:t>	</a:t>
            </a:r>
            <a:r>
              <a:rPr sz="1200" spc="-60" dirty="0">
                <a:latin typeface="Trebuchet MS"/>
                <a:cs typeface="Trebuchet MS"/>
              </a:rPr>
              <a:t>8</a:t>
            </a:r>
            <a:endParaRPr sz="1200">
              <a:latin typeface="Trebuchet MS"/>
              <a:cs typeface="Trebuchet MS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1839848" y="5534659"/>
            <a:ext cx="24066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155" dirty="0">
                <a:latin typeface="Trebuchet MS"/>
                <a:cs typeface="Trebuchet MS"/>
              </a:rPr>
              <a:t>0.94</a:t>
            </a:r>
            <a:endParaRPr sz="1200">
              <a:latin typeface="Trebuchet MS"/>
              <a:cs typeface="Trebuchet MS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1832229" y="3859529"/>
            <a:ext cx="248285" cy="154876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140" dirty="0">
                <a:latin typeface="Trebuchet MS"/>
                <a:cs typeface="Trebuchet MS"/>
              </a:rPr>
              <a:t>0.99</a:t>
            </a:r>
            <a:endParaRPr sz="12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1195"/>
              </a:spcBef>
            </a:pPr>
            <a:r>
              <a:rPr sz="1200" spc="-140" dirty="0">
                <a:latin typeface="Trebuchet MS"/>
                <a:cs typeface="Trebuchet MS"/>
              </a:rPr>
              <a:t>0.98</a:t>
            </a:r>
            <a:endParaRPr sz="1200">
              <a:latin typeface="Trebuchet MS"/>
              <a:cs typeface="Trebuchet MS"/>
            </a:endParaRPr>
          </a:p>
          <a:p>
            <a:pPr marL="22225">
              <a:lnSpc>
                <a:spcPct val="100000"/>
              </a:lnSpc>
              <a:spcBef>
                <a:spcPts val="1200"/>
              </a:spcBef>
            </a:pPr>
            <a:r>
              <a:rPr sz="1200" spc="-155" dirty="0">
                <a:latin typeface="Trebuchet MS"/>
                <a:cs typeface="Trebuchet MS"/>
              </a:rPr>
              <a:t>0.97</a:t>
            </a:r>
            <a:endParaRPr sz="12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1195"/>
              </a:spcBef>
            </a:pPr>
            <a:r>
              <a:rPr sz="1200" spc="-140" dirty="0">
                <a:latin typeface="Trebuchet MS"/>
                <a:cs typeface="Trebuchet MS"/>
              </a:rPr>
              <a:t>0.96</a:t>
            </a:r>
            <a:endParaRPr sz="12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1200"/>
              </a:spcBef>
            </a:pPr>
            <a:r>
              <a:rPr sz="1200" spc="-140" dirty="0">
                <a:latin typeface="Trebuchet MS"/>
                <a:cs typeface="Trebuchet MS"/>
              </a:rPr>
              <a:t>0.95</a:t>
            </a:r>
            <a:endParaRPr sz="1200">
              <a:latin typeface="Trebuchet MS"/>
              <a:cs typeface="Trebuchet MS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3569589" y="5869025"/>
            <a:ext cx="392430" cy="4025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1425"/>
              </a:lnSpc>
              <a:spcBef>
                <a:spcPts val="100"/>
              </a:spcBef>
            </a:pPr>
            <a:r>
              <a:rPr sz="1200" spc="-170" dirty="0">
                <a:latin typeface="Trebuchet MS"/>
                <a:cs typeface="Trebuchet MS"/>
              </a:rPr>
              <a:t>4</a:t>
            </a:r>
            <a:endParaRPr sz="1200">
              <a:latin typeface="Trebuchet MS"/>
              <a:cs typeface="Trebuchet MS"/>
            </a:endParaRPr>
          </a:p>
          <a:p>
            <a:pPr marL="48260">
              <a:lnSpc>
                <a:spcPts val="1545"/>
              </a:lnSpc>
            </a:pPr>
            <a:r>
              <a:rPr sz="1300" b="1" spc="-285" dirty="0">
                <a:latin typeface="Tahoma"/>
                <a:cs typeface="Tahoma"/>
              </a:rPr>
              <a:t>Epoch</a:t>
            </a:r>
            <a:endParaRPr sz="1300">
              <a:latin typeface="Tahoma"/>
              <a:cs typeface="Tahoma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1563344" y="4415022"/>
            <a:ext cx="222885" cy="549910"/>
          </a:xfrm>
          <a:prstGeom prst="rect">
            <a:avLst/>
          </a:prstGeom>
        </p:spPr>
        <p:txBody>
          <a:bodyPr vert="vert270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300" b="1" spc="-220" dirty="0">
                <a:latin typeface="Tahoma"/>
                <a:cs typeface="Tahoma"/>
              </a:rPr>
              <a:t>Accuracy</a:t>
            </a:r>
            <a:endParaRPr sz="1300">
              <a:latin typeface="Tahoma"/>
              <a:cs typeface="Tahoma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3320541" y="3434588"/>
            <a:ext cx="925830" cy="2235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300" b="1" spc="-240" dirty="0">
                <a:latin typeface="Tahoma"/>
                <a:cs typeface="Tahoma"/>
              </a:rPr>
              <a:t>Training</a:t>
            </a:r>
            <a:r>
              <a:rPr sz="1300" b="1" spc="-40" dirty="0">
                <a:latin typeface="Tahoma"/>
                <a:cs typeface="Tahoma"/>
              </a:rPr>
              <a:t> </a:t>
            </a:r>
            <a:r>
              <a:rPr sz="1300" b="1" spc="-204" dirty="0">
                <a:latin typeface="Tahoma"/>
                <a:cs typeface="Tahoma"/>
              </a:rPr>
              <a:t>History</a:t>
            </a:r>
            <a:endParaRPr sz="1300">
              <a:latin typeface="Tahoma"/>
              <a:cs typeface="Tahoma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4197096" y="5356859"/>
            <a:ext cx="1209040" cy="424180"/>
          </a:xfrm>
          <a:prstGeom prst="rect">
            <a:avLst/>
          </a:prstGeom>
          <a:ln w="6096">
            <a:solidFill>
              <a:srgbClr val="7E7E7E"/>
            </a:solidFill>
          </a:ln>
        </p:spPr>
        <p:txBody>
          <a:bodyPr vert="horz" wrap="square" lIns="0" tIns="4445" rIns="0" bIns="0" rtlCol="0">
            <a:spAutoFit/>
          </a:bodyPr>
          <a:lstStyle/>
          <a:p>
            <a:pPr marL="404495" marR="330200">
              <a:lnSpc>
                <a:spcPct val="100000"/>
              </a:lnSpc>
              <a:spcBef>
                <a:spcPts val="35"/>
              </a:spcBef>
            </a:pPr>
            <a:r>
              <a:rPr sz="1200" spc="-10" dirty="0">
                <a:latin typeface="Trebuchet MS"/>
                <a:cs typeface="Trebuchet MS"/>
              </a:rPr>
              <a:t>Train </a:t>
            </a:r>
            <a:r>
              <a:rPr sz="1200" spc="-190" dirty="0">
                <a:latin typeface="Trebuchet MS"/>
                <a:cs typeface="Trebuchet MS"/>
              </a:rPr>
              <a:t>Validation</a:t>
            </a:r>
            <a:endParaRPr sz="1200">
              <a:latin typeface="Trebuchet MS"/>
              <a:cs typeface="Trebuchet MS"/>
            </a:endParaRPr>
          </a:p>
        </p:txBody>
      </p:sp>
      <p:grpSp>
        <p:nvGrpSpPr>
          <p:cNvPr id="22" name="object 22"/>
          <p:cNvGrpSpPr/>
          <p:nvPr/>
        </p:nvGrpSpPr>
        <p:grpSpPr>
          <a:xfrm>
            <a:off x="2065020" y="3733817"/>
            <a:ext cx="3255645" cy="2007870"/>
            <a:chOff x="2065020" y="3733817"/>
            <a:chExt cx="3255645" cy="2007870"/>
          </a:xfrm>
        </p:grpSpPr>
        <p:sp>
          <p:nvSpPr>
            <p:cNvPr id="23" name="object 23"/>
            <p:cNvSpPr/>
            <p:nvPr/>
          </p:nvSpPr>
          <p:spPr>
            <a:xfrm>
              <a:off x="4271010" y="5470398"/>
              <a:ext cx="242570" cy="0"/>
            </a:xfrm>
            <a:custGeom>
              <a:avLst/>
              <a:gdLst/>
              <a:ahLst/>
              <a:cxnLst/>
              <a:rect l="l" t="t" r="r" b="b"/>
              <a:pathLst>
                <a:path w="242570">
                  <a:moveTo>
                    <a:pt x="0" y="0"/>
                  </a:moveTo>
                  <a:lnTo>
                    <a:pt x="242569" y="0"/>
                  </a:lnTo>
                </a:path>
              </a:pathLst>
            </a:custGeom>
            <a:ln w="19812">
              <a:solidFill>
                <a:srgbClr val="13299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4271010" y="5659373"/>
              <a:ext cx="242570" cy="0"/>
            </a:xfrm>
            <a:custGeom>
              <a:avLst/>
              <a:gdLst/>
              <a:ahLst/>
              <a:cxnLst/>
              <a:rect l="l" t="t" r="r" b="b"/>
              <a:pathLst>
                <a:path w="242570">
                  <a:moveTo>
                    <a:pt x="0" y="0"/>
                  </a:moveTo>
                  <a:lnTo>
                    <a:pt x="242569" y="0"/>
                  </a:lnTo>
                </a:path>
              </a:pathLst>
            </a:custGeom>
            <a:ln w="19812">
              <a:solidFill>
                <a:srgbClr val="00AF5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2065020" y="3960876"/>
              <a:ext cx="40640" cy="1666239"/>
            </a:xfrm>
            <a:custGeom>
              <a:avLst/>
              <a:gdLst/>
              <a:ahLst/>
              <a:cxnLst/>
              <a:rect l="l" t="t" r="r" b="b"/>
              <a:pathLst>
                <a:path w="40639" h="1666239">
                  <a:moveTo>
                    <a:pt x="40386" y="0"/>
                  </a:moveTo>
                  <a:lnTo>
                    <a:pt x="0" y="0"/>
                  </a:lnTo>
                </a:path>
                <a:path w="40639" h="1666239">
                  <a:moveTo>
                    <a:pt x="40386" y="333756"/>
                  </a:moveTo>
                  <a:lnTo>
                    <a:pt x="0" y="333756"/>
                  </a:lnTo>
                </a:path>
                <a:path w="40639" h="1666239">
                  <a:moveTo>
                    <a:pt x="40386" y="999744"/>
                  </a:moveTo>
                  <a:lnTo>
                    <a:pt x="0" y="999744"/>
                  </a:lnTo>
                </a:path>
                <a:path w="40639" h="1666239">
                  <a:moveTo>
                    <a:pt x="40386" y="1333500"/>
                  </a:moveTo>
                  <a:lnTo>
                    <a:pt x="0" y="1333500"/>
                  </a:lnTo>
                </a:path>
                <a:path w="40639" h="1666239">
                  <a:moveTo>
                    <a:pt x="40386" y="1665732"/>
                  </a:moveTo>
                  <a:lnTo>
                    <a:pt x="0" y="1665732"/>
                  </a:lnTo>
                </a:path>
                <a:path w="40639" h="1666239">
                  <a:moveTo>
                    <a:pt x="40386" y="665988"/>
                  </a:moveTo>
                  <a:lnTo>
                    <a:pt x="0" y="665988"/>
                  </a:lnTo>
                </a:path>
              </a:pathLst>
            </a:custGeom>
            <a:ln w="12192">
              <a:solidFill>
                <a:srgbClr val="7E7E7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2254758" y="3890010"/>
              <a:ext cx="3060065" cy="280670"/>
            </a:xfrm>
            <a:custGeom>
              <a:avLst/>
              <a:gdLst/>
              <a:ahLst/>
              <a:cxnLst/>
              <a:rect l="l" t="t" r="r" b="b"/>
              <a:pathLst>
                <a:path w="3060065" h="280670">
                  <a:moveTo>
                    <a:pt x="0" y="280415"/>
                  </a:moveTo>
                  <a:lnTo>
                    <a:pt x="343789" y="280415"/>
                  </a:lnTo>
                </a:path>
                <a:path w="3060065" h="280670">
                  <a:moveTo>
                    <a:pt x="344424" y="280288"/>
                  </a:moveTo>
                  <a:lnTo>
                    <a:pt x="678561" y="71627"/>
                  </a:lnTo>
                </a:path>
                <a:path w="3060065" h="280670">
                  <a:moveTo>
                    <a:pt x="678180" y="71627"/>
                  </a:moveTo>
                  <a:lnTo>
                    <a:pt x="1028192" y="166877"/>
                  </a:lnTo>
                </a:path>
                <a:path w="3060065" h="280670">
                  <a:moveTo>
                    <a:pt x="1028700" y="166877"/>
                  </a:moveTo>
                  <a:lnTo>
                    <a:pt x="1356741" y="71627"/>
                  </a:lnTo>
                </a:path>
                <a:path w="3060065" h="280670">
                  <a:moveTo>
                    <a:pt x="1356359" y="72262"/>
                  </a:moveTo>
                  <a:lnTo>
                    <a:pt x="1683639" y="10667"/>
                  </a:lnTo>
                </a:path>
                <a:path w="3060065" h="280670">
                  <a:moveTo>
                    <a:pt x="1684020" y="10667"/>
                  </a:moveTo>
                  <a:lnTo>
                    <a:pt x="2062480" y="20827"/>
                  </a:lnTo>
                </a:path>
                <a:path w="3060065" h="280670">
                  <a:moveTo>
                    <a:pt x="2075688" y="20319"/>
                  </a:moveTo>
                  <a:lnTo>
                    <a:pt x="2394839" y="0"/>
                  </a:lnTo>
                </a:path>
                <a:path w="3060065" h="280670">
                  <a:moveTo>
                    <a:pt x="2394204" y="0"/>
                  </a:moveTo>
                  <a:lnTo>
                    <a:pt x="2729484" y="63500"/>
                  </a:lnTo>
                </a:path>
                <a:path w="3060065" h="280670">
                  <a:moveTo>
                    <a:pt x="2729484" y="64007"/>
                  </a:moveTo>
                  <a:lnTo>
                    <a:pt x="3059684" y="64007"/>
                  </a:lnTo>
                </a:path>
              </a:pathLst>
            </a:custGeom>
            <a:ln w="19812">
              <a:solidFill>
                <a:srgbClr val="00AF5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2251710" y="3743723"/>
              <a:ext cx="3058795" cy="1988185"/>
            </a:xfrm>
            <a:custGeom>
              <a:avLst/>
              <a:gdLst/>
              <a:ahLst/>
              <a:cxnLst/>
              <a:rect l="l" t="t" r="r" b="b"/>
              <a:pathLst>
                <a:path w="3058795" h="1988185">
                  <a:moveTo>
                    <a:pt x="0" y="1987812"/>
                  </a:moveTo>
                  <a:lnTo>
                    <a:pt x="343788" y="463278"/>
                  </a:lnTo>
                </a:path>
                <a:path w="3058795" h="1988185">
                  <a:moveTo>
                    <a:pt x="342900" y="464421"/>
                  </a:moveTo>
                  <a:lnTo>
                    <a:pt x="680846" y="283446"/>
                  </a:lnTo>
                </a:path>
                <a:path w="3058795" h="1988185">
                  <a:moveTo>
                    <a:pt x="675132" y="283446"/>
                  </a:moveTo>
                  <a:lnTo>
                    <a:pt x="722732" y="268616"/>
                  </a:lnTo>
                  <a:lnTo>
                    <a:pt x="770163" y="253937"/>
                  </a:lnTo>
                  <a:lnTo>
                    <a:pt x="817243" y="239546"/>
                  </a:lnTo>
                  <a:lnTo>
                    <a:pt x="863790" y="225582"/>
                  </a:lnTo>
                  <a:lnTo>
                    <a:pt x="909623" y="212184"/>
                  </a:lnTo>
                  <a:lnTo>
                    <a:pt x="954559" y="199490"/>
                  </a:lnTo>
                  <a:lnTo>
                    <a:pt x="998418" y="187638"/>
                  </a:lnTo>
                  <a:lnTo>
                    <a:pt x="1041018" y="176766"/>
                  </a:lnTo>
                  <a:lnTo>
                    <a:pt x="1093336" y="164131"/>
                  </a:lnTo>
                  <a:lnTo>
                    <a:pt x="1140619" y="153408"/>
                  </a:lnTo>
                  <a:lnTo>
                    <a:pt x="1186195" y="144032"/>
                  </a:lnTo>
                  <a:lnTo>
                    <a:pt x="1233391" y="135440"/>
                  </a:lnTo>
                  <a:lnTo>
                    <a:pt x="1285532" y="127066"/>
                  </a:lnTo>
                  <a:lnTo>
                    <a:pt x="1345945" y="118346"/>
                  </a:lnTo>
                  <a:lnTo>
                    <a:pt x="1387648" y="112844"/>
                  </a:lnTo>
                  <a:lnTo>
                    <a:pt x="1433336" y="107272"/>
                  </a:lnTo>
                  <a:lnTo>
                    <a:pt x="1482062" y="101693"/>
                  </a:lnTo>
                  <a:lnTo>
                    <a:pt x="1532881" y="96167"/>
                  </a:lnTo>
                  <a:lnTo>
                    <a:pt x="1584848" y="90756"/>
                  </a:lnTo>
                  <a:lnTo>
                    <a:pt x="1637017" y="85520"/>
                  </a:lnTo>
                  <a:lnTo>
                    <a:pt x="1688443" y="80520"/>
                  </a:lnTo>
                  <a:lnTo>
                    <a:pt x="1738178" y="75817"/>
                  </a:lnTo>
                  <a:lnTo>
                    <a:pt x="1785279" y="71472"/>
                  </a:lnTo>
                  <a:lnTo>
                    <a:pt x="1828800" y="67546"/>
                  </a:lnTo>
                  <a:lnTo>
                    <a:pt x="1886364" y="62781"/>
                  </a:lnTo>
                  <a:lnTo>
                    <a:pt x="1940862" y="58893"/>
                  </a:lnTo>
                  <a:lnTo>
                    <a:pt x="1992495" y="55657"/>
                  </a:lnTo>
                  <a:lnTo>
                    <a:pt x="2041462" y="52844"/>
                  </a:lnTo>
                  <a:lnTo>
                    <a:pt x="2087963" y="50229"/>
                  </a:lnTo>
                  <a:lnTo>
                    <a:pt x="2132198" y="47586"/>
                  </a:lnTo>
                  <a:lnTo>
                    <a:pt x="2174366" y="44686"/>
                  </a:lnTo>
                  <a:lnTo>
                    <a:pt x="2251061" y="38458"/>
                  </a:lnTo>
                  <a:lnTo>
                    <a:pt x="2326052" y="31812"/>
                  </a:lnTo>
                  <a:lnTo>
                    <a:pt x="2383018" y="26523"/>
                  </a:lnTo>
                  <a:lnTo>
                    <a:pt x="2405634" y="24366"/>
                  </a:lnTo>
                  <a:lnTo>
                    <a:pt x="2452027" y="20398"/>
                  </a:lnTo>
                  <a:lnTo>
                    <a:pt x="2501067" y="15984"/>
                  </a:lnTo>
                  <a:lnTo>
                    <a:pt x="2552223" y="11508"/>
                  </a:lnTo>
                  <a:lnTo>
                    <a:pt x="2604967" y="7348"/>
                  </a:lnTo>
                  <a:lnTo>
                    <a:pt x="2658769" y="3888"/>
                  </a:lnTo>
                  <a:lnTo>
                    <a:pt x="2713101" y="1506"/>
                  </a:lnTo>
                  <a:lnTo>
                    <a:pt x="2760301" y="414"/>
                  </a:lnTo>
                  <a:lnTo>
                    <a:pt x="2808502" y="0"/>
                  </a:lnTo>
                  <a:lnTo>
                    <a:pt x="2857535" y="147"/>
                  </a:lnTo>
                  <a:lnTo>
                    <a:pt x="2907235" y="741"/>
                  </a:lnTo>
                  <a:lnTo>
                    <a:pt x="2957435" y="1666"/>
                  </a:lnTo>
                  <a:lnTo>
                    <a:pt x="3007968" y="2806"/>
                  </a:lnTo>
                  <a:lnTo>
                    <a:pt x="3058667" y="4046"/>
                  </a:lnTo>
                </a:path>
              </a:pathLst>
            </a:custGeom>
            <a:ln w="19812">
              <a:solidFill>
                <a:srgbClr val="13299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2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307092" y="6524434"/>
            <a:ext cx="137897" cy="90487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54151" y="6527292"/>
            <a:ext cx="1794510" cy="142494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862571" y="6521195"/>
            <a:ext cx="2327910" cy="118110"/>
          </a:xfrm>
          <a:prstGeom prst="rect">
            <a:avLst/>
          </a:prstGeom>
        </p:spPr>
      </p:pic>
      <p:sp>
        <p:nvSpPr>
          <p:cNvPr id="5" name="object 5"/>
          <p:cNvSpPr/>
          <p:nvPr/>
        </p:nvSpPr>
        <p:spPr>
          <a:xfrm>
            <a:off x="559308" y="1440180"/>
            <a:ext cx="36830" cy="180340"/>
          </a:xfrm>
          <a:custGeom>
            <a:avLst/>
            <a:gdLst/>
            <a:ahLst/>
            <a:cxnLst/>
            <a:rect l="l" t="t" r="r" b="b"/>
            <a:pathLst>
              <a:path w="36829" h="180340">
                <a:moveTo>
                  <a:pt x="36576" y="0"/>
                </a:moveTo>
                <a:lnTo>
                  <a:pt x="0" y="0"/>
                </a:lnTo>
                <a:lnTo>
                  <a:pt x="0" y="179832"/>
                </a:lnTo>
                <a:lnTo>
                  <a:pt x="36576" y="179832"/>
                </a:lnTo>
                <a:lnTo>
                  <a:pt x="36576" y="0"/>
                </a:lnTo>
                <a:close/>
              </a:path>
            </a:pathLst>
          </a:custGeom>
          <a:solidFill>
            <a:srgbClr val="183DAF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6" name="object 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716288" y="1469156"/>
            <a:ext cx="393945" cy="169905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437489" y="431419"/>
            <a:ext cx="173672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FFFFFF"/>
                </a:solidFill>
                <a:latin typeface="Ebrima"/>
                <a:cs typeface="Ebrima"/>
              </a:rPr>
              <a:t>3.3.</a:t>
            </a:r>
            <a:r>
              <a:rPr sz="1800" spc="-15" dirty="0">
                <a:solidFill>
                  <a:srgbClr val="FFFFFF"/>
                </a:solidFill>
                <a:latin typeface="Ebrima"/>
                <a:cs typeface="Ebrima"/>
              </a:rPr>
              <a:t> </a:t>
            </a:r>
            <a:r>
              <a:rPr sz="1800" dirty="0">
                <a:solidFill>
                  <a:srgbClr val="FFFFFF"/>
                </a:solidFill>
                <a:latin typeface="Ebrima"/>
                <a:cs typeface="Ebrima"/>
              </a:rPr>
              <a:t>AI</a:t>
            </a:r>
            <a:r>
              <a:rPr sz="1800" spc="-15" dirty="0">
                <a:solidFill>
                  <a:srgbClr val="FFFFFF"/>
                </a:solidFill>
                <a:latin typeface="Ebrima"/>
                <a:cs typeface="Ebrima"/>
              </a:rPr>
              <a:t> </a:t>
            </a:r>
            <a:r>
              <a:rPr sz="1800" dirty="0">
                <a:solidFill>
                  <a:srgbClr val="FFFFFF"/>
                </a:solidFill>
                <a:latin typeface="Ebrima"/>
                <a:cs typeface="Ebrima"/>
              </a:rPr>
              <a:t>with</a:t>
            </a:r>
            <a:r>
              <a:rPr sz="1800" spc="-5" dirty="0">
                <a:solidFill>
                  <a:srgbClr val="FFFFFF"/>
                </a:solidFill>
                <a:latin typeface="Ebrima"/>
                <a:cs typeface="Ebrima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Ebrima"/>
                <a:cs typeface="Ebrima"/>
              </a:rPr>
              <a:t>Keras</a:t>
            </a:r>
            <a:endParaRPr sz="1800">
              <a:latin typeface="Ebrima"/>
              <a:cs typeface="Ebrim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8671941" y="463677"/>
            <a:ext cx="80962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dirty="0">
                <a:solidFill>
                  <a:srgbClr val="D9D9D9"/>
                </a:solidFill>
                <a:latin typeface="Ebrima"/>
                <a:cs typeface="Ebrima"/>
              </a:rPr>
              <a:t>UNIT</a:t>
            </a:r>
            <a:r>
              <a:rPr sz="1600" spc="400" dirty="0">
                <a:solidFill>
                  <a:srgbClr val="D9D9D9"/>
                </a:solidFill>
                <a:latin typeface="Ebrima"/>
                <a:cs typeface="Ebrima"/>
              </a:rPr>
              <a:t> </a:t>
            </a:r>
            <a:r>
              <a:rPr sz="1600" spc="-35" dirty="0">
                <a:solidFill>
                  <a:srgbClr val="D9D9D9"/>
                </a:solidFill>
                <a:latin typeface="Ebrima"/>
                <a:cs typeface="Ebrima"/>
              </a:rPr>
              <a:t>03</a:t>
            </a:r>
            <a:endParaRPr sz="1600">
              <a:latin typeface="Ebrima"/>
              <a:cs typeface="Ebrima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682751" y="1769364"/>
            <a:ext cx="8663940" cy="1125220"/>
            <a:chOff x="682751" y="1769364"/>
            <a:chExt cx="8663940" cy="1125220"/>
          </a:xfrm>
        </p:grpSpPr>
        <p:sp>
          <p:nvSpPr>
            <p:cNvPr id="10" name="object 10"/>
            <p:cNvSpPr/>
            <p:nvPr/>
          </p:nvSpPr>
          <p:spPr>
            <a:xfrm>
              <a:off x="685799" y="1772412"/>
              <a:ext cx="8658225" cy="1118870"/>
            </a:xfrm>
            <a:custGeom>
              <a:avLst/>
              <a:gdLst/>
              <a:ahLst/>
              <a:cxnLst/>
              <a:rect l="l" t="t" r="r" b="b"/>
              <a:pathLst>
                <a:path w="8658225" h="1118870">
                  <a:moveTo>
                    <a:pt x="0" y="1118615"/>
                  </a:moveTo>
                  <a:lnTo>
                    <a:pt x="8657844" y="1118615"/>
                  </a:lnTo>
                  <a:lnTo>
                    <a:pt x="8657844" y="0"/>
                  </a:lnTo>
                  <a:lnTo>
                    <a:pt x="0" y="0"/>
                  </a:lnTo>
                  <a:lnTo>
                    <a:pt x="0" y="1118615"/>
                  </a:lnTo>
                  <a:close/>
                </a:path>
              </a:pathLst>
            </a:custGeom>
            <a:ln w="6096">
              <a:solidFill>
                <a:srgbClr val="D9D9D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" name="object 11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823300" y="1921573"/>
              <a:ext cx="8520343" cy="753617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2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334530" y="6524434"/>
            <a:ext cx="110459" cy="90487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54151" y="6527292"/>
            <a:ext cx="1794510" cy="142494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862571" y="6521195"/>
            <a:ext cx="2327910" cy="118110"/>
          </a:xfrm>
          <a:prstGeom prst="rect">
            <a:avLst/>
          </a:prstGeom>
        </p:spPr>
      </p:pic>
      <p:sp>
        <p:nvSpPr>
          <p:cNvPr id="5" name="object 5"/>
          <p:cNvSpPr/>
          <p:nvPr/>
        </p:nvSpPr>
        <p:spPr>
          <a:xfrm>
            <a:off x="559308" y="1440180"/>
            <a:ext cx="36830" cy="180340"/>
          </a:xfrm>
          <a:custGeom>
            <a:avLst/>
            <a:gdLst/>
            <a:ahLst/>
            <a:cxnLst/>
            <a:rect l="l" t="t" r="r" b="b"/>
            <a:pathLst>
              <a:path w="36829" h="180340">
                <a:moveTo>
                  <a:pt x="36576" y="0"/>
                </a:moveTo>
                <a:lnTo>
                  <a:pt x="0" y="0"/>
                </a:lnTo>
                <a:lnTo>
                  <a:pt x="0" y="179832"/>
                </a:lnTo>
                <a:lnTo>
                  <a:pt x="36576" y="179832"/>
                </a:lnTo>
                <a:lnTo>
                  <a:pt x="36576" y="0"/>
                </a:lnTo>
                <a:close/>
              </a:path>
            </a:pathLst>
          </a:custGeom>
          <a:solidFill>
            <a:srgbClr val="183DAF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6" name="object 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719327" y="1464563"/>
            <a:ext cx="3117342" cy="174498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437489" y="431419"/>
            <a:ext cx="173672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FFFFFF"/>
                </a:solidFill>
                <a:latin typeface="Ebrima"/>
                <a:cs typeface="Ebrima"/>
              </a:rPr>
              <a:t>3.3.</a:t>
            </a:r>
            <a:r>
              <a:rPr sz="1800" spc="-15" dirty="0">
                <a:solidFill>
                  <a:srgbClr val="FFFFFF"/>
                </a:solidFill>
                <a:latin typeface="Ebrima"/>
                <a:cs typeface="Ebrima"/>
              </a:rPr>
              <a:t> </a:t>
            </a:r>
            <a:r>
              <a:rPr sz="1800" dirty="0">
                <a:solidFill>
                  <a:srgbClr val="FFFFFF"/>
                </a:solidFill>
                <a:latin typeface="Ebrima"/>
                <a:cs typeface="Ebrima"/>
              </a:rPr>
              <a:t>AI</a:t>
            </a:r>
            <a:r>
              <a:rPr sz="1800" spc="-15" dirty="0">
                <a:solidFill>
                  <a:srgbClr val="FFFFFF"/>
                </a:solidFill>
                <a:latin typeface="Ebrima"/>
                <a:cs typeface="Ebrima"/>
              </a:rPr>
              <a:t> </a:t>
            </a:r>
            <a:r>
              <a:rPr sz="1800" dirty="0">
                <a:solidFill>
                  <a:srgbClr val="FFFFFF"/>
                </a:solidFill>
                <a:latin typeface="Ebrima"/>
                <a:cs typeface="Ebrima"/>
              </a:rPr>
              <a:t>with</a:t>
            </a:r>
            <a:r>
              <a:rPr sz="1800" spc="-5" dirty="0">
                <a:solidFill>
                  <a:srgbClr val="FFFFFF"/>
                </a:solidFill>
                <a:latin typeface="Ebrima"/>
                <a:cs typeface="Ebrima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Ebrima"/>
                <a:cs typeface="Ebrima"/>
              </a:rPr>
              <a:t>Keras</a:t>
            </a:r>
            <a:endParaRPr sz="1800">
              <a:latin typeface="Ebrima"/>
              <a:cs typeface="Ebrim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8671941" y="463677"/>
            <a:ext cx="80962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dirty="0">
                <a:solidFill>
                  <a:srgbClr val="D9D9D9"/>
                </a:solidFill>
                <a:latin typeface="Ebrima"/>
                <a:cs typeface="Ebrima"/>
              </a:rPr>
              <a:t>UNIT</a:t>
            </a:r>
            <a:r>
              <a:rPr sz="1600" spc="400" dirty="0">
                <a:solidFill>
                  <a:srgbClr val="D9D9D9"/>
                </a:solidFill>
                <a:latin typeface="Ebrima"/>
                <a:cs typeface="Ebrima"/>
              </a:rPr>
              <a:t> </a:t>
            </a:r>
            <a:r>
              <a:rPr sz="1600" spc="-35" dirty="0">
                <a:solidFill>
                  <a:srgbClr val="D9D9D9"/>
                </a:solidFill>
                <a:latin typeface="Ebrima"/>
                <a:cs typeface="Ebrima"/>
              </a:rPr>
              <a:t>03</a:t>
            </a:r>
            <a:endParaRPr sz="1600">
              <a:latin typeface="Ebrima"/>
              <a:cs typeface="Ebrima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682751" y="1804416"/>
            <a:ext cx="8663940" cy="2672080"/>
            <a:chOff x="682751" y="1804416"/>
            <a:chExt cx="8663940" cy="2672080"/>
          </a:xfrm>
        </p:grpSpPr>
        <p:sp>
          <p:nvSpPr>
            <p:cNvPr id="10" name="object 10"/>
            <p:cNvSpPr/>
            <p:nvPr/>
          </p:nvSpPr>
          <p:spPr>
            <a:xfrm>
              <a:off x="685799" y="1807464"/>
              <a:ext cx="8658225" cy="2665730"/>
            </a:xfrm>
            <a:custGeom>
              <a:avLst/>
              <a:gdLst/>
              <a:ahLst/>
              <a:cxnLst/>
              <a:rect l="l" t="t" r="r" b="b"/>
              <a:pathLst>
                <a:path w="8658225" h="2665729">
                  <a:moveTo>
                    <a:pt x="0" y="2665476"/>
                  </a:moveTo>
                  <a:lnTo>
                    <a:pt x="8657844" y="2665476"/>
                  </a:lnTo>
                  <a:lnTo>
                    <a:pt x="8657844" y="0"/>
                  </a:lnTo>
                  <a:lnTo>
                    <a:pt x="0" y="0"/>
                  </a:lnTo>
                  <a:lnTo>
                    <a:pt x="0" y="2665476"/>
                  </a:lnTo>
                  <a:close/>
                </a:path>
              </a:pathLst>
            </a:custGeom>
            <a:ln w="6096">
              <a:solidFill>
                <a:srgbClr val="D9D9D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" name="object 11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831050" y="1956796"/>
              <a:ext cx="8512593" cy="2291633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2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311665" y="6524434"/>
            <a:ext cx="133324" cy="90487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54151" y="6527292"/>
            <a:ext cx="1794510" cy="142494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862571" y="6521195"/>
            <a:ext cx="2327910" cy="118110"/>
          </a:xfrm>
          <a:prstGeom prst="rect">
            <a:avLst/>
          </a:prstGeom>
        </p:spPr>
      </p:pic>
      <p:sp>
        <p:nvSpPr>
          <p:cNvPr id="5" name="object 5"/>
          <p:cNvSpPr/>
          <p:nvPr/>
        </p:nvSpPr>
        <p:spPr>
          <a:xfrm>
            <a:off x="559308" y="1440180"/>
            <a:ext cx="36830" cy="180340"/>
          </a:xfrm>
          <a:custGeom>
            <a:avLst/>
            <a:gdLst/>
            <a:ahLst/>
            <a:cxnLst/>
            <a:rect l="l" t="t" r="r" b="b"/>
            <a:pathLst>
              <a:path w="36829" h="180340">
                <a:moveTo>
                  <a:pt x="36576" y="0"/>
                </a:moveTo>
                <a:lnTo>
                  <a:pt x="0" y="0"/>
                </a:lnTo>
                <a:lnTo>
                  <a:pt x="0" y="179832"/>
                </a:lnTo>
                <a:lnTo>
                  <a:pt x="36576" y="179832"/>
                </a:lnTo>
                <a:lnTo>
                  <a:pt x="36576" y="0"/>
                </a:lnTo>
                <a:close/>
              </a:path>
            </a:pathLst>
          </a:custGeom>
          <a:solidFill>
            <a:srgbClr val="183DAF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6" name="object 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719327" y="1464563"/>
            <a:ext cx="922782" cy="174498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437489" y="431419"/>
            <a:ext cx="173672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FFFFFF"/>
                </a:solidFill>
                <a:latin typeface="Ebrima"/>
                <a:cs typeface="Ebrima"/>
              </a:rPr>
              <a:t>3.3.</a:t>
            </a:r>
            <a:r>
              <a:rPr sz="1800" spc="-15" dirty="0">
                <a:solidFill>
                  <a:srgbClr val="FFFFFF"/>
                </a:solidFill>
                <a:latin typeface="Ebrima"/>
                <a:cs typeface="Ebrima"/>
              </a:rPr>
              <a:t> </a:t>
            </a:r>
            <a:r>
              <a:rPr sz="1800" dirty="0">
                <a:solidFill>
                  <a:srgbClr val="FFFFFF"/>
                </a:solidFill>
                <a:latin typeface="Ebrima"/>
                <a:cs typeface="Ebrima"/>
              </a:rPr>
              <a:t>AI</a:t>
            </a:r>
            <a:r>
              <a:rPr sz="1800" spc="-15" dirty="0">
                <a:solidFill>
                  <a:srgbClr val="FFFFFF"/>
                </a:solidFill>
                <a:latin typeface="Ebrima"/>
                <a:cs typeface="Ebrima"/>
              </a:rPr>
              <a:t> </a:t>
            </a:r>
            <a:r>
              <a:rPr sz="1800" dirty="0">
                <a:solidFill>
                  <a:srgbClr val="FFFFFF"/>
                </a:solidFill>
                <a:latin typeface="Ebrima"/>
                <a:cs typeface="Ebrima"/>
              </a:rPr>
              <a:t>with</a:t>
            </a:r>
            <a:r>
              <a:rPr sz="1800" spc="-5" dirty="0">
                <a:solidFill>
                  <a:srgbClr val="FFFFFF"/>
                </a:solidFill>
                <a:latin typeface="Ebrima"/>
                <a:cs typeface="Ebrima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Ebrima"/>
                <a:cs typeface="Ebrima"/>
              </a:rPr>
              <a:t>Keras</a:t>
            </a:r>
            <a:endParaRPr sz="1800">
              <a:latin typeface="Ebrima"/>
              <a:cs typeface="Ebrim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8671941" y="463677"/>
            <a:ext cx="80962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dirty="0">
                <a:solidFill>
                  <a:srgbClr val="D9D9D9"/>
                </a:solidFill>
                <a:latin typeface="Ebrima"/>
                <a:cs typeface="Ebrima"/>
              </a:rPr>
              <a:t>UNIT</a:t>
            </a:r>
            <a:r>
              <a:rPr sz="1600" spc="400" dirty="0">
                <a:solidFill>
                  <a:srgbClr val="D9D9D9"/>
                </a:solidFill>
                <a:latin typeface="Ebrima"/>
                <a:cs typeface="Ebrima"/>
              </a:rPr>
              <a:t> </a:t>
            </a:r>
            <a:r>
              <a:rPr sz="1600" spc="-35" dirty="0">
                <a:solidFill>
                  <a:srgbClr val="D9D9D9"/>
                </a:solidFill>
                <a:latin typeface="Ebrima"/>
                <a:cs typeface="Ebrima"/>
              </a:rPr>
              <a:t>03</a:t>
            </a:r>
            <a:endParaRPr sz="1600">
              <a:latin typeface="Ebrima"/>
              <a:cs typeface="Ebrima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682751" y="1804416"/>
            <a:ext cx="8663940" cy="4183379"/>
            <a:chOff x="682751" y="1804416"/>
            <a:chExt cx="8663940" cy="4183379"/>
          </a:xfrm>
        </p:grpSpPr>
        <p:sp>
          <p:nvSpPr>
            <p:cNvPr id="10" name="object 10"/>
            <p:cNvSpPr/>
            <p:nvPr/>
          </p:nvSpPr>
          <p:spPr>
            <a:xfrm>
              <a:off x="685799" y="1807464"/>
              <a:ext cx="8658225" cy="4177665"/>
            </a:xfrm>
            <a:custGeom>
              <a:avLst/>
              <a:gdLst/>
              <a:ahLst/>
              <a:cxnLst/>
              <a:rect l="l" t="t" r="r" b="b"/>
              <a:pathLst>
                <a:path w="8658225" h="4177665">
                  <a:moveTo>
                    <a:pt x="0" y="4177284"/>
                  </a:moveTo>
                  <a:lnTo>
                    <a:pt x="8657844" y="4177284"/>
                  </a:lnTo>
                  <a:lnTo>
                    <a:pt x="8657844" y="0"/>
                  </a:lnTo>
                  <a:lnTo>
                    <a:pt x="0" y="0"/>
                  </a:lnTo>
                  <a:lnTo>
                    <a:pt x="0" y="4177284"/>
                  </a:lnTo>
                  <a:close/>
                </a:path>
              </a:pathLst>
            </a:custGeom>
            <a:ln w="6096">
              <a:solidFill>
                <a:srgbClr val="D9D9D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" name="object 11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837728" y="1960622"/>
              <a:ext cx="8505915" cy="3869768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2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308718" y="6524434"/>
            <a:ext cx="136271" cy="90487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54151" y="6527292"/>
            <a:ext cx="1794510" cy="142494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862571" y="6521195"/>
            <a:ext cx="2327910" cy="118110"/>
          </a:xfrm>
          <a:prstGeom prst="rect">
            <a:avLst/>
          </a:prstGeom>
        </p:spPr>
      </p:pic>
      <p:sp>
        <p:nvSpPr>
          <p:cNvPr id="5" name="object 5"/>
          <p:cNvSpPr/>
          <p:nvPr/>
        </p:nvSpPr>
        <p:spPr>
          <a:xfrm>
            <a:off x="559308" y="1440180"/>
            <a:ext cx="36830" cy="180340"/>
          </a:xfrm>
          <a:custGeom>
            <a:avLst/>
            <a:gdLst/>
            <a:ahLst/>
            <a:cxnLst/>
            <a:rect l="l" t="t" r="r" b="b"/>
            <a:pathLst>
              <a:path w="36829" h="180340">
                <a:moveTo>
                  <a:pt x="36576" y="0"/>
                </a:moveTo>
                <a:lnTo>
                  <a:pt x="0" y="0"/>
                </a:lnTo>
                <a:lnTo>
                  <a:pt x="0" y="179832"/>
                </a:lnTo>
                <a:lnTo>
                  <a:pt x="36576" y="179832"/>
                </a:lnTo>
                <a:lnTo>
                  <a:pt x="36576" y="0"/>
                </a:lnTo>
                <a:close/>
              </a:path>
            </a:pathLst>
          </a:custGeom>
          <a:solidFill>
            <a:srgbClr val="183DAF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6" name="object 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713231" y="1464563"/>
            <a:ext cx="1072133" cy="174498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437489" y="431419"/>
            <a:ext cx="173672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FFFFFF"/>
                </a:solidFill>
                <a:latin typeface="Ebrima"/>
                <a:cs typeface="Ebrima"/>
              </a:rPr>
              <a:t>3.3.</a:t>
            </a:r>
            <a:r>
              <a:rPr sz="1800" spc="-15" dirty="0">
                <a:solidFill>
                  <a:srgbClr val="FFFFFF"/>
                </a:solidFill>
                <a:latin typeface="Ebrima"/>
                <a:cs typeface="Ebrima"/>
              </a:rPr>
              <a:t> </a:t>
            </a:r>
            <a:r>
              <a:rPr sz="1800" dirty="0">
                <a:solidFill>
                  <a:srgbClr val="FFFFFF"/>
                </a:solidFill>
                <a:latin typeface="Ebrima"/>
                <a:cs typeface="Ebrima"/>
              </a:rPr>
              <a:t>AI</a:t>
            </a:r>
            <a:r>
              <a:rPr sz="1800" spc="-15" dirty="0">
                <a:solidFill>
                  <a:srgbClr val="FFFFFF"/>
                </a:solidFill>
                <a:latin typeface="Ebrima"/>
                <a:cs typeface="Ebrima"/>
              </a:rPr>
              <a:t> </a:t>
            </a:r>
            <a:r>
              <a:rPr sz="1800" dirty="0">
                <a:solidFill>
                  <a:srgbClr val="FFFFFF"/>
                </a:solidFill>
                <a:latin typeface="Ebrima"/>
                <a:cs typeface="Ebrima"/>
              </a:rPr>
              <a:t>with</a:t>
            </a:r>
            <a:r>
              <a:rPr sz="1800" spc="-5" dirty="0">
                <a:solidFill>
                  <a:srgbClr val="FFFFFF"/>
                </a:solidFill>
                <a:latin typeface="Ebrima"/>
                <a:cs typeface="Ebrima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Ebrima"/>
                <a:cs typeface="Ebrima"/>
              </a:rPr>
              <a:t>Keras</a:t>
            </a:r>
            <a:endParaRPr sz="1800">
              <a:latin typeface="Ebrima"/>
              <a:cs typeface="Ebrim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8671941" y="463677"/>
            <a:ext cx="80962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dirty="0">
                <a:solidFill>
                  <a:srgbClr val="D9D9D9"/>
                </a:solidFill>
                <a:latin typeface="Ebrima"/>
                <a:cs typeface="Ebrima"/>
              </a:rPr>
              <a:t>UNIT</a:t>
            </a:r>
            <a:r>
              <a:rPr sz="1600" spc="400" dirty="0">
                <a:solidFill>
                  <a:srgbClr val="D9D9D9"/>
                </a:solidFill>
                <a:latin typeface="Ebrima"/>
                <a:cs typeface="Ebrima"/>
              </a:rPr>
              <a:t> </a:t>
            </a:r>
            <a:r>
              <a:rPr sz="1600" spc="-35" dirty="0">
                <a:solidFill>
                  <a:srgbClr val="D9D9D9"/>
                </a:solidFill>
                <a:latin typeface="Ebrima"/>
                <a:cs typeface="Ebrima"/>
              </a:rPr>
              <a:t>03</a:t>
            </a:r>
            <a:endParaRPr sz="1600">
              <a:latin typeface="Ebrima"/>
              <a:cs typeface="Ebrima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682751" y="1804416"/>
            <a:ext cx="8663940" cy="3499485"/>
            <a:chOff x="682751" y="1804416"/>
            <a:chExt cx="8663940" cy="3499485"/>
          </a:xfrm>
        </p:grpSpPr>
        <p:sp>
          <p:nvSpPr>
            <p:cNvPr id="10" name="object 10"/>
            <p:cNvSpPr/>
            <p:nvPr/>
          </p:nvSpPr>
          <p:spPr>
            <a:xfrm>
              <a:off x="685799" y="1807464"/>
              <a:ext cx="8658225" cy="3493135"/>
            </a:xfrm>
            <a:custGeom>
              <a:avLst/>
              <a:gdLst/>
              <a:ahLst/>
              <a:cxnLst/>
              <a:rect l="l" t="t" r="r" b="b"/>
              <a:pathLst>
                <a:path w="8658225" h="3493135">
                  <a:moveTo>
                    <a:pt x="0" y="3493008"/>
                  </a:moveTo>
                  <a:lnTo>
                    <a:pt x="8657844" y="3493008"/>
                  </a:lnTo>
                  <a:lnTo>
                    <a:pt x="8657844" y="0"/>
                  </a:lnTo>
                  <a:lnTo>
                    <a:pt x="0" y="0"/>
                  </a:lnTo>
                  <a:lnTo>
                    <a:pt x="0" y="3493008"/>
                  </a:lnTo>
                  <a:close/>
                </a:path>
              </a:pathLst>
            </a:custGeom>
            <a:ln w="6096">
              <a:solidFill>
                <a:srgbClr val="D9D9D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" name="object 11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830201" y="1969389"/>
              <a:ext cx="8513442" cy="3136392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2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313291" y="6524434"/>
            <a:ext cx="136271" cy="90487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54151" y="6527292"/>
            <a:ext cx="1794510" cy="142494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862571" y="6521195"/>
            <a:ext cx="2327910" cy="118110"/>
          </a:xfrm>
          <a:prstGeom prst="rect">
            <a:avLst/>
          </a:prstGeom>
        </p:spPr>
      </p:pic>
      <p:sp>
        <p:nvSpPr>
          <p:cNvPr id="5" name="object 5"/>
          <p:cNvSpPr/>
          <p:nvPr/>
        </p:nvSpPr>
        <p:spPr>
          <a:xfrm>
            <a:off x="559308" y="1440180"/>
            <a:ext cx="36830" cy="180340"/>
          </a:xfrm>
          <a:custGeom>
            <a:avLst/>
            <a:gdLst/>
            <a:ahLst/>
            <a:cxnLst/>
            <a:rect l="l" t="t" r="r" b="b"/>
            <a:pathLst>
              <a:path w="36829" h="180340">
                <a:moveTo>
                  <a:pt x="36576" y="0"/>
                </a:moveTo>
                <a:lnTo>
                  <a:pt x="0" y="0"/>
                </a:lnTo>
                <a:lnTo>
                  <a:pt x="0" y="179832"/>
                </a:lnTo>
                <a:lnTo>
                  <a:pt x="36576" y="179832"/>
                </a:lnTo>
                <a:lnTo>
                  <a:pt x="36576" y="0"/>
                </a:lnTo>
                <a:close/>
              </a:path>
            </a:pathLst>
          </a:custGeom>
          <a:solidFill>
            <a:srgbClr val="183DAF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6" name="object 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719327" y="1464563"/>
            <a:ext cx="1037082" cy="174498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437489" y="431419"/>
            <a:ext cx="173672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FFFFFF"/>
                </a:solidFill>
                <a:latin typeface="Ebrima"/>
                <a:cs typeface="Ebrima"/>
              </a:rPr>
              <a:t>3.3.</a:t>
            </a:r>
            <a:r>
              <a:rPr sz="1800" spc="-15" dirty="0">
                <a:solidFill>
                  <a:srgbClr val="FFFFFF"/>
                </a:solidFill>
                <a:latin typeface="Ebrima"/>
                <a:cs typeface="Ebrima"/>
              </a:rPr>
              <a:t> </a:t>
            </a:r>
            <a:r>
              <a:rPr sz="1800" dirty="0">
                <a:solidFill>
                  <a:srgbClr val="FFFFFF"/>
                </a:solidFill>
                <a:latin typeface="Ebrima"/>
                <a:cs typeface="Ebrima"/>
              </a:rPr>
              <a:t>AI</a:t>
            </a:r>
            <a:r>
              <a:rPr sz="1800" spc="-15" dirty="0">
                <a:solidFill>
                  <a:srgbClr val="FFFFFF"/>
                </a:solidFill>
                <a:latin typeface="Ebrima"/>
                <a:cs typeface="Ebrima"/>
              </a:rPr>
              <a:t> </a:t>
            </a:r>
            <a:r>
              <a:rPr sz="1800" dirty="0">
                <a:solidFill>
                  <a:srgbClr val="FFFFFF"/>
                </a:solidFill>
                <a:latin typeface="Ebrima"/>
                <a:cs typeface="Ebrima"/>
              </a:rPr>
              <a:t>with</a:t>
            </a:r>
            <a:r>
              <a:rPr sz="1800" spc="-5" dirty="0">
                <a:solidFill>
                  <a:srgbClr val="FFFFFF"/>
                </a:solidFill>
                <a:latin typeface="Ebrima"/>
                <a:cs typeface="Ebrima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Ebrima"/>
                <a:cs typeface="Ebrima"/>
              </a:rPr>
              <a:t>Keras</a:t>
            </a:r>
            <a:endParaRPr sz="1800">
              <a:latin typeface="Ebrima"/>
              <a:cs typeface="Ebrim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8671941" y="463677"/>
            <a:ext cx="80962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dirty="0">
                <a:solidFill>
                  <a:srgbClr val="D9D9D9"/>
                </a:solidFill>
                <a:latin typeface="Ebrima"/>
                <a:cs typeface="Ebrima"/>
              </a:rPr>
              <a:t>UNIT</a:t>
            </a:r>
            <a:r>
              <a:rPr sz="1600" spc="400" dirty="0">
                <a:solidFill>
                  <a:srgbClr val="D9D9D9"/>
                </a:solidFill>
                <a:latin typeface="Ebrima"/>
                <a:cs typeface="Ebrima"/>
              </a:rPr>
              <a:t> </a:t>
            </a:r>
            <a:r>
              <a:rPr sz="1600" spc="-35" dirty="0">
                <a:solidFill>
                  <a:srgbClr val="D9D9D9"/>
                </a:solidFill>
                <a:latin typeface="Ebrima"/>
                <a:cs typeface="Ebrima"/>
              </a:rPr>
              <a:t>03</a:t>
            </a:r>
            <a:endParaRPr sz="1600">
              <a:latin typeface="Ebrima"/>
              <a:cs typeface="Ebrima"/>
            </a:endParaRPr>
          </a:p>
        </p:txBody>
      </p:sp>
      <p:pic>
        <p:nvPicPr>
          <p:cNvPr id="9" name="object 9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714788" y="1810577"/>
            <a:ext cx="543273" cy="157668"/>
          </a:xfrm>
          <a:prstGeom prst="rect">
            <a:avLst/>
          </a:prstGeom>
        </p:spPr>
      </p:pic>
      <p:grpSp>
        <p:nvGrpSpPr>
          <p:cNvPr id="10" name="object 10"/>
          <p:cNvGrpSpPr/>
          <p:nvPr/>
        </p:nvGrpSpPr>
        <p:grpSpPr>
          <a:xfrm>
            <a:off x="682751" y="2049779"/>
            <a:ext cx="8663940" cy="756285"/>
            <a:chOff x="682751" y="2049779"/>
            <a:chExt cx="8663940" cy="756285"/>
          </a:xfrm>
        </p:grpSpPr>
        <p:sp>
          <p:nvSpPr>
            <p:cNvPr id="11" name="object 11"/>
            <p:cNvSpPr/>
            <p:nvPr/>
          </p:nvSpPr>
          <p:spPr>
            <a:xfrm>
              <a:off x="685799" y="2052827"/>
              <a:ext cx="8658225" cy="749935"/>
            </a:xfrm>
            <a:custGeom>
              <a:avLst/>
              <a:gdLst/>
              <a:ahLst/>
              <a:cxnLst/>
              <a:rect l="l" t="t" r="r" b="b"/>
              <a:pathLst>
                <a:path w="8658225" h="749935">
                  <a:moveTo>
                    <a:pt x="0" y="749808"/>
                  </a:moveTo>
                  <a:lnTo>
                    <a:pt x="8657844" y="749808"/>
                  </a:lnTo>
                  <a:lnTo>
                    <a:pt x="8657844" y="0"/>
                  </a:lnTo>
                  <a:lnTo>
                    <a:pt x="0" y="0"/>
                  </a:lnTo>
                  <a:lnTo>
                    <a:pt x="0" y="749808"/>
                  </a:lnTo>
                  <a:close/>
                </a:path>
              </a:pathLst>
            </a:custGeom>
            <a:ln w="6096">
              <a:solidFill>
                <a:srgbClr val="D9D9D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2" name="object 12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827021" y="2158437"/>
              <a:ext cx="8516622" cy="503084"/>
            </a:xfrm>
            <a:prstGeom prst="rect">
              <a:avLst/>
            </a:prstGeom>
          </p:spPr>
        </p:pic>
      </p:grpSp>
      <p:pic>
        <p:nvPicPr>
          <p:cNvPr id="13" name="object 13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710183" y="3015995"/>
            <a:ext cx="704850" cy="162305"/>
          </a:xfrm>
          <a:prstGeom prst="rect">
            <a:avLst/>
          </a:prstGeom>
        </p:spPr>
      </p:pic>
      <p:grpSp>
        <p:nvGrpSpPr>
          <p:cNvPr id="14" name="object 14"/>
          <p:cNvGrpSpPr/>
          <p:nvPr/>
        </p:nvGrpSpPr>
        <p:grpSpPr>
          <a:xfrm>
            <a:off x="682751" y="3259835"/>
            <a:ext cx="8663940" cy="756285"/>
            <a:chOff x="682751" y="3259835"/>
            <a:chExt cx="8663940" cy="756285"/>
          </a:xfrm>
        </p:grpSpPr>
        <p:sp>
          <p:nvSpPr>
            <p:cNvPr id="15" name="object 15"/>
            <p:cNvSpPr/>
            <p:nvPr/>
          </p:nvSpPr>
          <p:spPr>
            <a:xfrm>
              <a:off x="685799" y="3262883"/>
              <a:ext cx="8658225" cy="749935"/>
            </a:xfrm>
            <a:custGeom>
              <a:avLst/>
              <a:gdLst/>
              <a:ahLst/>
              <a:cxnLst/>
              <a:rect l="l" t="t" r="r" b="b"/>
              <a:pathLst>
                <a:path w="8658225" h="749935">
                  <a:moveTo>
                    <a:pt x="0" y="749807"/>
                  </a:moveTo>
                  <a:lnTo>
                    <a:pt x="8657844" y="749807"/>
                  </a:lnTo>
                  <a:lnTo>
                    <a:pt x="8657844" y="0"/>
                  </a:lnTo>
                  <a:lnTo>
                    <a:pt x="0" y="0"/>
                  </a:lnTo>
                  <a:lnTo>
                    <a:pt x="0" y="749807"/>
                  </a:lnTo>
                  <a:close/>
                </a:path>
              </a:pathLst>
            </a:custGeom>
            <a:ln w="6096">
              <a:solidFill>
                <a:srgbClr val="D9D9D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6" name="object 16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818894" y="3389135"/>
              <a:ext cx="8524749" cy="506008"/>
            </a:xfrm>
            <a:prstGeom prst="rect">
              <a:avLst/>
            </a:prstGeom>
          </p:spPr>
        </p:pic>
      </p:grpSp>
      <p:pic>
        <p:nvPicPr>
          <p:cNvPr id="17" name="object 17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710183" y="4262628"/>
            <a:ext cx="1096517" cy="162306"/>
          </a:xfrm>
          <a:prstGeom prst="rect">
            <a:avLst/>
          </a:prstGeom>
        </p:spPr>
      </p:pic>
      <p:grpSp>
        <p:nvGrpSpPr>
          <p:cNvPr id="18" name="object 18"/>
          <p:cNvGrpSpPr/>
          <p:nvPr/>
        </p:nvGrpSpPr>
        <p:grpSpPr>
          <a:xfrm>
            <a:off x="682751" y="4506467"/>
            <a:ext cx="8663940" cy="1158240"/>
            <a:chOff x="682751" y="4506467"/>
            <a:chExt cx="8663940" cy="1158240"/>
          </a:xfrm>
        </p:grpSpPr>
        <p:sp>
          <p:nvSpPr>
            <p:cNvPr id="19" name="object 19"/>
            <p:cNvSpPr/>
            <p:nvPr/>
          </p:nvSpPr>
          <p:spPr>
            <a:xfrm>
              <a:off x="685799" y="4509515"/>
              <a:ext cx="8658225" cy="1152525"/>
            </a:xfrm>
            <a:custGeom>
              <a:avLst/>
              <a:gdLst/>
              <a:ahLst/>
              <a:cxnLst/>
              <a:rect l="l" t="t" r="r" b="b"/>
              <a:pathLst>
                <a:path w="8658225" h="1152525">
                  <a:moveTo>
                    <a:pt x="0" y="1152144"/>
                  </a:moveTo>
                  <a:lnTo>
                    <a:pt x="8657844" y="1152144"/>
                  </a:lnTo>
                  <a:lnTo>
                    <a:pt x="8657844" y="0"/>
                  </a:lnTo>
                  <a:lnTo>
                    <a:pt x="0" y="0"/>
                  </a:lnTo>
                  <a:lnTo>
                    <a:pt x="0" y="1152144"/>
                  </a:lnTo>
                  <a:close/>
                </a:path>
              </a:pathLst>
            </a:custGeom>
            <a:ln w="6096">
              <a:solidFill>
                <a:srgbClr val="D9D9D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0" name="object 20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827022" y="4645138"/>
              <a:ext cx="8509001" cy="861087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2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308668" y="6524434"/>
            <a:ext cx="134797" cy="90487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54151" y="6527292"/>
            <a:ext cx="1794510" cy="142494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862571" y="6521195"/>
            <a:ext cx="2327910" cy="118110"/>
          </a:xfrm>
          <a:prstGeom prst="rect">
            <a:avLst/>
          </a:prstGeom>
        </p:spPr>
      </p:pic>
      <p:sp>
        <p:nvSpPr>
          <p:cNvPr id="5" name="object 5"/>
          <p:cNvSpPr/>
          <p:nvPr/>
        </p:nvSpPr>
        <p:spPr>
          <a:xfrm>
            <a:off x="559308" y="1440180"/>
            <a:ext cx="36830" cy="180340"/>
          </a:xfrm>
          <a:custGeom>
            <a:avLst/>
            <a:gdLst/>
            <a:ahLst/>
            <a:cxnLst/>
            <a:rect l="l" t="t" r="r" b="b"/>
            <a:pathLst>
              <a:path w="36829" h="180340">
                <a:moveTo>
                  <a:pt x="36576" y="0"/>
                </a:moveTo>
                <a:lnTo>
                  <a:pt x="0" y="0"/>
                </a:lnTo>
                <a:lnTo>
                  <a:pt x="0" y="179832"/>
                </a:lnTo>
                <a:lnTo>
                  <a:pt x="36576" y="179832"/>
                </a:lnTo>
                <a:lnTo>
                  <a:pt x="36576" y="0"/>
                </a:lnTo>
                <a:close/>
              </a:path>
            </a:pathLst>
          </a:custGeom>
          <a:solidFill>
            <a:srgbClr val="183DAF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6" name="object 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719327" y="1464563"/>
            <a:ext cx="1178813" cy="174498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437489" y="431419"/>
            <a:ext cx="173672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FFFFFF"/>
                </a:solidFill>
                <a:latin typeface="Ebrima"/>
                <a:cs typeface="Ebrima"/>
              </a:rPr>
              <a:t>3.3.</a:t>
            </a:r>
            <a:r>
              <a:rPr sz="1800" spc="-15" dirty="0">
                <a:solidFill>
                  <a:srgbClr val="FFFFFF"/>
                </a:solidFill>
                <a:latin typeface="Ebrima"/>
                <a:cs typeface="Ebrima"/>
              </a:rPr>
              <a:t> </a:t>
            </a:r>
            <a:r>
              <a:rPr sz="1800" dirty="0">
                <a:solidFill>
                  <a:srgbClr val="FFFFFF"/>
                </a:solidFill>
                <a:latin typeface="Ebrima"/>
                <a:cs typeface="Ebrima"/>
              </a:rPr>
              <a:t>AI</a:t>
            </a:r>
            <a:r>
              <a:rPr sz="1800" spc="-15" dirty="0">
                <a:solidFill>
                  <a:srgbClr val="FFFFFF"/>
                </a:solidFill>
                <a:latin typeface="Ebrima"/>
                <a:cs typeface="Ebrima"/>
              </a:rPr>
              <a:t> </a:t>
            </a:r>
            <a:r>
              <a:rPr sz="1800" dirty="0">
                <a:solidFill>
                  <a:srgbClr val="FFFFFF"/>
                </a:solidFill>
                <a:latin typeface="Ebrima"/>
                <a:cs typeface="Ebrima"/>
              </a:rPr>
              <a:t>with</a:t>
            </a:r>
            <a:r>
              <a:rPr sz="1800" spc="-5" dirty="0">
                <a:solidFill>
                  <a:srgbClr val="FFFFFF"/>
                </a:solidFill>
                <a:latin typeface="Ebrima"/>
                <a:cs typeface="Ebrima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Ebrima"/>
                <a:cs typeface="Ebrima"/>
              </a:rPr>
              <a:t>Keras</a:t>
            </a:r>
            <a:endParaRPr sz="1800">
              <a:latin typeface="Ebrima"/>
              <a:cs typeface="Ebrim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8671941" y="463677"/>
            <a:ext cx="80962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dirty="0">
                <a:solidFill>
                  <a:srgbClr val="D9D9D9"/>
                </a:solidFill>
                <a:latin typeface="Ebrima"/>
                <a:cs typeface="Ebrima"/>
              </a:rPr>
              <a:t>UNIT</a:t>
            </a:r>
            <a:r>
              <a:rPr sz="1600" spc="400" dirty="0">
                <a:solidFill>
                  <a:srgbClr val="D9D9D9"/>
                </a:solidFill>
                <a:latin typeface="Ebrima"/>
                <a:cs typeface="Ebrima"/>
              </a:rPr>
              <a:t> </a:t>
            </a:r>
            <a:r>
              <a:rPr sz="1600" spc="-35" dirty="0">
                <a:solidFill>
                  <a:srgbClr val="D9D9D9"/>
                </a:solidFill>
                <a:latin typeface="Ebrima"/>
                <a:cs typeface="Ebrima"/>
              </a:rPr>
              <a:t>03</a:t>
            </a:r>
            <a:endParaRPr sz="1600">
              <a:latin typeface="Ebrima"/>
              <a:cs typeface="Ebrima"/>
            </a:endParaRPr>
          </a:p>
        </p:txBody>
      </p:sp>
      <p:pic>
        <p:nvPicPr>
          <p:cNvPr id="9" name="object 9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835580" y="4829263"/>
            <a:ext cx="217122" cy="210350"/>
          </a:xfrm>
          <a:prstGeom prst="rect">
            <a:avLst/>
          </a:prstGeom>
        </p:spPr>
      </p:pic>
      <p:sp>
        <p:nvSpPr>
          <p:cNvPr id="10" name="object 10"/>
          <p:cNvSpPr txBox="1"/>
          <p:nvPr/>
        </p:nvSpPr>
        <p:spPr>
          <a:xfrm>
            <a:off x="685800" y="4698491"/>
            <a:ext cx="8658225" cy="772795"/>
          </a:xfrm>
          <a:prstGeom prst="rect">
            <a:avLst/>
          </a:prstGeom>
          <a:ln w="6096">
            <a:solidFill>
              <a:srgbClr val="D9D9D9"/>
            </a:solidFill>
          </a:ln>
        </p:spPr>
        <p:txBody>
          <a:bodyPr vert="horz" wrap="square" lIns="0" tIns="139700" rIns="0" bIns="0" rtlCol="0">
            <a:spAutoFit/>
          </a:bodyPr>
          <a:lstStyle/>
          <a:p>
            <a:pPr marL="457834">
              <a:lnSpc>
                <a:spcPct val="100000"/>
              </a:lnSpc>
              <a:spcBef>
                <a:spcPts val="1100"/>
              </a:spcBef>
            </a:pPr>
            <a:r>
              <a:rPr sz="1300" b="1" spc="-254" dirty="0">
                <a:solidFill>
                  <a:srgbClr val="252525"/>
                </a:solidFill>
                <a:latin typeface="Tahoma"/>
                <a:cs typeface="Tahoma"/>
              </a:rPr>
              <a:t>Line</a:t>
            </a:r>
            <a:r>
              <a:rPr sz="1300" b="1" spc="-70" dirty="0">
                <a:solidFill>
                  <a:srgbClr val="252525"/>
                </a:solidFill>
                <a:latin typeface="Tahoma"/>
                <a:cs typeface="Tahoma"/>
              </a:rPr>
              <a:t> </a:t>
            </a:r>
            <a:r>
              <a:rPr sz="1300" b="1" spc="-360" dirty="0">
                <a:solidFill>
                  <a:srgbClr val="252525"/>
                </a:solidFill>
                <a:latin typeface="Tahoma"/>
                <a:cs typeface="Tahoma"/>
              </a:rPr>
              <a:t>155</a:t>
            </a:r>
            <a:endParaRPr sz="1300">
              <a:latin typeface="Tahoma"/>
              <a:cs typeface="Tahoma"/>
            </a:endParaRPr>
          </a:p>
          <a:p>
            <a:pPr marL="648970" indent="-182245">
              <a:lnSpc>
                <a:spcPct val="100000"/>
              </a:lnSpc>
              <a:spcBef>
                <a:spcPts val="705"/>
              </a:spcBef>
              <a:buFont typeface="Arial"/>
              <a:buChar char="•"/>
              <a:tabLst>
                <a:tab pos="648970" algn="l"/>
              </a:tabLst>
            </a:pPr>
            <a:r>
              <a:rPr sz="1300" spc="-145" dirty="0">
                <a:solidFill>
                  <a:srgbClr val="252525"/>
                </a:solidFill>
                <a:latin typeface="Trebuchet MS"/>
                <a:cs typeface="Trebuchet MS"/>
              </a:rPr>
              <a:t>3</a:t>
            </a:r>
            <a:r>
              <a:rPr sz="1300" spc="-105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300" spc="-195" dirty="0">
                <a:solidFill>
                  <a:srgbClr val="252525"/>
                </a:solidFill>
                <a:latin typeface="Trebuchet MS"/>
                <a:cs typeface="Trebuchet MS"/>
              </a:rPr>
              <a:t>channels</a:t>
            </a:r>
            <a:r>
              <a:rPr sz="1300" spc="-135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300" spc="-200" dirty="0">
                <a:solidFill>
                  <a:srgbClr val="252525"/>
                </a:solidFill>
                <a:latin typeface="Trebuchet MS"/>
                <a:cs typeface="Trebuchet MS"/>
              </a:rPr>
              <a:t>of</a:t>
            </a:r>
            <a:r>
              <a:rPr sz="1300" spc="-120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300" spc="-10" dirty="0">
                <a:solidFill>
                  <a:srgbClr val="252525"/>
                </a:solidFill>
                <a:latin typeface="Trebuchet MS"/>
                <a:cs typeface="Trebuchet MS"/>
              </a:rPr>
              <a:t>color</a:t>
            </a:r>
            <a:endParaRPr sz="1300">
              <a:latin typeface="Trebuchet MS"/>
              <a:cs typeface="Trebuchet MS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682751" y="1804416"/>
            <a:ext cx="8663940" cy="2794000"/>
            <a:chOff x="682751" y="1804416"/>
            <a:chExt cx="8663940" cy="2794000"/>
          </a:xfrm>
        </p:grpSpPr>
        <p:sp>
          <p:nvSpPr>
            <p:cNvPr id="12" name="object 12"/>
            <p:cNvSpPr/>
            <p:nvPr/>
          </p:nvSpPr>
          <p:spPr>
            <a:xfrm>
              <a:off x="685799" y="1807464"/>
              <a:ext cx="8658225" cy="2787650"/>
            </a:xfrm>
            <a:custGeom>
              <a:avLst/>
              <a:gdLst/>
              <a:ahLst/>
              <a:cxnLst/>
              <a:rect l="l" t="t" r="r" b="b"/>
              <a:pathLst>
                <a:path w="8658225" h="2787650">
                  <a:moveTo>
                    <a:pt x="0" y="2787395"/>
                  </a:moveTo>
                  <a:lnTo>
                    <a:pt x="8657844" y="2787395"/>
                  </a:lnTo>
                  <a:lnTo>
                    <a:pt x="8657844" y="0"/>
                  </a:lnTo>
                  <a:lnTo>
                    <a:pt x="0" y="0"/>
                  </a:lnTo>
                  <a:lnTo>
                    <a:pt x="0" y="2787395"/>
                  </a:lnTo>
                  <a:close/>
                </a:path>
              </a:pathLst>
            </a:custGeom>
            <a:ln w="6096">
              <a:solidFill>
                <a:srgbClr val="D9D9D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3" name="object 13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832324" y="1953592"/>
              <a:ext cx="8497603" cy="2546867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2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307194" y="6524434"/>
            <a:ext cx="136271" cy="90487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54151" y="6527292"/>
            <a:ext cx="1794510" cy="142494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862571" y="6521195"/>
            <a:ext cx="2327910" cy="118110"/>
          </a:xfrm>
          <a:prstGeom prst="rect">
            <a:avLst/>
          </a:prstGeom>
        </p:spPr>
      </p:pic>
      <p:sp>
        <p:nvSpPr>
          <p:cNvPr id="5" name="object 5"/>
          <p:cNvSpPr/>
          <p:nvPr/>
        </p:nvSpPr>
        <p:spPr>
          <a:xfrm>
            <a:off x="559308" y="1440180"/>
            <a:ext cx="36830" cy="180340"/>
          </a:xfrm>
          <a:custGeom>
            <a:avLst/>
            <a:gdLst/>
            <a:ahLst/>
            <a:cxnLst/>
            <a:rect l="l" t="t" r="r" b="b"/>
            <a:pathLst>
              <a:path w="36829" h="180340">
                <a:moveTo>
                  <a:pt x="36576" y="0"/>
                </a:moveTo>
                <a:lnTo>
                  <a:pt x="0" y="0"/>
                </a:lnTo>
                <a:lnTo>
                  <a:pt x="0" y="179832"/>
                </a:lnTo>
                <a:lnTo>
                  <a:pt x="36576" y="179832"/>
                </a:lnTo>
                <a:lnTo>
                  <a:pt x="36576" y="0"/>
                </a:lnTo>
                <a:close/>
              </a:path>
            </a:pathLst>
          </a:custGeom>
          <a:solidFill>
            <a:srgbClr val="183DAF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6" name="object 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719327" y="1464563"/>
            <a:ext cx="1178813" cy="174498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437489" y="431419"/>
            <a:ext cx="173672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FFFFFF"/>
                </a:solidFill>
                <a:latin typeface="Ebrima"/>
                <a:cs typeface="Ebrima"/>
              </a:rPr>
              <a:t>3.3.</a:t>
            </a:r>
            <a:r>
              <a:rPr sz="1800" spc="-15" dirty="0">
                <a:solidFill>
                  <a:srgbClr val="FFFFFF"/>
                </a:solidFill>
                <a:latin typeface="Ebrima"/>
                <a:cs typeface="Ebrima"/>
              </a:rPr>
              <a:t> </a:t>
            </a:r>
            <a:r>
              <a:rPr sz="1800" dirty="0">
                <a:solidFill>
                  <a:srgbClr val="FFFFFF"/>
                </a:solidFill>
                <a:latin typeface="Ebrima"/>
                <a:cs typeface="Ebrima"/>
              </a:rPr>
              <a:t>AI</a:t>
            </a:r>
            <a:r>
              <a:rPr sz="1800" spc="-15" dirty="0">
                <a:solidFill>
                  <a:srgbClr val="FFFFFF"/>
                </a:solidFill>
                <a:latin typeface="Ebrima"/>
                <a:cs typeface="Ebrima"/>
              </a:rPr>
              <a:t> </a:t>
            </a:r>
            <a:r>
              <a:rPr sz="1800" dirty="0">
                <a:solidFill>
                  <a:srgbClr val="FFFFFF"/>
                </a:solidFill>
                <a:latin typeface="Ebrima"/>
                <a:cs typeface="Ebrima"/>
              </a:rPr>
              <a:t>with</a:t>
            </a:r>
            <a:r>
              <a:rPr sz="1800" spc="-5" dirty="0">
                <a:solidFill>
                  <a:srgbClr val="FFFFFF"/>
                </a:solidFill>
                <a:latin typeface="Ebrima"/>
                <a:cs typeface="Ebrima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Ebrima"/>
                <a:cs typeface="Ebrima"/>
              </a:rPr>
              <a:t>Keras</a:t>
            </a:r>
            <a:endParaRPr sz="1800">
              <a:latin typeface="Ebrima"/>
              <a:cs typeface="Ebrim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8671941" y="463677"/>
            <a:ext cx="80962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dirty="0">
                <a:solidFill>
                  <a:srgbClr val="D9D9D9"/>
                </a:solidFill>
                <a:latin typeface="Ebrima"/>
                <a:cs typeface="Ebrima"/>
              </a:rPr>
              <a:t>UNIT</a:t>
            </a:r>
            <a:r>
              <a:rPr sz="1600" spc="400" dirty="0">
                <a:solidFill>
                  <a:srgbClr val="D9D9D9"/>
                </a:solidFill>
                <a:latin typeface="Ebrima"/>
                <a:cs typeface="Ebrima"/>
              </a:rPr>
              <a:t> </a:t>
            </a:r>
            <a:r>
              <a:rPr sz="1600" spc="-35" dirty="0">
                <a:solidFill>
                  <a:srgbClr val="D9D9D9"/>
                </a:solidFill>
                <a:latin typeface="Ebrima"/>
                <a:cs typeface="Ebrima"/>
              </a:rPr>
              <a:t>03</a:t>
            </a:r>
            <a:endParaRPr sz="1600">
              <a:latin typeface="Ebrima"/>
              <a:cs typeface="Ebrima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682751" y="1769364"/>
            <a:ext cx="8663940" cy="4472940"/>
            <a:chOff x="682751" y="1769364"/>
            <a:chExt cx="8663940" cy="4472940"/>
          </a:xfrm>
        </p:grpSpPr>
        <p:sp>
          <p:nvSpPr>
            <p:cNvPr id="10" name="object 10"/>
            <p:cNvSpPr/>
            <p:nvPr/>
          </p:nvSpPr>
          <p:spPr>
            <a:xfrm>
              <a:off x="685799" y="1772412"/>
              <a:ext cx="8658225" cy="4467225"/>
            </a:xfrm>
            <a:custGeom>
              <a:avLst/>
              <a:gdLst/>
              <a:ahLst/>
              <a:cxnLst/>
              <a:rect l="l" t="t" r="r" b="b"/>
              <a:pathLst>
                <a:path w="8658225" h="4467225">
                  <a:moveTo>
                    <a:pt x="0" y="4466844"/>
                  </a:moveTo>
                  <a:lnTo>
                    <a:pt x="8657844" y="4466844"/>
                  </a:lnTo>
                  <a:lnTo>
                    <a:pt x="8657844" y="0"/>
                  </a:lnTo>
                  <a:lnTo>
                    <a:pt x="0" y="0"/>
                  </a:lnTo>
                  <a:lnTo>
                    <a:pt x="0" y="4466844"/>
                  </a:lnTo>
                  <a:close/>
                </a:path>
              </a:pathLst>
            </a:custGeom>
            <a:ln w="6096">
              <a:solidFill>
                <a:srgbClr val="D9D9D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" name="object 11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822715" y="1907107"/>
              <a:ext cx="8520928" cy="4220053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2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317761" y="6524434"/>
            <a:ext cx="133324" cy="90487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54151" y="6527292"/>
            <a:ext cx="1794510" cy="142494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862571" y="6521195"/>
            <a:ext cx="2327910" cy="118110"/>
          </a:xfrm>
          <a:prstGeom prst="rect">
            <a:avLst/>
          </a:prstGeom>
        </p:spPr>
      </p:pic>
      <p:sp>
        <p:nvSpPr>
          <p:cNvPr id="5" name="object 5"/>
          <p:cNvSpPr/>
          <p:nvPr/>
        </p:nvSpPr>
        <p:spPr>
          <a:xfrm>
            <a:off x="559308" y="1440180"/>
            <a:ext cx="36830" cy="180340"/>
          </a:xfrm>
          <a:custGeom>
            <a:avLst/>
            <a:gdLst/>
            <a:ahLst/>
            <a:cxnLst/>
            <a:rect l="l" t="t" r="r" b="b"/>
            <a:pathLst>
              <a:path w="36829" h="180340">
                <a:moveTo>
                  <a:pt x="36576" y="0"/>
                </a:moveTo>
                <a:lnTo>
                  <a:pt x="0" y="0"/>
                </a:lnTo>
                <a:lnTo>
                  <a:pt x="0" y="179832"/>
                </a:lnTo>
                <a:lnTo>
                  <a:pt x="36576" y="179832"/>
                </a:lnTo>
                <a:lnTo>
                  <a:pt x="36576" y="0"/>
                </a:lnTo>
                <a:close/>
              </a:path>
            </a:pathLst>
          </a:custGeom>
          <a:solidFill>
            <a:srgbClr val="183DAF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6" name="object 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719327" y="1464563"/>
            <a:ext cx="2472690" cy="174498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437489" y="431419"/>
            <a:ext cx="173672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FFFFFF"/>
                </a:solidFill>
                <a:latin typeface="Ebrima"/>
                <a:cs typeface="Ebrima"/>
              </a:rPr>
              <a:t>3.3.</a:t>
            </a:r>
            <a:r>
              <a:rPr sz="1800" spc="-15" dirty="0">
                <a:solidFill>
                  <a:srgbClr val="FFFFFF"/>
                </a:solidFill>
                <a:latin typeface="Ebrima"/>
                <a:cs typeface="Ebrima"/>
              </a:rPr>
              <a:t> </a:t>
            </a:r>
            <a:r>
              <a:rPr sz="1800" dirty="0">
                <a:solidFill>
                  <a:srgbClr val="FFFFFF"/>
                </a:solidFill>
                <a:latin typeface="Ebrima"/>
                <a:cs typeface="Ebrima"/>
              </a:rPr>
              <a:t>AI</a:t>
            </a:r>
            <a:r>
              <a:rPr sz="1800" spc="-15" dirty="0">
                <a:solidFill>
                  <a:srgbClr val="FFFFFF"/>
                </a:solidFill>
                <a:latin typeface="Ebrima"/>
                <a:cs typeface="Ebrima"/>
              </a:rPr>
              <a:t> </a:t>
            </a:r>
            <a:r>
              <a:rPr sz="1800" dirty="0">
                <a:solidFill>
                  <a:srgbClr val="FFFFFF"/>
                </a:solidFill>
                <a:latin typeface="Ebrima"/>
                <a:cs typeface="Ebrima"/>
              </a:rPr>
              <a:t>with</a:t>
            </a:r>
            <a:r>
              <a:rPr sz="1800" spc="-5" dirty="0">
                <a:solidFill>
                  <a:srgbClr val="FFFFFF"/>
                </a:solidFill>
                <a:latin typeface="Ebrima"/>
                <a:cs typeface="Ebrima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Ebrima"/>
                <a:cs typeface="Ebrima"/>
              </a:rPr>
              <a:t>Keras</a:t>
            </a:r>
            <a:endParaRPr sz="1800">
              <a:latin typeface="Ebrima"/>
              <a:cs typeface="Ebrim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8671941" y="463677"/>
            <a:ext cx="80962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dirty="0">
                <a:solidFill>
                  <a:srgbClr val="D9D9D9"/>
                </a:solidFill>
                <a:latin typeface="Ebrima"/>
                <a:cs typeface="Ebrima"/>
              </a:rPr>
              <a:t>UNIT</a:t>
            </a:r>
            <a:r>
              <a:rPr sz="1600" spc="400" dirty="0">
                <a:solidFill>
                  <a:srgbClr val="D9D9D9"/>
                </a:solidFill>
                <a:latin typeface="Ebrima"/>
                <a:cs typeface="Ebrima"/>
              </a:rPr>
              <a:t> </a:t>
            </a:r>
            <a:r>
              <a:rPr sz="1600" spc="-35" dirty="0">
                <a:solidFill>
                  <a:srgbClr val="D9D9D9"/>
                </a:solidFill>
                <a:latin typeface="Ebrima"/>
                <a:cs typeface="Ebrima"/>
              </a:rPr>
              <a:t>03</a:t>
            </a:r>
            <a:endParaRPr sz="1600">
              <a:latin typeface="Ebrima"/>
              <a:cs typeface="Ebrima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682751" y="1804416"/>
            <a:ext cx="8663940" cy="1590040"/>
            <a:chOff x="682751" y="1804416"/>
            <a:chExt cx="8663940" cy="1590040"/>
          </a:xfrm>
        </p:grpSpPr>
        <p:sp>
          <p:nvSpPr>
            <p:cNvPr id="10" name="object 10"/>
            <p:cNvSpPr/>
            <p:nvPr/>
          </p:nvSpPr>
          <p:spPr>
            <a:xfrm>
              <a:off x="685799" y="1807464"/>
              <a:ext cx="8658225" cy="1583690"/>
            </a:xfrm>
            <a:custGeom>
              <a:avLst/>
              <a:gdLst/>
              <a:ahLst/>
              <a:cxnLst/>
              <a:rect l="l" t="t" r="r" b="b"/>
              <a:pathLst>
                <a:path w="8658225" h="1583689">
                  <a:moveTo>
                    <a:pt x="0" y="1583436"/>
                  </a:moveTo>
                  <a:lnTo>
                    <a:pt x="8657844" y="1583436"/>
                  </a:lnTo>
                  <a:lnTo>
                    <a:pt x="8657844" y="0"/>
                  </a:lnTo>
                  <a:lnTo>
                    <a:pt x="0" y="0"/>
                  </a:lnTo>
                  <a:lnTo>
                    <a:pt x="0" y="1583436"/>
                  </a:lnTo>
                  <a:close/>
                </a:path>
              </a:pathLst>
            </a:custGeom>
            <a:ln w="6096">
              <a:solidFill>
                <a:srgbClr val="D9D9D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" name="object 11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828380" y="1968183"/>
              <a:ext cx="8515263" cy="1253327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2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307194" y="6524434"/>
            <a:ext cx="136271" cy="90487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54151" y="6527292"/>
            <a:ext cx="1794510" cy="142494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862571" y="6521195"/>
            <a:ext cx="2327910" cy="118110"/>
          </a:xfrm>
          <a:prstGeom prst="rect">
            <a:avLst/>
          </a:prstGeom>
        </p:spPr>
      </p:pic>
      <p:sp>
        <p:nvSpPr>
          <p:cNvPr id="5" name="object 5"/>
          <p:cNvSpPr/>
          <p:nvPr/>
        </p:nvSpPr>
        <p:spPr>
          <a:xfrm>
            <a:off x="559308" y="1440180"/>
            <a:ext cx="36830" cy="180340"/>
          </a:xfrm>
          <a:custGeom>
            <a:avLst/>
            <a:gdLst/>
            <a:ahLst/>
            <a:cxnLst/>
            <a:rect l="l" t="t" r="r" b="b"/>
            <a:pathLst>
              <a:path w="36829" h="180340">
                <a:moveTo>
                  <a:pt x="36576" y="0"/>
                </a:moveTo>
                <a:lnTo>
                  <a:pt x="0" y="0"/>
                </a:lnTo>
                <a:lnTo>
                  <a:pt x="0" y="179832"/>
                </a:lnTo>
                <a:lnTo>
                  <a:pt x="36576" y="179832"/>
                </a:lnTo>
                <a:lnTo>
                  <a:pt x="36576" y="0"/>
                </a:lnTo>
                <a:close/>
              </a:path>
            </a:pathLst>
          </a:custGeom>
          <a:solidFill>
            <a:srgbClr val="183DAF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6" name="object 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711708" y="1464563"/>
            <a:ext cx="2522982" cy="174498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437489" y="431419"/>
            <a:ext cx="173672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FFFFFF"/>
                </a:solidFill>
                <a:latin typeface="Ebrima"/>
                <a:cs typeface="Ebrima"/>
              </a:rPr>
              <a:t>3.3.</a:t>
            </a:r>
            <a:r>
              <a:rPr sz="1800" spc="-15" dirty="0">
                <a:solidFill>
                  <a:srgbClr val="FFFFFF"/>
                </a:solidFill>
                <a:latin typeface="Ebrima"/>
                <a:cs typeface="Ebrima"/>
              </a:rPr>
              <a:t> </a:t>
            </a:r>
            <a:r>
              <a:rPr sz="1800" dirty="0">
                <a:solidFill>
                  <a:srgbClr val="FFFFFF"/>
                </a:solidFill>
                <a:latin typeface="Ebrima"/>
                <a:cs typeface="Ebrima"/>
              </a:rPr>
              <a:t>AI</a:t>
            </a:r>
            <a:r>
              <a:rPr sz="1800" spc="-15" dirty="0">
                <a:solidFill>
                  <a:srgbClr val="FFFFFF"/>
                </a:solidFill>
                <a:latin typeface="Ebrima"/>
                <a:cs typeface="Ebrima"/>
              </a:rPr>
              <a:t> </a:t>
            </a:r>
            <a:r>
              <a:rPr sz="1800" dirty="0">
                <a:solidFill>
                  <a:srgbClr val="FFFFFF"/>
                </a:solidFill>
                <a:latin typeface="Ebrima"/>
                <a:cs typeface="Ebrima"/>
              </a:rPr>
              <a:t>with</a:t>
            </a:r>
            <a:r>
              <a:rPr sz="1800" spc="-5" dirty="0">
                <a:solidFill>
                  <a:srgbClr val="FFFFFF"/>
                </a:solidFill>
                <a:latin typeface="Ebrima"/>
                <a:cs typeface="Ebrima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Ebrima"/>
                <a:cs typeface="Ebrima"/>
              </a:rPr>
              <a:t>Keras</a:t>
            </a:r>
            <a:endParaRPr sz="1800">
              <a:latin typeface="Ebrima"/>
              <a:cs typeface="Ebrim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8671941" y="463677"/>
            <a:ext cx="80962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dirty="0">
                <a:solidFill>
                  <a:srgbClr val="D9D9D9"/>
                </a:solidFill>
                <a:latin typeface="Ebrima"/>
                <a:cs typeface="Ebrima"/>
              </a:rPr>
              <a:t>UNIT</a:t>
            </a:r>
            <a:r>
              <a:rPr sz="1600" spc="400" dirty="0">
                <a:solidFill>
                  <a:srgbClr val="D9D9D9"/>
                </a:solidFill>
                <a:latin typeface="Ebrima"/>
                <a:cs typeface="Ebrima"/>
              </a:rPr>
              <a:t> </a:t>
            </a:r>
            <a:r>
              <a:rPr sz="1600" spc="-35" dirty="0">
                <a:solidFill>
                  <a:srgbClr val="D9D9D9"/>
                </a:solidFill>
                <a:latin typeface="Ebrima"/>
                <a:cs typeface="Ebrima"/>
              </a:rPr>
              <a:t>03</a:t>
            </a:r>
            <a:endParaRPr sz="1600">
              <a:latin typeface="Ebrima"/>
              <a:cs typeface="Ebrima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682751" y="1804416"/>
            <a:ext cx="8663940" cy="2887980"/>
            <a:chOff x="682751" y="1804416"/>
            <a:chExt cx="8663940" cy="2887980"/>
          </a:xfrm>
        </p:grpSpPr>
        <p:sp>
          <p:nvSpPr>
            <p:cNvPr id="10" name="object 10"/>
            <p:cNvSpPr/>
            <p:nvPr/>
          </p:nvSpPr>
          <p:spPr>
            <a:xfrm>
              <a:off x="685799" y="1807464"/>
              <a:ext cx="8658225" cy="2882265"/>
            </a:xfrm>
            <a:custGeom>
              <a:avLst/>
              <a:gdLst/>
              <a:ahLst/>
              <a:cxnLst/>
              <a:rect l="l" t="t" r="r" b="b"/>
              <a:pathLst>
                <a:path w="8658225" h="2882265">
                  <a:moveTo>
                    <a:pt x="0" y="2881883"/>
                  </a:moveTo>
                  <a:lnTo>
                    <a:pt x="8657844" y="2881883"/>
                  </a:lnTo>
                  <a:lnTo>
                    <a:pt x="8657844" y="0"/>
                  </a:lnTo>
                  <a:lnTo>
                    <a:pt x="0" y="0"/>
                  </a:lnTo>
                  <a:lnTo>
                    <a:pt x="0" y="2881883"/>
                  </a:lnTo>
                  <a:close/>
                </a:path>
              </a:pathLst>
            </a:custGeom>
            <a:ln w="6096">
              <a:solidFill>
                <a:srgbClr val="D9D9D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" name="object 11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815847" y="1950545"/>
              <a:ext cx="8483347" cy="2574689"/>
            </a:xfrm>
            <a:prstGeom prst="rect">
              <a:avLst/>
            </a:prstGeom>
          </p:spPr>
        </p:pic>
      </p:grpSp>
      <p:pic>
        <p:nvPicPr>
          <p:cNvPr id="12" name="object 12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844724" y="4968265"/>
            <a:ext cx="217122" cy="215747"/>
          </a:xfrm>
          <a:prstGeom prst="rect">
            <a:avLst/>
          </a:prstGeom>
        </p:spPr>
      </p:pic>
      <p:sp>
        <p:nvSpPr>
          <p:cNvPr id="13" name="object 13"/>
          <p:cNvSpPr txBox="1"/>
          <p:nvPr/>
        </p:nvSpPr>
        <p:spPr>
          <a:xfrm>
            <a:off x="685800" y="4832603"/>
            <a:ext cx="8658225" cy="818515"/>
          </a:xfrm>
          <a:prstGeom prst="rect">
            <a:avLst/>
          </a:prstGeom>
          <a:ln w="6096">
            <a:solidFill>
              <a:srgbClr val="D9D9D9"/>
            </a:solidFill>
          </a:ln>
        </p:spPr>
        <p:txBody>
          <a:bodyPr vert="horz" wrap="square" lIns="0" tIns="133350" rIns="0" bIns="0" rtlCol="0">
            <a:spAutoFit/>
          </a:bodyPr>
          <a:lstStyle/>
          <a:p>
            <a:pPr marL="439420">
              <a:lnSpc>
                <a:spcPct val="100000"/>
              </a:lnSpc>
              <a:spcBef>
                <a:spcPts val="1050"/>
              </a:spcBef>
            </a:pPr>
            <a:r>
              <a:rPr sz="1300" b="1" spc="-254" dirty="0">
                <a:solidFill>
                  <a:srgbClr val="252525"/>
                </a:solidFill>
                <a:latin typeface="Tahoma"/>
                <a:cs typeface="Tahoma"/>
              </a:rPr>
              <a:t>Line</a:t>
            </a:r>
            <a:r>
              <a:rPr sz="1300" b="1" spc="-70" dirty="0">
                <a:solidFill>
                  <a:srgbClr val="252525"/>
                </a:solidFill>
                <a:latin typeface="Tahoma"/>
                <a:cs typeface="Tahoma"/>
              </a:rPr>
              <a:t> </a:t>
            </a:r>
            <a:r>
              <a:rPr sz="1300" b="1" spc="-360" dirty="0">
                <a:solidFill>
                  <a:srgbClr val="252525"/>
                </a:solidFill>
                <a:latin typeface="Tahoma"/>
                <a:cs typeface="Tahoma"/>
              </a:rPr>
              <a:t>159</a:t>
            </a:r>
            <a:endParaRPr sz="1300">
              <a:latin typeface="Tahoma"/>
              <a:cs typeface="Tahoma"/>
            </a:endParaRPr>
          </a:p>
          <a:p>
            <a:pPr marL="658495" indent="-182245">
              <a:lnSpc>
                <a:spcPct val="100000"/>
              </a:lnSpc>
              <a:spcBef>
                <a:spcPts val="425"/>
              </a:spcBef>
              <a:buFont typeface="Arial"/>
              <a:buChar char="•"/>
              <a:tabLst>
                <a:tab pos="658495" algn="l"/>
              </a:tabLst>
            </a:pPr>
            <a:r>
              <a:rPr sz="1400" spc="-195" dirty="0">
                <a:solidFill>
                  <a:srgbClr val="252525"/>
                </a:solidFill>
                <a:latin typeface="Trebuchet MS"/>
                <a:cs typeface="Trebuchet MS"/>
              </a:rPr>
              <a:t>verbose</a:t>
            </a:r>
            <a:r>
              <a:rPr sz="1400" spc="-160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400" spc="-125" dirty="0">
                <a:solidFill>
                  <a:srgbClr val="252525"/>
                </a:solidFill>
                <a:latin typeface="Trebuchet MS"/>
                <a:cs typeface="Trebuchet MS"/>
              </a:rPr>
              <a:t>= </a:t>
            </a:r>
            <a:r>
              <a:rPr sz="1400" spc="-130" dirty="0">
                <a:solidFill>
                  <a:srgbClr val="252525"/>
                </a:solidFill>
                <a:latin typeface="Trebuchet MS"/>
                <a:cs typeface="Trebuchet MS"/>
              </a:rPr>
              <a:t>0</a:t>
            </a:r>
            <a:r>
              <a:rPr sz="1400" spc="-125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400" spc="-229" dirty="0">
                <a:solidFill>
                  <a:srgbClr val="252525"/>
                </a:solidFill>
                <a:latin typeface="Trebuchet MS"/>
                <a:cs typeface="Trebuchet MS"/>
              </a:rPr>
              <a:t>means</a:t>
            </a:r>
            <a:r>
              <a:rPr sz="1400" spc="-160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400" spc="-235" dirty="0">
                <a:solidFill>
                  <a:srgbClr val="252525"/>
                </a:solidFill>
                <a:latin typeface="Trebuchet MS"/>
                <a:cs typeface="Trebuchet MS"/>
              </a:rPr>
              <a:t>no</a:t>
            </a:r>
            <a:r>
              <a:rPr sz="1400" spc="-140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400" spc="-245" dirty="0">
                <a:solidFill>
                  <a:srgbClr val="252525"/>
                </a:solidFill>
                <a:latin typeface="Trebuchet MS"/>
                <a:cs typeface="Trebuchet MS"/>
              </a:rPr>
              <a:t>output.</a:t>
            </a:r>
            <a:r>
              <a:rPr sz="1400" spc="-145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400" spc="-195" dirty="0">
                <a:solidFill>
                  <a:srgbClr val="252525"/>
                </a:solidFill>
                <a:latin typeface="Trebuchet MS"/>
                <a:cs typeface="Trebuchet MS"/>
              </a:rPr>
              <a:t>verbose</a:t>
            </a:r>
            <a:r>
              <a:rPr sz="1400" spc="-175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400" spc="-125" dirty="0">
                <a:solidFill>
                  <a:srgbClr val="252525"/>
                </a:solidFill>
                <a:latin typeface="Trebuchet MS"/>
                <a:cs typeface="Trebuchet MS"/>
              </a:rPr>
              <a:t>= </a:t>
            </a:r>
            <a:r>
              <a:rPr sz="1400" spc="-459" dirty="0">
                <a:solidFill>
                  <a:srgbClr val="252525"/>
                </a:solidFill>
                <a:latin typeface="Trebuchet MS"/>
                <a:cs typeface="Trebuchet MS"/>
              </a:rPr>
              <a:t>1</a:t>
            </a:r>
            <a:r>
              <a:rPr sz="1400" spc="-120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400" spc="-215" dirty="0">
                <a:solidFill>
                  <a:srgbClr val="252525"/>
                </a:solidFill>
                <a:latin typeface="Trebuchet MS"/>
                <a:cs typeface="Trebuchet MS"/>
              </a:rPr>
              <a:t>to</a:t>
            </a:r>
            <a:r>
              <a:rPr sz="1400" spc="-140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400" spc="-240" dirty="0">
                <a:solidFill>
                  <a:srgbClr val="252525"/>
                </a:solidFill>
                <a:latin typeface="Trebuchet MS"/>
                <a:cs typeface="Trebuchet MS"/>
              </a:rPr>
              <a:t>view</a:t>
            </a:r>
            <a:r>
              <a:rPr sz="1400" spc="-110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400" spc="-229" dirty="0">
                <a:solidFill>
                  <a:srgbClr val="252525"/>
                </a:solidFill>
                <a:latin typeface="Trebuchet MS"/>
                <a:cs typeface="Trebuchet MS"/>
              </a:rPr>
              <a:t>the</a:t>
            </a:r>
            <a:r>
              <a:rPr sz="1400" spc="-155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400" spc="-65" dirty="0">
                <a:solidFill>
                  <a:srgbClr val="252525"/>
                </a:solidFill>
                <a:latin typeface="Trebuchet MS"/>
                <a:cs typeface="Trebuchet MS"/>
              </a:rPr>
              <a:t>epochs.</a:t>
            </a:r>
            <a:endParaRPr sz="14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2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307194" y="6524434"/>
            <a:ext cx="136271" cy="90487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54151" y="6527292"/>
            <a:ext cx="1794510" cy="142494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862571" y="6521195"/>
            <a:ext cx="2327910" cy="118110"/>
          </a:xfrm>
          <a:prstGeom prst="rect">
            <a:avLst/>
          </a:prstGeom>
        </p:spPr>
      </p:pic>
      <p:sp>
        <p:nvSpPr>
          <p:cNvPr id="5" name="object 5"/>
          <p:cNvSpPr/>
          <p:nvPr/>
        </p:nvSpPr>
        <p:spPr>
          <a:xfrm>
            <a:off x="559308" y="1440180"/>
            <a:ext cx="36830" cy="180340"/>
          </a:xfrm>
          <a:custGeom>
            <a:avLst/>
            <a:gdLst/>
            <a:ahLst/>
            <a:cxnLst/>
            <a:rect l="l" t="t" r="r" b="b"/>
            <a:pathLst>
              <a:path w="36829" h="180340">
                <a:moveTo>
                  <a:pt x="36576" y="0"/>
                </a:moveTo>
                <a:lnTo>
                  <a:pt x="0" y="0"/>
                </a:lnTo>
                <a:lnTo>
                  <a:pt x="0" y="179832"/>
                </a:lnTo>
                <a:lnTo>
                  <a:pt x="36576" y="179832"/>
                </a:lnTo>
                <a:lnTo>
                  <a:pt x="36576" y="0"/>
                </a:lnTo>
                <a:close/>
              </a:path>
            </a:pathLst>
          </a:custGeom>
          <a:solidFill>
            <a:srgbClr val="183DAF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6" name="object 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711708" y="1464563"/>
            <a:ext cx="2522982" cy="174498"/>
          </a:xfrm>
          <a:prstGeom prst="rect">
            <a:avLst/>
          </a:prstGeom>
        </p:spPr>
      </p:pic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3.3.</a:t>
            </a:r>
            <a:r>
              <a:rPr spc="-15" dirty="0"/>
              <a:t> </a:t>
            </a:r>
            <a:r>
              <a:rPr dirty="0"/>
              <a:t>AI</a:t>
            </a:r>
            <a:r>
              <a:rPr spc="-15" dirty="0"/>
              <a:t> </a:t>
            </a:r>
            <a:r>
              <a:rPr dirty="0"/>
              <a:t>with</a:t>
            </a:r>
            <a:r>
              <a:rPr spc="-5" dirty="0"/>
              <a:t> </a:t>
            </a:r>
            <a:r>
              <a:rPr spc="-10" dirty="0"/>
              <a:t>Keras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8671941" y="463677"/>
            <a:ext cx="80962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dirty="0">
                <a:solidFill>
                  <a:srgbClr val="D9D9D9"/>
                </a:solidFill>
                <a:latin typeface="Ebrima"/>
                <a:cs typeface="Ebrima"/>
              </a:rPr>
              <a:t>UNIT</a:t>
            </a:r>
            <a:r>
              <a:rPr sz="1600" spc="400" dirty="0">
                <a:solidFill>
                  <a:srgbClr val="D9D9D9"/>
                </a:solidFill>
                <a:latin typeface="Ebrima"/>
                <a:cs typeface="Ebrima"/>
              </a:rPr>
              <a:t> </a:t>
            </a:r>
            <a:r>
              <a:rPr sz="1600" spc="-35" dirty="0">
                <a:solidFill>
                  <a:srgbClr val="D9D9D9"/>
                </a:solidFill>
                <a:latin typeface="Ebrima"/>
                <a:cs typeface="Ebrima"/>
              </a:rPr>
              <a:t>03</a:t>
            </a:r>
            <a:endParaRPr sz="1600">
              <a:latin typeface="Ebrima"/>
              <a:cs typeface="Ebrima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682625" y="1743329"/>
            <a:ext cx="8664575" cy="4577080"/>
            <a:chOff x="682625" y="1743329"/>
            <a:chExt cx="8664575" cy="4577080"/>
          </a:xfrm>
        </p:grpSpPr>
        <p:sp>
          <p:nvSpPr>
            <p:cNvPr id="10" name="object 10"/>
            <p:cNvSpPr/>
            <p:nvPr/>
          </p:nvSpPr>
          <p:spPr>
            <a:xfrm>
              <a:off x="685800" y="1746504"/>
              <a:ext cx="8658225" cy="4570730"/>
            </a:xfrm>
            <a:custGeom>
              <a:avLst/>
              <a:gdLst/>
              <a:ahLst/>
              <a:cxnLst/>
              <a:rect l="l" t="t" r="r" b="b"/>
              <a:pathLst>
                <a:path w="8658225" h="4570730">
                  <a:moveTo>
                    <a:pt x="0" y="4570476"/>
                  </a:moveTo>
                  <a:lnTo>
                    <a:pt x="8657844" y="4570476"/>
                  </a:lnTo>
                  <a:lnTo>
                    <a:pt x="8657844" y="0"/>
                  </a:lnTo>
                  <a:lnTo>
                    <a:pt x="0" y="0"/>
                  </a:lnTo>
                  <a:lnTo>
                    <a:pt x="0" y="4570476"/>
                  </a:lnTo>
                  <a:close/>
                </a:path>
              </a:pathLst>
            </a:custGeom>
            <a:ln w="6096">
              <a:solidFill>
                <a:srgbClr val="D9D9D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" name="object 11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842666" y="1916274"/>
              <a:ext cx="8500977" cy="1555145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2109216" y="3678936"/>
              <a:ext cx="3347085" cy="2228215"/>
            </a:xfrm>
            <a:custGeom>
              <a:avLst/>
              <a:gdLst/>
              <a:ahLst/>
              <a:cxnLst/>
              <a:rect l="l" t="t" r="r" b="b"/>
              <a:pathLst>
                <a:path w="3347085" h="2228215">
                  <a:moveTo>
                    <a:pt x="0" y="2183891"/>
                  </a:moveTo>
                  <a:lnTo>
                    <a:pt x="3346704" y="2183891"/>
                  </a:lnTo>
                  <a:lnTo>
                    <a:pt x="3346704" y="0"/>
                  </a:lnTo>
                  <a:lnTo>
                    <a:pt x="0" y="0"/>
                  </a:lnTo>
                  <a:lnTo>
                    <a:pt x="0" y="2183891"/>
                  </a:lnTo>
                  <a:close/>
                </a:path>
                <a:path w="3347085" h="2228215">
                  <a:moveTo>
                    <a:pt x="149351" y="2186940"/>
                  </a:moveTo>
                  <a:lnTo>
                    <a:pt x="149351" y="2227757"/>
                  </a:lnTo>
                </a:path>
                <a:path w="3347085" h="2228215">
                  <a:moveTo>
                    <a:pt x="950976" y="2186940"/>
                  </a:moveTo>
                  <a:lnTo>
                    <a:pt x="950976" y="2227757"/>
                  </a:lnTo>
                </a:path>
                <a:path w="3347085" h="2228215">
                  <a:moveTo>
                    <a:pt x="1351787" y="2186940"/>
                  </a:moveTo>
                  <a:lnTo>
                    <a:pt x="1351787" y="2227757"/>
                  </a:lnTo>
                </a:path>
                <a:path w="3347085" h="2228215">
                  <a:moveTo>
                    <a:pt x="2153411" y="2186940"/>
                  </a:moveTo>
                  <a:lnTo>
                    <a:pt x="2153411" y="2227757"/>
                  </a:lnTo>
                </a:path>
                <a:path w="3347085" h="2228215">
                  <a:moveTo>
                    <a:pt x="2955035" y="2186940"/>
                  </a:moveTo>
                  <a:lnTo>
                    <a:pt x="2955035" y="2227757"/>
                  </a:lnTo>
                </a:path>
              </a:pathLst>
            </a:custGeom>
            <a:ln w="12192">
              <a:solidFill>
                <a:srgbClr val="7E7E7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/>
          <p:nvPr/>
        </p:nvSpPr>
        <p:spPr>
          <a:xfrm>
            <a:off x="1906651" y="5579161"/>
            <a:ext cx="175260" cy="208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165" dirty="0">
                <a:latin typeface="Trebuchet MS"/>
                <a:cs typeface="Trebuchet MS"/>
              </a:rPr>
              <a:t>0.4</a:t>
            </a:r>
            <a:endParaRPr sz="1200">
              <a:latin typeface="Trebuchet MS"/>
              <a:cs typeface="Trebuchet MS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898650" y="3823842"/>
            <a:ext cx="182880" cy="15252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145" dirty="0">
                <a:latin typeface="Trebuchet MS"/>
                <a:cs typeface="Trebuchet MS"/>
              </a:rPr>
              <a:t>0.8</a:t>
            </a:r>
            <a:endParaRPr sz="12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1700">
              <a:latin typeface="Trebuchet MS"/>
              <a:cs typeface="Trebuchet MS"/>
            </a:endParaRPr>
          </a:p>
          <a:p>
            <a:pPr marL="20955">
              <a:lnSpc>
                <a:spcPct val="100000"/>
              </a:lnSpc>
            </a:pPr>
            <a:r>
              <a:rPr sz="1200" spc="-165" dirty="0">
                <a:latin typeface="Trebuchet MS"/>
                <a:cs typeface="Trebuchet MS"/>
              </a:rPr>
              <a:t>0.7</a:t>
            </a:r>
            <a:endParaRPr sz="12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17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200" spc="-145" dirty="0">
                <a:latin typeface="Trebuchet MS"/>
                <a:cs typeface="Trebuchet MS"/>
              </a:rPr>
              <a:t>0.6</a:t>
            </a:r>
            <a:endParaRPr sz="12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17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</a:pPr>
            <a:r>
              <a:rPr sz="1200" spc="-145" dirty="0">
                <a:latin typeface="Trebuchet MS"/>
                <a:cs typeface="Trebuchet MS"/>
              </a:rPr>
              <a:t>0.5</a:t>
            </a:r>
            <a:endParaRPr sz="1200">
              <a:latin typeface="Trebuchet MS"/>
              <a:cs typeface="Trebuchet MS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563344" y="4444994"/>
            <a:ext cx="222885" cy="549910"/>
          </a:xfrm>
          <a:prstGeom prst="rect">
            <a:avLst/>
          </a:prstGeom>
        </p:spPr>
        <p:txBody>
          <a:bodyPr vert="vert270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300" b="1" spc="-220" dirty="0">
                <a:latin typeface="Tahoma"/>
                <a:cs typeface="Tahoma"/>
              </a:rPr>
              <a:t>Accuracy</a:t>
            </a:r>
            <a:endParaRPr sz="1300">
              <a:latin typeface="Tahoma"/>
              <a:cs typeface="Tahoma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3320541" y="3464178"/>
            <a:ext cx="925830" cy="2235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300" b="1" spc="-240" dirty="0">
                <a:latin typeface="Tahoma"/>
                <a:cs typeface="Tahoma"/>
              </a:rPr>
              <a:t>Training</a:t>
            </a:r>
            <a:r>
              <a:rPr sz="1300" b="1" spc="-40" dirty="0">
                <a:latin typeface="Tahoma"/>
                <a:cs typeface="Tahoma"/>
              </a:rPr>
              <a:t> </a:t>
            </a:r>
            <a:r>
              <a:rPr sz="1300" b="1" spc="-204" dirty="0">
                <a:latin typeface="Tahoma"/>
                <a:cs typeface="Tahoma"/>
              </a:rPr>
              <a:t>History</a:t>
            </a:r>
            <a:endParaRPr sz="1300">
              <a:latin typeface="Tahoma"/>
              <a:cs typeface="Tahoma"/>
            </a:endParaRPr>
          </a:p>
        </p:txBody>
      </p:sp>
      <p:grpSp>
        <p:nvGrpSpPr>
          <p:cNvPr id="17" name="object 17"/>
          <p:cNvGrpSpPr/>
          <p:nvPr/>
        </p:nvGrpSpPr>
        <p:grpSpPr>
          <a:xfrm>
            <a:off x="2065020" y="3765803"/>
            <a:ext cx="3343910" cy="2141220"/>
            <a:chOff x="2065020" y="3765803"/>
            <a:chExt cx="3343910" cy="2141220"/>
          </a:xfrm>
        </p:grpSpPr>
        <p:sp>
          <p:nvSpPr>
            <p:cNvPr id="18" name="object 18"/>
            <p:cNvSpPr/>
            <p:nvPr/>
          </p:nvSpPr>
          <p:spPr>
            <a:xfrm>
              <a:off x="4197096" y="5387339"/>
              <a:ext cx="1209040" cy="424180"/>
            </a:xfrm>
            <a:custGeom>
              <a:avLst/>
              <a:gdLst/>
              <a:ahLst/>
              <a:cxnLst/>
              <a:rect l="l" t="t" r="r" b="b"/>
              <a:pathLst>
                <a:path w="1209039" h="424179">
                  <a:moveTo>
                    <a:pt x="0" y="423672"/>
                  </a:moveTo>
                  <a:lnTo>
                    <a:pt x="1208531" y="423672"/>
                  </a:lnTo>
                  <a:lnTo>
                    <a:pt x="1208531" y="0"/>
                  </a:lnTo>
                  <a:lnTo>
                    <a:pt x="0" y="0"/>
                  </a:lnTo>
                  <a:lnTo>
                    <a:pt x="0" y="423672"/>
                  </a:lnTo>
                  <a:close/>
                </a:path>
              </a:pathLst>
            </a:custGeom>
            <a:ln w="6096">
              <a:solidFill>
                <a:srgbClr val="7E7E7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4271010" y="5500877"/>
              <a:ext cx="242570" cy="0"/>
            </a:xfrm>
            <a:custGeom>
              <a:avLst/>
              <a:gdLst/>
              <a:ahLst/>
              <a:cxnLst/>
              <a:rect l="l" t="t" r="r" b="b"/>
              <a:pathLst>
                <a:path w="242570">
                  <a:moveTo>
                    <a:pt x="0" y="0"/>
                  </a:moveTo>
                  <a:lnTo>
                    <a:pt x="242569" y="0"/>
                  </a:lnTo>
                </a:path>
              </a:pathLst>
            </a:custGeom>
            <a:ln w="19812">
              <a:solidFill>
                <a:srgbClr val="13299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4271010" y="5688329"/>
              <a:ext cx="242570" cy="0"/>
            </a:xfrm>
            <a:custGeom>
              <a:avLst/>
              <a:gdLst/>
              <a:ahLst/>
              <a:cxnLst/>
              <a:rect l="l" t="t" r="r" b="b"/>
              <a:pathLst>
                <a:path w="242570">
                  <a:moveTo>
                    <a:pt x="0" y="0"/>
                  </a:moveTo>
                  <a:lnTo>
                    <a:pt x="242569" y="0"/>
                  </a:lnTo>
                </a:path>
              </a:pathLst>
            </a:custGeom>
            <a:ln w="19812">
              <a:solidFill>
                <a:srgbClr val="00AF5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2065020" y="3925823"/>
              <a:ext cx="40640" cy="1746885"/>
            </a:xfrm>
            <a:custGeom>
              <a:avLst/>
              <a:gdLst/>
              <a:ahLst/>
              <a:cxnLst/>
              <a:rect l="l" t="t" r="r" b="b"/>
              <a:pathLst>
                <a:path w="40639" h="1746885">
                  <a:moveTo>
                    <a:pt x="40386" y="0"/>
                  </a:moveTo>
                  <a:lnTo>
                    <a:pt x="0" y="0"/>
                  </a:lnTo>
                </a:path>
                <a:path w="40639" h="1746885">
                  <a:moveTo>
                    <a:pt x="40386" y="435863"/>
                  </a:moveTo>
                  <a:lnTo>
                    <a:pt x="0" y="435863"/>
                  </a:lnTo>
                </a:path>
                <a:path w="40639" h="1746885">
                  <a:moveTo>
                    <a:pt x="40386" y="1309116"/>
                  </a:moveTo>
                  <a:lnTo>
                    <a:pt x="0" y="1309116"/>
                  </a:lnTo>
                </a:path>
                <a:path w="40639" h="1746885">
                  <a:moveTo>
                    <a:pt x="40386" y="1746503"/>
                  </a:moveTo>
                  <a:lnTo>
                    <a:pt x="0" y="1746503"/>
                  </a:lnTo>
                </a:path>
                <a:path w="40639" h="1746885">
                  <a:moveTo>
                    <a:pt x="40386" y="873251"/>
                  </a:moveTo>
                  <a:lnTo>
                    <a:pt x="0" y="873251"/>
                  </a:lnTo>
                </a:path>
              </a:pathLst>
            </a:custGeom>
            <a:ln w="12192">
              <a:solidFill>
                <a:srgbClr val="7E7E7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2260854" y="4197857"/>
              <a:ext cx="3040380" cy="1112520"/>
            </a:xfrm>
            <a:custGeom>
              <a:avLst/>
              <a:gdLst/>
              <a:ahLst/>
              <a:cxnLst/>
              <a:rect l="l" t="t" r="r" b="b"/>
              <a:pathLst>
                <a:path w="3040379" h="1112520">
                  <a:moveTo>
                    <a:pt x="0" y="1112520"/>
                  </a:moveTo>
                  <a:lnTo>
                    <a:pt x="24922" y="1065252"/>
                  </a:lnTo>
                  <a:lnTo>
                    <a:pt x="49778" y="1018495"/>
                  </a:lnTo>
                  <a:lnTo>
                    <a:pt x="74484" y="972760"/>
                  </a:lnTo>
                  <a:lnTo>
                    <a:pt x="98960" y="928558"/>
                  </a:lnTo>
                  <a:lnTo>
                    <a:pt x="123123" y="886400"/>
                  </a:lnTo>
                  <a:lnTo>
                    <a:pt x="146890" y="846797"/>
                  </a:lnTo>
                  <a:lnTo>
                    <a:pt x="170179" y="810260"/>
                  </a:lnTo>
                  <a:lnTo>
                    <a:pt x="201379" y="764800"/>
                  </a:lnTo>
                  <a:lnTo>
                    <a:pt x="231194" y="724985"/>
                  </a:lnTo>
                  <a:lnTo>
                    <a:pt x="260650" y="689358"/>
                  </a:lnTo>
                  <a:lnTo>
                    <a:pt x="290771" y="656461"/>
                  </a:lnTo>
                  <a:lnTo>
                    <a:pt x="322579" y="624840"/>
                  </a:lnTo>
                  <a:lnTo>
                    <a:pt x="365934" y="586454"/>
                  </a:lnTo>
                  <a:lnTo>
                    <a:pt x="411765" y="551021"/>
                  </a:lnTo>
                  <a:lnTo>
                    <a:pt x="457454" y="520112"/>
                  </a:lnTo>
                  <a:lnTo>
                    <a:pt x="500379" y="495300"/>
                  </a:lnTo>
                  <a:lnTo>
                    <a:pt x="564848" y="477694"/>
                  </a:lnTo>
                  <a:lnTo>
                    <a:pt x="599088" y="472029"/>
                  </a:lnTo>
                  <a:lnTo>
                    <a:pt x="647700" y="454660"/>
                  </a:lnTo>
                  <a:lnTo>
                    <a:pt x="685790" y="435608"/>
                  </a:lnTo>
                  <a:lnTo>
                    <a:pt x="730883" y="410576"/>
                  </a:lnTo>
                  <a:lnTo>
                    <a:pt x="780447" y="382027"/>
                  </a:lnTo>
                  <a:lnTo>
                    <a:pt x="831954" y="352426"/>
                  </a:lnTo>
                  <a:lnTo>
                    <a:pt x="882872" y="324235"/>
                  </a:lnTo>
                  <a:lnTo>
                    <a:pt x="930670" y="299918"/>
                  </a:lnTo>
                  <a:lnTo>
                    <a:pt x="972819" y="281940"/>
                  </a:lnTo>
                  <a:lnTo>
                    <a:pt x="1034750" y="266384"/>
                  </a:lnTo>
                  <a:lnTo>
                    <a:pt x="1088405" y="263032"/>
                  </a:lnTo>
                  <a:lnTo>
                    <a:pt x="1137608" y="263419"/>
                  </a:lnTo>
                  <a:lnTo>
                    <a:pt x="1186180" y="259080"/>
                  </a:lnTo>
                  <a:lnTo>
                    <a:pt x="1233025" y="248013"/>
                  </a:lnTo>
                  <a:lnTo>
                    <a:pt x="1276810" y="234648"/>
                  </a:lnTo>
                  <a:lnTo>
                    <a:pt x="1321000" y="220164"/>
                  </a:lnTo>
                  <a:lnTo>
                    <a:pt x="1369059" y="205740"/>
                  </a:lnTo>
                  <a:lnTo>
                    <a:pt x="1412296" y="193263"/>
                  </a:lnTo>
                  <a:lnTo>
                    <a:pt x="1458709" y="179415"/>
                  </a:lnTo>
                  <a:lnTo>
                    <a:pt x="1506110" y="165963"/>
                  </a:lnTo>
                  <a:lnTo>
                    <a:pt x="1552309" y="154675"/>
                  </a:lnTo>
                  <a:lnTo>
                    <a:pt x="1595120" y="147320"/>
                  </a:lnTo>
                  <a:lnTo>
                    <a:pt x="1642778" y="145835"/>
                  </a:lnTo>
                  <a:lnTo>
                    <a:pt x="1686544" y="150209"/>
                  </a:lnTo>
                  <a:lnTo>
                    <a:pt x="1729047" y="155678"/>
                  </a:lnTo>
                  <a:lnTo>
                    <a:pt x="1772920" y="157480"/>
                  </a:lnTo>
                  <a:lnTo>
                    <a:pt x="1820072" y="154729"/>
                  </a:lnTo>
                  <a:lnTo>
                    <a:pt x="1868677" y="149860"/>
                  </a:lnTo>
                  <a:lnTo>
                    <a:pt x="1915759" y="143085"/>
                  </a:lnTo>
                  <a:lnTo>
                    <a:pt x="1958340" y="134620"/>
                  </a:lnTo>
                  <a:lnTo>
                    <a:pt x="2023729" y="107791"/>
                  </a:lnTo>
                  <a:lnTo>
                    <a:pt x="2053584" y="93614"/>
                  </a:lnTo>
                  <a:lnTo>
                    <a:pt x="2087880" y="83820"/>
                  </a:lnTo>
                  <a:lnTo>
                    <a:pt x="2129194" y="81301"/>
                  </a:lnTo>
                  <a:lnTo>
                    <a:pt x="2174557" y="83486"/>
                  </a:lnTo>
                  <a:lnTo>
                    <a:pt x="2220396" y="85838"/>
                  </a:lnTo>
                  <a:lnTo>
                    <a:pt x="2263140" y="83820"/>
                  </a:lnTo>
                  <a:lnTo>
                    <a:pt x="2300995" y="73872"/>
                  </a:lnTo>
                  <a:lnTo>
                    <a:pt x="2336149" y="59197"/>
                  </a:lnTo>
                  <a:lnTo>
                    <a:pt x="2370992" y="45404"/>
                  </a:lnTo>
                  <a:lnTo>
                    <a:pt x="2407920" y="38100"/>
                  </a:lnTo>
                  <a:lnTo>
                    <a:pt x="2446772" y="40929"/>
                  </a:lnTo>
                  <a:lnTo>
                    <a:pt x="2486517" y="50165"/>
                  </a:lnTo>
                  <a:lnTo>
                    <a:pt x="2528238" y="60352"/>
                  </a:lnTo>
                  <a:lnTo>
                    <a:pt x="2573020" y="66040"/>
                  </a:lnTo>
                  <a:lnTo>
                    <a:pt x="2620869" y="66123"/>
                  </a:lnTo>
                  <a:lnTo>
                    <a:pt x="2671302" y="63373"/>
                  </a:lnTo>
                  <a:lnTo>
                    <a:pt x="2724663" y="58146"/>
                  </a:lnTo>
                  <a:lnTo>
                    <a:pt x="2781299" y="50800"/>
                  </a:lnTo>
                  <a:lnTo>
                    <a:pt x="2829446" y="43188"/>
                  </a:lnTo>
                  <a:lnTo>
                    <a:pt x="2880049" y="33887"/>
                  </a:lnTo>
                  <a:lnTo>
                    <a:pt x="2932486" y="23313"/>
                  </a:lnTo>
                  <a:lnTo>
                    <a:pt x="2986137" y="11879"/>
                  </a:lnTo>
                  <a:lnTo>
                    <a:pt x="3040380" y="0"/>
                  </a:lnTo>
                </a:path>
              </a:pathLst>
            </a:custGeom>
            <a:ln w="19812">
              <a:solidFill>
                <a:srgbClr val="00AF5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2259330" y="3775709"/>
              <a:ext cx="3035935" cy="1978660"/>
            </a:xfrm>
            <a:custGeom>
              <a:avLst/>
              <a:gdLst/>
              <a:ahLst/>
              <a:cxnLst/>
              <a:rect l="l" t="t" r="r" b="b"/>
              <a:pathLst>
                <a:path w="3035935" h="1978660">
                  <a:moveTo>
                    <a:pt x="0" y="1978152"/>
                  </a:moveTo>
                  <a:lnTo>
                    <a:pt x="14893" y="1923895"/>
                  </a:lnTo>
                  <a:lnTo>
                    <a:pt x="29787" y="1869961"/>
                  </a:lnTo>
                  <a:lnTo>
                    <a:pt x="44680" y="1816670"/>
                  </a:lnTo>
                  <a:lnTo>
                    <a:pt x="59574" y="1764344"/>
                  </a:lnTo>
                  <a:lnTo>
                    <a:pt x="74468" y="1713305"/>
                  </a:lnTo>
                  <a:lnTo>
                    <a:pt x="89361" y="1663875"/>
                  </a:lnTo>
                  <a:lnTo>
                    <a:pt x="104255" y="1616376"/>
                  </a:lnTo>
                  <a:lnTo>
                    <a:pt x="119149" y="1571129"/>
                  </a:lnTo>
                  <a:lnTo>
                    <a:pt x="134042" y="1528455"/>
                  </a:lnTo>
                  <a:lnTo>
                    <a:pt x="148936" y="1488678"/>
                  </a:lnTo>
                  <a:lnTo>
                    <a:pt x="163830" y="1452117"/>
                  </a:lnTo>
                  <a:lnTo>
                    <a:pt x="191037" y="1395135"/>
                  </a:lnTo>
                  <a:lnTo>
                    <a:pt x="218124" y="1349530"/>
                  </a:lnTo>
                  <a:lnTo>
                    <a:pt x="245205" y="1311862"/>
                  </a:lnTo>
                  <a:lnTo>
                    <a:pt x="272391" y="1278692"/>
                  </a:lnTo>
                  <a:lnTo>
                    <a:pt x="299796" y="1246580"/>
                  </a:lnTo>
                  <a:lnTo>
                    <a:pt x="327532" y="1212088"/>
                  </a:lnTo>
                  <a:lnTo>
                    <a:pt x="351169" y="1177673"/>
                  </a:lnTo>
                  <a:lnTo>
                    <a:pt x="369725" y="1146664"/>
                  </a:lnTo>
                  <a:lnTo>
                    <a:pt x="388493" y="1116726"/>
                  </a:lnTo>
                  <a:lnTo>
                    <a:pt x="412764" y="1085530"/>
                  </a:lnTo>
                  <a:lnTo>
                    <a:pt x="447830" y="1050742"/>
                  </a:lnTo>
                  <a:lnTo>
                    <a:pt x="498982" y="1010031"/>
                  </a:lnTo>
                  <a:lnTo>
                    <a:pt x="564194" y="964178"/>
                  </a:lnTo>
                  <a:lnTo>
                    <a:pt x="602616" y="938307"/>
                  </a:lnTo>
                  <a:lnTo>
                    <a:pt x="644126" y="911070"/>
                  </a:lnTo>
                  <a:lnTo>
                    <a:pt x="688131" y="882916"/>
                  </a:lnTo>
                  <a:lnTo>
                    <a:pt x="734040" y="854293"/>
                  </a:lnTo>
                  <a:lnTo>
                    <a:pt x="781259" y="825649"/>
                  </a:lnTo>
                  <a:lnTo>
                    <a:pt x="829197" y="797432"/>
                  </a:lnTo>
                  <a:lnTo>
                    <a:pt x="877260" y="770089"/>
                  </a:lnTo>
                  <a:lnTo>
                    <a:pt x="924857" y="744070"/>
                  </a:lnTo>
                  <a:lnTo>
                    <a:pt x="971396" y="719823"/>
                  </a:lnTo>
                  <a:lnTo>
                    <a:pt x="1016282" y="697794"/>
                  </a:lnTo>
                  <a:lnTo>
                    <a:pt x="1058925" y="678433"/>
                  </a:lnTo>
                  <a:lnTo>
                    <a:pt x="1116103" y="653436"/>
                  </a:lnTo>
                  <a:lnTo>
                    <a:pt x="1168663" y="630006"/>
                  </a:lnTo>
                  <a:lnTo>
                    <a:pt x="1217219" y="608019"/>
                  </a:lnTo>
                  <a:lnTo>
                    <a:pt x="1262386" y="587349"/>
                  </a:lnTo>
                  <a:lnTo>
                    <a:pt x="1304777" y="567870"/>
                  </a:lnTo>
                  <a:lnTo>
                    <a:pt x="1345005" y="549458"/>
                  </a:lnTo>
                  <a:lnTo>
                    <a:pt x="1383684" y="531986"/>
                  </a:lnTo>
                  <a:lnTo>
                    <a:pt x="1421427" y="515330"/>
                  </a:lnTo>
                  <a:lnTo>
                    <a:pt x="1458848" y="499363"/>
                  </a:lnTo>
                  <a:lnTo>
                    <a:pt x="1510786" y="477799"/>
                  </a:lnTo>
                  <a:lnTo>
                    <a:pt x="1556215" y="459481"/>
                  </a:lnTo>
                  <a:lnTo>
                    <a:pt x="1598152" y="443293"/>
                  </a:lnTo>
                  <a:lnTo>
                    <a:pt x="1639612" y="428121"/>
                  </a:lnTo>
                  <a:lnTo>
                    <a:pt x="1683612" y="412851"/>
                  </a:lnTo>
                  <a:lnTo>
                    <a:pt x="1733169" y="396366"/>
                  </a:lnTo>
                  <a:lnTo>
                    <a:pt x="1775747" y="382927"/>
                  </a:lnTo>
                  <a:lnTo>
                    <a:pt x="1822481" y="368982"/>
                  </a:lnTo>
                  <a:lnTo>
                    <a:pt x="1871739" y="354799"/>
                  </a:lnTo>
                  <a:lnTo>
                    <a:pt x="1921890" y="340645"/>
                  </a:lnTo>
                  <a:lnTo>
                    <a:pt x="1971303" y="326789"/>
                  </a:lnTo>
                  <a:lnTo>
                    <a:pt x="2018347" y="313499"/>
                  </a:lnTo>
                  <a:lnTo>
                    <a:pt x="2061390" y="301042"/>
                  </a:lnTo>
                  <a:lnTo>
                    <a:pt x="2098802" y="289687"/>
                  </a:lnTo>
                  <a:lnTo>
                    <a:pt x="2154193" y="270815"/>
                  </a:lnTo>
                  <a:lnTo>
                    <a:pt x="2193321" y="255396"/>
                  </a:lnTo>
                  <a:lnTo>
                    <a:pt x="2229925" y="240930"/>
                  </a:lnTo>
                  <a:lnTo>
                    <a:pt x="2277745" y="224916"/>
                  </a:lnTo>
                  <a:lnTo>
                    <a:pt x="2355076" y="203078"/>
                  </a:lnTo>
                  <a:lnTo>
                    <a:pt x="2449671" y="177942"/>
                  </a:lnTo>
                  <a:lnTo>
                    <a:pt x="2529740" y="157212"/>
                  </a:lnTo>
                  <a:lnTo>
                    <a:pt x="2563495" y="148589"/>
                  </a:lnTo>
                  <a:lnTo>
                    <a:pt x="2616278" y="134840"/>
                  </a:lnTo>
                  <a:lnTo>
                    <a:pt x="2672540" y="120508"/>
                  </a:lnTo>
                  <a:lnTo>
                    <a:pt x="2729642" y="105965"/>
                  </a:lnTo>
                  <a:lnTo>
                    <a:pt x="2784945" y="91581"/>
                  </a:lnTo>
                  <a:lnTo>
                    <a:pt x="2835810" y="77725"/>
                  </a:lnTo>
                  <a:lnTo>
                    <a:pt x="2879597" y="64769"/>
                  </a:lnTo>
                  <a:lnTo>
                    <a:pt x="2931777" y="47023"/>
                  </a:lnTo>
                  <a:lnTo>
                    <a:pt x="2972704" y="30622"/>
                  </a:lnTo>
                  <a:lnTo>
                    <a:pt x="3006131" y="15103"/>
                  </a:lnTo>
                  <a:lnTo>
                    <a:pt x="3035808" y="0"/>
                  </a:lnTo>
                </a:path>
              </a:pathLst>
            </a:custGeom>
            <a:ln w="19812">
              <a:solidFill>
                <a:srgbClr val="13299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2659380" y="5865875"/>
              <a:ext cx="2004060" cy="41275"/>
            </a:xfrm>
            <a:custGeom>
              <a:avLst/>
              <a:gdLst/>
              <a:ahLst/>
              <a:cxnLst/>
              <a:rect l="l" t="t" r="r" b="b"/>
              <a:pathLst>
                <a:path w="2004060" h="41275">
                  <a:moveTo>
                    <a:pt x="0" y="0"/>
                  </a:moveTo>
                  <a:lnTo>
                    <a:pt x="0" y="40817"/>
                  </a:lnTo>
                </a:path>
                <a:path w="2004060" h="41275">
                  <a:moveTo>
                    <a:pt x="1202435" y="0"/>
                  </a:moveTo>
                  <a:lnTo>
                    <a:pt x="1202435" y="40817"/>
                  </a:lnTo>
                </a:path>
                <a:path w="2004060" h="41275">
                  <a:moveTo>
                    <a:pt x="2004059" y="0"/>
                  </a:moveTo>
                  <a:lnTo>
                    <a:pt x="2004059" y="40817"/>
                  </a:lnTo>
                </a:path>
              </a:pathLst>
            </a:custGeom>
            <a:ln w="12192">
              <a:solidFill>
                <a:srgbClr val="7E7E7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5" name="object 25"/>
          <p:cNvSpPr txBox="1"/>
          <p:nvPr/>
        </p:nvSpPr>
        <p:spPr>
          <a:xfrm>
            <a:off x="2166620" y="5378958"/>
            <a:ext cx="2995930" cy="9226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35225" marR="86360">
              <a:lnSpc>
                <a:spcPct val="100000"/>
              </a:lnSpc>
              <a:spcBef>
                <a:spcPts val="100"/>
              </a:spcBef>
            </a:pPr>
            <a:r>
              <a:rPr sz="1200" spc="-10" dirty="0">
                <a:latin typeface="Trebuchet MS"/>
                <a:cs typeface="Trebuchet MS"/>
              </a:rPr>
              <a:t>Train </a:t>
            </a:r>
            <a:r>
              <a:rPr sz="1200" spc="-190" dirty="0">
                <a:latin typeface="Trebuchet MS"/>
                <a:cs typeface="Trebuchet MS"/>
              </a:rPr>
              <a:t>Validation</a:t>
            </a:r>
            <a:endParaRPr sz="1200">
              <a:latin typeface="Trebuchet MS"/>
              <a:cs typeface="Trebuchet MS"/>
            </a:endParaRPr>
          </a:p>
          <a:p>
            <a:pPr marL="12700">
              <a:lnSpc>
                <a:spcPts val="1425"/>
              </a:lnSpc>
              <a:spcBef>
                <a:spcPts val="1215"/>
              </a:spcBef>
              <a:tabLst>
                <a:tab pos="422909" algn="l"/>
                <a:tab pos="814705" algn="l"/>
                <a:tab pos="1217930" algn="l"/>
                <a:tab pos="1598295" algn="l"/>
                <a:tab pos="1999614" algn="l"/>
                <a:tab pos="2399665" algn="l"/>
                <a:tab pos="2807335" algn="l"/>
              </a:tabLst>
            </a:pPr>
            <a:r>
              <a:rPr sz="1200" spc="-25" dirty="0">
                <a:latin typeface="Trebuchet MS"/>
                <a:cs typeface="Trebuchet MS"/>
              </a:rPr>
              <a:t>0.0</a:t>
            </a:r>
            <a:r>
              <a:rPr sz="1200" dirty="0">
                <a:latin typeface="Trebuchet MS"/>
                <a:cs typeface="Trebuchet MS"/>
              </a:rPr>
              <a:t>	</a:t>
            </a:r>
            <a:r>
              <a:rPr sz="1200" spc="-25" dirty="0">
                <a:latin typeface="Trebuchet MS"/>
                <a:cs typeface="Trebuchet MS"/>
              </a:rPr>
              <a:t>2.5</a:t>
            </a:r>
            <a:r>
              <a:rPr sz="1200" dirty="0">
                <a:latin typeface="Trebuchet MS"/>
                <a:cs typeface="Trebuchet MS"/>
              </a:rPr>
              <a:t>	</a:t>
            </a:r>
            <a:r>
              <a:rPr sz="1200" spc="-25" dirty="0">
                <a:latin typeface="Trebuchet MS"/>
                <a:cs typeface="Trebuchet MS"/>
              </a:rPr>
              <a:t>5.0</a:t>
            </a:r>
            <a:r>
              <a:rPr sz="1200" dirty="0">
                <a:latin typeface="Trebuchet MS"/>
                <a:cs typeface="Trebuchet MS"/>
              </a:rPr>
              <a:t>	</a:t>
            </a:r>
            <a:r>
              <a:rPr sz="1200" spc="-25" dirty="0">
                <a:latin typeface="Trebuchet MS"/>
                <a:cs typeface="Trebuchet MS"/>
              </a:rPr>
              <a:t>7.5</a:t>
            </a:r>
            <a:r>
              <a:rPr sz="1200" dirty="0">
                <a:latin typeface="Trebuchet MS"/>
                <a:cs typeface="Trebuchet MS"/>
              </a:rPr>
              <a:t>	</a:t>
            </a:r>
            <a:r>
              <a:rPr sz="1200" spc="-20" dirty="0">
                <a:latin typeface="Trebuchet MS"/>
                <a:cs typeface="Trebuchet MS"/>
              </a:rPr>
              <a:t>10.0</a:t>
            </a:r>
            <a:r>
              <a:rPr sz="1200" dirty="0">
                <a:latin typeface="Trebuchet MS"/>
                <a:cs typeface="Trebuchet MS"/>
              </a:rPr>
              <a:t>	</a:t>
            </a:r>
            <a:r>
              <a:rPr sz="1200" spc="-20" dirty="0">
                <a:latin typeface="Trebuchet MS"/>
                <a:cs typeface="Trebuchet MS"/>
              </a:rPr>
              <a:t>12.5</a:t>
            </a:r>
            <a:r>
              <a:rPr sz="1200" dirty="0">
                <a:latin typeface="Trebuchet MS"/>
                <a:cs typeface="Trebuchet MS"/>
              </a:rPr>
              <a:t>	</a:t>
            </a:r>
            <a:r>
              <a:rPr sz="1200" spc="-20" dirty="0">
                <a:latin typeface="Trebuchet MS"/>
                <a:cs typeface="Trebuchet MS"/>
              </a:rPr>
              <a:t>15.0</a:t>
            </a:r>
            <a:r>
              <a:rPr sz="1200" dirty="0">
                <a:latin typeface="Trebuchet MS"/>
                <a:cs typeface="Trebuchet MS"/>
              </a:rPr>
              <a:t>	</a:t>
            </a:r>
            <a:r>
              <a:rPr sz="1200" spc="-229" dirty="0">
                <a:latin typeface="Trebuchet MS"/>
                <a:cs typeface="Trebuchet MS"/>
              </a:rPr>
              <a:t>17.5</a:t>
            </a:r>
            <a:endParaRPr sz="1200">
              <a:latin typeface="Trebuchet MS"/>
              <a:cs typeface="Trebuchet MS"/>
            </a:endParaRPr>
          </a:p>
          <a:p>
            <a:pPr marL="237490" algn="ctr">
              <a:lnSpc>
                <a:spcPts val="1545"/>
              </a:lnSpc>
            </a:pPr>
            <a:r>
              <a:rPr sz="1300" b="1" spc="-285" dirty="0">
                <a:latin typeface="Tahoma"/>
                <a:cs typeface="Tahoma"/>
              </a:rPr>
              <a:t>Epoch</a:t>
            </a:r>
            <a:endParaRPr sz="13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2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333067" y="6524434"/>
            <a:ext cx="111922" cy="90487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54151" y="6527292"/>
            <a:ext cx="1794510" cy="142494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862571" y="6521195"/>
            <a:ext cx="2327910" cy="118110"/>
          </a:xfrm>
          <a:prstGeom prst="rect">
            <a:avLst/>
          </a:prstGeom>
        </p:spPr>
      </p:pic>
      <p:sp>
        <p:nvSpPr>
          <p:cNvPr id="5" name="object 5"/>
          <p:cNvSpPr/>
          <p:nvPr/>
        </p:nvSpPr>
        <p:spPr>
          <a:xfrm>
            <a:off x="559308" y="1440180"/>
            <a:ext cx="36830" cy="180340"/>
          </a:xfrm>
          <a:custGeom>
            <a:avLst/>
            <a:gdLst/>
            <a:ahLst/>
            <a:cxnLst/>
            <a:rect l="l" t="t" r="r" b="b"/>
            <a:pathLst>
              <a:path w="36829" h="180340">
                <a:moveTo>
                  <a:pt x="36576" y="0"/>
                </a:moveTo>
                <a:lnTo>
                  <a:pt x="0" y="0"/>
                </a:lnTo>
                <a:lnTo>
                  <a:pt x="0" y="179832"/>
                </a:lnTo>
                <a:lnTo>
                  <a:pt x="36576" y="179832"/>
                </a:lnTo>
                <a:lnTo>
                  <a:pt x="36576" y="0"/>
                </a:lnTo>
                <a:close/>
              </a:path>
            </a:pathLst>
          </a:custGeom>
          <a:solidFill>
            <a:srgbClr val="183DAF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6" name="object 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716288" y="1469156"/>
            <a:ext cx="393945" cy="169905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437489" y="431419"/>
            <a:ext cx="173672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FFFFFF"/>
                </a:solidFill>
                <a:latin typeface="Ebrima"/>
                <a:cs typeface="Ebrima"/>
              </a:rPr>
              <a:t>3.3.</a:t>
            </a:r>
            <a:r>
              <a:rPr sz="1800" spc="-15" dirty="0">
                <a:solidFill>
                  <a:srgbClr val="FFFFFF"/>
                </a:solidFill>
                <a:latin typeface="Ebrima"/>
                <a:cs typeface="Ebrima"/>
              </a:rPr>
              <a:t> </a:t>
            </a:r>
            <a:r>
              <a:rPr sz="1800" dirty="0">
                <a:solidFill>
                  <a:srgbClr val="FFFFFF"/>
                </a:solidFill>
                <a:latin typeface="Ebrima"/>
                <a:cs typeface="Ebrima"/>
              </a:rPr>
              <a:t>AI</a:t>
            </a:r>
            <a:r>
              <a:rPr sz="1800" spc="-15" dirty="0">
                <a:solidFill>
                  <a:srgbClr val="FFFFFF"/>
                </a:solidFill>
                <a:latin typeface="Ebrima"/>
                <a:cs typeface="Ebrima"/>
              </a:rPr>
              <a:t> </a:t>
            </a:r>
            <a:r>
              <a:rPr sz="1800" dirty="0">
                <a:solidFill>
                  <a:srgbClr val="FFFFFF"/>
                </a:solidFill>
                <a:latin typeface="Ebrima"/>
                <a:cs typeface="Ebrima"/>
              </a:rPr>
              <a:t>with</a:t>
            </a:r>
            <a:r>
              <a:rPr sz="1800" spc="-5" dirty="0">
                <a:solidFill>
                  <a:srgbClr val="FFFFFF"/>
                </a:solidFill>
                <a:latin typeface="Ebrima"/>
                <a:cs typeface="Ebrima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Ebrima"/>
                <a:cs typeface="Ebrima"/>
              </a:rPr>
              <a:t>Keras</a:t>
            </a:r>
            <a:endParaRPr sz="1800">
              <a:latin typeface="Ebrima"/>
              <a:cs typeface="Ebrim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8671941" y="463677"/>
            <a:ext cx="80962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dirty="0">
                <a:solidFill>
                  <a:srgbClr val="D9D9D9"/>
                </a:solidFill>
                <a:latin typeface="Ebrima"/>
                <a:cs typeface="Ebrima"/>
              </a:rPr>
              <a:t>UNIT</a:t>
            </a:r>
            <a:r>
              <a:rPr sz="1600" spc="400" dirty="0">
                <a:solidFill>
                  <a:srgbClr val="D9D9D9"/>
                </a:solidFill>
                <a:latin typeface="Ebrima"/>
                <a:cs typeface="Ebrima"/>
              </a:rPr>
              <a:t> </a:t>
            </a:r>
            <a:r>
              <a:rPr sz="1600" spc="-35" dirty="0">
                <a:solidFill>
                  <a:srgbClr val="D9D9D9"/>
                </a:solidFill>
                <a:latin typeface="Ebrima"/>
                <a:cs typeface="Ebrima"/>
              </a:rPr>
              <a:t>03</a:t>
            </a:r>
            <a:endParaRPr sz="1600">
              <a:latin typeface="Ebrima"/>
              <a:cs typeface="Ebrima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682751" y="1804416"/>
            <a:ext cx="8663940" cy="1088390"/>
            <a:chOff x="682751" y="1804416"/>
            <a:chExt cx="8663940" cy="1088390"/>
          </a:xfrm>
        </p:grpSpPr>
        <p:sp>
          <p:nvSpPr>
            <p:cNvPr id="10" name="object 10"/>
            <p:cNvSpPr/>
            <p:nvPr/>
          </p:nvSpPr>
          <p:spPr>
            <a:xfrm>
              <a:off x="685799" y="1807464"/>
              <a:ext cx="8658225" cy="1082040"/>
            </a:xfrm>
            <a:custGeom>
              <a:avLst/>
              <a:gdLst/>
              <a:ahLst/>
              <a:cxnLst/>
              <a:rect l="l" t="t" r="r" b="b"/>
              <a:pathLst>
                <a:path w="8658225" h="1082039">
                  <a:moveTo>
                    <a:pt x="0" y="1082039"/>
                  </a:moveTo>
                  <a:lnTo>
                    <a:pt x="8657844" y="1082039"/>
                  </a:lnTo>
                  <a:lnTo>
                    <a:pt x="8657844" y="0"/>
                  </a:lnTo>
                  <a:lnTo>
                    <a:pt x="0" y="0"/>
                  </a:lnTo>
                  <a:lnTo>
                    <a:pt x="0" y="1082039"/>
                  </a:lnTo>
                  <a:close/>
                </a:path>
              </a:pathLst>
            </a:custGeom>
            <a:ln w="6096">
              <a:solidFill>
                <a:srgbClr val="D9D9D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" name="object 11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835402" y="1967707"/>
              <a:ext cx="8508241" cy="695964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2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360528" y="6524434"/>
            <a:ext cx="84461" cy="90487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54151" y="6527292"/>
            <a:ext cx="1794510" cy="142494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862571" y="6521195"/>
            <a:ext cx="2327910" cy="118110"/>
          </a:xfrm>
          <a:prstGeom prst="rect">
            <a:avLst/>
          </a:prstGeom>
        </p:spPr>
      </p:pic>
      <p:sp>
        <p:nvSpPr>
          <p:cNvPr id="5" name="object 5"/>
          <p:cNvSpPr/>
          <p:nvPr/>
        </p:nvSpPr>
        <p:spPr>
          <a:xfrm>
            <a:off x="559308" y="1440180"/>
            <a:ext cx="36830" cy="180340"/>
          </a:xfrm>
          <a:custGeom>
            <a:avLst/>
            <a:gdLst/>
            <a:ahLst/>
            <a:cxnLst/>
            <a:rect l="l" t="t" r="r" b="b"/>
            <a:pathLst>
              <a:path w="36829" h="180340">
                <a:moveTo>
                  <a:pt x="36576" y="0"/>
                </a:moveTo>
                <a:lnTo>
                  <a:pt x="0" y="0"/>
                </a:lnTo>
                <a:lnTo>
                  <a:pt x="0" y="179832"/>
                </a:lnTo>
                <a:lnTo>
                  <a:pt x="36576" y="179832"/>
                </a:lnTo>
                <a:lnTo>
                  <a:pt x="36576" y="0"/>
                </a:lnTo>
                <a:close/>
              </a:path>
            </a:pathLst>
          </a:custGeom>
          <a:solidFill>
            <a:srgbClr val="183DAF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6" name="object 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719327" y="1464563"/>
            <a:ext cx="1824989" cy="159258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437489" y="431419"/>
            <a:ext cx="173672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FFFFFF"/>
                </a:solidFill>
                <a:latin typeface="Ebrima"/>
                <a:cs typeface="Ebrima"/>
              </a:rPr>
              <a:t>3.3.</a:t>
            </a:r>
            <a:r>
              <a:rPr sz="1800" spc="-15" dirty="0">
                <a:solidFill>
                  <a:srgbClr val="FFFFFF"/>
                </a:solidFill>
                <a:latin typeface="Ebrima"/>
                <a:cs typeface="Ebrima"/>
              </a:rPr>
              <a:t> </a:t>
            </a:r>
            <a:r>
              <a:rPr sz="1800" dirty="0">
                <a:solidFill>
                  <a:srgbClr val="FFFFFF"/>
                </a:solidFill>
                <a:latin typeface="Ebrima"/>
                <a:cs typeface="Ebrima"/>
              </a:rPr>
              <a:t>AI</a:t>
            </a:r>
            <a:r>
              <a:rPr sz="1800" spc="-15" dirty="0">
                <a:solidFill>
                  <a:srgbClr val="FFFFFF"/>
                </a:solidFill>
                <a:latin typeface="Ebrima"/>
                <a:cs typeface="Ebrima"/>
              </a:rPr>
              <a:t> </a:t>
            </a:r>
            <a:r>
              <a:rPr sz="1800" dirty="0">
                <a:solidFill>
                  <a:srgbClr val="FFFFFF"/>
                </a:solidFill>
                <a:latin typeface="Ebrima"/>
                <a:cs typeface="Ebrima"/>
              </a:rPr>
              <a:t>with</a:t>
            </a:r>
            <a:r>
              <a:rPr sz="1800" spc="-5" dirty="0">
                <a:solidFill>
                  <a:srgbClr val="FFFFFF"/>
                </a:solidFill>
                <a:latin typeface="Ebrima"/>
                <a:cs typeface="Ebrima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Ebrima"/>
                <a:cs typeface="Ebrima"/>
              </a:rPr>
              <a:t>Keras</a:t>
            </a:r>
            <a:endParaRPr sz="1800">
              <a:latin typeface="Ebrima"/>
              <a:cs typeface="Ebrim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8671941" y="463677"/>
            <a:ext cx="80962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dirty="0">
                <a:solidFill>
                  <a:srgbClr val="D9D9D9"/>
                </a:solidFill>
                <a:latin typeface="Ebrima"/>
                <a:cs typeface="Ebrima"/>
              </a:rPr>
              <a:t>UNIT</a:t>
            </a:r>
            <a:r>
              <a:rPr sz="1600" spc="400" dirty="0">
                <a:solidFill>
                  <a:srgbClr val="D9D9D9"/>
                </a:solidFill>
                <a:latin typeface="Ebrima"/>
                <a:cs typeface="Ebrima"/>
              </a:rPr>
              <a:t> </a:t>
            </a:r>
            <a:r>
              <a:rPr sz="1600" spc="-35" dirty="0">
                <a:solidFill>
                  <a:srgbClr val="D9D9D9"/>
                </a:solidFill>
                <a:latin typeface="Ebrima"/>
                <a:cs typeface="Ebrima"/>
              </a:rPr>
              <a:t>03</a:t>
            </a:r>
            <a:endParaRPr sz="1600">
              <a:latin typeface="Ebrima"/>
              <a:cs typeface="Ebrima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2276855" y="2433066"/>
            <a:ext cx="5662295" cy="1913889"/>
            <a:chOff x="2276855" y="2433066"/>
            <a:chExt cx="5662295" cy="1913889"/>
          </a:xfrm>
        </p:grpSpPr>
        <p:sp>
          <p:nvSpPr>
            <p:cNvPr id="10" name="object 10"/>
            <p:cNvSpPr/>
            <p:nvPr/>
          </p:nvSpPr>
          <p:spPr>
            <a:xfrm>
              <a:off x="3702558" y="2433065"/>
              <a:ext cx="76200" cy="1911985"/>
            </a:xfrm>
            <a:custGeom>
              <a:avLst/>
              <a:gdLst/>
              <a:ahLst/>
              <a:cxnLst/>
              <a:rect l="l" t="t" r="r" b="b"/>
              <a:pathLst>
                <a:path w="76200" h="1911985">
                  <a:moveTo>
                    <a:pt x="76200" y="1350264"/>
                  </a:moveTo>
                  <a:lnTo>
                    <a:pt x="69850" y="1337564"/>
                  </a:lnTo>
                  <a:lnTo>
                    <a:pt x="38100" y="1274064"/>
                  </a:lnTo>
                  <a:lnTo>
                    <a:pt x="0" y="1350264"/>
                  </a:lnTo>
                  <a:lnTo>
                    <a:pt x="28194" y="1350264"/>
                  </a:lnTo>
                  <a:lnTo>
                    <a:pt x="28194" y="1911858"/>
                  </a:lnTo>
                  <a:lnTo>
                    <a:pt x="48006" y="1911858"/>
                  </a:lnTo>
                  <a:lnTo>
                    <a:pt x="48006" y="1350264"/>
                  </a:lnTo>
                  <a:lnTo>
                    <a:pt x="76200" y="1350264"/>
                  </a:lnTo>
                  <a:close/>
                </a:path>
                <a:path w="76200" h="1911985">
                  <a:moveTo>
                    <a:pt x="76200" y="76200"/>
                  </a:moveTo>
                  <a:lnTo>
                    <a:pt x="69850" y="63500"/>
                  </a:lnTo>
                  <a:lnTo>
                    <a:pt x="38100" y="0"/>
                  </a:lnTo>
                  <a:lnTo>
                    <a:pt x="0" y="76200"/>
                  </a:lnTo>
                  <a:lnTo>
                    <a:pt x="28194" y="76200"/>
                  </a:lnTo>
                  <a:lnTo>
                    <a:pt x="28194" y="636524"/>
                  </a:lnTo>
                  <a:lnTo>
                    <a:pt x="48006" y="636524"/>
                  </a:lnTo>
                  <a:lnTo>
                    <a:pt x="48006" y="76200"/>
                  </a:lnTo>
                  <a:lnTo>
                    <a:pt x="76200" y="76200"/>
                  </a:lnTo>
                  <a:close/>
                </a:path>
              </a:pathLst>
            </a:custGeom>
            <a:solidFill>
              <a:srgbClr val="7E7E7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3259836" y="3067812"/>
              <a:ext cx="955675" cy="638810"/>
            </a:xfrm>
            <a:custGeom>
              <a:avLst/>
              <a:gdLst/>
              <a:ahLst/>
              <a:cxnLst/>
              <a:rect l="l" t="t" r="r" b="b"/>
              <a:pathLst>
                <a:path w="955675" h="638810">
                  <a:moveTo>
                    <a:pt x="955548" y="0"/>
                  </a:moveTo>
                  <a:lnTo>
                    <a:pt x="0" y="0"/>
                  </a:lnTo>
                  <a:lnTo>
                    <a:pt x="0" y="638556"/>
                  </a:lnTo>
                  <a:lnTo>
                    <a:pt x="955548" y="638556"/>
                  </a:lnTo>
                  <a:lnTo>
                    <a:pt x="955548" y="0"/>
                  </a:lnTo>
                  <a:close/>
                </a:path>
              </a:pathLst>
            </a:custGeom>
            <a:solidFill>
              <a:srgbClr val="7E7E7E">
                <a:alpha val="19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3259836" y="3067812"/>
              <a:ext cx="955675" cy="638810"/>
            </a:xfrm>
            <a:custGeom>
              <a:avLst/>
              <a:gdLst/>
              <a:ahLst/>
              <a:cxnLst/>
              <a:rect l="l" t="t" r="r" b="b"/>
              <a:pathLst>
                <a:path w="955675" h="638810">
                  <a:moveTo>
                    <a:pt x="0" y="638556"/>
                  </a:moveTo>
                  <a:lnTo>
                    <a:pt x="955548" y="638556"/>
                  </a:lnTo>
                  <a:lnTo>
                    <a:pt x="955548" y="0"/>
                  </a:lnTo>
                  <a:lnTo>
                    <a:pt x="0" y="0"/>
                  </a:lnTo>
                  <a:lnTo>
                    <a:pt x="0" y="638556"/>
                  </a:lnTo>
                  <a:close/>
                </a:path>
              </a:pathLst>
            </a:custGeom>
            <a:ln w="12192">
              <a:solidFill>
                <a:srgbClr val="7E7E7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5157978" y="2433065"/>
              <a:ext cx="76200" cy="1913889"/>
            </a:xfrm>
            <a:custGeom>
              <a:avLst/>
              <a:gdLst/>
              <a:ahLst/>
              <a:cxnLst/>
              <a:rect l="l" t="t" r="r" b="b"/>
              <a:pathLst>
                <a:path w="76200" h="1913889">
                  <a:moveTo>
                    <a:pt x="76200" y="1351788"/>
                  </a:moveTo>
                  <a:lnTo>
                    <a:pt x="69850" y="1339088"/>
                  </a:lnTo>
                  <a:lnTo>
                    <a:pt x="38100" y="1275588"/>
                  </a:lnTo>
                  <a:lnTo>
                    <a:pt x="0" y="1351788"/>
                  </a:lnTo>
                  <a:lnTo>
                    <a:pt x="28194" y="1351788"/>
                  </a:lnTo>
                  <a:lnTo>
                    <a:pt x="28194" y="1913382"/>
                  </a:lnTo>
                  <a:lnTo>
                    <a:pt x="48006" y="1913382"/>
                  </a:lnTo>
                  <a:lnTo>
                    <a:pt x="48006" y="1351788"/>
                  </a:lnTo>
                  <a:lnTo>
                    <a:pt x="76200" y="1351788"/>
                  </a:lnTo>
                  <a:close/>
                </a:path>
                <a:path w="76200" h="1913889">
                  <a:moveTo>
                    <a:pt x="76200" y="76200"/>
                  </a:moveTo>
                  <a:lnTo>
                    <a:pt x="69850" y="63500"/>
                  </a:lnTo>
                  <a:lnTo>
                    <a:pt x="38100" y="0"/>
                  </a:lnTo>
                  <a:lnTo>
                    <a:pt x="0" y="76200"/>
                  </a:lnTo>
                  <a:lnTo>
                    <a:pt x="28194" y="76200"/>
                  </a:lnTo>
                  <a:lnTo>
                    <a:pt x="28194" y="636524"/>
                  </a:lnTo>
                  <a:lnTo>
                    <a:pt x="48006" y="636524"/>
                  </a:lnTo>
                  <a:lnTo>
                    <a:pt x="48006" y="76200"/>
                  </a:lnTo>
                  <a:lnTo>
                    <a:pt x="76200" y="76200"/>
                  </a:lnTo>
                  <a:close/>
                </a:path>
              </a:pathLst>
            </a:custGeom>
            <a:solidFill>
              <a:srgbClr val="7E7E7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4721351" y="3075432"/>
              <a:ext cx="957580" cy="638810"/>
            </a:xfrm>
            <a:custGeom>
              <a:avLst/>
              <a:gdLst/>
              <a:ahLst/>
              <a:cxnLst/>
              <a:rect l="l" t="t" r="r" b="b"/>
              <a:pathLst>
                <a:path w="957579" h="638810">
                  <a:moveTo>
                    <a:pt x="957072" y="0"/>
                  </a:moveTo>
                  <a:lnTo>
                    <a:pt x="0" y="0"/>
                  </a:lnTo>
                  <a:lnTo>
                    <a:pt x="0" y="638556"/>
                  </a:lnTo>
                  <a:lnTo>
                    <a:pt x="957072" y="638556"/>
                  </a:lnTo>
                  <a:lnTo>
                    <a:pt x="957072" y="0"/>
                  </a:lnTo>
                  <a:close/>
                </a:path>
              </a:pathLst>
            </a:custGeom>
            <a:solidFill>
              <a:srgbClr val="7E7E7E">
                <a:alpha val="19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4721351" y="3075432"/>
              <a:ext cx="957580" cy="638810"/>
            </a:xfrm>
            <a:custGeom>
              <a:avLst/>
              <a:gdLst/>
              <a:ahLst/>
              <a:cxnLst/>
              <a:rect l="l" t="t" r="r" b="b"/>
              <a:pathLst>
                <a:path w="957579" h="638810">
                  <a:moveTo>
                    <a:pt x="0" y="638556"/>
                  </a:moveTo>
                  <a:lnTo>
                    <a:pt x="957072" y="638556"/>
                  </a:lnTo>
                  <a:lnTo>
                    <a:pt x="957072" y="0"/>
                  </a:lnTo>
                  <a:lnTo>
                    <a:pt x="0" y="0"/>
                  </a:lnTo>
                  <a:lnTo>
                    <a:pt x="0" y="638556"/>
                  </a:lnTo>
                  <a:close/>
                </a:path>
              </a:pathLst>
            </a:custGeom>
            <a:ln w="12191">
              <a:solidFill>
                <a:srgbClr val="7E7E7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3736847" y="2702052"/>
              <a:ext cx="1286510" cy="1447800"/>
            </a:xfrm>
            <a:custGeom>
              <a:avLst/>
              <a:gdLst/>
              <a:ahLst/>
              <a:cxnLst/>
              <a:rect l="l" t="t" r="r" b="b"/>
              <a:pathLst>
                <a:path w="1286510" h="1447800">
                  <a:moveTo>
                    <a:pt x="1114298" y="1409700"/>
                  </a:moveTo>
                  <a:lnTo>
                    <a:pt x="1090802" y="1409700"/>
                  </a:lnTo>
                  <a:lnTo>
                    <a:pt x="1080515" y="1422400"/>
                  </a:lnTo>
                  <a:lnTo>
                    <a:pt x="1072261" y="1422400"/>
                  </a:lnTo>
                  <a:lnTo>
                    <a:pt x="1061847" y="1435100"/>
                  </a:lnTo>
                  <a:lnTo>
                    <a:pt x="993648" y="1435100"/>
                  </a:lnTo>
                  <a:lnTo>
                    <a:pt x="1006348" y="1447800"/>
                  </a:lnTo>
                  <a:lnTo>
                    <a:pt x="1081531" y="1447800"/>
                  </a:lnTo>
                  <a:lnTo>
                    <a:pt x="1092835" y="1435100"/>
                  </a:lnTo>
                  <a:lnTo>
                    <a:pt x="1103756" y="1422400"/>
                  </a:lnTo>
                  <a:lnTo>
                    <a:pt x="1114298" y="1409700"/>
                  </a:lnTo>
                  <a:close/>
                </a:path>
                <a:path w="1286510" h="1447800">
                  <a:moveTo>
                    <a:pt x="1014349" y="1422400"/>
                  </a:moveTo>
                  <a:lnTo>
                    <a:pt x="980566" y="1422400"/>
                  </a:lnTo>
                  <a:lnTo>
                    <a:pt x="987043" y="1435100"/>
                  </a:lnTo>
                  <a:lnTo>
                    <a:pt x="1025905" y="1435100"/>
                  </a:lnTo>
                  <a:lnTo>
                    <a:pt x="1014349" y="1422400"/>
                  </a:lnTo>
                  <a:close/>
                </a:path>
                <a:path w="1286510" h="1447800">
                  <a:moveTo>
                    <a:pt x="981582" y="1397000"/>
                  </a:moveTo>
                  <a:lnTo>
                    <a:pt x="954404" y="1397000"/>
                  </a:lnTo>
                  <a:lnTo>
                    <a:pt x="961136" y="1409700"/>
                  </a:lnTo>
                  <a:lnTo>
                    <a:pt x="967613" y="1422400"/>
                  </a:lnTo>
                  <a:lnTo>
                    <a:pt x="999109" y="1422400"/>
                  </a:lnTo>
                  <a:lnTo>
                    <a:pt x="993013" y="1409700"/>
                  </a:lnTo>
                  <a:lnTo>
                    <a:pt x="987678" y="1409700"/>
                  </a:lnTo>
                  <a:lnTo>
                    <a:pt x="981582" y="1397000"/>
                  </a:lnTo>
                  <a:close/>
                </a:path>
                <a:path w="1286510" h="1447800">
                  <a:moveTo>
                    <a:pt x="1241666" y="1089154"/>
                  </a:moveTo>
                  <a:lnTo>
                    <a:pt x="1231900" y="1117600"/>
                  </a:lnTo>
                  <a:lnTo>
                    <a:pt x="1215136" y="1168400"/>
                  </a:lnTo>
                  <a:lnTo>
                    <a:pt x="1206627" y="1193800"/>
                  </a:lnTo>
                  <a:lnTo>
                    <a:pt x="1198244" y="1219200"/>
                  </a:lnTo>
                  <a:lnTo>
                    <a:pt x="1189609" y="1231900"/>
                  </a:lnTo>
                  <a:lnTo>
                    <a:pt x="1180973" y="1257300"/>
                  </a:lnTo>
                  <a:lnTo>
                    <a:pt x="1172210" y="1282700"/>
                  </a:lnTo>
                  <a:lnTo>
                    <a:pt x="1163447" y="1295400"/>
                  </a:lnTo>
                  <a:lnTo>
                    <a:pt x="1154556" y="1320800"/>
                  </a:lnTo>
                  <a:lnTo>
                    <a:pt x="1154684" y="1320800"/>
                  </a:lnTo>
                  <a:lnTo>
                    <a:pt x="1145666" y="1333500"/>
                  </a:lnTo>
                  <a:lnTo>
                    <a:pt x="1136523" y="1346200"/>
                  </a:lnTo>
                  <a:lnTo>
                    <a:pt x="1127378" y="1358900"/>
                  </a:lnTo>
                  <a:lnTo>
                    <a:pt x="1127632" y="1358900"/>
                  </a:lnTo>
                  <a:lnTo>
                    <a:pt x="1118107" y="1384300"/>
                  </a:lnTo>
                  <a:lnTo>
                    <a:pt x="1118362" y="1384300"/>
                  </a:lnTo>
                  <a:lnTo>
                    <a:pt x="1108710" y="1397000"/>
                  </a:lnTo>
                  <a:lnTo>
                    <a:pt x="1099947" y="1397000"/>
                  </a:lnTo>
                  <a:lnTo>
                    <a:pt x="1090040" y="1409700"/>
                  </a:lnTo>
                  <a:lnTo>
                    <a:pt x="1124457" y="1409700"/>
                  </a:lnTo>
                  <a:lnTo>
                    <a:pt x="1134364" y="1384300"/>
                  </a:lnTo>
                  <a:lnTo>
                    <a:pt x="1144269" y="1371600"/>
                  </a:lnTo>
                  <a:lnTo>
                    <a:pt x="1153794" y="1358900"/>
                  </a:lnTo>
                  <a:lnTo>
                    <a:pt x="1163192" y="1346200"/>
                  </a:lnTo>
                  <a:lnTo>
                    <a:pt x="1172337" y="1320800"/>
                  </a:lnTo>
                  <a:lnTo>
                    <a:pt x="1181353" y="1308100"/>
                  </a:lnTo>
                  <a:lnTo>
                    <a:pt x="1190498" y="1282700"/>
                  </a:lnTo>
                  <a:lnTo>
                    <a:pt x="1199261" y="1270000"/>
                  </a:lnTo>
                  <a:lnTo>
                    <a:pt x="1216787" y="1219200"/>
                  </a:lnTo>
                  <a:lnTo>
                    <a:pt x="1225296" y="1193800"/>
                  </a:lnTo>
                  <a:lnTo>
                    <a:pt x="1233804" y="1181100"/>
                  </a:lnTo>
                  <a:lnTo>
                    <a:pt x="1250696" y="1130300"/>
                  </a:lnTo>
                  <a:lnTo>
                    <a:pt x="1262325" y="1096428"/>
                  </a:lnTo>
                  <a:lnTo>
                    <a:pt x="1241666" y="1089154"/>
                  </a:lnTo>
                  <a:close/>
                </a:path>
                <a:path w="1286510" h="1447800">
                  <a:moveTo>
                    <a:pt x="479298" y="63500"/>
                  </a:moveTo>
                  <a:lnTo>
                    <a:pt x="449452" y="63500"/>
                  </a:lnTo>
                  <a:lnTo>
                    <a:pt x="456946" y="76200"/>
                  </a:lnTo>
                  <a:lnTo>
                    <a:pt x="463676" y="76200"/>
                  </a:lnTo>
                  <a:lnTo>
                    <a:pt x="471297" y="88900"/>
                  </a:lnTo>
                  <a:lnTo>
                    <a:pt x="471042" y="88900"/>
                  </a:lnTo>
                  <a:lnTo>
                    <a:pt x="478663" y="101600"/>
                  </a:lnTo>
                  <a:lnTo>
                    <a:pt x="478409" y="101600"/>
                  </a:lnTo>
                  <a:lnTo>
                    <a:pt x="485901" y="114300"/>
                  </a:lnTo>
                  <a:lnTo>
                    <a:pt x="493522" y="127000"/>
                  </a:lnTo>
                  <a:lnTo>
                    <a:pt x="493394" y="127000"/>
                  </a:lnTo>
                  <a:lnTo>
                    <a:pt x="508888" y="152400"/>
                  </a:lnTo>
                  <a:lnTo>
                    <a:pt x="516636" y="165100"/>
                  </a:lnTo>
                  <a:lnTo>
                    <a:pt x="524510" y="190500"/>
                  </a:lnTo>
                  <a:lnTo>
                    <a:pt x="524382" y="190500"/>
                  </a:lnTo>
                  <a:lnTo>
                    <a:pt x="532384" y="203200"/>
                  </a:lnTo>
                  <a:lnTo>
                    <a:pt x="532256" y="203200"/>
                  </a:lnTo>
                  <a:lnTo>
                    <a:pt x="540257" y="228600"/>
                  </a:lnTo>
                  <a:lnTo>
                    <a:pt x="548386" y="241300"/>
                  </a:lnTo>
                  <a:lnTo>
                    <a:pt x="556260" y="266700"/>
                  </a:lnTo>
                  <a:lnTo>
                    <a:pt x="564514" y="279400"/>
                  </a:lnTo>
                  <a:lnTo>
                    <a:pt x="588772" y="355600"/>
                  </a:lnTo>
                  <a:lnTo>
                    <a:pt x="597026" y="368300"/>
                  </a:lnTo>
                  <a:lnTo>
                    <a:pt x="613410" y="419100"/>
                  </a:lnTo>
                  <a:lnTo>
                    <a:pt x="646429" y="520700"/>
                  </a:lnTo>
                  <a:lnTo>
                    <a:pt x="663066" y="571500"/>
                  </a:lnTo>
                  <a:lnTo>
                    <a:pt x="679576" y="635000"/>
                  </a:lnTo>
                  <a:lnTo>
                    <a:pt x="696087" y="685800"/>
                  </a:lnTo>
                  <a:lnTo>
                    <a:pt x="728852" y="787400"/>
                  </a:lnTo>
                  <a:lnTo>
                    <a:pt x="745236" y="850900"/>
                  </a:lnTo>
                  <a:lnTo>
                    <a:pt x="761491" y="901700"/>
                  </a:lnTo>
                  <a:lnTo>
                    <a:pt x="777621" y="952500"/>
                  </a:lnTo>
                  <a:lnTo>
                    <a:pt x="793496" y="1003300"/>
                  </a:lnTo>
                  <a:lnTo>
                    <a:pt x="809243" y="1054100"/>
                  </a:lnTo>
                  <a:lnTo>
                    <a:pt x="824864" y="1104900"/>
                  </a:lnTo>
                  <a:lnTo>
                    <a:pt x="832612" y="1130300"/>
                  </a:lnTo>
                  <a:lnTo>
                    <a:pt x="840231" y="1143000"/>
                  </a:lnTo>
                  <a:lnTo>
                    <a:pt x="847851" y="1168400"/>
                  </a:lnTo>
                  <a:lnTo>
                    <a:pt x="855344" y="1193800"/>
                  </a:lnTo>
                  <a:lnTo>
                    <a:pt x="862964" y="1206500"/>
                  </a:lnTo>
                  <a:lnTo>
                    <a:pt x="870203" y="1231900"/>
                  </a:lnTo>
                  <a:lnTo>
                    <a:pt x="877697" y="1244600"/>
                  </a:lnTo>
                  <a:lnTo>
                    <a:pt x="884936" y="1270000"/>
                  </a:lnTo>
                  <a:lnTo>
                    <a:pt x="892175" y="1282700"/>
                  </a:lnTo>
                  <a:lnTo>
                    <a:pt x="899287" y="1308100"/>
                  </a:lnTo>
                  <a:lnTo>
                    <a:pt x="906399" y="1320800"/>
                  </a:lnTo>
                  <a:lnTo>
                    <a:pt x="920368" y="1346200"/>
                  </a:lnTo>
                  <a:lnTo>
                    <a:pt x="940942" y="1384300"/>
                  </a:lnTo>
                  <a:lnTo>
                    <a:pt x="947674" y="1397000"/>
                  </a:lnTo>
                  <a:lnTo>
                    <a:pt x="975740" y="1397000"/>
                  </a:lnTo>
                  <a:lnTo>
                    <a:pt x="969390" y="1384300"/>
                  </a:lnTo>
                  <a:lnTo>
                    <a:pt x="963802" y="1384300"/>
                  </a:lnTo>
                  <a:lnTo>
                    <a:pt x="957326" y="1371600"/>
                  </a:lnTo>
                  <a:lnTo>
                    <a:pt x="957579" y="1371600"/>
                  </a:lnTo>
                  <a:lnTo>
                    <a:pt x="950976" y="1358900"/>
                  </a:lnTo>
                  <a:lnTo>
                    <a:pt x="951229" y="1358900"/>
                  </a:lnTo>
                  <a:lnTo>
                    <a:pt x="944499" y="1346200"/>
                  </a:lnTo>
                  <a:lnTo>
                    <a:pt x="937894" y="1333500"/>
                  </a:lnTo>
                  <a:lnTo>
                    <a:pt x="938022" y="1333500"/>
                  </a:lnTo>
                  <a:lnTo>
                    <a:pt x="931163" y="1320800"/>
                  </a:lnTo>
                  <a:lnTo>
                    <a:pt x="924432" y="1308100"/>
                  </a:lnTo>
                  <a:lnTo>
                    <a:pt x="917448" y="1295400"/>
                  </a:lnTo>
                  <a:lnTo>
                    <a:pt x="910336" y="1282700"/>
                  </a:lnTo>
                  <a:lnTo>
                    <a:pt x="903224" y="1257300"/>
                  </a:lnTo>
                  <a:lnTo>
                    <a:pt x="896112" y="1244600"/>
                  </a:lnTo>
                  <a:lnTo>
                    <a:pt x="888746" y="1219200"/>
                  </a:lnTo>
                  <a:lnTo>
                    <a:pt x="881506" y="1206500"/>
                  </a:lnTo>
                  <a:lnTo>
                    <a:pt x="874013" y="1181100"/>
                  </a:lnTo>
                  <a:lnTo>
                    <a:pt x="866521" y="1168400"/>
                  </a:lnTo>
                  <a:lnTo>
                    <a:pt x="859027" y="1143000"/>
                  </a:lnTo>
                  <a:lnTo>
                    <a:pt x="851407" y="1117600"/>
                  </a:lnTo>
                  <a:lnTo>
                    <a:pt x="843661" y="1092200"/>
                  </a:lnTo>
                  <a:lnTo>
                    <a:pt x="831945" y="1054100"/>
                  </a:lnTo>
                  <a:lnTo>
                    <a:pt x="828166" y="1054100"/>
                  </a:lnTo>
                  <a:lnTo>
                    <a:pt x="812418" y="1003300"/>
                  </a:lnTo>
                  <a:lnTo>
                    <a:pt x="796543" y="952500"/>
                  </a:lnTo>
                  <a:lnTo>
                    <a:pt x="780414" y="889000"/>
                  </a:lnTo>
                  <a:lnTo>
                    <a:pt x="747902" y="787400"/>
                  </a:lnTo>
                  <a:lnTo>
                    <a:pt x="731519" y="736600"/>
                  </a:lnTo>
                  <a:lnTo>
                    <a:pt x="715010" y="673100"/>
                  </a:lnTo>
                  <a:lnTo>
                    <a:pt x="698500" y="622300"/>
                  </a:lnTo>
                  <a:lnTo>
                    <a:pt x="681863" y="571500"/>
                  </a:lnTo>
                  <a:lnTo>
                    <a:pt x="665352" y="520700"/>
                  </a:lnTo>
                  <a:lnTo>
                    <a:pt x="648715" y="469900"/>
                  </a:lnTo>
                  <a:lnTo>
                    <a:pt x="607440" y="342900"/>
                  </a:lnTo>
                  <a:lnTo>
                    <a:pt x="599313" y="317500"/>
                  </a:lnTo>
                  <a:lnTo>
                    <a:pt x="591057" y="292100"/>
                  </a:lnTo>
                  <a:lnTo>
                    <a:pt x="582929" y="279400"/>
                  </a:lnTo>
                  <a:lnTo>
                    <a:pt x="566674" y="228600"/>
                  </a:lnTo>
                  <a:lnTo>
                    <a:pt x="558546" y="215900"/>
                  </a:lnTo>
                  <a:lnTo>
                    <a:pt x="550417" y="190500"/>
                  </a:lnTo>
                  <a:lnTo>
                    <a:pt x="542543" y="177800"/>
                  </a:lnTo>
                  <a:lnTo>
                    <a:pt x="534542" y="165100"/>
                  </a:lnTo>
                  <a:lnTo>
                    <a:pt x="526541" y="139700"/>
                  </a:lnTo>
                  <a:lnTo>
                    <a:pt x="518667" y="127000"/>
                  </a:lnTo>
                  <a:lnTo>
                    <a:pt x="510666" y="114300"/>
                  </a:lnTo>
                  <a:lnTo>
                    <a:pt x="487044" y="76200"/>
                  </a:lnTo>
                  <a:lnTo>
                    <a:pt x="479298" y="63500"/>
                  </a:lnTo>
                  <a:close/>
                </a:path>
                <a:path w="1286510" h="1447800">
                  <a:moveTo>
                    <a:pt x="1282445" y="1079500"/>
                  </a:moveTo>
                  <a:lnTo>
                    <a:pt x="1244980" y="1079500"/>
                  </a:lnTo>
                  <a:lnTo>
                    <a:pt x="1263777" y="1092200"/>
                  </a:lnTo>
                  <a:lnTo>
                    <a:pt x="1262325" y="1096428"/>
                  </a:lnTo>
                  <a:lnTo>
                    <a:pt x="1286382" y="1104900"/>
                  </a:lnTo>
                  <a:lnTo>
                    <a:pt x="1282445" y="1079500"/>
                  </a:lnTo>
                  <a:close/>
                </a:path>
                <a:path w="1286510" h="1447800">
                  <a:moveTo>
                    <a:pt x="1244980" y="1079500"/>
                  </a:moveTo>
                  <a:lnTo>
                    <a:pt x="1241666" y="1089154"/>
                  </a:lnTo>
                  <a:lnTo>
                    <a:pt x="1262325" y="1096428"/>
                  </a:lnTo>
                  <a:lnTo>
                    <a:pt x="1263777" y="1092200"/>
                  </a:lnTo>
                  <a:lnTo>
                    <a:pt x="1244980" y="1079500"/>
                  </a:lnTo>
                  <a:close/>
                </a:path>
                <a:path w="1286510" h="1447800">
                  <a:moveTo>
                    <a:pt x="1274572" y="1028700"/>
                  </a:moveTo>
                  <a:lnTo>
                    <a:pt x="1214247" y="1079500"/>
                  </a:lnTo>
                  <a:lnTo>
                    <a:pt x="1241666" y="1089154"/>
                  </a:lnTo>
                  <a:lnTo>
                    <a:pt x="1244980" y="1079500"/>
                  </a:lnTo>
                  <a:lnTo>
                    <a:pt x="1282445" y="1079500"/>
                  </a:lnTo>
                  <a:lnTo>
                    <a:pt x="1274572" y="1028700"/>
                  </a:lnTo>
                  <a:close/>
                </a:path>
                <a:path w="1286510" h="1447800">
                  <a:moveTo>
                    <a:pt x="828039" y="1041400"/>
                  </a:moveTo>
                  <a:lnTo>
                    <a:pt x="828166" y="1054100"/>
                  </a:lnTo>
                  <a:lnTo>
                    <a:pt x="831945" y="1054100"/>
                  </a:lnTo>
                  <a:lnTo>
                    <a:pt x="828039" y="1041400"/>
                  </a:lnTo>
                  <a:close/>
                </a:path>
                <a:path w="1286510" h="1447800">
                  <a:moveTo>
                    <a:pt x="280288" y="38100"/>
                  </a:moveTo>
                  <a:lnTo>
                    <a:pt x="240156" y="38100"/>
                  </a:lnTo>
                  <a:lnTo>
                    <a:pt x="211200" y="63500"/>
                  </a:lnTo>
                  <a:lnTo>
                    <a:pt x="196850" y="88900"/>
                  </a:lnTo>
                  <a:lnTo>
                    <a:pt x="168275" y="114300"/>
                  </a:lnTo>
                  <a:lnTo>
                    <a:pt x="154050" y="139700"/>
                  </a:lnTo>
                  <a:lnTo>
                    <a:pt x="125856" y="165100"/>
                  </a:lnTo>
                  <a:lnTo>
                    <a:pt x="97662" y="215900"/>
                  </a:lnTo>
                  <a:lnTo>
                    <a:pt x="83692" y="228600"/>
                  </a:lnTo>
                  <a:lnTo>
                    <a:pt x="55625" y="279400"/>
                  </a:lnTo>
                  <a:lnTo>
                    <a:pt x="27812" y="317500"/>
                  </a:lnTo>
                  <a:lnTo>
                    <a:pt x="0" y="368300"/>
                  </a:lnTo>
                  <a:lnTo>
                    <a:pt x="16763" y="368300"/>
                  </a:lnTo>
                  <a:lnTo>
                    <a:pt x="44576" y="330200"/>
                  </a:lnTo>
                  <a:lnTo>
                    <a:pt x="72389" y="279400"/>
                  </a:lnTo>
                  <a:lnTo>
                    <a:pt x="100202" y="241300"/>
                  </a:lnTo>
                  <a:lnTo>
                    <a:pt x="114046" y="215900"/>
                  </a:lnTo>
                  <a:lnTo>
                    <a:pt x="120903" y="215900"/>
                  </a:lnTo>
                  <a:lnTo>
                    <a:pt x="141859" y="177800"/>
                  </a:lnTo>
                  <a:lnTo>
                    <a:pt x="141731" y="177800"/>
                  </a:lnTo>
                  <a:lnTo>
                    <a:pt x="155828" y="165100"/>
                  </a:lnTo>
                  <a:lnTo>
                    <a:pt x="169672" y="152400"/>
                  </a:lnTo>
                  <a:lnTo>
                    <a:pt x="169544" y="152400"/>
                  </a:lnTo>
                  <a:lnTo>
                    <a:pt x="183514" y="127000"/>
                  </a:lnTo>
                  <a:lnTo>
                    <a:pt x="197485" y="114300"/>
                  </a:lnTo>
                  <a:lnTo>
                    <a:pt x="197230" y="114300"/>
                  </a:lnTo>
                  <a:lnTo>
                    <a:pt x="211327" y="101600"/>
                  </a:lnTo>
                  <a:lnTo>
                    <a:pt x="211074" y="101600"/>
                  </a:lnTo>
                  <a:lnTo>
                    <a:pt x="225171" y="88900"/>
                  </a:lnTo>
                  <a:lnTo>
                    <a:pt x="224916" y="88900"/>
                  </a:lnTo>
                  <a:lnTo>
                    <a:pt x="239013" y="76200"/>
                  </a:lnTo>
                  <a:lnTo>
                    <a:pt x="238632" y="76200"/>
                  </a:lnTo>
                  <a:lnTo>
                    <a:pt x="252856" y="63500"/>
                  </a:lnTo>
                  <a:lnTo>
                    <a:pt x="252349" y="63500"/>
                  </a:lnTo>
                  <a:lnTo>
                    <a:pt x="266573" y="50800"/>
                  </a:lnTo>
                  <a:lnTo>
                    <a:pt x="266064" y="50800"/>
                  </a:lnTo>
                  <a:lnTo>
                    <a:pt x="280288" y="38100"/>
                  </a:lnTo>
                  <a:close/>
                </a:path>
                <a:path w="1286510" h="1447800">
                  <a:moveTo>
                    <a:pt x="120903" y="215900"/>
                  </a:moveTo>
                  <a:lnTo>
                    <a:pt x="114046" y="215900"/>
                  </a:lnTo>
                  <a:lnTo>
                    <a:pt x="113918" y="228600"/>
                  </a:lnTo>
                  <a:lnTo>
                    <a:pt x="120903" y="215900"/>
                  </a:lnTo>
                  <a:close/>
                </a:path>
                <a:path w="1286510" h="1447800">
                  <a:moveTo>
                    <a:pt x="455929" y="38100"/>
                  </a:moveTo>
                  <a:lnTo>
                    <a:pt x="413892" y="38100"/>
                  </a:lnTo>
                  <a:lnTo>
                    <a:pt x="428625" y="50800"/>
                  </a:lnTo>
                  <a:lnTo>
                    <a:pt x="435228" y="50800"/>
                  </a:lnTo>
                  <a:lnTo>
                    <a:pt x="442594" y="63500"/>
                  </a:lnTo>
                  <a:lnTo>
                    <a:pt x="471424" y="63500"/>
                  </a:lnTo>
                  <a:lnTo>
                    <a:pt x="455929" y="38100"/>
                  </a:lnTo>
                  <a:close/>
                </a:path>
                <a:path w="1286510" h="1447800">
                  <a:moveTo>
                    <a:pt x="334517" y="12700"/>
                  </a:moveTo>
                  <a:lnTo>
                    <a:pt x="284734" y="12700"/>
                  </a:lnTo>
                  <a:lnTo>
                    <a:pt x="254888" y="38100"/>
                  </a:lnTo>
                  <a:lnTo>
                    <a:pt x="293369" y="38100"/>
                  </a:lnTo>
                  <a:lnTo>
                    <a:pt x="307593" y="25400"/>
                  </a:lnTo>
                  <a:lnTo>
                    <a:pt x="320039" y="25400"/>
                  </a:lnTo>
                  <a:lnTo>
                    <a:pt x="334517" y="12700"/>
                  </a:lnTo>
                  <a:close/>
                </a:path>
                <a:path w="1286510" h="1447800">
                  <a:moveTo>
                    <a:pt x="440309" y="25400"/>
                  </a:moveTo>
                  <a:lnTo>
                    <a:pt x="400050" y="25400"/>
                  </a:lnTo>
                  <a:lnTo>
                    <a:pt x="414781" y="38100"/>
                  </a:lnTo>
                  <a:lnTo>
                    <a:pt x="448182" y="38100"/>
                  </a:lnTo>
                  <a:lnTo>
                    <a:pt x="440309" y="25400"/>
                  </a:lnTo>
                  <a:close/>
                </a:path>
                <a:path w="1286510" h="1447800">
                  <a:moveTo>
                    <a:pt x="393446" y="0"/>
                  </a:moveTo>
                  <a:lnTo>
                    <a:pt x="315087" y="0"/>
                  </a:lnTo>
                  <a:lnTo>
                    <a:pt x="299847" y="12700"/>
                  </a:lnTo>
                  <a:lnTo>
                    <a:pt x="359790" y="12700"/>
                  </a:lnTo>
                  <a:lnTo>
                    <a:pt x="374268" y="25400"/>
                  </a:lnTo>
                  <a:lnTo>
                    <a:pt x="424814" y="25400"/>
                  </a:lnTo>
                  <a:lnTo>
                    <a:pt x="393446" y="0"/>
                  </a:lnTo>
                  <a:close/>
                </a:path>
              </a:pathLst>
            </a:custGeom>
            <a:solidFill>
              <a:srgbClr val="7E7E7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6619494" y="2433065"/>
              <a:ext cx="76200" cy="1911985"/>
            </a:xfrm>
            <a:custGeom>
              <a:avLst/>
              <a:gdLst/>
              <a:ahLst/>
              <a:cxnLst/>
              <a:rect l="l" t="t" r="r" b="b"/>
              <a:pathLst>
                <a:path w="76200" h="1911985">
                  <a:moveTo>
                    <a:pt x="76200" y="1350264"/>
                  </a:moveTo>
                  <a:lnTo>
                    <a:pt x="69850" y="1337564"/>
                  </a:lnTo>
                  <a:lnTo>
                    <a:pt x="38100" y="1274064"/>
                  </a:lnTo>
                  <a:lnTo>
                    <a:pt x="0" y="1350264"/>
                  </a:lnTo>
                  <a:lnTo>
                    <a:pt x="28194" y="1350264"/>
                  </a:lnTo>
                  <a:lnTo>
                    <a:pt x="28194" y="1911858"/>
                  </a:lnTo>
                  <a:lnTo>
                    <a:pt x="48006" y="1911858"/>
                  </a:lnTo>
                  <a:lnTo>
                    <a:pt x="48006" y="1350264"/>
                  </a:lnTo>
                  <a:lnTo>
                    <a:pt x="76200" y="1350264"/>
                  </a:lnTo>
                  <a:close/>
                </a:path>
                <a:path w="76200" h="1911985">
                  <a:moveTo>
                    <a:pt x="76200" y="76200"/>
                  </a:moveTo>
                  <a:lnTo>
                    <a:pt x="69850" y="63500"/>
                  </a:lnTo>
                  <a:lnTo>
                    <a:pt x="38100" y="0"/>
                  </a:lnTo>
                  <a:lnTo>
                    <a:pt x="0" y="76200"/>
                  </a:lnTo>
                  <a:lnTo>
                    <a:pt x="28194" y="76200"/>
                  </a:lnTo>
                  <a:lnTo>
                    <a:pt x="28194" y="636524"/>
                  </a:lnTo>
                  <a:lnTo>
                    <a:pt x="48006" y="636524"/>
                  </a:lnTo>
                  <a:lnTo>
                    <a:pt x="48006" y="76200"/>
                  </a:lnTo>
                  <a:lnTo>
                    <a:pt x="76200" y="76200"/>
                  </a:lnTo>
                  <a:close/>
                </a:path>
              </a:pathLst>
            </a:custGeom>
            <a:solidFill>
              <a:srgbClr val="7E7E7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6178296" y="3072384"/>
              <a:ext cx="957580" cy="637540"/>
            </a:xfrm>
            <a:custGeom>
              <a:avLst/>
              <a:gdLst/>
              <a:ahLst/>
              <a:cxnLst/>
              <a:rect l="l" t="t" r="r" b="b"/>
              <a:pathLst>
                <a:path w="957579" h="637539">
                  <a:moveTo>
                    <a:pt x="957072" y="0"/>
                  </a:moveTo>
                  <a:lnTo>
                    <a:pt x="0" y="0"/>
                  </a:lnTo>
                  <a:lnTo>
                    <a:pt x="0" y="637032"/>
                  </a:lnTo>
                  <a:lnTo>
                    <a:pt x="957072" y="637032"/>
                  </a:lnTo>
                  <a:lnTo>
                    <a:pt x="957072" y="0"/>
                  </a:lnTo>
                  <a:close/>
                </a:path>
              </a:pathLst>
            </a:custGeom>
            <a:solidFill>
              <a:srgbClr val="7E7E7E">
                <a:alpha val="19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6178296" y="3072384"/>
              <a:ext cx="957580" cy="637540"/>
            </a:xfrm>
            <a:custGeom>
              <a:avLst/>
              <a:gdLst/>
              <a:ahLst/>
              <a:cxnLst/>
              <a:rect l="l" t="t" r="r" b="b"/>
              <a:pathLst>
                <a:path w="957579" h="637539">
                  <a:moveTo>
                    <a:pt x="0" y="637032"/>
                  </a:moveTo>
                  <a:lnTo>
                    <a:pt x="957072" y="637032"/>
                  </a:lnTo>
                  <a:lnTo>
                    <a:pt x="957072" y="0"/>
                  </a:lnTo>
                  <a:lnTo>
                    <a:pt x="0" y="0"/>
                  </a:lnTo>
                  <a:lnTo>
                    <a:pt x="0" y="637032"/>
                  </a:lnTo>
                  <a:close/>
                </a:path>
              </a:pathLst>
            </a:custGeom>
            <a:ln w="12192">
              <a:solidFill>
                <a:srgbClr val="7E7E7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5192267" y="2702052"/>
              <a:ext cx="1285240" cy="1447800"/>
            </a:xfrm>
            <a:custGeom>
              <a:avLst/>
              <a:gdLst/>
              <a:ahLst/>
              <a:cxnLst/>
              <a:rect l="l" t="t" r="r" b="b"/>
              <a:pathLst>
                <a:path w="1285239" h="1447800">
                  <a:moveTo>
                    <a:pt x="1113028" y="1409700"/>
                  </a:moveTo>
                  <a:lnTo>
                    <a:pt x="1089406" y="1409700"/>
                  </a:lnTo>
                  <a:lnTo>
                    <a:pt x="1079246" y="1422400"/>
                  </a:lnTo>
                  <a:lnTo>
                    <a:pt x="1070991" y="1422400"/>
                  </a:lnTo>
                  <a:lnTo>
                    <a:pt x="1060577" y="1435100"/>
                  </a:lnTo>
                  <a:lnTo>
                    <a:pt x="992378" y="1435100"/>
                  </a:lnTo>
                  <a:lnTo>
                    <a:pt x="1005205" y="1447800"/>
                  </a:lnTo>
                  <a:lnTo>
                    <a:pt x="1080262" y="1447800"/>
                  </a:lnTo>
                  <a:lnTo>
                    <a:pt x="1091565" y="1435100"/>
                  </a:lnTo>
                  <a:lnTo>
                    <a:pt x="1102487" y="1422400"/>
                  </a:lnTo>
                  <a:lnTo>
                    <a:pt x="1113028" y="1409700"/>
                  </a:lnTo>
                  <a:close/>
                </a:path>
                <a:path w="1285239" h="1447800">
                  <a:moveTo>
                    <a:pt x="1013206" y="1422400"/>
                  </a:moveTo>
                  <a:lnTo>
                    <a:pt x="979424" y="1422400"/>
                  </a:lnTo>
                  <a:lnTo>
                    <a:pt x="985774" y="1435100"/>
                  </a:lnTo>
                  <a:lnTo>
                    <a:pt x="1024636" y="1435100"/>
                  </a:lnTo>
                  <a:lnTo>
                    <a:pt x="1013206" y="1422400"/>
                  </a:lnTo>
                  <a:close/>
                </a:path>
                <a:path w="1285239" h="1447800">
                  <a:moveTo>
                    <a:pt x="980313" y="1397000"/>
                  </a:moveTo>
                  <a:lnTo>
                    <a:pt x="953262" y="1397000"/>
                  </a:lnTo>
                  <a:lnTo>
                    <a:pt x="959993" y="1409700"/>
                  </a:lnTo>
                  <a:lnTo>
                    <a:pt x="966343" y="1422400"/>
                  </a:lnTo>
                  <a:lnTo>
                    <a:pt x="997839" y="1422400"/>
                  </a:lnTo>
                  <a:lnTo>
                    <a:pt x="991870" y="1409700"/>
                  </a:lnTo>
                  <a:lnTo>
                    <a:pt x="986536" y="1409700"/>
                  </a:lnTo>
                  <a:lnTo>
                    <a:pt x="980313" y="1397000"/>
                  </a:lnTo>
                  <a:close/>
                </a:path>
                <a:path w="1285239" h="1447800">
                  <a:moveTo>
                    <a:pt x="1240269" y="1089154"/>
                  </a:moveTo>
                  <a:lnTo>
                    <a:pt x="1230503" y="1117600"/>
                  </a:lnTo>
                  <a:lnTo>
                    <a:pt x="1205357" y="1193800"/>
                  </a:lnTo>
                  <a:lnTo>
                    <a:pt x="1196848" y="1219200"/>
                  </a:lnTo>
                  <a:lnTo>
                    <a:pt x="1188212" y="1231900"/>
                  </a:lnTo>
                  <a:lnTo>
                    <a:pt x="1179576" y="1257300"/>
                  </a:lnTo>
                  <a:lnTo>
                    <a:pt x="1170813" y="1282700"/>
                  </a:lnTo>
                  <a:lnTo>
                    <a:pt x="1170940" y="1282700"/>
                  </a:lnTo>
                  <a:lnTo>
                    <a:pt x="1162050" y="1295400"/>
                  </a:lnTo>
                  <a:lnTo>
                    <a:pt x="1162177" y="1295400"/>
                  </a:lnTo>
                  <a:lnTo>
                    <a:pt x="1153160" y="1320800"/>
                  </a:lnTo>
                  <a:lnTo>
                    <a:pt x="1144143" y="1333500"/>
                  </a:lnTo>
                  <a:lnTo>
                    <a:pt x="1135126" y="1346200"/>
                  </a:lnTo>
                  <a:lnTo>
                    <a:pt x="1135380" y="1346200"/>
                  </a:lnTo>
                  <a:lnTo>
                    <a:pt x="1125982" y="1358900"/>
                  </a:lnTo>
                  <a:lnTo>
                    <a:pt x="1126236" y="1358900"/>
                  </a:lnTo>
                  <a:lnTo>
                    <a:pt x="1116711" y="1384300"/>
                  </a:lnTo>
                  <a:lnTo>
                    <a:pt x="1117092" y="1384300"/>
                  </a:lnTo>
                  <a:lnTo>
                    <a:pt x="1107440" y="1397000"/>
                  </a:lnTo>
                  <a:lnTo>
                    <a:pt x="1098550" y="1397000"/>
                  </a:lnTo>
                  <a:lnTo>
                    <a:pt x="1088644" y="1409700"/>
                  </a:lnTo>
                  <a:lnTo>
                    <a:pt x="1123188" y="1409700"/>
                  </a:lnTo>
                  <a:lnTo>
                    <a:pt x="1133094" y="1384300"/>
                  </a:lnTo>
                  <a:lnTo>
                    <a:pt x="1142873" y="1371600"/>
                  </a:lnTo>
                  <a:lnTo>
                    <a:pt x="1152398" y="1358900"/>
                  </a:lnTo>
                  <a:lnTo>
                    <a:pt x="1161796" y="1346200"/>
                  </a:lnTo>
                  <a:lnTo>
                    <a:pt x="1171067" y="1320800"/>
                  </a:lnTo>
                  <a:lnTo>
                    <a:pt x="1180084" y="1308100"/>
                  </a:lnTo>
                  <a:lnTo>
                    <a:pt x="1188974" y="1282700"/>
                  </a:lnTo>
                  <a:lnTo>
                    <a:pt x="1197864" y="1270000"/>
                  </a:lnTo>
                  <a:lnTo>
                    <a:pt x="1206627" y="1244600"/>
                  </a:lnTo>
                  <a:lnTo>
                    <a:pt x="1223899" y="1193800"/>
                  </a:lnTo>
                  <a:lnTo>
                    <a:pt x="1232408" y="1181100"/>
                  </a:lnTo>
                  <a:lnTo>
                    <a:pt x="1249172" y="1130300"/>
                  </a:lnTo>
                  <a:lnTo>
                    <a:pt x="1260915" y="1096424"/>
                  </a:lnTo>
                  <a:lnTo>
                    <a:pt x="1240269" y="1089154"/>
                  </a:lnTo>
                  <a:close/>
                </a:path>
                <a:path w="1285239" h="1447800">
                  <a:moveTo>
                    <a:pt x="478536" y="63500"/>
                  </a:moveTo>
                  <a:lnTo>
                    <a:pt x="448945" y="63500"/>
                  </a:lnTo>
                  <a:lnTo>
                    <a:pt x="456311" y="76200"/>
                  </a:lnTo>
                  <a:lnTo>
                    <a:pt x="463042" y="76200"/>
                  </a:lnTo>
                  <a:lnTo>
                    <a:pt x="470662" y="88900"/>
                  </a:lnTo>
                  <a:lnTo>
                    <a:pt x="470408" y="88900"/>
                  </a:lnTo>
                  <a:lnTo>
                    <a:pt x="477901" y="101600"/>
                  </a:lnTo>
                  <a:lnTo>
                    <a:pt x="477647" y="101600"/>
                  </a:lnTo>
                  <a:lnTo>
                    <a:pt x="485394" y="114300"/>
                  </a:lnTo>
                  <a:lnTo>
                    <a:pt x="493014" y="127000"/>
                  </a:lnTo>
                  <a:lnTo>
                    <a:pt x="492760" y="127000"/>
                  </a:lnTo>
                  <a:lnTo>
                    <a:pt x="500507" y="139700"/>
                  </a:lnTo>
                  <a:lnTo>
                    <a:pt x="508254" y="152400"/>
                  </a:lnTo>
                  <a:lnTo>
                    <a:pt x="516001" y="165100"/>
                  </a:lnTo>
                  <a:lnTo>
                    <a:pt x="523875" y="190500"/>
                  </a:lnTo>
                  <a:lnTo>
                    <a:pt x="531622" y="203200"/>
                  </a:lnTo>
                  <a:lnTo>
                    <a:pt x="539623" y="228600"/>
                  </a:lnTo>
                  <a:lnTo>
                    <a:pt x="547624" y="241300"/>
                  </a:lnTo>
                  <a:lnTo>
                    <a:pt x="555625" y="266700"/>
                  </a:lnTo>
                  <a:lnTo>
                    <a:pt x="563626" y="279400"/>
                  </a:lnTo>
                  <a:lnTo>
                    <a:pt x="571881" y="304800"/>
                  </a:lnTo>
                  <a:lnTo>
                    <a:pt x="579882" y="330200"/>
                  </a:lnTo>
                  <a:lnTo>
                    <a:pt x="588137" y="355600"/>
                  </a:lnTo>
                  <a:lnTo>
                    <a:pt x="596265" y="368300"/>
                  </a:lnTo>
                  <a:lnTo>
                    <a:pt x="612648" y="419100"/>
                  </a:lnTo>
                  <a:lnTo>
                    <a:pt x="629158" y="469900"/>
                  </a:lnTo>
                  <a:lnTo>
                    <a:pt x="645541" y="520700"/>
                  </a:lnTo>
                  <a:lnTo>
                    <a:pt x="662178" y="571500"/>
                  </a:lnTo>
                  <a:lnTo>
                    <a:pt x="678688" y="635000"/>
                  </a:lnTo>
                  <a:lnTo>
                    <a:pt x="711708" y="736600"/>
                  </a:lnTo>
                  <a:lnTo>
                    <a:pt x="728091" y="787400"/>
                  </a:lnTo>
                  <a:lnTo>
                    <a:pt x="744347" y="850900"/>
                  </a:lnTo>
                  <a:lnTo>
                    <a:pt x="776605" y="952500"/>
                  </a:lnTo>
                  <a:lnTo>
                    <a:pt x="792607" y="1003300"/>
                  </a:lnTo>
                  <a:lnTo>
                    <a:pt x="823849" y="1104900"/>
                  </a:lnTo>
                  <a:lnTo>
                    <a:pt x="831596" y="1130300"/>
                  </a:lnTo>
                  <a:lnTo>
                    <a:pt x="839216" y="1143000"/>
                  </a:lnTo>
                  <a:lnTo>
                    <a:pt x="854456" y="1193800"/>
                  </a:lnTo>
                  <a:lnTo>
                    <a:pt x="861822" y="1206500"/>
                  </a:lnTo>
                  <a:lnTo>
                    <a:pt x="869188" y="1231900"/>
                  </a:lnTo>
                  <a:lnTo>
                    <a:pt x="876554" y="1244600"/>
                  </a:lnTo>
                  <a:lnTo>
                    <a:pt x="883920" y="1270000"/>
                  </a:lnTo>
                  <a:lnTo>
                    <a:pt x="891032" y="1282700"/>
                  </a:lnTo>
                  <a:lnTo>
                    <a:pt x="898271" y="1308100"/>
                  </a:lnTo>
                  <a:lnTo>
                    <a:pt x="905256" y="1320800"/>
                  </a:lnTo>
                  <a:lnTo>
                    <a:pt x="912368" y="1333500"/>
                  </a:lnTo>
                  <a:lnTo>
                    <a:pt x="919353" y="1346200"/>
                  </a:lnTo>
                  <a:lnTo>
                    <a:pt x="933069" y="1371600"/>
                  </a:lnTo>
                  <a:lnTo>
                    <a:pt x="939673" y="1384300"/>
                  </a:lnTo>
                  <a:lnTo>
                    <a:pt x="946531" y="1397000"/>
                  </a:lnTo>
                  <a:lnTo>
                    <a:pt x="974598" y="1397000"/>
                  </a:lnTo>
                  <a:lnTo>
                    <a:pt x="968248" y="1384300"/>
                  </a:lnTo>
                  <a:lnTo>
                    <a:pt x="962660" y="1384300"/>
                  </a:lnTo>
                  <a:lnTo>
                    <a:pt x="956183" y="1371600"/>
                  </a:lnTo>
                  <a:lnTo>
                    <a:pt x="956437" y="1371600"/>
                  </a:lnTo>
                  <a:lnTo>
                    <a:pt x="949960" y="1358900"/>
                  </a:lnTo>
                  <a:lnTo>
                    <a:pt x="943483" y="1346200"/>
                  </a:lnTo>
                  <a:lnTo>
                    <a:pt x="936879" y="1333500"/>
                  </a:lnTo>
                  <a:lnTo>
                    <a:pt x="923290" y="1308100"/>
                  </a:lnTo>
                  <a:lnTo>
                    <a:pt x="916432" y="1295400"/>
                  </a:lnTo>
                  <a:lnTo>
                    <a:pt x="909320" y="1282700"/>
                  </a:lnTo>
                  <a:lnTo>
                    <a:pt x="902208" y="1257300"/>
                  </a:lnTo>
                  <a:lnTo>
                    <a:pt x="895096" y="1244600"/>
                  </a:lnTo>
                  <a:lnTo>
                    <a:pt x="887730" y="1219200"/>
                  </a:lnTo>
                  <a:lnTo>
                    <a:pt x="880491" y="1206500"/>
                  </a:lnTo>
                  <a:lnTo>
                    <a:pt x="872998" y="1181100"/>
                  </a:lnTo>
                  <a:lnTo>
                    <a:pt x="865505" y="1168400"/>
                  </a:lnTo>
                  <a:lnTo>
                    <a:pt x="857885" y="1143000"/>
                  </a:lnTo>
                  <a:lnTo>
                    <a:pt x="850392" y="1117600"/>
                  </a:lnTo>
                  <a:lnTo>
                    <a:pt x="831024" y="1054100"/>
                  </a:lnTo>
                  <a:lnTo>
                    <a:pt x="827151" y="1054100"/>
                  </a:lnTo>
                  <a:lnTo>
                    <a:pt x="811403" y="1003300"/>
                  </a:lnTo>
                  <a:lnTo>
                    <a:pt x="795528" y="952500"/>
                  </a:lnTo>
                  <a:lnTo>
                    <a:pt x="763270" y="838200"/>
                  </a:lnTo>
                  <a:lnTo>
                    <a:pt x="747014" y="787400"/>
                  </a:lnTo>
                  <a:lnTo>
                    <a:pt x="730631" y="736600"/>
                  </a:lnTo>
                  <a:lnTo>
                    <a:pt x="714121" y="673100"/>
                  </a:lnTo>
                  <a:lnTo>
                    <a:pt x="681101" y="571500"/>
                  </a:lnTo>
                  <a:lnTo>
                    <a:pt x="664464" y="520700"/>
                  </a:lnTo>
                  <a:lnTo>
                    <a:pt x="614934" y="368300"/>
                  </a:lnTo>
                  <a:lnTo>
                    <a:pt x="606806" y="342900"/>
                  </a:lnTo>
                  <a:lnTo>
                    <a:pt x="598551" y="317500"/>
                  </a:lnTo>
                  <a:lnTo>
                    <a:pt x="590423" y="292100"/>
                  </a:lnTo>
                  <a:lnTo>
                    <a:pt x="582168" y="279400"/>
                  </a:lnTo>
                  <a:lnTo>
                    <a:pt x="574040" y="254000"/>
                  </a:lnTo>
                  <a:lnTo>
                    <a:pt x="566039" y="228600"/>
                  </a:lnTo>
                  <a:lnTo>
                    <a:pt x="557911" y="215900"/>
                  </a:lnTo>
                  <a:lnTo>
                    <a:pt x="549783" y="190500"/>
                  </a:lnTo>
                  <a:lnTo>
                    <a:pt x="541782" y="177800"/>
                  </a:lnTo>
                  <a:lnTo>
                    <a:pt x="533908" y="165100"/>
                  </a:lnTo>
                  <a:lnTo>
                    <a:pt x="525907" y="139700"/>
                  </a:lnTo>
                  <a:lnTo>
                    <a:pt x="517906" y="127000"/>
                  </a:lnTo>
                  <a:lnTo>
                    <a:pt x="510159" y="114300"/>
                  </a:lnTo>
                  <a:lnTo>
                    <a:pt x="502158" y="101600"/>
                  </a:lnTo>
                  <a:lnTo>
                    <a:pt x="494284" y="88900"/>
                  </a:lnTo>
                  <a:lnTo>
                    <a:pt x="486537" y="76200"/>
                  </a:lnTo>
                  <a:lnTo>
                    <a:pt x="478536" y="63500"/>
                  </a:lnTo>
                  <a:close/>
                </a:path>
                <a:path w="1285239" h="1447800">
                  <a:moveTo>
                    <a:pt x="1281049" y="1079500"/>
                  </a:moveTo>
                  <a:lnTo>
                    <a:pt x="1243584" y="1079500"/>
                  </a:lnTo>
                  <a:lnTo>
                    <a:pt x="1262380" y="1092200"/>
                  </a:lnTo>
                  <a:lnTo>
                    <a:pt x="1260915" y="1096424"/>
                  </a:lnTo>
                  <a:lnTo>
                    <a:pt x="1284986" y="1104900"/>
                  </a:lnTo>
                  <a:lnTo>
                    <a:pt x="1281049" y="1079500"/>
                  </a:lnTo>
                  <a:close/>
                </a:path>
                <a:path w="1285239" h="1447800">
                  <a:moveTo>
                    <a:pt x="1243584" y="1079500"/>
                  </a:moveTo>
                  <a:lnTo>
                    <a:pt x="1240269" y="1089154"/>
                  </a:lnTo>
                  <a:lnTo>
                    <a:pt x="1260915" y="1096424"/>
                  </a:lnTo>
                  <a:lnTo>
                    <a:pt x="1262380" y="1092200"/>
                  </a:lnTo>
                  <a:lnTo>
                    <a:pt x="1243584" y="1079500"/>
                  </a:lnTo>
                  <a:close/>
                </a:path>
                <a:path w="1285239" h="1447800">
                  <a:moveTo>
                    <a:pt x="1273175" y="1028700"/>
                  </a:moveTo>
                  <a:lnTo>
                    <a:pt x="1212850" y="1079500"/>
                  </a:lnTo>
                  <a:lnTo>
                    <a:pt x="1240269" y="1089154"/>
                  </a:lnTo>
                  <a:lnTo>
                    <a:pt x="1243584" y="1079500"/>
                  </a:lnTo>
                  <a:lnTo>
                    <a:pt x="1281049" y="1079500"/>
                  </a:lnTo>
                  <a:lnTo>
                    <a:pt x="1273175" y="1028700"/>
                  </a:lnTo>
                  <a:close/>
                </a:path>
                <a:path w="1285239" h="1447800">
                  <a:moveTo>
                    <a:pt x="827151" y="1041400"/>
                  </a:moveTo>
                  <a:lnTo>
                    <a:pt x="827151" y="1054100"/>
                  </a:lnTo>
                  <a:lnTo>
                    <a:pt x="831024" y="1054100"/>
                  </a:lnTo>
                  <a:lnTo>
                    <a:pt x="827151" y="1041400"/>
                  </a:lnTo>
                  <a:close/>
                </a:path>
                <a:path w="1285239" h="1447800">
                  <a:moveTo>
                    <a:pt x="279908" y="38100"/>
                  </a:moveTo>
                  <a:lnTo>
                    <a:pt x="239903" y="38100"/>
                  </a:lnTo>
                  <a:lnTo>
                    <a:pt x="225298" y="50800"/>
                  </a:lnTo>
                  <a:lnTo>
                    <a:pt x="210947" y="63500"/>
                  </a:lnTo>
                  <a:lnTo>
                    <a:pt x="196596" y="88900"/>
                  </a:lnTo>
                  <a:lnTo>
                    <a:pt x="168021" y="114300"/>
                  </a:lnTo>
                  <a:lnTo>
                    <a:pt x="153924" y="139700"/>
                  </a:lnTo>
                  <a:lnTo>
                    <a:pt x="125603" y="165100"/>
                  </a:lnTo>
                  <a:lnTo>
                    <a:pt x="111633" y="190500"/>
                  </a:lnTo>
                  <a:lnTo>
                    <a:pt x="97536" y="215900"/>
                  </a:lnTo>
                  <a:lnTo>
                    <a:pt x="83566" y="228600"/>
                  </a:lnTo>
                  <a:lnTo>
                    <a:pt x="55626" y="279400"/>
                  </a:lnTo>
                  <a:lnTo>
                    <a:pt x="27812" y="317500"/>
                  </a:lnTo>
                  <a:lnTo>
                    <a:pt x="0" y="368300"/>
                  </a:lnTo>
                  <a:lnTo>
                    <a:pt x="16764" y="368300"/>
                  </a:lnTo>
                  <a:lnTo>
                    <a:pt x="44577" y="330200"/>
                  </a:lnTo>
                  <a:lnTo>
                    <a:pt x="72390" y="279400"/>
                  </a:lnTo>
                  <a:lnTo>
                    <a:pt x="72262" y="279400"/>
                  </a:lnTo>
                  <a:lnTo>
                    <a:pt x="100076" y="241300"/>
                  </a:lnTo>
                  <a:lnTo>
                    <a:pt x="113919" y="215900"/>
                  </a:lnTo>
                  <a:lnTo>
                    <a:pt x="120840" y="215900"/>
                  </a:lnTo>
                  <a:lnTo>
                    <a:pt x="127889" y="203200"/>
                  </a:lnTo>
                  <a:lnTo>
                    <a:pt x="127762" y="203200"/>
                  </a:lnTo>
                  <a:lnTo>
                    <a:pt x="141732" y="177800"/>
                  </a:lnTo>
                  <a:lnTo>
                    <a:pt x="155575" y="165100"/>
                  </a:lnTo>
                  <a:lnTo>
                    <a:pt x="169418" y="152400"/>
                  </a:lnTo>
                  <a:lnTo>
                    <a:pt x="183387" y="127000"/>
                  </a:lnTo>
                  <a:lnTo>
                    <a:pt x="183134" y="127000"/>
                  </a:lnTo>
                  <a:lnTo>
                    <a:pt x="197231" y="114300"/>
                  </a:lnTo>
                  <a:lnTo>
                    <a:pt x="196977" y="114300"/>
                  </a:lnTo>
                  <a:lnTo>
                    <a:pt x="211074" y="101600"/>
                  </a:lnTo>
                  <a:lnTo>
                    <a:pt x="210820" y="101600"/>
                  </a:lnTo>
                  <a:lnTo>
                    <a:pt x="224917" y="88900"/>
                  </a:lnTo>
                  <a:lnTo>
                    <a:pt x="224536" y="88900"/>
                  </a:lnTo>
                  <a:lnTo>
                    <a:pt x="238633" y="76200"/>
                  </a:lnTo>
                  <a:lnTo>
                    <a:pt x="238379" y="76200"/>
                  </a:lnTo>
                  <a:lnTo>
                    <a:pt x="252603" y="63500"/>
                  </a:lnTo>
                  <a:lnTo>
                    <a:pt x="252095" y="63500"/>
                  </a:lnTo>
                  <a:lnTo>
                    <a:pt x="266319" y="50800"/>
                  </a:lnTo>
                  <a:lnTo>
                    <a:pt x="265811" y="50800"/>
                  </a:lnTo>
                  <a:lnTo>
                    <a:pt x="279908" y="38100"/>
                  </a:lnTo>
                  <a:close/>
                </a:path>
                <a:path w="1285239" h="1447800">
                  <a:moveTo>
                    <a:pt x="120840" y="215900"/>
                  </a:moveTo>
                  <a:lnTo>
                    <a:pt x="113919" y="215900"/>
                  </a:lnTo>
                  <a:lnTo>
                    <a:pt x="113792" y="228600"/>
                  </a:lnTo>
                  <a:lnTo>
                    <a:pt x="120840" y="215900"/>
                  </a:lnTo>
                  <a:close/>
                </a:path>
                <a:path w="1285239" h="1447800">
                  <a:moveTo>
                    <a:pt x="455295" y="38100"/>
                  </a:moveTo>
                  <a:lnTo>
                    <a:pt x="413385" y="38100"/>
                  </a:lnTo>
                  <a:lnTo>
                    <a:pt x="428244" y="50800"/>
                  </a:lnTo>
                  <a:lnTo>
                    <a:pt x="434594" y="50800"/>
                  </a:lnTo>
                  <a:lnTo>
                    <a:pt x="442087" y="63500"/>
                  </a:lnTo>
                  <a:lnTo>
                    <a:pt x="470789" y="63500"/>
                  </a:lnTo>
                  <a:lnTo>
                    <a:pt x="455295" y="38100"/>
                  </a:lnTo>
                  <a:close/>
                </a:path>
                <a:path w="1285239" h="1447800">
                  <a:moveTo>
                    <a:pt x="334010" y="12700"/>
                  </a:moveTo>
                  <a:lnTo>
                    <a:pt x="284353" y="12700"/>
                  </a:lnTo>
                  <a:lnTo>
                    <a:pt x="269367" y="25400"/>
                  </a:lnTo>
                  <a:lnTo>
                    <a:pt x="254635" y="38100"/>
                  </a:lnTo>
                  <a:lnTo>
                    <a:pt x="292989" y="38100"/>
                  </a:lnTo>
                  <a:lnTo>
                    <a:pt x="307213" y="25400"/>
                  </a:lnTo>
                  <a:lnTo>
                    <a:pt x="319659" y="25400"/>
                  </a:lnTo>
                  <a:lnTo>
                    <a:pt x="334010" y="12700"/>
                  </a:lnTo>
                  <a:close/>
                </a:path>
                <a:path w="1285239" h="1447800">
                  <a:moveTo>
                    <a:pt x="439801" y="25400"/>
                  </a:moveTo>
                  <a:lnTo>
                    <a:pt x="399542" y="25400"/>
                  </a:lnTo>
                  <a:lnTo>
                    <a:pt x="414274" y="38100"/>
                  </a:lnTo>
                  <a:lnTo>
                    <a:pt x="447675" y="38100"/>
                  </a:lnTo>
                  <a:lnTo>
                    <a:pt x="439801" y="25400"/>
                  </a:lnTo>
                  <a:close/>
                </a:path>
                <a:path w="1285239" h="1447800">
                  <a:moveTo>
                    <a:pt x="392938" y="0"/>
                  </a:moveTo>
                  <a:lnTo>
                    <a:pt x="314706" y="0"/>
                  </a:lnTo>
                  <a:lnTo>
                    <a:pt x="299466" y="12700"/>
                  </a:lnTo>
                  <a:lnTo>
                    <a:pt x="359283" y="12700"/>
                  </a:lnTo>
                  <a:lnTo>
                    <a:pt x="373761" y="25400"/>
                  </a:lnTo>
                  <a:lnTo>
                    <a:pt x="424307" y="25400"/>
                  </a:lnTo>
                  <a:lnTo>
                    <a:pt x="392938" y="0"/>
                  </a:lnTo>
                  <a:close/>
                </a:path>
              </a:pathLst>
            </a:custGeom>
            <a:solidFill>
              <a:srgbClr val="7E7E7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2276856" y="2699003"/>
              <a:ext cx="5662295" cy="1454150"/>
            </a:xfrm>
            <a:custGeom>
              <a:avLst/>
              <a:gdLst/>
              <a:ahLst/>
              <a:cxnLst/>
              <a:rect l="l" t="t" r="r" b="b"/>
              <a:pathLst>
                <a:path w="5662295" h="1454150">
                  <a:moveTo>
                    <a:pt x="1284986" y="1104900"/>
                  </a:moveTo>
                  <a:lnTo>
                    <a:pt x="1281049" y="1079500"/>
                  </a:lnTo>
                  <a:lnTo>
                    <a:pt x="1273175" y="1028700"/>
                  </a:lnTo>
                  <a:lnTo>
                    <a:pt x="1212850" y="1079500"/>
                  </a:lnTo>
                  <a:lnTo>
                    <a:pt x="1240256" y="1089164"/>
                  </a:lnTo>
                  <a:lnTo>
                    <a:pt x="1230503" y="1117600"/>
                  </a:lnTo>
                  <a:lnTo>
                    <a:pt x="1213739" y="1168400"/>
                  </a:lnTo>
                  <a:lnTo>
                    <a:pt x="1213866" y="1168400"/>
                  </a:lnTo>
                  <a:lnTo>
                    <a:pt x="1196848" y="1219200"/>
                  </a:lnTo>
                  <a:lnTo>
                    <a:pt x="1188212" y="1231900"/>
                  </a:lnTo>
                  <a:lnTo>
                    <a:pt x="1179576" y="1257300"/>
                  </a:lnTo>
                  <a:lnTo>
                    <a:pt x="1170813" y="1282700"/>
                  </a:lnTo>
                  <a:lnTo>
                    <a:pt x="1170940" y="1282700"/>
                  </a:lnTo>
                  <a:lnTo>
                    <a:pt x="1162050" y="1295400"/>
                  </a:lnTo>
                  <a:lnTo>
                    <a:pt x="1162177" y="1295400"/>
                  </a:lnTo>
                  <a:lnTo>
                    <a:pt x="1153160" y="1320800"/>
                  </a:lnTo>
                  <a:lnTo>
                    <a:pt x="1153287" y="1320800"/>
                  </a:lnTo>
                  <a:lnTo>
                    <a:pt x="1144143" y="1333500"/>
                  </a:lnTo>
                  <a:lnTo>
                    <a:pt x="1144270" y="1333500"/>
                  </a:lnTo>
                  <a:lnTo>
                    <a:pt x="1135126" y="1346200"/>
                  </a:lnTo>
                  <a:lnTo>
                    <a:pt x="1135380" y="1346200"/>
                  </a:lnTo>
                  <a:lnTo>
                    <a:pt x="1125982" y="1358900"/>
                  </a:lnTo>
                  <a:lnTo>
                    <a:pt x="1126236" y="1358900"/>
                  </a:lnTo>
                  <a:lnTo>
                    <a:pt x="1116711" y="1384300"/>
                  </a:lnTo>
                  <a:lnTo>
                    <a:pt x="1117092" y="1384300"/>
                  </a:lnTo>
                  <a:lnTo>
                    <a:pt x="1107440" y="1397000"/>
                  </a:lnTo>
                  <a:lnTo>
                    <a:pt x="1098550" y="1397000"/>
                  </a:lnTo>
                  <a:lnTo>
                    <a:pt x="1088644" y="1409700"/>
                  </a:lnTo>
                  <a:lnTo>
                    <a:pt x="1089406" y="1409700"/>
                  </a:lnTo>
                  <a:lnTo>
                    <a:pt x="1079246" y="1422400"/>
                  </a:lnTo>
                  <a:lnTo>
                    <a:pt x="1070991" y="1422400"/>
                  </a:lnTo>
                  <a:lnTo>
                    <a:pt x="1060577" y="1435100"/>
                  </a:lnTo>
                  <a:lnTo>
                    <a:pt x="1024623" y="1435100"/>
                  </a:lnTo>
                  <a:lnTo>
                    <a:pt x="1013206" y="1422400"/>
                  </a:lnTo>
                  <a:lnTo>
                    <a:pt x="997839" y="1422400"/>
                  </a:lnTo>
                  <a:lnTo>
                    <a:pt x="991870" y="1409700"/>
                  </a:lnTo>
                  <a:lnTo>
                    <a:pt x="986523" y="1409700"/>
                  </a:lnTo>
                  <a:lnTo>
                    <a:pt x="980313" y="1397000"/>
                  </a:lnTo>
                  <a:lnTo>
                    <a:pt x="974585" y="1397000"/>
                  </a:lnTo>
                  <a:lnTo>
                    <a:pt x="968248" y="1384300"/>
                  </a:lnTo>
                  <a:lnTo>
                    <a:pt x="962660" y="1384300"/>
                  </a:lnTo>
                  <a:lnTo>
                    <a:pt x="956183" y="1371600"/>
                  </a:lnTo>
                  <a:lnTo>
                    <a:pt x="956437" y="1371600"/>
                  </a:lnTo>
                  <a:lnTo>
                    <a:pt x="949960" y="1358900"/>
                  </a:lnTo>
                  <a:lnTo>
                    <a:pt x="950087" y="1358900"/>
                  </a:lnTo>
                  <a:lnTo>
                    <a:pt x="943483" y="1346200"/>
                  </a:lnTo>
                  <a:lnTo>
                    <a:pt x="943610" y="1346200"/>
                  </a:lnTo>
                  <a:lnTo>
                    <a:pt x="936879" y="1333500"/>
                  </a:lnTo>
                  <a:lnTo>
                    <a:pt x="937006" y="1333500"/>
                  </a:lnTo>
                  <a:lnTo>
                    <a:pt x="923290" y="1308100"/>
                  </a:lnTo>
                  <a:lnTo>
                    <a:pt x="923417" y="1308100"/>
                  </a:lnTo>
                  <a:lnTo>
                    <a:pt x="916432" y="1295400"/>
                  </a:lnTo>
                  <a:lnTo>
                    <a:pt x="909320" y="1282700"/>
                  </a:lnTo>
                  <a:lnTo>
                    <a:pt x="902208" y="1257300"/>
                  </a:lnTo>
                  <a:lnTo>
                    <a:pt x="902335" y="1257300"/>
                  </a:lnTo>
                  <a:lnTo>
                    <a:pt x="895096" y="1244600"/>
                  </a:lnTo>
                  <a:lnTo>
                    <a:pt x="887730" y="1219200"/>
                  </a:lnTo>
                  <a:lnTo>
                    <a:pt x="880491" y="1206500"/>
                  </a:lnTo>
                  <a:lnTo>
                    <a:pt x="872998" y="1181100"/>
                  </a:lnTo>
                  <a:lnTo>
                    <a:pt x="873125" y="1181100"/>
                  </a:lnTo>
                  <a:lnTo>
                    <a:pt x="865505" y="1168400"/>
                  </a:lnTo>
                  <a:lnTo>
                    <a:pt x="857885" y="1143000"/>
                  </a:lnTo>
                  <a:lnTo>
                    <a:pt x="858012" y="1143000"/>
                  </a:lnTo>
                  <a:lnTo>
                    <a:pt x="850392" y="1117600"/>
                  </a:lnTo>
                  <a:lnTo>
                    <a:pt x="831024" y="1054100"/>
                  </a:lnTo>
                  <a:lnTo>
                    <a:pt x="827151" y="1041400"/>
                  </a:lnTo>
                  <a:lnTo>
                    <a:pt x="827151" y="1054100"/>
                  </a:lnTo>
                  <a:lnTo>
                    <a:pt x="811403" y="1003300"/>
                  </a:lnTo>
                  <a:lnTo>
                    <a:pt x="811530" y="1003300"/>
                  </a:lnTo>
                  <a:lnTo>
                    <a:pt x="795528" y="952500"/>
                  </a:lnTo>
                  <a:lnTo>
                    <a:pt x="763270" y="838200"/>
                  </a:lnTo>
                  <a:lnTo>
                    <a:pt x="747014" y="787400"/>
                  </a:lnTo>
                  <a:lnTo>
                    <a:pt x="730631" y="736600"/>
                  </a:lnTo>
                  <a:lnTo>
                    <a:pt x="714121" y="673100"/>
                  </a:lnTo>
                  <a:lnTo>
                    <a:pt x="681101" y="571500"/>
                  </a:lnTo>
                  <a:lnTo>
                    <a:pt x="664464" y="520700"/>
                  </a:lnTo>
                  <a:lnTo>
                    <a:pt x="614934" y="368300"/>
                  </a:lnTo>
                  <a:lnTo>
                    <a:pt x="606806" y="342900"/>
                  </a:lnTo>
                  <a:lnTo>
                    <a:pt x="598551" y="317500"/>
                  </a:lnTo>
                  <a:lnTo>
                    <a:pt x="590423" y="292100"/>
                  </a:lnTo>
                  <a:lnTo>
                    <a:pt x="582168" y="279400"/>
                  </a:lnTo>
                  <a:lnTo>
                    <a:pt x="574040" y="254000"/>
                  </a:lnTo>
                  <a:lnTo>
                    <a:pt x="566039" y="228600"/>
                  </a:lnTo>
                  <a:lnTo>
                    <a:pt x="557911" y="215900"/>
                  </a:lnTo>
                  <a:lnTo>
                    <a:pt x="549783" y="190500"/>
                  </a:lnTo>
                  <a:lnTo>
                    <a:pt x="541782" y="177800"/>
                  </a:lnTo>
                  <a:lnTo>
                    <a:pt x="533908" y="165100"/>
                  </a:lnTo>
                  <a:lnTo>
                    <a:pt x="525907" y="139700"/>
                  </a:lnTo>
                  <a:lnTo>
                    <a:pt x="517906" y="127000"/>
                  </a:lnTo>
                  <a:lnTo>
                    <a:pt x="510159" y="114300"/>
                  </a:lnTo>
                  <a:lnTo>
                    <a:pt x="502158" y="101600"/>
                  </a:lnTo>
                  <a:lnTo>
                    <a:pt x="494284" y="88900"/>
                  </a:lnTo>
                  <a:lnTo>
                    <a:pt x="486537" y="76200"/>
                  </a:lnTo>
                  <a:lnTo>
                    <a:pt x="478536" y="63500"/>
                  </a:lnTo>
                  <a:lnTo>
                    <a:pt x="470789" y="63500"/>
                  </a:lnTo>
                  <a:lnTo>
                    <a:pt x="455295" y="38100"/>
                  </a:lnTo>
                  <a:lnTo>
                    <a:pt x="447675" y="38100"/>
                  </a:lnTo>
                  <a:lnTo>
                    <a:pt x="439801" y="25400"/>
                  </a:lnTo>
                  <a:lnTo>
                    <a:pt x="424307" y="25400"/>
                  </a:lnTo>
                  <a:lnTo>
                    <a:pt x="392938" y="0"/>
                  </a:lnTo>
                  <a:lnTo>
                    <a:pt x="314706" y="0"/>
                  </a:lnTo>
                  <a:lnTo>
                    <a:pt x="299466" y="12700"/>
                  </a:lnTo>
                  <a:lnTo>
                    <a:pt x="284353" y="12700"/>
                  </a:lnTo>
                  <a:lnTo>
                    <a:pt x="269367" y="25400"/>
                  </a:lnTo>
                  <a:lnTo>
                    <a:pt x="254635" y="38100"/>
                  </a:lnTo>
                  <a:lnTo>
                    <a:pt x="239903" y="38100"/>
                  </a:lnTo>
                  <a:lnTo>
                    <a:pt x="225298" y="50800"/>
                  </a:lnTo>
                  <a:lnTo>
                    <a:pt x="210947" y="63500"/>
                  </a:lnTo>
                  <a:lnTo>
                    <a:pt x="196596" y="88900"/>
                  </a:lnTo>
                  <a:lnTo>
                    <a:pt x="168021" y="114300"/>
                  </a:lnTo>
                  <a:lnTo>
                    <a:pt x="153924" y="139700"/>
                  </a:lnTo>
                  <a:lnTo>
                    <a:pt x="125603" y="165100"/>
                  </a:lnTo>
                  <a:lnTo>
                    <a:pt x="111633" y="190500"/>
                  </a:lnTo>
                  <a:lnTo>
                    <a:pt x="97536" y="215900"/>
                  </a:lnTo>
                  <a:lnTo>
                    <a:pt x="83566" y="228600"/>
                  </a:lnTo>
                  <a:lnTo>
                    <a:pt x="55626" y="279400"/>
                  </a:lnTo>
                  <a:lnTo>
                    <a:pt x="27813" y="317500"/>
                  </a:lnTo>
                  <a:lnTo>
                    <a:pt x="0" y="368300"/>
                  </a:lnTo>
                  <a:lnTo>
                    <a:pt x="16764" y="368300"/>
                  </a:lnTo>
                  <a:lnTo>
                    <a:pt x="44577" y="330200"/>
                  </a:lnTo>
                  <a:lnTo>
                    <a:pt x="72390" y="279400"/>
                  </a:lnTo>
                  <a:lnTo>
                    <a:pt x="72263" y="279400"/>
                  </a:lnTo>
                  <a:lnTo>
                    <a:pt x="100076" y="241300"/>
                  </a:lnTo>
                  <a:lnTo>
                    <a:pt x="113919" y="215900"/>
                  </a:lnTo>
                  <a:lnTo>
                    <a:pt x="113792" y="228600"/>
                  </a:lnTo>
                  <a:lnTo>
                    <a:pt x="120840" y="215900"/>
                  </a:lnTo>
                  <a:lnTo>
                    <a:pt x="127889" y="203200"/>
                  </a:lnTo>
                  <a:lnTo>
                    <a:pt x="127762" y="203200"/>
                  </a:lnTo>
                  <a:lnTo>
                    <a:pt x="141732" y="177800"/>
                  </a:lnTo>
                  <a:lnTo>
                    <a:pt x="141605" y="177800"/>
                  </a:lnTo>
                  <a:lnTo>
                    <a:pt x="155575" y="165100"/>
                  </a:lnTo>
                  <a:lnTo>
                    <a:pt x="155448" y="165100"/>
                  </a:lnTo>
                  <a:lnTo>
                    <a:pt x="169418" y="152400"/>
                  </a:lnTo>
                  <a:lnTo>
                    <a:pt x="169291" y="152400"/>
                  </a:lnTo>
                  <a:lnTo>
                    <a:pt x="183388" y="127000"/>
                  </a:lnTo>
                  <a:lnTo>
                    <a:pt x="183134" y="127000"/>
                  </a:lnTo>
                  <a:lnTo>
                    <a:pt x="197231" y="114300"/>
                  </a:lnTo>
                  <a:lnTo>
                    <a:pt x="196977" y="114300"/>
                  </a:lnTo>
                  <a:lnTo>
                    <a:pt x="211074" y="101600"/>
                  </a:lnTo>
                  <a:lnTo>
                    <a:pt x="210820" y="101600"/>
                  </a:lnTo>
                  <a:lnTo>
                    <a:pt x="224917" y="88900"/>
                  </a:lnTo>
                  <a:lnTo>
                    <a:pt x="224536" y="88900"/>
                  </a:lnTo>
                  <a:lnTo>
                    <a:pt x="238633" y="76200"/>
                  </a:lnTo>
                  <a:lnTo>
                    <a:pt x="238379" y="76200"/>
                  </a:lnTo>
                  <a:lnTo>
                    <a:pt x="252603" y="63500"/>
                  </a:lnTo>
                  <a:lnTo>
                    <a:pt x="252095" y="63500"/>
                  </a:lnTo>
                  <a:lnTo>
                    <a:pt x="266319" y="50800"/>
                  </a:lnTo>
                  <a:lnTo>
                    <a:pt x="265811" y="50800"/>
                  </a:lnTo>
                  <a:lnTo>
                    <a:pt x="279908" y="38100"/>
                  </a:lnTo>
                  <a:lnTo>
                    <a:pt x="292989" y="38100"/>
                  </a:lnTo>
                  <a:lnTo>
                    <a:pt x="307213" y="25400"/>
                  </a:lnTo>
                  <a:lnTo>
                    <a:pt x="319659" y="25400"/>
                  </a:lnTo>
                  <a:lnTo>
                    <a:pt x="334010" y="12700"/>
                  </a:lnTo>
                  <a:lnTo>
                    <a:pt x="359283" y="12700"/>
                  </a:lnTo>
                  <a:lnTo>
                    <a:pt x="373761" y="25400"/>
                  </a:lnTo>
                  <a:lnTo>
                    <a:pt x="399542" y="25400"/>
                  </a:lnTo>
                  <a:lnTo>
                    <a:pt x="414274" y="38100"/>
                  </a:lnTo>
                  <a:lnTo>
                    <a:pt x="413385" y="38100"/>
                  </a:lnTo>
                  <a:lnTo>
                    <a:pt x="428244" y="50800"/>
                  </a:lnTo>
                  <a:lnTo>
                    <a:pt x="434594" y="50800"/>
                  </a:lnTo>
                  <a:lnTo>
                    <a:pt x="442087" y="63500"/>
                  </a:lnTo>
                  <a:lnTo>
                    <a:pt x="448945" y="63500"/>
                  </a:lnTo>
                  <a:lnTo>
                    <a:pt x="456311" y="76200"/>
                  </a:lnTo>
                  <a:lnTo>
                    <a:pt x="463042" y="76200"/>
                  </a:lnTo>
                  <a:lnTo>
                    <a:pt x="470662" y="88900"/>
                  </a:lnTo>
                  <a:lnTo>
                    <a:pt x="470408" y="88900"/>
                  </a:lnTo>
                  <a:lnTo>
                    <a:pt x="477901" y="101600"/>
                  </a:lnTo>
                  <a:lnTo>
                    <a:pt x="477647" y="101600"/>
                  </a:lnTo>
                  <a:lnTo>
                    <a:pt x="485394" y="114300"/>
                  </a:lnTo>
                  <a:lnTo>
                    <a:pt x="485267" y="114300"/>
                  </a:lnTo>
                  <a:lnTo>
                    <a:pt x="493014" y="127000"/>
                  </a:lnTo>
                  <a:lnTo>
                    <a:pt x="492760" y="127000"/>
                  </a:lnTo>
                  <a:lnTo>
                    <a:pt x="500507" y="139700"/>
                  </a:lnTo>
                  <a:lnTo>
                    <a:pt x="500380" y="139700"/>
                  </a:lnTo>
                  <a:lnTo>
                    <a:pt x="508254" y="152400"/>
                  </a:lnTo>
                  <a:lnTo>
                    <a:pt x="508127" y="152400"/>
                  </a:lnTo>
                  <a:lnTo>
                    <a:pt x="516001" y="165100"/>
                  </a:lnTo>
                  <a:lnTo>
                    <a:pt x="523875" y="190500"/>
                  </a:lnTo>
                  <a:lnTo>
                    <a:pt x="523748" y="190500"/>
                  </a:lnTo>
                  <a:lnTo>
                    <a:pt x="531622" y="203200"/>
                  </a:lnTo>
                  <a:lnTo>
                    <a:pt x="539623" y="228600"/>
                  </a:lnTo>
                  <a:lnTo>
                    <a:pt x="547624" y="241300"/>
                  </a:lnTo>
                  <a:lnTo>
                    <a:pt x="555625" y="266700"/>
                  </a:lnTo>
                  <a:lnTo>
                    <a:pt x="563626" y="279400"/>
                  </a:lnTo>
                  <a:lnTo>
                    <a:pt x="571881" y="304800"/>
                  </a:lnTo>
                  <a:lnTo>
                    <a:pt x="571754" y="304800"/>
                  </a:lnTo>
                  <a:lnTo>
                    <a:pt x="579882" y="330200"/>
                  </a:lnTo>
                  <a:lnTo>
                    <a:pt x="588137" y="355600"/>
                  </a:lnTo>
                  <a:lnTo>
                    <a:pt x="588010" y="355600"/>
                  </a:lnTo>
                  <a:lnTo>
                    <a:pt x="596265" y="368300"/>
                  </a:lnTo>
                  <a:lnTo>
                    <a:pt x="612648" y="419100"/>
                  </a:lnTo>
                  <a:lnTo>
                    <a:pt x="629158" y="469900"/>
                  </a:lnTo>
                  <a:lnTo>
                    <a:pt x="645541" y="520700"/>
                  </a:lnTo>
                  <a:lnTo>
                    <a:pt x="662178" y="571500"/>
                  </a:lnTo>
                  <a:lnTo>
                    <a:pt x="678688" y="635000"/>
                  </a:lnTo>
                  <a:lnTo>
                    <a:pt x="711708" y="736600"/>
                  </a:lnTo>
                  <a:lnTo>
                    <a:pt x="728091" y="787400"/>
                  </a:lnTo>
                  <a:lnTo>
                    <a:pt x="744347" y="850900"/>
                  </a:lnTo>
                  <a:lnTo>
                    <a:pt x="776605" y="952500"/>
                  </a:lnTo>
                  <a:lnTo>
                    <a:pt x="792607" y="1003300"/>
                  </a:lnTo>
                  <a:lnTo>
                    <a:pt x="823849" y="1104900"/>
                  </a:lnTo>
                  <a:lnTo>
                    <a:pt x="831596" y="1130300"/>
                  </a:lnTo>
                  <a:lnTo>
                    <a:pt x="839216" y="1143000"/>
                  </a:lnTo>
                  <a:lnTo>
                    <a:pt x="854456" y="1193800"/>
                  </a:lnTo>
                  <a:lnTo>
                    <a:pt x="861822" y="1206500"/>
                  </a:lnTo>
                  <a:lnTo>
                    <a:pt x="869188" y="1231900"/>
                  </a:lnTo>
                  <a:lnTo>
                    <a:pt x="876554" y="1244600"/>
                  </a:lnTo>
                  <a:lnTo>
                    <a:pt x="883920" y="1270000"/>
                  </a:lnTo>
                  <a:lnTo>
                    <a:pt x="891032" y="1282700"/>
                  </a:lnTo>
                  <a:lnTo>
                    <a:pt x="898271" y="1308100"/>
                  </a:lnTo>
                  <a:lnTo>
                    <a:pt x="905256" y="1320800"/>
                  </a:lnTo>
                  <a:lnTo>
                    <a:pt x="912368" y="1333500"/>
                  </a:lnTo>
                  <a:lnTo>
                    <a:pt x="919353" y="1346200"/>
                  </a:lnTo>
                  <a:lnTo>
                    <a:pt x="933069" y="1371600"/>
                  </a:lnTo>
                  <a:lnTo>
                    <a:pt x="939673" y="1384300"/>
                  </a:lnTo>
                  <a:lnTo>
                    <a:pt x="946531" y="1397000"/>
                  </a:lnTo>
                  <a:lnTo>
                    <a:pt x="953262" y="1397000"/>
                  </a:lnTo>
                  <a:lnTo>
                    <a:pt x="959993" y="1409700"/>
                  </a:lnTo>
                  <a:lnTo>
                    <a:pt x="966343" y="1422400"/>
                  </a:lnTo>
                  <a:lnTo>
                    <a:pt x="979411" y="1422400"/>
                  </a:lnTo>
                  <a:lnTo>
                    <a:pt x="985761" y="1435100"/>
                  </a:lnTo>
                  <a:lnTo>
                    <a:pt x="992378" y="1435100"/>
                  </a:lnTo>
                  <a:lnTo>
                    <a:pt x="1005205" y="1447800"/>
                  </a:lnTo>
                  <a:lnTo>
                    <a:pt x="1080262" y="1447800"/>
                  </a:lnTo>
                  <a:lnTo>
                    <a:pt x="1091565" y="1435100"/>
                  </a:lnTo>
                  <a:lnTo>
                    <a:pt x="1102487" y="1422400"/>
                  </a:lnTo>
                  <a:lnTo>
                    <a:pt x="1113028" y="1409700"/>
                  </a:lnTo>
                  <a:lnTo>
                    <a:pt x="1123188" y="1409700"/>
                  </a:lnTo>
                  <a:lnTo>
                    <a:pt x="1133094" y="1384300"/>
                  </a:lnTo>
                  <a:lnTo>
                    <a:pt x="1142873" y="1371600"/>
                  </a:lnTo>
                  <a:lnTo>
                    <a:pt x="1152398" y="1358900"/>
                  </a:lnTo>
                  <a:lnTo>
                    <a:pt x="1161796" y="1346200"/>
                  </a:lnTo>
                  <a:lnTo>
                    <a:pt x="1171067" y="1320800"/>
                  </a:lnTo>
                  <a:lnTo>
                    <a:pt x="1180084" y="1308100"/>
                  </a:lnTo>
                  <a:lnTo>
                    <a:pt x="1188974" y="1282700"/>
                  </a:lnTo>
                  <a:lnTo>
                    <a:pt x="1197864" y="1270000"/>
                  </a:lnTo>
                  <a:lnTo>
                    <a:pt x="1206627" y="1244600"/>
                  </a:lnTo>
                  <a:lnTo>
                    <a:pt x="1223899" y="1193800"/>
                  </a:lnTo>
                  <a:lnTo>
                    <a:pt x="1232408" y="1181100"/>
                  </a:lnTo>
                  <a:lnTo>
                    <a:pt x="1249172" y="1130300"/>
                  </a:lnTo>
                  <a:lnTo>
                    <a:pt x="1260906" y="1096429"/>
                  </a:lnTo>
                  <a:lnTo>
                    <a:pt x="1284986" y="1104900"/>
                  </a:lnTo>
                  <a:close/>
                </a:path>
                <a:path w="5662295" h="1454150">
                  <a:moveTo>
                    <a:pt x="5661914" y="1110869"/>
                  </a:moveTo>
                  <a:lnTo>
                    <a:pt x="5657977" y="1085469"/>
                  </a:lnTo>
                  <a:lnTo>
                    <a:pt x="5650103" y="1034669"/>
                  </a:lnTo>
                  <a:lnTo>
                    <a:pt x="5589778" y="1085469"/>
                  </a:lnTo>
                  <a:lnTo>
                    <a:pt x="5617184" y="1095133"/>
                  </a:lnTo>
                  <a:lnTo>
                    <a:pt x="5607431" y="1123569"/>
                  </a:lnTo>
                  <a:lnTo>
                    <a:pt x="5582285" y="1199769"/>
                  </a:lnTo>
                  <a:lnTo>
                    <a:pt x="5573776" y="1225169"/>
                  </a:lnTo>
                  <a:lnTo>
                    <a:pt x="5565140" y="1237869"/>
                  </a:lnTo>
                  <a:lnTo>
                    <a:pt x="5556504" y="1263269"/>
                  </a:lnTo>
                  <a:lnTo>
                    <a:pt x="5547741" y="1288669"/>
                  </a:lnTo>
                  <a:lnTo>
                    <a:pt x="5547868" y="1288669"/>
                  </a:lnTo>
                  <a:lnTo>
                    <a:pt x="5538978" y="1301369"/>
                  </a:lnTo>
                  <a:lnTo>
                    <a:pt x="5539105" y="1301369"/>
                  </a:lnTo>
                  <a:lnTo>
                    <a:pt x="5530088" y="1326769"/>
                  </a:lnTo>
                  <a:lnTo>
                    <a:pt x="5530215" y="1326769"/>
                  </a:lnTo>
                  <a:lnTo>
                    <a:pt x="5521071" y="1339469"/>
                  </a:lnTo>
                  <a:lnTo>
                    <a:pt x="5521198" y="1339469"/>
                  </a:lnTo>
                  <a:lnTo>
                    <a:pt x="5512054" y="1352169"/>
                  </a:lnTo>
                  <a:lnTo>
                    <a:pt x="5512308" y="1352169"/>
                  </a:lnTo>
                  <a:lnTo>
                    <a:pt x="5502910" y="1364869"/>
                  </a:lnTo>
                  <a:lnTo>
                    <a:pt x="5503164" y="1364869"/>
                  </a:lnTo>
                  <a:lnTo>
                    <a:pt x="5493639" y="1390269"/>
                  </a:lnTo>
                  <a:lnTo>
                    <a:pt x="5494020" y="1390269"/>
                  </a:lnTo>
                  <a:lnTo>
                    <a:pt x="5484368" y="1402969"/>
                  </a:lnTo>
                  <a:lnTo>
                    <a:pt x="5475478" y="1402969"/>
                  </a:lnTo>
                  <a:lnTo>
                    <a:pt x="5465572" y="1415669"/>
                  </a:lnTo>
                  <a:lnTo>
                    <a:pt x="5466334" y="1415669"/>
                  </a:lnTo>
                  <a:lnTo>
                    <a:pt x="5456174" y="1428369"/>
                  </a:lnTo>
                  <a:lnTo>
                    <a:pt x="5447919" y="1428369"/>
                  </a:lnTo>
                  <a:lnTo>
                    <a:pt x="5437505" y="1441069"/>
                  </a:lnTo>
                  <a:lnTo>
                    <a:pt x="5401564" y="1441069"/>
                  </a:lnTo>
                  <a:lnTo>
                    <a:pt x="5390134" y="1428369"/>
                  </a:lnTo>
                  <a:lnTo>
                    <a:pt x="5374894" y="1428369"/>
                  </a:lnTo>
                  <a:lnTo>
                    <a:pt x="5368925" y="1415669"/>
                  </a:lnTo>
                  <a:lnTo>
                    <a:pt x="5363464" y="1415669"/>
                  </a:lnTo>
                  <a:lnTo>
                    <a:pt x="5357241" y="1402969"/>
                  </a:lnTo>
                  <a:lnTo>
                    <a:pt x="5351780" y="1402969"/>
                  </a:lnTo>
                  <a:lnTo>
                    <a:pt x="5345303" y="1390269"/>
                  </a:lnTo>
                  <a:lnTo>
                    <a:pt x="5339588" y="1390269"/>
                  </a:lnTo>
                  <a:lnTo>
                    <a:pt x="5333111" y="1377569"/>
                  </a:lnTo>
                  <a:lnTo>
                    <a:pt x="5333365" y="1377569"/>
                  </a:lnTo>
                  <a:lnTo>
                    <a:pt x="5326888" y="1364869"/>
                  </a:lnTo>
                  <a:lnTo>
                    <a:pt x="5327015" y="1364869"/>
                  </a:lnTo>
                  <a:lnTo>
                    <a:pt x="5320411" y="1352169"/>
                  </a:lnTo>
                  <a:lnTo>
                    <a:pt x="5320538" y="1352169"/>
                  </a:lnTo>
                  <a:lnTo>
                    <a:pt x="5313807" y="1339469"/>
                  </a:lnTo>
                  <a:lnTo>
                    <a:pt x="5313934" y="1339469"/>
                  </a:lnTo>
                  <a:lnTo>
                    <a:pt x="5300218" y="1314069"/>
                  </a:lnTo>
                  <a:lnTo>
                    <a:pt x="5300345" y="1314069"/>
                  </a:lnTo>
                  <a:lnTo>
                    <a:pt x="5293360" y="1301369"/>
                  </a:lnTo>
                  <a:lnTo>
                    <a:pt x="5286248" y="1288669"/>
                  </a:lnTo>
                  <a:lnTo>
                    <a:pt x="5279136" y="1263269"/>
                  </a:lnTo>
                  <a:lnTo>
                    <a:pt x="5279263" y="1263269"/>
                  </a:lnTo>
                  <a:lnTo>
                    <a:pt x="5272024" y="1250569"/>
                  </a:lnTo>
                  <a:lnTo>
                    <a:pt x="5264658" y="1225169"/>
                  </a:lnTo>
                  <a:lnTo>
                    <a:pt x="5257419" y="1212469"/>
                  </a:lnTo>
                  <a:lnTo>
                    <a:pt x="5249926" y="1187069"/>
                  </a:lnTo>
                  <a:lnTo>
                    <a:pt x="5250053" y="1187069"/>
                  </a:lnTo>
                  <a:lnTo>
                    <a:pt x="5242433" y="1174369"/>
                  </a:lnTo>
                  <a:lnTo>
                    <a:pt x="5234813" y="1148969"/>
                  </a:lnTo>
                  <a:lnTo>
                    <a:pt x="5234940" y="1148969"/>
                  </a:lnTo>
                  <a:lnTo>
                    <a:pt x="5227320" y="1123569"/>
                  </a:lnTo>
                  <a:lnTo>
                    <a:pt x="5204079" y="1047369"/>
                  </a:lnTo>
                  <a:lnTo>
                    <a:pt x="5188331" y="1009269"/>
                  </a:lnTo>
                  <a:lnTo>
                    <a:pt x="5188458" y="1009269"/>
                  </a:lnTo>
                  <a:lnTo>
                    <a:pt x="5172456" y="958469"/>
                  </a:lnTo>
                  <a:lnTo>
                    <a:pt x="5140198" y="844169"/>
                  </a:lnTo>
                  <a:lnTo>
                    <a:pt x="5123942" y="793369"/>
                  </a:lnTo>
                  <a:lnTo>
                    <a:pt x="5107559" y="742569"/>
                  </a:lnTo>
                  <a:lnTo>
                    <a:pt x="5091049" y="679069"/>
                  </a:lnTo>
                  <a:lnTo>
                    <a:pt x="5058029" y="577469"/>
                  </a:lnTo>
                  <a:lnTo>
                    <a:pt x="5041392" y="526669"/>
                  </a:lnTo>
                  <a:lnTo>
                    <a:pt x="4991862" y="374269"/>
                  </a:lnTo>
                  <a:lnTo>
                    <a:pt x="4983734" y="348869"/>
                  </a:lnTo>
                  <a:lnTo>
                    <a:pt x="4975479" y="323469"/>
                  </a:lnTo>
                  <a:lnTo>
                    <a:pt x="4967351" y="298069"/>
                  </a:lnTo>
                  <a:lnTo>
                    <a:pt x="4959096" y="285369"/>
                  </a:lnTo>
                  <a:lnTo>
                    <a:pt x="4950968" y="259969"/>
                  </a:lnTo>
                  <a:lnTo>
                    <a:pt x="4942967" y="234569"/>
                  </a:lnTo>
                  <a:lnTo>
                    <a:pt x="4934839" y="221869"/>
                  </a:lnTo>
                  <a:lnTo>
                    <a:pt x="4918837" y="183769"/>
                  </a:lnTo>
                  <a:lnTo>
                    <a:pt x="4910836" y="171069"/>
                  </a:lnTo>
                  <a:lnTo>
                    <a:pt x="4902835" y="145669"/>
                  </a:lnTo>
                  <a:lnTo>
                    <a:pt x="4894834" y="132969"/>
                  </a:lnTo>
                  <a:lnTo>
                    <a:pt x="4887087" y="120269"/>
                  </a:lnTo>
                  <a:lnTo>
                    <a:pt x="4879086" y="107569"/>
                  </a:lnTo>
                  <a:lnTo>
                    <a:pt x="4871212" y="94869"/>
                  </a:lnTo>
                  <a:lnTo>
                    <a:pt x="4863465" y="82169"/>
                  </a:lnTo>
                  <a:lnTo>
                    <a:pt x="4855464" y="69469"/>
                  </a:lnTo>
                  <a:lnTo>
                    <a:pt x="4847717" y="69469"/>
                  </a:lnTo>
                  <a:lnTo>
                    <a:pt x="4832223" y="44069"/>
                  </a:lnTo>
                  <a:lnTo>
                    <a:pt x="4824603" y="44069"/>
                  </a:lnTo>
                  <a:lnTo>
                    <a:pt x="4816729" y="31369"/>
                  </a:lnTo>
                  <a:lnTo>
                    <a:pt x="4801235" y="18669"/>
                  </a:lnTo>
                  <a:lnTo>
                    <a:pt x="4785614" y="18669"/>
                  </a:lnTo>
                  <a:lnTo>
                    <a:pt x="4769993" y="5969"/>
                  </a:lnTo>
                  <a:lnTo>
                    <a:pt x="4691634" y="5969"/>
                  </a:lnTo>
                  <a:lnTo>
                    <a:pt x="4676394" y="18669"/>
                  </a:lnTo>
                  <a:lnTo>
                    <a:pt x="4661281" y="18669"/>
                  </a:lnTo>
                  <a:lnTo>
                    <a:pt x="4646295" y="31369"/>
                  </a:lnTo>
                  <a:lnTo>
                    <a:pt x="4631563" y="31369"/>
                  </a:lnTo>
                  <a:lnTo>
                    <a:pt x="4602226" y="56769"/>
                  </a:lnTo>
                  <a:lnTo>
                    <a:pt x="4587875" y="69469"/>
                  </a:lnTo>
                  <a:lnTo>
                    <a:pt x="4573524" y="94869"/>
                  </a:lnTo>
                  <a:lnTo>
                    <a:pt x="4559173" y="107569"/>
                  </a:lnTo>
                  <a:lnTo>
                    <a:pt x="4530852" y="132969"/>
                  </a:lnTo>
                  <a:lnTo>
                    <a:pt x="4516628" y="158369"/>
                  </a:lnTo>
                  <a:lnTo>
                    <a:pt x="4502531" y="171069"/>
                  </a:lnTo>
                  <a:lnTo>
                    <a:pt x="4488561" y="196469"/>
                  </a:lnTo>
                  <a:lnTo>
                    <a:pt x="4474464" y="221869"/>
                  </a:lnTo>
                  <a:lnTo>
                    <a:pt x="4460494" y="234569"/>
                  </a:lnTo>
                  <a:lnTo>
                    <a:pt x="4432554" y="285369"/>
                  </a:lnTo>
                  <a:lnTo>
                    <a:pt x="4376915" y="361569"/>
                  </a:lnTo>
                  <a:lnTo>
                    <a:pt x="4393692" y="374269"/>
                  </a:lnTo>
                  <a:lnTo>
                    <a:pt x="4421505" y="336169"/>
                  </a:lnTo>
                  <a:lnTo>
                    <a:pt x="4449318" y="285369"/>
                  </a:lnTo>
                  <a:lnTo>
                    <a:pt x="4449191" y="285369"/>
                  </a:lnTo>
                  <a:lnTo>
                    <a:pt x="4477004" y="247269"/>
                  </a:lnTo>
                  <a:lnTo>
                    <a:pt x="4490847" y="221869"/>
                  </a:lnTo>
                  <a:lnTo>
                    <a:pt x="4504817" y="209169"/>
                  </a:lnTo>
                  <a:lnTo>
                    <a:pt x="4504690" y="209169"/>
                  </a:lnTo>
                  <a:lnTo>
                    <a:pt x="4518660" y="183769"/>
                  </a:lnTo>
                  <a:lnTo>
                    <a:pt x="4518533" y="183769"/>
                  </a:lnTo>
                  <a:lnTo>
                    <a:pt x="4532503" y="171069"/>
                  </a:lnTo>
                  <a:lnTo>
                    <a:pt x="4532376" y="171069"/>
                  </a:lnTo>
                  <a:lnTo>
                    <a:pt x="4546346" y="145669"/>
                  </a:lnTo>
                  <a:lnTo>
                    <a:pt x="4546219" y="145669"/>
                  </a:lnTo>
                  <a:lnTo>
                    <a:pt x="4560316" y="132969"/>
                  </a:lnTo>
                  <a:lnTo>
                    <a:pt x="4560062" y="132969"/>
                  </a:lnTo>
                  <a:lnTo>
                    <a:pt x="4574159" y="120269"/>
                  </a:lnTo>
                  <a:lnTo>
                    <a:pt x="4573905" y="120269"/>
                  </a:lnTo>
                  <a:lnTo>
                    <a:pt x="4588002" y="107569"/>
                  </a:lnTo>
                  <a:lnTo>
                    <a:pt x="4587748" y="107569"/>
                  </a:lnTo>
                  <a:lnTo>
                    <a:pt x="4601845" y="82169"/>
                  </a:lnTo>
                  <a:lnTo>
                    <a:pt x="4601591" y="94869"/>
                  </a:lnTo>
                  <a:lnTo>
                    <a:pt x="4608639" y="82169"/>
                  </a:lnTo>
                  <a:lnTo>
                    <a:pt x="4615688" y="69469"/>
                  </a:lnTo>
                  <a:lnTo>
                    <a:pt x="4615307" y="82169"/>
                  </a:lnTo>
                  <a:lnTo>
                    <a:pt x="4629404" y="69469"/>
                  </a:lnTo>
                  <a:lnTo>
                    <a:pt x="4629023" y="69469"/>
                  </a:lnTo>
                  <a:lnTo>
                    <a:pt x="4643247" y="56769"/>
                  </a:lnTo>
                  <a:lnTo>
                    <a:pt x="4642739" y="56769"/>
                  </a:lnTo>
                  <a:lnTo>
                    <a:pt x="4656963" y="44069"/>
                  </a:lnTo>
                  <a:lnTo>
                    <a:pt x="4656328" y="44069"/>
                  </a:lnTo>
                  <a:lnTo>
                    <a:pt x="4670552" y="31369"/>
                  </a:lnTo>
                  <a:lnTo>
                    <a:pt x="4696587" y="31369"/>
                  </a:lnTo>
                  <a:lnTo>
                    <a:pt x="4710938" y="18669"/>
                  </a:lnTo>
                  <a:lnTo>
                    <a:pt x="4749419" y="18669"/>
                  </a:lnTo>
                  <a:lnTo>
                    <a:pt x="4764024" y="31369"/>
                  </a:lnTo>
                  <a:lnTo>
                    <a:pt x="4776597" y="31369"/>
                  </a:lnTo>
                  <a:lnTo>
                    <a:pt x="4791202" y="44069"/>
                  </a:lnTo>
                  <a:lnTo>
                    <a:pt x="4790313" y="44069"/>
                  </a:lnTo>
                  <a:lnTo>
                    <a:pt x="4805045" y="56769"/>
                  </a:lnTo>
                  <a:lnTo>
                    <a:pt x="4818634" y="56769"/>
                  </a:lnTo>
                  <a:lnTo>
                    <a:pt x="4826127" y="69469"/>
                  </a:lnTo>
                  <a:lnTo>
                    <a:pt x="4825873" y="69469"/>
                  </a:lnTo>
                  <a:lnTo>
                    <a:pt x="4833239" y="82169"/>
                  </a:lnTo>
                  <a:lnTo>
                    <a:pt x="4839970" y="82169"/>
                  </a:lnTo>
                  <a:lnTo>
                    <a:pt x="4847590" y="94869"/>
                  </a:lnTo>
                  <a:lnTo>
                    <a:pt x="4847336" y="94869"/>
                  </a:lnTo>
                  <a:lnTo>
                    <a:pt x="4854829" y="107569"/>
                  </a:lnTo>
                  <a:lnTo>
                    <a:pt x="4854702" y="107569"/>
                  </a:lnTo>
                  <a:lnTo>
                    <a:pt x="4862322" y="120269"/>
                  </a:lnTo>
                  <a:lnTo>
                    <a:pt x="4862195" y="120269"/>
                  </a:lnTo>
                  <a:lnTo>
                    <a:pt x="4869815" y="132969"/>
                  </a:lnTo>
                  <a:lnTo>
                    <a:pt x="4869688" y="132969"/>
                  </a:lnTo>
                  <a:lnTo>
                    <a:pt x="4877435" y="145669"/>
                  </a:lnTo>
                  <a:lnTo>
                    <a:pt x="4877308" y="145669"/>
                  </a:lnTo>
                  <a:lnTo>
                    <a:pt x="4885182" y="158369"/>
                  </a:lnTo>
                  <a:lnTo>
                    <a:pt x="4885055" y="158369"/>
                  </a:lnTo>
                  <a:lnTo>
                    <a:pt x="4892929" y="171069"/>
                  </a:lnTo>
                  <a:lnTo>
                    <a:pt x="4892802" y="171069"/>
                  </a:lnTo>
                  <a:lnTo>
                    <a:pt x="4900803" y="196469"/>
                  </a:lnTo>
                  <a:lnTo>
                    <a:pt x="4900676" y="196469"/>
                  </a:lnTo>
                  <a:lnTo>
                    <a:pt x="4908550" y="209169"/>
                  </a:lnTo>
                  <a:lnTo>
                    <a:pt x="4916551" y="221869"/>
                  </a:lnTo>
                  <a:lnTo>
                    <a:pt x="4932553" y="272669"/>
                  </a:lnTo>
                  <a:lnTo>
                    <a:pt x="4940681" y="285369"/>
                  </a:lnTo>
                  <a:lnTo>
                    <a:pt x="4940554" y="285369"/>
                  </a:lnTo>
                  <a:lnTo>
                    <a:pt x="4948809" y="310769"/>
                  </a:lnTo>
                  <a:lnTo>
                    <a:pt x="4948682" y="310769"/>
                  </a:lnTo>
                  <a:lnTo>
                    <a:pt x="4956810" y="336169"/>
                  </a:lnTo>
                  <a:lnTo>
                    <a:pt x="4965065" y="348869"/>
                  </a:lnTo>
                  <a:lnTo>
                    <a:pt x="4964938" y="348869"/>
                  </a:lnTo>
                  <a:lnTo>
                    <a:pt x="4973193" y="374269"/>
                  </a:lnTo>
                  <a:lnTo>
                    <a:pt x="4989576" y="425069"/>
                  </a:lnTo>
                  <a:lnTo>
                    <a:pt x="5006086" y="475869"/>
                  </a:lnTo>
                  <a:lnTo>
                    <a:pt x="5022469" y="526669"/>
                  </a:lnTo>
                  <a:lnTo>
                    <a:pt x="5039106" y="577469"/>
                  </a:lnTo>
                  <a:lnTo>
                    <a:pt x="5055616" y="628269"/>
                  </a:lnTo>
                  <a:lnTo>
                    <a:pt x="5072126" y="691769"/>
                  </a:lnTo>
                  <a:lnTo>
                    <a:pt x="5088636" y="742569"/>
                  </a:lnTo>
                  <a:lnTo>
                    <a:pt x="5105019" y="793369"/>
                  </a:lnTo>
                  <a:lnTo>
                    <a:pt x="5121275" y="856869"/>
                  </a:lnTo>
                  <a:lnTo>
                    <a:pt x="5153533" y="958469"/>
                  </a:lnTo>
                  <a:lnTo>
                    <a:pt x="5169535" y="1009269"/>
                  </a:lnTo>
                  <a:lnTo>
                    <a:pt x="5200777" y="1110869"/>
                  </a:lnTo>
                  <a:lnTo>
                    <a:pt x="5208524" y="1136269"/>
                  </a:lnTo>
                  <a:lnTo>
                    <a:pt x="5216144" y="1148969"/>
                  </a:lnTo>
                  <a:lnTo>
                    <a:pt x="5231384" y="1199769"/>
                  </a:lnTo>
                  <a:lnTo>
                    <a:pt x="5238750" y="1212469"/>
                  </a:lnTo>
                  <a:lnTo>
                    <a:pt x="5246116" y="1237869"/>
                  </a:lnTo>
                  <a:lnTo>
                    <a:pt x="5253482" y="1250569"/>
                  </a:lnTo>
                  <a:lnTo>
                    <a:pt x="5260848" y="1275969"/>
                  </a:lnTo>
                  <a:lnTo>
                    <a:pt x="5267960" y="1288669"/>
                  </a:lnTo>
                  <a:lnTo>
                    <a:pt x="5275199" y="1314069"/>
                  </a:lnTo>
                  <a:lnTo>
                    <a:pt x="5282184" y="1326769"/>
                  </a:lnTo>
                  <a:lnTo>
                    <a:pt x="5289296" y="1339469"/>
                  </a:lnTo>
                  <a:lnTo>
                    <a:pt x="5296281" y="1352169"/>
                  </a:lnTo>
                  <a:lnTo>
                    <a:pt x="5309997" y="1377569"/>
                  </a:lnTo>
                  <a:lnTo>
                    <a:pt x="5323459" y="1402969"/>
                  </a:lnTo>
                  <a:lnTo>
                    <a:pt x="5330190" y="1402969"/>
                  </a:lnTo>
                  <a:lnTo>
                    <a:pt x="5336794" y="1415669"/>
                  </a:lnTo>
                  <a:lnTo>
                    <a:pt x="5343271" y="1428369"/>
                  </a:lnTo>
                  <a:lnTo>
                    <a:pt x="5356352" y="1428369"/>
                  </a:lnTo>
                  <a:lnTo>
                    <a:pt x="5362702" y="1441069"/>
                  </a:lnTo>
                  <a:lnTo>
                    <a:pt x="5369306" y="1441069"/>
                  </a:lnTo>
                  <a:lnTo>
                    <a:pt x="5382133" y="1453769"/>
                  </a:lnTo>
                  <a:lnTo>
                    <a:pt x="5457190" y="1453769"/>
                  </a:lnTo>
                  <a:lnTo>
                    <a:pt x="5468493" y="1441069"/>
                  </a:lnTo>
                  <a:lnTo>
                    <a:pt x="5479415" y="1428369"/>
                  </a:lnTo>
                  <a:lnTo>
                    <a:pt x="5489956" y="1415669"/>
                  </a:lnTo>
                  <a:lnTo>
                    <a:pt x="5500116" y="1415669"/>
                  </a:lnTo>
                  <a:lnTo>
                    <a:pt x="5510022" y="1390269"/>
                  </a:lnTo>
                  <a:lnTo>
                    <a:pt x="5519801" y="1377569"/>
                  </a:lnTo>
                  <a:lnTo>
                    <a:pt x="5529326" y="1364869"/>
                  </a:lnTo>
                  <a:lnTo>
                    <a:pt x="5538724" y="1352169"/>
                  </a:lnTo>
                  <a:lnTo>
                    <a:pt x="5547995" y="1326769"/>
                  </a:lnTo>
                  <a:lnTo>
                    <a:pt x="5557012" y="1314069"/>
                  </a:lnTo>
                  <a:lnTo>
                    <a:pt x="5565902" y="1288669"/>
                  </a:lnTo>
                  <a:lnTo>
                    <a:pt x="5574792" y="1275969"/>
                  </a:lnTo>
                  <a:lnTo>
                    <a:pt x="5583555" y="1250569"/>
                  </a:lnTo>
                  <a:lnTo>
                    <a:pt x="5600827" y="1199769"/>
                  </a:lnTo>
                  <a:lnTo>
                    <a:pt x="5609336" y="1187069"/>
                  </a:lnTo>
                  <a:lnTo>
                    <a:pt x="5626100" y="1136269"/>
                  </a:lnTo>
                  <a:lnTo>
                    <a:pt x="5637835" y="1102398"/>
                  </a:lnTo>
                  <a:lnTo>
                    <a:pt x="5661914" y="1110869"/>
                  </a:lnTo>
                  <a:close/>
                </a:path>
              </a:pathLst>
            </a:custGeom>
            <a:solidFill>
              <a:srgbClr val="D9D9D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2" name="object 22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4277867" y="2750820"/>
              <a:ext cx="406146" cy="215646"/>
            </a:xfrm>
            <a:prstGeom prst="rect">
              <a:avLst/>
            </a:prstGeom>
          </p:spPr>
        </p:pic>
        <p:pic>
          <p:nvPicPr>
            <p:cNvPr id="23" name="object 23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5750052" y="2750820"/>
              <a:ext cx="194310" cy="215646"/>
            </a:xfrm>
            <a:prstGeom prst="rect">
              <a:avLst/>
            </a:prstGeom>
          </p:spPr>
        </p:pic>
        <p:pic>
          <p:nvPicPr>
            <p:cNvPr id="24" name="object 24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7219188" y="2750820"/>
              <a:ext cx="407670" cy="215646"/>
            </a:xfrm>
            <a:prstGeom prst="rect">
              <a:avLst/>
            </a:prstGeom>
          </p:spPr>
        </p:pic>
        <p:pic>
          <p:nvPicPr>
            <p:cNvPr id="25" name="object 25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2807207" y="2750820"/>
              <a:ext cx="406145" cy="215646"/>
            </a:xfrm>
            <a:prstGeom prst="rect">
              <a:avLst/>
            </a:prstGeom>
          </p:spPr>
        </p:pic>
        <p:pic>
          <p:nvPicPr>
            <p:cNvPr id="26" name="object 26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3322319" y="3294888"/>
              <a:ext cx="204216" cy="202692"/>
            </a:xfrm>
            <a:prstGeom prst="rect">
              <a:avLst/>
            </a:prstGeom>
          </p:spPr>
        </p:pic>
        <p:pic>
          <p:nvPicPr>
            <p:cNvPr id="27" name="object 27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3639311" y="3288791"/>
              <a:ext cx="202692" cy="204216"/>
            </a:xfrm>
            <a:prstGeom prst="rect">
              <a:avLst/>
            </a:prstGeom>
          </p:spPr>
        </p:pic>
        <p:pic>
          <p:nvPicPr>
            <p:cNvPr id="28" name="object 28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3951732" y="3288791"/>
              <a:ext cx="202692" cy="204216"/>
            </a:xfrm>
            <a:prstGeom prst="rect">
              <a:avLst/>
            </a:prstGeom>
          </p:spPr>
        </p:pic>
        <p:pic>
          <p:nvPicPr>
            <p:cNvPr id="29" name="object 29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4783835" y="3300983"/>
              <a:ext cx="204215" cy="204216"/>
            </a:xfrm>
            <a:prstGeom prst="rect">
              <a:avLst/>
            </a:prstGeom>
          </p:spPr>
        </p:pic>
        <p:pic>
          <p:nvPicPr>
            <p:cNvPr id="30" name="object 30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5100827" y="3296412"/>
              <a:ext cx="202692" cy="202692"/>
            </a:xfrm>
            <a:prstGeom prst="rect">
              <a:avLst/>
            </a:prstGeom>
          </p:spPr>
        </p:pic>
        <p:pic>
          <p:nvPicPr>
            <p:cNvPr id="31" name="object 31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5413248" y="3296412"/>
              <a:ext cx="204215" cy="202692"/>
            </a:xfrm>
            <a:prstGeom prst="rect">
              <a:avLst/>
            </a:prstGeom>
          </p:spPr>
        </p:pic>
        <p:pic>
          <p:nvPicPr>
            <p:cNvPr id="32" name="object 32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6242303" y="3297936"/>
              <a:ext cx="202692" cy="202692"/>
            </a:xfrm>
            <a:prstGeom prst="rect">
              <a:avLst/>
            </a:prstGeom>
          </p:spPr>
        </p:pic>
        <p:pic>
          <p:nvPicPr>
            <p:cNvPr id="33" name="object 33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6557771" y="3291840"/>
              <a:ext cx="204216" cy="204216"/>
            </a:xfrm>
            <a:prstGeom prst="rect">
              <a:avLst/>
            </a:prstGeom>
          </p:spPr>
        </p:pic>
        <p:pic>
          <p:nvPicPr>
            <p:cNvPr id="34" name="object 34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6870191" y="3291840"/>
              <a:ext cx="204215" cy="204216"/>
            </a:xfrm>
            <a:prstGeom prst="rect">
              <a:avLst/>
            </a:prstGeom>
          </p:spPr>
        </p:pic>
      </p:grpSp>
      <p:pic>
        <p:nvPicPr>
          <p:cNvPr id="35" name="object 35"/>
          <p:cNvPicPr/>
          <p:nvPr/>
        </p:nvPicPr>
        <p:blipFill>
          <a:blip r:embed="rId18" cstate="print"/>
          <a:stretch>
            <a:fillRect/>
          </a:stretch>
        </p:blipFill>
        <p:spPr>
          <a:xfrm>
            <a:off x="3521973" y="2162606"/>
            <a:ext cx="375656" cy="203403"/>
          </a:xfrm>
          <a:prstGeom prst="rect">
            <a:avLst/>
          </a:prstGeom>
        </p:spPr>
      </p:pic>
      <p:pic>
        <p:nvPicPr>
          <p:cNvPr id="36" name="object 36"/>
          <p:cNvPicPr/>
          <p:nvPr/>
        </p:nvPicPr>
        <p:blipFill>
          <a:blip r:embed="rId19" cstate="print"/>
          <a:stretch>
            <a:fillRect/>
          </a:stretch>
        </p:blipFill>
        <p:spPr>
          <a:xfrm>
            <a:off x="5052108" y="4421174"/>
            <a:ext cx="212549" cy="203403"/>
          </a:xfrm>
          <a:prstGeom prst="rect">
            <a:avLst/>
          </a:prstGeom>
        </p:spPr>
      </p:pic>
      <p:pic>
        <p:nvPicPr>
          <p:cNvPr id="37" name="object 37"/>
          <p:cNvPicPr/>
          <p:nvPr/>
        </p:nvPicPr>
        <p:blipFill>
          <a:blip r:embed="rId20" cstate="print"/>
          <a:stretch>
            <a:fillRect/>
          </a:stretch>
        </p:blipFill>
        <p:spPr>
          <a:xfrm>
            <a:off x="5084127" y="2164130"/>
            <a:ext cx="162242" cy="203403"/>
          </a:xfrm>
          <a:prstGeom prst="rect">
            <a:avLst/>
          </a:prstGeom>
        </p:spPr>
      </p:pic>
      <p:pic>
        <p:nvPicPr>
          <p:cNvPr id="38" name="object 38"/>
          <p:cNvPicPr/>
          <p:nvPr/>
        </p:nvPicPr>
        <p:blipFill>
          <a:blip r:embed="rId21" cstate="print"/>
          <a:stretch>
            <a:fillRect/>
          </a:stretch>
        </p:blipFill>
        <p:spPr>
          <a:xfrm>
            <a:off x="6405379" y="4421174"/>
            <a:ext cx="425949" cy="203403"/>
          </a:xfrm>
          <a:prstGeom prst="rect">
            <a:avLst/>
          </a:prstGeom>
        </p:spPr>
      </p:pic>
      <p:pic>
        <p:nvPicPr>
          <p:cNvPr id="39" name="object 39"/>
          <p:cNvPicPr/>
          <p:nvPr/>
        </p:nvPicPr>
        <p:blipFill>
          <a:blip r:embed="rId22" cstate="print"/>
          <a:stretch>
            <a:fillRect/>
          </a:stretch>
        </p:blipFill>
        <p:spPr>
          <a:xfrm>
            <a:off x="6438909" y="2162606"/>
            <a:ext cx="375656" cy="203403"/>
          </a:xfrm>
          <a:prstGeom prst="rect">
            <a:avLst/>
          </a:prstGeom>
        </p:spPr>
      </p:pic>
      <p:grpSp>
        <p:nvGrpSpPr>
          <p:cNvPr id="40" name="object 40"/>
          <p:cNvGrpSpPr/>
          <p:nvPr/>
        </p:nvGrpSpPr>
        <p:grpSpPr>
          <a:xfrm>
            <a:off x="1697767" y="4696967"/>
            <a:ext cx="6175375" cy="239395"/>
            <a:chOff x="1697767" y="4696967"/>
            <a:chExt cx="6175375" cy="239395"/>
          </a:xfrm>
        </p:grpSpPr>
        <p:pic>
          <p:nvPicPr>
            <p:cNvPr id="41" name="object 41"/>
            <p:cNvPicPr/>
            <p:nvPr/>
          </p:nvPicPr>
          <p:blipFill>
            <a:blip r:embed="rId23" cstate="print"/>
            <a:stretch>
              <a:fillRect/>
            </a:stretch>
          </p:blipFill>
          <p:spPr>
            <a:xfrm>
              <a:off x="1697767" y="4735141"/>
              <a:ext cx="331438" cy="139372"/>
            </a:xfrm>
            <a:prstGeom prst="rect">
              <a:avLst/>
            </a:prstGeom>
          </p:spPr>
        </p:pic>
        <p:pic>
          <p:nvPicPr>
            <p:cNvPr id="42" name="object 42"/>
            <p:cNvPicPr/>
            <p:nvPr/>
          </p:nvPicPr>
          <p:blipFill>
            <a:blip r:embed="rId24" cstate="print"/>
            <a:stretch>
              <a:fillRect/>
            </a:stretch>
          </p:blipFill>
          <p:spPr>
            <a:xfrm>
              <a:off x="1978151" y="4696967"/>
              <a:ext cx="5894832" cy="239268"/>
            </a:xfrm>
            <a:prstGeom prst="rect">
              <a:avLst/>
            </a:prstGeom>
          </p:spPr>
        </p:pic>
      </p:grpSp>
      <p:pic>
        <p:nvPicPr>
          <p:cNvPr id="43" name="object 43"/>
          <p:cNvPicPr/>
          <p:nvPr/>
        </p:nvPicPr>
        <p:blipFill>
          <a:blip r:embed="rId25" cstate="print"/>
          <a:stretch>
            <a:fillRect/>
          </a:stretch>
        </p:blipFill>
        <p:spPr>
          <a:xfrm>
            <a:off x="3488444" y="4421174"/>
            <a:ext cx="425949" cy="203403"/>
          </a:xfrm>
          <a:prstGeom prst="rect">
            <a:avLst/>
          </a:prstGeom>
        </p:spPr>
      </p:pic>
      <p:sp>
        <p:nvSpPr>
          <p:cNvPr id="44" name="object 44"/>
          <p:cNvSpPr/>
          <p:nvPr/>
        </p:nvSpPr>
        <p:spPr>
          <a:xfrm>
            <a:off x="7966709" y="4450841"/>
            <a:ext cx="478790" cy="76200"/>
          </a:xfrm>
          <a:custGeom>
            <a:avLst/>
            <a:gdLst/>
            <a:ahLst/>
            <a:cxnLst/>
            <a:rect l="l" t="t" r="r" b="b"/>
            <a:pathLst>
              <a:path w="478790" h="76200">
                <a:moveTo>
                  <a:pt x="76200" y="0"/>
                </a:moveTo>
                <a:lnTo>
                  <a:pt x="0" y="38099"/>
                </a:lnTo>
                <a:lnTo>
                  <a:pt x="76200" y="76199"/>
                </a:lnTo>
                <a:lnTo>
                  <a:pt x="76200" y="48005"/>
                </a:lnTo>
                <a:lnTo>
                  <a:pt x="63500" y="48005"/>
                </a:lnTo>
                <a:lnTo>
                  <a:pt x="63500" y="28193"/>
                </a:lnTo>
                <a:lnTo>
                  <a:pt x="76200" y="28193"/>
                </a:lnTo>
                <a:lnTo>
                  <a:pt x="76200" y="0"/>
                </a:lnTo>
                <a:close/>
              </a:path>
              <a:path w="478790" h="76200">
                <a:moveTo>
                  <a:pt x="76200" y="28193"/>
                </a:moveTo>
                <a:lnTo>
                  <a:pt x="63500" y="28193"/>
                </a:lnTo>
                <a:lnTo>
                  <a:pt x="63500" y="48005"/>
                </a:lnTo>
                <a:lnTo>
                  <a:pt x="76200" y="48005"/>
                </a:lnTo>
                <a:lnTo>
                  <a:pt x="76200" y="28193"/>
                </a:lnTo>
                <a:close/>
              </a:path>
              <a:path w="478790" h="76200">
                <a:moveTo>
                  <a:pt x="478409" y="28193"/>
                </a:moveTo>
                <a:lnTo>
                  <a:pt x="76200" y="28193"/>
                </a:lnTo>
                <a:lnTo>
                  <a:pt x="76200" y="48005"/>
                </a:lnTo>
                <a:lnTo>
                  <a:pt x="478409" y="48005"/>
                </a:lnTo>
                <a:lnTo>
                  <a:pt x="478409" y="28193"/>
                </a:lnTo>
                <a:close/>
              </a:path>
            </a:pathLst>
          </a:custGeom>
          <a:solidFill>
            <a:srgbClr val="183DAF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45" name="object 45"/>
          <p:cNvPicPr/>
          <p:nvPr/>
        </p:nvPicPr>
        <p:blipFill>
          <a:blip r:embed="rId26" cstate="print"/>
          <a:stretch>
            <a:fillRect/>
          </a:stretch>
        </p:blipFill>
        <p:spPr>
          <a:xfrm>
            <a:off x="8552696" y="4436424"/>
            <a:ext cx="389373" cy="171389"/>
          </a:xfrm>
          <a:prstGeom prst="rect">
            <a:avLst/>
          </a:prstGeom>
        </p:spPr>
      </p:pic>
      <p:sp>
        <p:nvSpPr>
          <p:cNvPr id="46" name="object 46"/>
          <p:cNvSpPr/>
          <p:nvPr/>
        </p:nvSpPr>
        <p:spPr>
          <a:xfrm>
            <a:off x="7966709" y="2248661"/>
            <a:ext cx="478790" cy="76200"/>
          </a:xfrm>
          <a:custGeom>
            <a:avLst/>
            <a:gdLst/>
            <a:ahLst/>
            <a:cxnLst/>
            <a:rect l="l" t="t" r="r" b="b"/>
            <a:pathLst>
              <a:path w="478790" h="76200">
                <a:moveTo>
                  <a:pt x="76200" y="0"/>
                </a:moveTo>
                <a:lnTo>
                  <a:pt x="0" y="38100"/>
                </a:lnTo>
                <a:lnTo>
                  <a:pt x="76200" y="76200"/>
                </a:lnTo>
                <a:lnTo>
                  <a:pt x="76200" y="48005"/>
                </a:lnTo>
                <a:lnTo>
                  <a:pt x="63500" y="48005"/>
                </a:lnTo>
                <a:lnTo>
                  <a:pt x="63500" y="28193"/>
                </a:lnTo>
                <a:lnTo>
                  <a:pt x="76200" y="28193"/>
                </a:lnTo>
                <a:lnTo>
                  <a:pt x="76200" y="0"/>
                </a:lnTo>
                <a:close/>
              </a:path>
              <a:path w="478790" h="76200">
                <a:moveTo>
                  <a:pt x="76200" y="28193"/>
                </a:moveTo>
                <a:lnTo>
                  <a:pt x="63500" y="28193"/>
                </a:lnTo>
                <a:lnTo>
                  <a:pt x="63500" y="48005"/>
                </a:lnTo>
                <a:lnTo>
                  <a:pt x="76200" y="48005"/>
                </a:lnTo>
                <a:lnTo>
                  <a:pt x="76200" y="28193"/>
                </a:lnTo>
                <a:close/>
              </a:path>
              <a:path w="478790" h="76200">
                <a:moveTo>
                  <a:pt x="478409" y="28193"/>
                </a:moveTo>
                <a:lnTo>
                  <a:pt x="76200" y="28193"/>
                </a:lnTo>
                <a:lnTo>
                  <a:pt x="76200" y="48005"/>
                </a:lnTo>
                <a:lnTo>
                  <a:pt x="478409" y="48005"/>
                </a:lnTo>
                <a:lnTo>
                  <a:pt x="478409" y="28193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47" name="object 47"/>
          <p:cNvPicPr/>
          <p:nvPr/>
        </p:nvPicPr>
        <p:blipFill>
          <a:blip r:embed="rId27" cstate="print"/>
          <a:stretch>
            <a:fillRect/>
          </a:stretch>
        </p:blipFill>
        <p:spPr>
          <a:xfrm>
            <a:off x="8545088" y="2229670"/>
            <a:ext cx="505185" cy="175963"/>
          </a:xfrm>
          <a:prstGeom prst="rect">
            <a:avLst/>
          </a:prstGeom>
        </p:spPr>
      </p:pic>
      <p:sp>
        <p:nvSpPr>
          <p:cNvPr id="48" name="object 48"/>
          <p:cNvSpPr/>
          <p:nvPr/>
        </p:nvSpPr>
        <p:spPr>
          <a:xfrm>
            <a:off x="1454658" y="3358134"/>
            <a:ext cx="478790" cy="76200"/>
          </a:xfrm>
          <a:custGeom>
            <a:avLst/>
            <a:gdLst/>
            <a:ahLst/>
            <a:cxnLst/>
            <a:rect l="l" t="t" r="r" b="b"/>
            <a:pathLst>
              <a:path w="478789" h="76200">
                <a:moveTo>
                  <a:pt x="402209" y="0"/>
                </a:moveTo>
                <a:lnTo>
                  <a:pt x="402209" y="76200"/>
                </a:lnTo>
                <a:lnTo>
                  <a:pt x="458597" y="48005"/>
                </a:lnTo>
                <a:lnTo>
                  <a:pt x="414909" y="48005"/>
                </a:lnTo>
                <a:lnTo>
                  <a:pt x="414909" y="28193"/>
                </a:lnTo>
                <a:lnTo>
                  <a:pt x="458596" y="28193"/>
                </a:lnTo>
                <a:lnTo>
                  <a:pt x="402209" y="0"/>
                </a:lnTo>
                <a:close/>
              </a:path>
              <a:path w="478789" h="76200">
                <a:moveTo>
                  <a:pt x="402209" y="28193"/>
                </a:moveTo>
                <a:lnTo>
                  <a:pt x="0" y="28193"/>
                </a:lnTo>
                <a:lnTo>
                  <a:pt x="0" y="48005"/>
                </a:lnTo>
                <a:lnTo>
                  <a:pt x="402209" y="48005"/>
                </a:lnTo>
                <a:lnTo>
                  <a:pt x="402209" y="28193"/>
                </a:lnTo>
                <a:close/>
              </a:path>
              <a:path w="478789" h="76200">
                <a:moveTo>
                  <a:pt x="458596" y="28193"/>
                </a:moveTo>
                <a:lnTo>
                  <a:pt x="414909" y="28193"/>
                </a:lnTo>
                <a:lnTo>
                  <a:pt x="414909" y="48005"/>
                </a:lnTo>
                <a:lnTo>
                  <a:pt x="458597" y="48005"/>
                </a:lnTo>
                <a:lnTo>
                  <a:pt x="478409" y="38100"/>
                </a:lnTo>
                <a:lnTo>
                  <a:pt x="458596" y="28193"/>
                </a:lnTo>
                <a:close/>
              </a:path>
            </a:pathLst>
          </a:custGeom>
          <a:solidFill>
            <a:srgbClr val="A6A6A6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49" name="object 49"/>
          <p:cNvPicPr/>
          <p:nvPr/>
        </p:nvPicPr>
        <p:blipFill>
          <a:blip r:embed="rId28" cstate="print"/>
          <a:stretch>
            <a:fillRect/>
          </a:stretch>
        </p:blipFill>
        <p:spPr>
          <a:xfrm>
            <a:off x="854970" y="3336107"/>
            <a:ext cx="517391" cy="143946"/>
          </a:xfrm>
          <a:prstGeom prst="rect">
            <a:avLst/>
          </a:prstGeom>
        </p:spPr>
      </p:pic>
      <p:pic>
        <p:nvPicPr>
          <p:cNvPr id="50" name="object 50"/>
          <p:cNvPicPr/>
          <p:nvPr/>
        </p:nvPicPr>
        <p:blipFill>
          <a:blip r:embed="rId29" cstate="print"/>
          <a:stretch>
            <a:fillRect/>
          </a:stretch>
        </p:blipFill>
        <p:spPr>
          <a:xfrm>
            <a:off x="710183" y="5349240"/>
            <a:ext cx="2669286" cy="162306"/>
          </a:xfrm>
          <a:prstGeom prst="rect">
            <a:avLst/>
          </a:prstGeom>
        </p:spPr>
      </p:pic>
    </p:spTree>
  </p:cSld>
  <p:clrMapOvr>
    <a:masterClrMapping/>
  </p:clrMapOvr>
</p:sld>
</file>

<file path=ppt/slides/slide2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337579" y="6524434"/>
            <a:ext cx="105886" cy="90487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54151" y="6527292"/>
            <a:ext cx="1794510" cy="142494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862571" y="6521195"/>
            <a:ext cx="2327910" cy="118110"/>
          </a:xfrm>
          <a:prstGeom prst="rect">
            <a:avLst/>
          </a:prstGeom>
        </p:spPr>
      </p:pic>
      <p:sp>
        <p:nvSpPr>
          <p:cNvPr id="5" name="object 5"/>
          <p:cNvSpPr/>
          <p:nvPr/>
        </p:nvSpPr>
        <p:spPr>
          <a:xfrm>
            <a:off x="559308" y="1440180"/>
            <a:ext cx="36830" cy="180340"/>
          </a:xfrm>
          <a:custGeom>
            <a:avLst/>
            <a:gdLst/>
            <a:ahLst/>
            <a:cxnLst/>
            <a:rect l="l" t="t" r="r" b="b"/>
            <a:pathLst>
              <a:path w="36829" h="180340">
                <a:moveTo>
                  <a:pt x="36576" y="0"/>
                </a:moveTo>
                <a:lnTo>
                  <a:pt x="0" y="0"/>
                </a:lnTo>
                <a:lnTo>
                  <a:pt x="0" y="179832"/>
                </a:lnTo>
                <a:lnTo>
                  <a:pt x="36576" y="179832"/>
                </a:lnTo>
                <a:lnTo>
                  <a:pt x="36576" y="0"/>
                </a:lnTo>
                <a:close/>
              </a:path>
            </a:pathLst>
          </a:custGeom>
          <a:solidFill>
            <a:srgbClr val="183DAF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6" name="object 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719327" y="1464563"/>
            <a:ext cx="2308098" cy="174498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437489" y="431419"/>
            <a:ext cx="173672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FFFFFF"/>
                </a:solidFill>
                <a:latin typeface="Ebrima"/>
                <a:cs typeface="Ebrima"/>
              </a:rPr>
              <a:t>3.3.</a:t>
            </a:r>
            <a:r>
              <a:rPr sz="1800" spc="-15" dirty="0">
                <a:solidFill>
                  <a:srgbClr val="FFFFFF"/>
                </a:solidFill>
                <a:latin typeface="Ebrima"/>
                <a:cs typeface="Ebrima"/>
              </a:rPr>
              <a:t> </a:t>
            </a:r>
            <a:r>
              <a:rPr sz="1800" dirty="0">
                <a:solidFill>
                  <a:srgbClr val="FFFFFF"/>
                </a:solidFill>
                <a:latin typeface="Ebrima"/>
                <a:cs typeface="Ebrima"/>
              </a:rPr>
              <a:t>AI</a:t>
            </a:r>
            <a:r>
              <a:rPr sz="1800" spc="-15" dirty="0">
                <a:solidFill>
                  <a:srgbClr val="FFFFFF"/>
                </a:solidFill>
                <a:latin typeface="Ebrima"/>
                <a:cs typeface="Ebrima"/>
              </a:rPr>
              <a:t> </a:t>
            </a:r>
            <a:r>
              <a:rPr sz="1800" dirty="0">
                <a:solidFill>
                  <a:srgbClr val="FFFFFF"/>
                </a:solidFill>
                <a:latin typeface="Ebrima"/>
                <a:cs typeface="Ebrima"/>
              </a:rPr>
              <a:t>with</a:t>
            </a:r>
            <a:r>
              <a:rPr sz="1800" spc="-5" dirty="0">
                <a:solidFill>
                  <a:srgbClr val="FFFFFF"/>
                </a:solidFill>
                <a:latin typeface="Ebrima"/>
                <a:cs typeface="Ebrima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Ebrima"/>
                <a:cs typeface="Ebrima"/>
              </a:rPr>
              <a:t>Keras</a:t>
            </a:r>
            <a:endParaRPr sz="1800">
              <a:latin typeface="Ebrima"/>
              <a:cs typeface="Ebrim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8671941" y="463677"/>
            <a:ext cx="80962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dirty="0">
                <a:solidFill>
                  <a:srgbClr val="D9D9D9"/>
                </a:solidFill>
                <a:latin typeface="Ebrima"/>
                <a:cs typeface="Ebrima"/>
              </a:rPr>
              <a:t>UNIT</a:t>
            </a:r>
            <a:r>
              <a:rPr sz="1600" spc="400" dirty="0">
                <a:solidFill>
                  <a:srgbClr val="D9D9D9"/>
                </a:solidFill>
                <a:latin typeface="Ebrima"/>
                <a:cs typeface="Ebrima"/>
              </a:rPr>
              <a:t> </a:t>
            </a:r>
            <a:r>
              <a:rPr sz="1600" spc="-35" dirty="0">
                <a:solidFill>
                  <a:srgbClr val="D9D9D9"/>
                </a:solidFill>
                <a:latin typeface="Ebrima"/>
                <a:cs typeface="Ebrima"/>
              </a:rPr>
              <a:t>03</a:t>
            </a:r>
            <a:endParaRPr sz="1600">
              <a:latin typeface="Ebrima"/>
              <a:cs typeface="Ebrima"/>
            </a:endParaRPr>
          </a:p>
        </p:txBody>
      </p:sp>
      <p:pic>
        <p:nvPicPr>
          <p:cNvPr id="9" name="object 9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710183" y="1805939"/>
            <a:ext cx="3419094" cy="459486"/>
          </a:xfrm>
          <a:prstGeom prst="rect">
            <a:avLst/>
          </a:prstGeom>
        </p:spPr>
      </p:pic>
      <p:grpSp>
        <p:nvGrpSpPr>
          <p:cNvPr id="10" name="object 10"/>
          <p:cNvGrpSpPr/>
          <p:nvPr/>
        </p:nvGrpSpPr>
        <p:grpSpPr>
          <a:xfrm>
            <a:off x="2135134" y="5183123"/>
            <a:ext cx="6175375" cy="239395"/>
            <a:chOff x="2135134" y="5183123"/>
            <a:chExt cx="6175375" cy="239395"/>
          </a:xfrm>
        </p:grpSpPr>
        <p:pic>
          <p:nvPicPr>
            <p:cNvPr id="11" name="object 11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2135134" y="5222772"/>
              <a:ext cx="329935" cy="137897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2414015" y="5183123"/>
              <a:ext cx="5896356" cy="239267"/>
            </a:xfrm>
            <a:prstGeom prst="rect">
              <a:avLst/>
            </a:prstGeom>
          </p:spPr>
        </p:pic>
      </p:grpSp>
      <p:grpSp>
        <p:nvGrpSpPr>
          <p:cNvPr id="13" name="object 13"/>
          <p:cNvGrpSpPr/>
          <p:nvPr/>
        </p:nvGrpSpPr>
        <p:grpSpPr>
          <a:xfrm>
            <a:off x="2398014" y="3245357"/>
            <a:ext cx="5108575" cy="1439545"/>
            <a:chOff x="2398014" y="3245357"/>
            <a:chExt cx="5108575" cy="1439545"/>
          </a:xfrm>
        </p:grpSpPr>
        <p:sp>
          <p:nvSpPr>
            <p:cNvPr id="14" name="object 14"/>
            <p:cNvSpPr/>
            <p:nvPr/>
          </p:nvSpPr>
          <p:spPr>
            <a:xfrm>
              <a:off x="2703576" y="3604259"/>
              <a:ext cx="1300480" cy="719455"/>
            </a:xfrm>
            <a:custGeom>
              <a:avLst/>
              <a:gdLst/>
              <a:ahLst/>
              <a:cxnLst/>
              <a:rect l="l" t="t" r="r" b="b"/>
              <a:pathLst>
                <a:path w="1300479" h="719454">
                  <a:moveTo>
                    <a:pt x="1262379" y="0"/>
                  </a:moveTo>
                  <a:lnTo>
                    <a:pt x="37592" y="0"/>
                  </a:lnTo>
                  <a:lnTo>
                    <a:pt x="22931" y="2944"/>
                  </a:lnTo>
                  <a:lnTo>
                    <a:pt x="10985" y="10985"/>
                  </a:lnTo>
                  <a:lnTo>
                    <a:pt x="2944" y="22931"/>
                  </a:lnTo>
                  <a:lnTo>
                    <a:pt x="0" y="37591"/>
                  </a:lnTo>
                  <a:lnTo>
                    <a:pt x="0" y="681735"/>
                  </a:lnTo>
                  <a:lnTo>
                    <a:pt x="2944" y="696396"/>
                  </a:lnTo>
                  <a:lnTo>
                    <a:pt x="10985" y="708342"/>
                  </a:lnTo>
                  <a:lnTo>
                    <a:pt x="22931" y="716383"/>
                  </a:lnTo>
                  <a:lnTo>
                    <a:pt x="37592" y="719327"/>
                  </a:lnTo>
                  <a:lnTo>
                    <a:pt x="1262379" y="719327"/>
                  </a:lnTo>
                  <a:lnTo>
                    <a:pt x="1277040" y="716383"/>
                  </a:lnTo>
                  <a:lnTo>
                    <a:pt x="1288986" y="708342"/>
                  </a:lnTo>
                  <a:lnTo>
                    <a:pt x="1297027" y="696396"/>
                  </a:lnTo>
                  <a:lnTo>
                    <a:pt x="1299972" y="681735"/>
                  </a:lnTo>
                  <a:lnTo>
                    <a:pt x="1299972" y="37591"/>
                  </a:lnTo>
                  <a:lnTo>
                    <a:pt x="1297027" y="22931"/>
                  </a:lnTo>
                  <a:lnTo>
                    <a:pt x="1288986" y="10985"/>
                  </a:lnTo>
                  <a:lnTo>
                    <a:pt x="1277040" y="2944"/>
                  </a:lnTo>
                  <a:lnTo>
                    <a:pt x="1262379" y="0"/>
                  </a:lnTo>
                  <a:close/>
                </a:path>
              </a:pathLst>
            </a:custGeom>
            <a:solidFill>
              <a:srgbClr val="CFE1F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2703576" y="3604259"/>
              <a:ext cx="1300480" cy="719455"/>
            </a:xfrm>
            <a:custGeom>
              <a:avLst/>
              <a:gdLst/>
              <a:ahLst/>
              <a:cxnLst/>
              <a:rect l="l" t="t" r="r" b="b"/>
              <a:pathLst>
                <a:path w="1300479" h="719454">
                  <a:moveTo>
                    <a:pt x="0" y="37591"/>
                  </a:moveTo>
                  <a:lnTo>
                    <a:pt x="2944" y="22931"/>
                  </a:lnTo>
                  <a:lnTo>
                    <a:pt x="10985" y="10985"/>
                  </a:lnTo>
                  <a:lnTo>
                    <a:pt x="22931" y="2944"/>
                  </a:lnTo>
                  <a:lnTo>
                    <a:pt x="37592" y="0"/>
                  </a:lnTo>
                  <a:lnTo>
                    <a:pt x="1262379" y="0"/>
                  </a:lnTo>
                  <a:lnTo>
                    <a:pt x="1277040" y="2944"/>
                  </a:lnTo>
                  <a:lnTo>
                    <a:pt x="1288986" y="10985"/>
                  </a:lnTo>
                  <a:lnTo>
                    <a:pt x="1297027" y="22931"/>
                  </a:lnTo>
                  <a:lnTo>
                    <a:pt x="1299972" y="37591"/>
                  </a:lnTo>
                  <a:lnTo>
                    <a:pt x="1299972" y="681735"/>
                  </a:lnTo>
                  <a:lnTo>
                    <a:pt x="1297027" y="696396"/>
                  </a:lnTo>
                  <a:lnTo>
                    <a:pt x="1288986" y="708342"/>
                  </a:lnTo>
                  <a:lnTo>
                    <a:pt x="1277040" y="716383"/>
                  </a:lnTo>
                  <a:lnTo>
                    <a:pt x="1262379" y="719327"/>
                  </a:lnTo>
                  <a:lnTo>
                    <a:pt x="37592" y="719327"/>
                  </a:lnTo>
                  <a:lnTo>
                    <a:pt x="22931" y="716383"/>
                  </a:lnTo>
                  <a:lnTo>
                    <a:pt x="10985" y="708342"/>
                  </a:lnTo>
                  <a:lnTo>
                    <a:pt x="2944" y="696396"/>
                  </a:lnTo>
                  <a:lnTo>
                    <a:pt x="0" y="681735"/>
                  </a:lnTo>
                  <a:lnTo>
                    <a:pt x="0" y="37591"/>
                  </a:lnTo>
                  <a:close/>
                </a:path>
              </a:pathLst>
            </a:custGeom>
            <a:ln w="9143">
              <a:solidFill>
                <a:srgbClr val="183D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2843022" y="3245357"/>
              <a:ext cx="1449705" cy="1439545"/>
            </a:xfrm>
            <a:custGeom>
              <a:avLst/>
              <a:gdLst/>
              <a:ahLst/>
              <a:cxnLst/>
              <a:rect l="l" t="t" r="r" b="b"/>
              <a:pathLst>
                <a:path w="1449704" h="1439545">
                  <a:moveTo>
                    <a:pt x="76200" y="1155192"/>
                  </a:moveTo>
                  <a:lnTo>
                    <a:pt x="69850" y="1142492"/>
                  </a:lnTo>
                  <a:lnTo>
                    <a:pt x="38100" y="1078992"/>
                  </a:lnTo>
                  <a:lnTo>
                    <a:pt x="0" y="1155192"/>
                  </a:lnTo>
                  <a:lnTo>
                    <a:pt x="28194" y="1155192"/>
                  </a:lnTo>
                  <a:lnTo>
                    <a:pt x="28194" y="1439037"/>
                  </a:lnTo>
                  <a:lnTo>
                    <a:pt x="48006" y="1439037"/>
                  </a:lnTo>
                  <a:lnTo>
                    <a:pt x="48006" y="1155192"/>
                  </a:lnTo>
                  <a:lnTo>
                    <a:pt x="76200" y="1155192"/>
                  </a:lnTo>
                  <a:close/>
                </a:path>
                <a:path w="1449704" h="1439545">
                  <a:moveTo>
                    <a:pt x="1013460" y="76200"/>
                  </a:moveTo>
                  <a:lnTo>
                    <a:pt x="1007110" y="63500"/>
                  </a:lnTo>
                  <a:lnTo>
                    <a:pt x="975360" y="0"/>
                  </a:lnTo>
                  <a:lnTo>
                    <a:pt x="937260" y="76200"/>
                  </a:lnTo>
                  <a:lnTo>
                    <a:pt x="965454" y="76200"/>
                  </a:lnTo>
                  <a:lnTo>
                    <a:pt x="965454" y="360045"/>
                  </a:lnTo>
                  <a:lnTo>
                    <a:pt x="985266" y="360045"/>
                  </a:lnTo>
                  <a:lnTo>
                    <a:pt x="985266" y="76200"/>
                  </a:lnTo>
                  <a:lnTo>
                    <a:pt x="1013460" y="76200"/>
                  </a:lnTo>
                  <a:close/>
                </a:path>
                <a:path w="1449704" h="1439545">
                  <a:moveTo>
                    <a:pt x="1449324" y="929640"/>
                  </a:moveTo>
                  <a:lnTo>
                    <a:pt x="1429512" y="919734"/>
                  </a:lnTo>
                  <a:lnTo>
                    <a:pt x="1373124" y="891540"/>
                  </a:lnTo>
                  <a:lnTo>
                    <a:pt x="1373124" y="919734"/>
                  </a:lnTo>
                  <a:lnTo>
                    <a:pt x="1161288" y="919734"/>
                  </a:lnTo>
                  <a:lnTo>
                    <a:pt x="1161288" y="939546"/>
                  </a:lnTo>
                  <a:lnTo>
                    <a:pt x="1373124" y="939546"/>
                  </a:lnTo>
                  <a:lnTo>
                    <a:pt x="1373124" y="967740"/>
                  </a:lnTo>
                  <a:lnTo>
                    <a:pt x="1429512" y="939546"/>
                  </a:lnTo>
                  <a:lnTo>
                    <a:pt x="1449324" y="929640"/>
                  </a:lnTo>
                  <a:close/>
                </a:path>
                <a:path w="1449704" h="1439545">
                  <a:moveTo>
                    <a:pt x="1449324" y="507492"/>
                  </a:moveTo>
                  <a:lnTo>
                    <a:pt x="1429512" y="497586"/>
                  </a:lnTo>
                  <a:lnTo>
                    <a:pt x="1373124" y="469392"/>
                  </a:lnTo>
                  <a:lnTo>
                    <a:pt x="1373124" y="497586"/>
                  </a:lnTo>
                  <a:lnTo>
                    <a:pt x="1161288" y="497586"/>
                  </a:lnTo>
                  <a:lnTo>
                    <a:pt x="1161288" y="517398"/>
                  </a:lnTo>
                  <a:lnTo>
                    <a:pt x="1373124" y="517398"/>
                  </a:lnTo>
                  <a:lnTo>
                    <a:pt x="1373124" y="545592"/>
                  </a:lnTo>
                  <a:lnTo>
                    <a:pt x="1429512" y="517398"/>
                  </a:lnTo>
                  <a:lnTo>
                    <a:pt x="1449324" y="507492"/>
                  </a:lnTo>
                  <a:close/>
                </a:path>
              </a:pathLst>
            </a:custGeom>
            <a:solidFill>
              <a:srgbClr val="183DA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4309872" y="3604259"/>
              <a:ext cx="1300480" cy="719455"/>
            </a:xfrm>
            <a:custGeom>
              <a:avLst/>
              <a:gdLst/>
              <a:ahLst/>
              <a:cxnLst/>
              <a:rect l="l" t="t" r="r" b="b"/>
              <a:pathLst>
                <a:path w="1300479" h="719454">
                  <a:moveTo>
                    <a:pt x="1262379" y="0"/>
                  </a:moveTo>
                  <a:lnTo>
                    <a:pt x="37591" y="0"/>
                  </a:lnTo>
                  <a:lnTo>
                    <a:pt x="22931" y="2944"/>
                  </a:lnTo>
                  <a:lnTo>
                    <a:pt x="10985" y="10985"/>
                  </a:lnTo>
                  <a:lnTo>
                    <a:pt x="2944" y="22931"/>
                  </a:lnTo>
                  <a:lnTo>
                    <a:pt x="0" y="37591"/>
                  </a:lnTo>
                  <a:lnTo>
                    <a:pt x="0" y="681735"/>
                  </a:lnTo>
                  <a:lnTo>
                    <a:pt x="2944" y="696396"/>
                  </a:lnTo>
                  <a:lnTo>
                    <a:pt x="10985" y="708342"/>
                  </a:lnTo>
                  <a:lnTo>
                    <a:pt x="22931" y="716383"/>
                  </a:lnTo>
                  <a:lnTo>
                    <a:pt x="37591" y="719327"/>
                  </a:lnTo>
                  <a:lnTo>
                    <a:pt x="1262379" y="719327"/>
                  </a:lnTo>
                  <a:lnTo>
                    <a:pt x="1277040" y="716383"/>
                  </a:lnTo>
                  <a:lnTo>
                    <a:pt x="1288986" y="708342"/>
                  </a:lnTo>
                  <a:lnTo>
                    <a:pt x="1297027" y="696396"/>
                  </a:lnTo>
                  <a:lnTo>
                    <a:pt x="1299972" y="681735"/>
                  </a:lnTo>
                  <a:lnTo>
                    <a:pt x="1299972" y="37591"/>
                  </a:lnTo>
                  <a:lnTo>
                    <a:pt x="1297027" y="22931"/>
                  </a:lnTo>
                  <a:lnTo>
                    <a:pt x="1288986" y="10985"/>
                  </a:lnTo>
                  <a:lnTo>
                    <a:pt x="1277040" y="2944"/>
                  </a:lnTo>
                  <a:lnTo>
                    <a:pt x="1262379" y="0"/>
                  </a:lnTo>
                  <a:close/>
                </a:path>
              </a:pathLst>
            </a:custGeom>
            <a:solidFill>
              <a:srgbClr val="CFE1F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4309872" y="3604259"/>
              <a:ext cx="1300480" cy="719455"/>
            </a:xfrm>
            <a:custGeom>
              <a:avLst/>
              <a:gdLst/>
              <a:ahLst/>
              <a:cxnLst/>
              <a:rect l="l" t="t" r="r" b="b"/>
              <a:pathLst>
                <a:path w="1300479" h="719454">
                  <a:moveTo>
                    <a:pt x="0" y="37591"/>
                  </a:moveTo>
                  <a:lnTo>
                    <a:pt x="2944" y="22931"/>
                  </a:lnTo>
                  <a:lnTo>
                    <a:pt x="10985" y="10985"/>
                  </a:lnTo>
                  <a:lnTo>
                    <a:pt x="22931" y="2944"/>
                  </a:lnTo>
                  <a:lnTo>
                    <a:pt x="37591" y="0"/>
                  </a:lnTo>
                  <a:lnTo>
                    <a:pt x="1262379" y="0"/>
                  </a:lnTo>
                  <a:lnTo>
                    <a:pt x="1277040" y="2944"/>
                  </a:lnTo>
                  <a:lnTo>
                    <a:pt x="1288986" y="10985"/>
                  </a:lnTo>
                  <a:lnTo>
                    <a:pt x="1297027" y="22931"/>
                  </a:lnTo>
                  <a:lnTo>
                    <a:pt x="1299972" y="37591"/>
                  </a:lnTo>
                  <a:lnTo>
                    <a:pt x="1299972" y="681735"/>
                  </a:lnTo>
                  <a:lnTo>
                    <a:pt x="1297027" y="696396"/>
                  </a:lnTo>
                  <a:lnTo>
                    <a:pt x="1288986" y="708342"/>
                  </a:lnTo>
                  <a:lnTo>
                    <a:pt x="1277040" y="716383"/>
                  </a:lnTo>
                  <a:lnTo>
                    <a:pt x="1262379" y="719327"/>
                  </a:lnTo>
                  <a:lnTo>
                    <a:pt x="37591" y="719327"/>
                  </a:lnTo>
                  <a:lnTo>
                    <a:pt x="22931" y="716383"/>
                  </a:lnTo>
                  <a:lnTo>
                    <a:pt x="10985" y="708342"/>
                  </a:lnTo>
                  <a:lnTo>
                    <a:pt x="2944" y="696396"/>
                  </a:lnTo>
                  <a:lnTo>
                    <a:pt x="0" y="681735"/>
                  </a:lnTo>
                  <a:lnTo>
                    <a:pt x="0" y="37591"/>
                  </a:lnTo>
                  <a:close/>
                </a:path>
              </a:pathLst>
            </a:custGeom>
            <a:ln w="9143">
              <a:solidFill>
                <a:srgbClr val="183D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4449318" y="3245357"/>
              <a:ext cx="1449705" cy="1439545"/>
            </a:xfrm>
            <a:custGeom>
              <a:avLst/>
              <a:gdLst/>
              <a:ahLst/>
              <a:cxnLst/>
              <a:rect l="l" t="t" r="r" b="b"/>
              <a:pathLst>
                <a:path w="1449704" h="1439545">
                  <a:moveTo>
                    <a:pt x="76200" y="1155192"/>
                  </a:moveTo>
                  <a:lnTo>
                    <a:pt x="69850" y="1142492"/>
                  </a:lnTo>
                  <a:lnTo>
                    <a:pt x="38100" y="1078992"/>
                  </a:lnTo>
                  <a:lnTo>
                    <a:pt x="0" y="1155192"/>
                  </a:lnTo>
                  <a:lnTo>
                    <a:pt x="28194" y="1155192"/>
                  </a:lnTo>
                  <a:lnTo>
                    <a:pt x="28194" y="1439037"/>
                  </a:lnTo>
                  <a:lnTo>
                    <a:pt x="48006" y="1439037"/>
                  </a:lnTo>
                  <a:lnTo>
                    <a:pt x="48006" y="1155192"/>
                  </a:lnTo>
                  <a:lnTo>
                    <a:pt x="76200" y="1155192"/>
                  </a:lnTo>
                  <a:close/>
                </a:path>
                <a:path w="1449704" h="1439545">
                  <a:moveTo>
                    <a:pt x="1013460" y="76200"/>
                  </a:moveTo>
                  <a:lnTo>
                    <a:pt x="1007110" y="63500"/>
                  </a:lnTo>
                  <a:lnTo>
                    <a:pt x="975360" y="0"/>
                  </a:lnTo>
                  <a:lnTo>
                    <a:pt x="937260" y="76200"/>
                  </a:lnTo>
                  <a:lnTo>
                    <a:pt x="965454" y="76200"/>
                  </a:lnTo>
                  <a:lnTo>
                    <a:pt x="965454" y="360045"/>
                  </a:lnTo>
                  <a:lnTo>
                    <a:pt x="985266" y="360045"/>
                  </a:lnTo>
                  <a:lnTo>
                    <a:pt x="985266" y="76200"/>
                  </a:lnTo>
                  <a:lnTo>
                    <a:pt x="1013460" y="76200"/>
                  </a:lnTo>
                  <a:close/>
                </a:path>
                <a:path w="1449704" h="1439545">
                  <a:moveTo>
                    <a:pt x="1449324" y="929640"/>
                  </a:moveTo>
                  <a:lnTo>
                    <a:pt x="1429512" y="919734"/>
                  </a:lnTo>
                  <a:lnTo>
                    <a:pt x="1373124" y="891540"/>
                  </a:lnTo>
                  <a:lnTo>
                    <a:pt x="1373124" y="919734"/>
                  </a:lnTo>
                  <a:lnTo>
                    <a:pt x="1161288" y="919734"/>
                  </a:lnTo>
                  <a:lnTo>
                    <a:pt x="1161288" y="939546"/>
                  </a:lnTo>
                  <a:lnTo>
                    <a:pt x="1373124" y="939546"/>
                  </a:lnTo>
                  <a:lnTo>
                    <a:pt x="1373124" y="967740"/>
                  </a:lnTo>
                  <a:lnTo>
                    <a:pt x="1429512" y="939546"/>
                  </a:lnTo>
                  <a:lnTo>
                    <a:pt x="1449324" y="929640"/>
                  </a:lnTo>
                  <a:close/>
                </a:path>
                <a:path w="1449704" h="1439545">
                  <a:moveTo>
                    <a:pt x="1449324" y="507492"/>
                  </a:moveTo>
                  <a:lnTo>
                    <a:pt x="1429512" y="497586"/>
                  </a:lnTo>
                  <a:lnTo>
                    <a:pt x="1373124" y="469392"/>
                  </a:lnTo>
                  <a:lnTo>
                    <a:pt x="1373124" y="497586"/>
                  </a:lnTo>
                  <a:lnTo>
                    <a:pt x="1161288" y="497586"/>
                  </a:lnTo>
                  <a:lnTo>
                    <a:pt x="1161288" y="517398"/>
                  </a:lnTo>
                  <a:lnTo>
                    <a:pt x="1373124" y="517398"/>
                  </a:lnTo>
                  <a:lnTo>
                    <a:pt x="1373124" y="545592"/>
                  </a:lnTo>
                  <a:lnTo>
                    <a:pt x="1429512" y="517398"/>
                  </a:lnTo>
                  <a:lnTo>
                    <a:pt x="1449324" y="507492"/>
                  </a:lnTo>
                  <a:close/>
                </a:path>
              </a:pathLst>
            </a:custGeom>
            <a:solidFill>
              <a:srgbClr val="183DA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5916167" y="3604259"/>
              <a:ext cx="1301750" cy="719455"/>
            </a:xfrm>
            <a:custGeom>
              <a:avLst/>
              <a:gdLst/>
              <a:ahLst/>
              <a:cxnLst/>
              <a:rect l="l" t="t" r="r" b="b"/>
              <a:pathLst>
                <a:path w="1301750" h="719454">
                  <a:moveTo>
                    <a:pt x="1263904" y="0"/>
                  </a:moveTo>
                  <a:lnTo>
                    <a:pt x="37592" y="0"/>
                  </a:lnTo>
                  <a:lnTo>
                    <a:pt x="22931" y="2944"/>
                  </a:lnTo>
                  <a:lnTo>
                    <a:pt x="10985" y="10985"/>
                  </a:lnTo>
                  <a:lnTo>
                    <a:pt x="2944" y="22931"/>
                  </a:lnTo>
                  <a:lnTo>
                    <a:pt x="0" y="37591"/>
                  </a:lnTo>
                  <a:lnTo>
                    <a:pt x="0" y="681735"/>
                  </a:lnTo>
                  <a:lnTo>
                    <a:pt x="2944" y="696396"/>
                  </a:lnTo>
                  <a:lnTo>
                    <a:pt x="10985" y="708342"/>
                  </a:lnTo>
                  <a:lnTo>
                    <a:pt x="22931" y="716383"/>
                  </a:lnTo>
                  <a:lnTo>
                    <a:pt x="37592" y="719327"/>
                  </a:lnTo>
                  <a:lnTo>
                    <a:pt x="1263904" y="719327"/>
                  </a:lnTo>
                  <a:lnTo>
                    <a:pt x="1278564" y="716383"/>
                  </a:lnTo>
                  <a:lnTo>
                    <a:pt x="1290510" y="708342"/>
                  </a:lnTo>
                  <a:lnTo>
                    <a:pt x="1298551" y="696396"/>
                  </a:lnTo>
                  <a:lnTo>
                    <a:pt x="1301496" y="681735"/>
                  </a:lnTo>
                  <a:lnTo>
                    <a:pt x="1301496" y="37591"/>
                  </a:lnTo>
                  <a:lnTo>
                    <a:pt x="1298551" y="22931"/>
                  </a:lnTo>
                  <a:lnTo>
                    <a:pt x="1290510" y="10985"/>
                  </a:lnTo>
                  <a:lnTo>
                    <a:pt x="1278564" y="2944"/>
                  </a:lnTo>
                  <a:lnTo>
                    <a:pt x="1263904" y="0"/>
                  </a:lnTo>
                  <a:close/>
                </a:path>
              </a:pathLst>
            </a:custGeom>
            <a:solidFill>
              <a:srgbClr val="CFE1F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5916167" y="3604259"/>
              <a:ext cx="1301750" cy="719455"/>
            </a:xfrm>
            <a:custGeom>
              <a:avLst/>
              <a:gdLst/>
              <a:ahLst/>
              <a:cxnLst/>
              <a:rect l="l" t="t" r="r" b="b"/>
              <a:pathLst>
                <a:path w="1301750" h="719454">
                  <a:moveTo>
                    <a:pt x="0" y="37591"/>
                  </a:moveTo>
                  <a:lnTo>
                    <a:pt x="2944" y="22931"/>
                  </a:lnTo>
                  <a:lnTo>
                    <a:pt x="10985" y="10985"/>
                  </a:lnTo>
                  <a:lnTo>
                    <a:pt x="22931" y="2944"/>
                  </a:lnTo>
                  <a:lnTo>
                    <a:pt x="37592" y="0"/>
                  </a:lnTo>
                  <a:lnTo>
                    <a:pt x="1263904" y="0"/>
                  </a:lnTo>
                  <a:lnTo>
                    <a:pt x="1278564" y="2944"/>
                  </a:lnTo>
                  <a:lnTo>
                    <a:pt x="1290510" y="10985"/>
                  </a:lnTo>
                  <a:lnTo>
                    <a:pt x="1298551" y="22931"/>
                  </a:lnTo>
                  <a:lnTo>
                    <a:pt x="1301496" y="37591"/>
                  </a:lnTo>
                  <a:lnTo>
                    <a:pt x="1301496" y="681735"/>
                  </a:lnTo>
                  <a:lnTo>
                    <a:pt x="1298551" y="696396"/>
                  </a:lnTo>
                  <a:lnTo>
                    <a:pt x="1290510" y="708342"/>
                  </a:lnTo>
                  <a:lnTo>
                    <a:pt x="1278564" y="716383"/>
                  </a:lnTo>
                  <a:lnTo>
                    <a:pt x="1263904" y="719327"/>
                  </a:lnTo>
                  <a:lnTo>
                    <a:pt x="37592" y="719327"/>
                  </a:lnTo>
                  <a:lnTo>
                    <a:pt x="22931" y="716383"/>
                  </a:lnTo>
                  <a:lnTo>
                    <a:pt x="10985" y="708342"/>
                  </a:lnTo>
                  <a:lnTo>
                    <a:pt x="2944" y="696396"/>
                  </a:lnTo>
                  <a:lnTo>
                    <a:pt x="0" y="681735"/>
                  </a:lnTo>
                  <a:lnTo>
                    <a:pt x="0" y="37591"/>
                  </a:lnTo>
                  <a:close/>
                </a:path>
              </a:pathLst>
            </a:custGeom>
            <a:ln w="9144">
              <a:solidFill>
                <a:srgbClr val="183D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6055614" y="3245357"/>
              <a:ext cx="1015365" cy="1439545"/>
            </a:xfrm>
            <a:custGeom>
              <a:avLst/>
              <a:gdLst/>
              <a:ahLst/>
              <a:cxnLst/>
              <a:rect l="l" t="t" r="r" b="b"/>
              <a:pathLst>
                <a:path w="1015365" h="1439545">
                  <a:moveTo>
                    <a:pt x="76200" y="1155192"/>
                  </a:moveTo>
                  <a:lnTo>
                    <a:pt x="69850" y="1142492"/>
                  </a:lnTo>
                  <a:lnTo>
                    <a:pt x="38100" y="1078992"/>
                  </a:lnTo>
                  <a:lnTo>
                    <a:pt x="0" y="1155192"/>
                  </a:lnTo>
                  <a:lnTo>
                    <a:pt x="28194" y="1155192"/>
                  </a:lnTo>
                  <a:lnTo>
                    <a:pt x="28194" y="1439037"/>
                  </a:lnTo>
                  <a:lnTo>
                    <a:pt x="48006" y="1439037"/>
                  </a:lnTo>
                  <a:lnTo>
                    <a:pt x="48006" y="1155192"/>
                  </a:lnTo>
                  <a:lnTo>
                    <a:pt x="76200" y="1155192"/>
                  </a:lnTo>
                  <a:close/>
                </a:path>
                <a:path w="1015365" h="1439545">
                  <a:moveTo>
                    <a:pt x="1014984" y="76200"/>
                  </a:moveTo>
                  <a:lnTo>
                    <a:pt x="1008634" y="63500"/>
                  </a:lnTo>
                  <a:lnTo>
                    <a:pt x="976884" y="0"/>
                  </a:lnTo>
                  <a:lnTo>
                    <a:pt x="938784" y="76200"/>
                  </a:lnTo>
                  <a:lnTo>
                    <a:pt x="966978" y="76200"/>
                  </a:lnTo>
                  <a:lnTo>
                    <a:pt x="966978" y="360045"/>
                  </a:lnTo>
                  <a:lnTo>
                    <a:pt x="986790" y="360045"/>
                  </a:lnTo>
                  <a:lnTo>
                    <a:pt x="986790" y="76200"/>
                  </a:lnTo>
                  <a:lnTo>
                    <a:pt x="1014984" y="76200"/>
                  </a:lnTo>
                  <a:close/>
                </a:path>
              </a:pathLst>
            </a:custGeom>
            <a:solidFill>
              <a:srgbClr val="183DA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2398014" y="3714749"/>
              <a:ext cx="5108575" cy="498475"/>
            </a:xfrm>
            <a:custGeom>
              <a:avLst/>
              <a:gdLst/>
              <a:ahLst/>
              <a:cxnLst/>
              <a:rect l="l" t="t" r="r" b="b"/>
              <a:pathLst>
                <a:path w="5108575" h="498475">
                  <a:moveTo>
                    <a:pt x="288036" y="460248"/>
                  </a:moveTo>
                  <a:lnTo>
                    <a:pt x="268224" y="450342"/>
                  </a:lnTo>
                  <a:lnTo>
                    <a:pt x="211836" y="422148"/>
                  </a:lnTo>
                  <a:lnTo>
                    <a:pt x="211836" y="450342"/>
                  </a:lnTo>
                  <a:lnTo>
                    <a:pt x="0" y="450342"/>
                  </a:lnTo>
                  <a:lnTo>
                    <a:pt x="0" y="470154"/>
                  </a:lnTo>
                  <a:lnTo>
                    <a:pt x="211836" y="470154"/>
                  </a:lnTo>
                  <a:lnTo>
                    <a:pt x="211836" y="498348"/>
                  </a:lnTo>
                  <a:lnTo>
                    <a:pt x="268224" y="470154"/>
                  </a:lnTo>
                  <a:lnTo>
                    <a:pt x="288036" y="460248"/>
                  </a:lnTo>
                  <a:close/>
                </a:path>
                <a:path w="5108575" h="498475">
                  <a:moveTo>
                    <a:pt x="288036" y="38100"/>
                  </a:moveTo>
                  <a:lnTo>
                    <a:pt x="268224" y="28194"/>
                  </a:lnTo>
                  <a:lnTo>
                    <a:pt x="211836" y="0"/>
                  </a:lnTo>
                  <a:lnTo>
                    <a:pt x="211836" y="28194"/>
                  </a:lnTo>
                  <a:lnTo>
                    <a:pt x="0" y="28194"/>
                  </a:lnTo>
                  <a:lnTo>
                    <a:pt x="0" y="48006"/>
                  </a:lnTo>
                  <a:lnTo>
                    <a:pt x="211836" y="48006"/>
                  </a:lnTo>
                  <a:lnTo>
                    <a:pt x="211836" y="76200"/>
                  </a:lnTo>
                  <a:lnTo>
                    <a:pt x="268224" y="48006"/>
                  </a:lnTo>
                  <a:lnTo>
                    <a:pt x="288036" y="38100"/>
                  </a:lnTo>
                  <a:close/>
                </a:path>
                <a:path w="5108575" h="498475">
                  <a:moveTo>
                    <a:pt x="5108448" y="460248"/>
                  </a:moveTo>
                  <a:lnTo>
                    <a:pt x="5088636" y="450342"/>
                  </a:lnTo>
                  <a:lnTo>
                    <a:pt x="5032248" y="422148"/>
                  </a:lnTo>
                  <a:lnTo>
                    <a:pt x="5032248" y="450342"/>
                  </a:lnTo>
                  <a:lnTo>
                    <a:pt x="4820412" y="450342"/>
                  </a:lnTo>
                  <a:lnTo>
                    <a:pt x="4820412" y="470154"/>
                  </a:lnTo>
                  <a:lnTo>
                    <a:pt x="5032248" y="470154"/>
                  </a:lnTo>
                  <a:lnTo>
                    <a:pt x="5032248" y="498348"/>
                  </a:lnTo>
                  <a:lnTo>
                    <a:pt x="5088636" y="470154"/>
                  </a:lnTo>
                  <a:lnTo>
                    <a:pt x="5108448" y="460248"/>
                  </a:lnTo>
                  <a:close/>
                </a:path>
                <a:path w="5108575" h="498475">
                  <a:moveTo>
                    <a:pt x="5108448" y="38100"/>
                  </a:moveTo>
                  <a:lnTo>
                    <a:pt x="5088636" y="28194"/>
                  </a:lnTo>
                  <a:lnTo>
                    <a:pt x="5032248" y="0"/>
                  </a:lnTo>
                  <a:lnTo>
                    <a:pt x="5032248" y="28194"/>
                  </a:lnTo>
                  <a:lnTo>
                    <a:pt x="4820412" y="28194"/>
                  </a:lnTo>
                  <a:lnTo>
                    <a:pt x="4820412" y="48006"/>
                  </a:lnTo>
                  <a:lnTo>
                    <a:pt x="5032248" y="48006"/>
                  </a:lnTo>
                  <a:lnTo>
                    <a:pt x="5032248" y="76200"/>
                  </a:lnTo>
                  <a:lnTo>
                    <a:pt x="5088636" y="48006"/>
                  </a:lnTo>
                  <a:lnTo>
                    <a:pt x="5108448" y="38100"/>
                  </a:lnTo>
                  <a:close/>
                </a:path>
              </a:pathLst>
            </a:custGeom>
            <a:solidFill>
              <a:srgbClr val="D9D9D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24" name="object 24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2628900" y="4796002"/>
            <a:ext cx="474738" cy="227863"/>
          </a:xfrm>
          <a:prstGeom prst="rect">
            <a:avLst/>
          </a:prstGeom>
        </p:spPr>
      </p:pic>
      <p:pic>
        <p:nvPicPr>
          <p:cNvPr id="25" name="object 25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3610355" y="2892526"/>
            <a:ext cx="418363" cy="227863"/>
          </a:xfrm>
          <a:prstGeom prst="rect">
            <a:avLst/>
          </a:prstGeom>
        </p:spPr>
      </p:pic>
      <p:pic>
        <p:nvPicPr>
          <p:cNvPr id="26" name="object 26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4355591" y="4796002"/>
            <a:ext cx="241579" cy="227863"/>
          </a:xfrm>
          <a:prstGeom prst="rect">
            <a:avLst/>
          </a:prstGeom>
        </p:spPr>
      </p:pic>
      <p:pic>
        <p:nvPicPr>
          <p:cNvPr id="27" name="object 27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5334056" y="2897139"/>
            <a:ext cx="180536" cy="224774"/>
          </a:xfrm>
          <a:prstGeom prst="rect">
            <a:avLst/>
          </a:prstGeom>
        </p:spPr>
      </p:pic>
      <p:pic>
        <p:nvPicPr>
          <p:cNvPr id="28" name="object 28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5841491" y="4796002"/>
            <a:ext cx="474738" cy="227863"/>
          </a:xfrm>
          <a:prstGeom prst="rect">
            <a:avLst/>
          </a:prstGeom>
        </p:spPr>
      </p:pic>
      <p:pic>
        <p:nvPicPr>
          <p:cNvPr id="29" name="object 29"/>
          <p:cNvPicPr/>
          <p:nvPr/>
        </p:nvPicPr>
        <p:blipFill>
          <a:blip r:embed="rId14" cstate="print"/>
          <a:stretch>
            <a:fillRect/>
          </a:stretch>
        </p:blipFill>
        <p:spPr>
          <a:xfrm>
            <a:off x="6822947" y="2892526"/>
            <a:ext cx="418363" cy="227863"/>
          </a:xfrm>
          <a:prstGeom prst="rect">
            <a:avLst/>
          </a:prstGeom>
        </p:spPr>
      </p:pic>
    </p:spTree>
  </p:cSld>
  <p:clrMapOvr>
    <a:masterClrMapping/>
  </p:clrMapOvr>
</p:sld>
</file>

<file path=ppt/slides/slide2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334530" y="6524434"/>
            <a:ext cx="110459" cy="90487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54151" y="6527292"/>
            <a:ext cx="1794510" cy="142494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862571" y="6521195"/>
            <a:ext cx="2327910" cy="118110"/>
          </a:xfrm>
          <a:prstGeom prst="rect">
            <a:avLst/>
          </a:prstGeom>
        </p:spPr>
      </p:pic>
      <p:sp>
        <p:nvSpPr>
          <p:cNvPr id="5" name="object 5"/>
          <p:cNvSpPr/>
          <p:nvPr/>
        </p:nvSpPr>
        <p:spPr>
          <a:xfrm>
            <a:off x="559308" y="1440180"/>
            <a:ext cx="36830" cy="180340"/>
          </a:xfrm>
          <a:custGeom>
            <a:avLst/>
            <a:gdLst/>
            <a:ahLst/>
            <a:cxnLst/>
            <a:rect l="l" t="t" r="r" b="b"/>
            <a:pathLst>
              <a:path w="36829" h="180340">
                <a:moveTo>
                  <a:pt x="36576" y="0"/>
                </a:moveTo>
                <a:lnTo>
                  <a:pt x="0" y="0"/>
                </a:lnTo>
                <a:lnTo>
                  <a:pt x="0" y="179832"/>
                </a:lnTo>
                <a:lnTo>
                  <a:pt x="36576" y="179832"/>
                </a:lnTo>
                <a:lnTo>
                  <a:pt x="36576" y="0"/>
                </a:lnTo>
                <a:close/>
              </a:path>
            </a:pathLst>
          </a:custGeom>
          <a:solidFill>
            <a:srgbClr val="183DAF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6" name="object 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719327" y="1464563"/>
            <a:ext cx="1709166" cy="174498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437489" y="431419"/>
            <a:ext cx="173672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FFFFFF"/>
                </a:solidFill>
                <a:latin typeface="Ebrima"/>
                <a:cs typeface="Ebrima"/>
              </a:rPr>
              <a:t>3.3.</a:t>
            </a:r>
            <a:r>
              <a:rPr sz="1800" spc="-15" dirty="0">
                <a:solidFill>
                  <a:srgbClr val="FFFFFF"/>
                </a:solidFill>
                <a:latin typeface="Ebrima"/>
                <a:cs typeface="Ebrima"/>
              </a:rPr>
              <a:t> </a:t>
            </a:r>
            <a:r>
              <a:rPr sz="1800" dirty="0">
                <a:solidFill>
                  <a:srgbClr val="FFFFFF"/>
                </a:solidFill>
                <a:latin typeface="Ebrima"/>
                <a:cs typeface="Ebrima"/>
              </a:rPr>
              <a:t>AI</a:t>
            </a:r>
            <a:r>
              <a:rPr sz="1800" spc="-15" dirty="0">
                <a:solidFill>
                  <a:srgbClr val="FFFFFF"/>
                </a:solidFill>
                <a:latin typeface="Ebrima"/>
                <a:cs typeface="Ebrima"/>
              </a:rPr>
              <a:t> </a:t>
            </a:r>
            <a:r>
              <a:rPr sz="1800" dirty="0">
                <a:solidFill>
                  <a:srgbClr val="FFFFFF"/>
                </a:solidFill>
                <a:latin typeface="Ebrima"/>
                <a:cs typeface="Ebrima"/>
              </a:rPr>
              <a:t>with</a:t>
            </a:r>
            <a:r>
              <a:rPr sz="1800" spc="-5" dirty="0">
                <a:solidFill>
                  <a:srgbClr val="FFFFFF"/>
                </a:solidFill>
                <a:latin typeface="Ebrima"/>
                <a:cs typeface="Ebrima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Ebrima"/>
                <a:cs typeface="Ebrima"/>
              </a:rPr>
              <a:t>Keras</a:t>
            </a:r>
            <a:endParaRPr sz="1800">
              <a:latin typeface="Ebrima"/>
              <a:cs typeface="Ebrim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8671941" y="463677"/>
            <a:ext cx="80962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dirty="0">
                <a:solidFill>
                  <a:srgbClr val="D9D9D9"/>
                </a:solidFill>
                <a:latin typeface="Ebrima"/>
                <a:cs typeface="Ebrima"/>
              </a:rPr>
              <a:t>UNIT</a:t>
            </a:r>
            <a:r>
              <a:rPr sz="1600" spc="400" dirty="0">
                <a:solidFill>
                  <a:srgbClr val="D9D9D9"/>
                </a:solidFill>
                <a:latin typeface="Ebrima"/>
                <a:cs typeface="Ebrima"/>
              </a:rPr>
              <a:t> </a:t>
            </a:r>
            <a:r>
              <a:rPr sz="1600" spc="-35" dirty="0">
                <a:solidFill>
                  <a:srgbClr val="D9D9D9"/>
                </a:solidFill>
                <a:latin typeface="Ebrima"/>
                <a:cs typeface="Ebrima"/>
              </a:rPr>
              <a:t>03</a:t>
            </a:r>
            <a:endParaRPr sz="1600">
              <a:latin typeface="Ebrima"/>
              <a:cs typeface="Ebrima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682751" y="1804416"/>
            <a:ext cx="8663940" cy="1196340"/>
            <a:chOff x="682751" y="1804416"/>
            <a:chExt cx="8663940" cy="1196340"/>
          </a:xfrm>
        </p:grpSpPr>
        <p:sp>
          <p:nvSpPr>
            <p:cNvPr id="10" name="object 10"/>
            <p:cNvSpPr/>
            <p:nvPr/>
          </p:nvSpPr>
          <p:spPr>
            <a:xfrm>
              <a:off x="685799" y="1807464"/>
              <a:ext cx="8658225" cy="1190625"/>
            </a:xfrm>
            <a:custGeom>
              <a:avLst/>
              <a:gdLst/>
              <a:ahLst/>
              <a:cxnLst/>
              <a:rect l="l" t="t" r="r" b="b"/>
              <a:pathLst>
                <a:path w="8658225" h="1190625">
                  <a:moveTo>
                    <a:pt x="0" y="1190243"/>
                  </a:moveTo>
                  <a:lnTo>
                    <a:pt x="8657844" y="1190243"/>
                  </a:lnTo>
                  <a:lnTo>
                    <a:pt x="8657844" y="0"/>
                  </a:lnTo>
                  <a:lnTo>
                    <a:pt x="0" y="0"/>
                  </a:lnTo>
                  <a:lnTo>
                    <a:pt x="0" y="1190243"/>
                  </a:lnTo>
                  <a:close/>
                </a:path>
              </a:pathLst>
            </a:custGeom>
            <a:ln w="6096">
              <a:solidFill>
                <a:srgbClr val="D9D9D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" name="object 11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835402" y="1941936"/>
              <a:ext cx="8508241" cy="875520"/>
            </a:xfrm>
            <a:prstGeom prst="rect">
              <a:avLst/>
            </a:prstGeom>
          </p:spPr>
        </p:pic>
      </p:grpSp>
      <p:grpSp>
        <p:nvGrpSpPr>
          <p:cNvPr id="12" name="object 12"/>
          <p:cNvGrpSpPr/>
          <p:nvPr/>
        </p:nvGrpSpPr>
        <p:grpSpPr>
          <a:xfrm>
            <a:off x="682751" y="3497579"/>
            <a:ext cx="8663940" cy="2670175"/>
            <a:chOff x="682751" y="3497579"/>
            <a:chExt cx="8663940" cy="2670175"/>
          </a:xfrm>
        </p:grpSpPr>
        <p:sp>
          <p:nvSpPr>
            <p:cNvPr id="13" name="object 13"/>
            <p:cNvSpPr/>
            <p:nvPr/>
          </p:nvSpPr>
          <p:spPr>
            <a:xfrm>
              <a:off x="685799" y="3500627"/>
              <a:ext cx="8658225" cy="2664460"/>
            </a:xfrm>
            <a:custGeom>
              <a:avLst/>
              <a:gdLst/>
              <a:ahLst/>
              <a:cxnLst/>
              <a:rect l="l" t="t" r="r" b="b"/>
              <a:pathLst>
                <a:path w="8658225" h="2664460">
                  <a:moveTo>
                    <a:pt x="0" y="2663952"/>
                  </a:moveTo>
                  <a:lnTo>
                    <a:pt x="8657844" y="2663952"/>
                  </a:lnTo>
                  <a:lnTo>
                    <a:pt x="8657844" y="0"/>
                  </a:lnTo>
                  <a:lnTo>
                    <a:pt x="0" y="0"/>
                  </a:lnTo>
                  <a:lnTo>
                    <a:pt x="0" y="2663952"/>
                  </a:lnTo>
                  <a:close/>
                </a:path>
              </a:pathLst>
            </a:custGeom>
            <a:ln w="6096">
              <a:solidFill>
                <a:srgbClr val="D9D9D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4" name="object 14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820722" y="3633126"/>
              <a:ext cx="8522921" cy="2375607"/>
            </a:xfrm>
            <a:prstGeom prst="rect">
              <a:avLst/>
            </a:prstGeom>
          </p:spPr>
        </p:pic>
      </p:grpSp>
      <p:pic>
        <p:nvPicPr>
          <p:cNvPr id="15" name="object 15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710183" y="3249167"/>
            <a:ext cx="1341881" cy="162305"/>
          </a:xfrm>
          <a:prstGeom prst="rect">
            <a:avLst/>
          </a:prstGeom>
        </p:spPr>
      </p:pic>
    </p:spTree>
  </p:cSld>
  <p:clrMapOvr>
    <a:masterClrMapping/>
  </p:clrMapOvr>
</p:sld>
</file>

<file path=ppt/slides/slide2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339102" y="6524434"/>
            <a:ext cx="110459" cy="90487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54151" y="6527292"/>
            <a:ext cx="1794510" cy="142494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862571" y="6521195"/>
            <a:ext cx="2327910" cy="118110"/>
          </a:xfrm>
          <a:prstGeom prst="rect">
            <a:avLst/>
          </a:prstGeom>
        </p:spPr>
      </p:pic>
      <p:sp>
        <p:nvSpPr>
          <p:cNvPr id="5" name="object 5"/>
          <p:cNvSpPr/>
          <p:nvPr/>
        </p:nvSpPr>
        <p:spPr>
          <a:xfrm>
            <a:off x="559308" y="1440180"/>
            <a:ext cx="36830" cy="180340"/>
          </a:xfrm>
          <a:custGeom>
            <a:avLst/>
            <a:gdLst/>
            <a:ahLst/>
            <a:cxnLst/>
            <a:rect l="l" t="t" r="r" b="b"/>
            <a:pathLst>
              <a:path w="36829" h="180340">
                <a:moveTo>
                  <a:pt x="36576" y="0"/>
                </a:moveTo>
                <a:lnTo>
                  <a:pt x="0" y="0"/>
                </a:lnTo>
                <a:lnTo>
                  <a:pt x="0" y="179832"/>
                </a:lnTo>
                <a:lnTo>
                  <a:pt x="36576" y="179832"/>
                </a:lnTo>
                <a:lnTo>
                  <a:pt x="36576" y="0"/>
                </a:lnTo>
                <a:close/>
              </a:path>
            </a:pathLst>
          </a:custGeom>
          <a:solidFill>
            <a:srgbClr val="183DAF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6" name="object 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719327" y="1464563"/>
            <a:ext cx="1709166" cy="174498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437489" y="431419"/>
            <a:ext cx="173672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FFFFFF"/>
                </a:solidFill>
                <a:latin typeface="Ebrima"/>
                <a:cs typeface="Ebrima"/>
              </a:rPr>
              <a:t>3.3.</a:t>
            </a:r>
            <a:r>
              <a:rPr sz="1800" spc="-15" dirty="0">
                <a:solidFill>
                  <a:srgbClr val="FFFFFF"/>
                </a:solidFill>
                <a:latin typeface="Ebrima"/>
                <a:cs typeface="Ebrima"/>
              </a:rPr>
              <a:t> </a:t>
            </a:r>
            <a:r>
              <a:rPr sz="1800" dirty="0">
                <a:solidFill>
                  <a:srgbClr val="FFFFFF"/>
                </a:solidFill>
                <a:latin typeface="Ebrima"/>
                <a:cs typeface="Ebrima"/>
              </a:rPr>
              <a:t>AI</a:t>
            </a:r>
            <a:r>
              <a:rPr sz="1800" spc="-15" dirty="0">
                <a:solidFill>
                  <a:srgbClr val="FFFFFF"/>
                </a:solidFill>
                <a:latin typeface="Ebrima"/>
                <a:cs typeface="Ebrima"/>
              </a:rPr>
              <a:t> </a:t>
            </a:r>
            <a:r>
              <a:rPr sz="1800" dirty="0">
                <a:solidFill>
                  <a:srgbClr val="FFFFFF"/>
                </a:solidFill>
                <a:latin typeface="Ebrima"/>
                <a:cs typeface="Ebrima"/>
              </a:rPr>
              <a:t>with</a:t>
            </a:r>
            <a:r>
              <a:rPr sz="1800" spc="-5" dirty="0">
                <a:solidFill>
                  <a:srgbClr val="FFFFFF"/>
                </a:solidFill>
                <a:latin typeface="Ebrima"/>
                <a:cs typeface="Ebrima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Ebrima"/>
                <a:cs typeface="Ebrima"/>
              </a:rPr>
              <a:t>Keras</a:t>
            </a:r>
            <a:endParaRPr sz="1800">
              <a:latin typeface="Ebrima"/>
              <a:cs typeface="Ebrim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8671941" y="463677"/>
            <a:ext cx="80962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dirty="0">
                <a:solidFill>
                  <a:srgbClr val="D9D9D9"/>
                </a:solidFill>
                <a:latin typeface="Ebrima"/>
                <a:cs typeface="Ebrima"/>
              </a:rPr>
              <a:t>UNIT</a:t>
            </a:r>
            <a:r>
              <a:rPr sz="1600" spc="400" dirty="0">
                <a:solidFill>
                  <a:srgbClr val="D9D9D9"/>
                </a:solidFill>
                <a:latin typeface="Ebrima"/>
                <a:cs typeface="Ebrima"/>
              </a:rPr>
              <a:t> </a:t>
            </a:r>
            <a:r>
              <a:rPr sz="1600" spc="-35" dirty="0">
                <a:solidFill>
                  <a:srgbClr val="D9D9D9"/>
                </a:solidFill>
                <a:latin typeface="Ebrima"/>
                <a:cs typeface="Ebrima"/>
              </a:rPr>
              <a:t>03</a:t>
            </a:r>
            <a:endParaRPr sz="1600">
              <a:latin typeface="Ebrima"/>
              <a:cs typeface="Ebrima"/>
            </a:endParaRPr>
          </a:p>
        </p:txBody>
      </p:sp>
      <p:pic>
        <p:nvPicPr>
          <p:cNvPr id="9" name="object 9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710183" y="1805939"/>
            <a:ext cx="1471422" cy="133350"/>
          </a:xfrm>
          <a:prstGeom prst="rect">
            <a:avLst/>
          </a:prstGeom>
        </p:spPr>
      </p:pic>
      <p:grpSp>
        <p:nvGrpSpPr>
          <p:cNvPr id="10" name="object 10"/>
          <p:cNvGrpSpPr/>
          <p:nvPr/>
        </p:nvGrpSpPr>
        <p:grpSpPr>
          <a:xfrm>
            <a:off x="682751" y="2049779"/>
            <a:ext cx="8663940" cy="3383279"/>
            <a:chOff x="682751" y="2049779"/>
            <a:chExt cx="8663940" cy="3383279"/>
          </a:xfrm>
        </p:grpSpPr>
        <p:sp>
          <p:nvSpPr>
            <p:cNvPr id="11" name="object 11"/>
            <p:cNvSpPr/>
            <p:nvPr/>
          </p:nvSpPr>
          <p:spPr>
            <a:xfrm>
              <a:off x="685799" y="2052827"/>
              <a:ext cx="8658225" cy="3377565"/>
            </a:xfrm>
            <a:custGeom>
              <a:avLst/>
              <a:gdLst/>
              <a:ahLst/>
              <a:cxnLst/>
              <a:rect l="l" t="t" r="r" b="b"/>
              <a:pathLst>
                <a:path w="8658225" h="3377565">
                  <a:moveTo>
                    <a:pt x="0" y="3377184"/>
                  </a:moveTo>
                  <a:lnTo>
                    <a:pt x="8657844" y="3377184"/>
                  </a:lnTo>
                  <a:lnTo>
                    <a:pt x="8657844" y="0"/>
                  </a:lnTo>
                  <a:lnTo>
                    <a:pt x="0" y="0"/>
                  </a:lnTo>
                  <a:lnTo>
                    <a:pt x="0" y="3377184"/>
                  </a:lnTo>
                  <a:close/>
                </a:path>
              </a:pathLst>
            </a:custGeom>
            <a:ln w="6095">
              <a:solidFill>
                <a:srgbClr val="D9D9D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2" name="object 12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844035" y="2180031"/>
              <a:ext cx="8499608" cy="500156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2062734" y="2902838"/>
              <a:ext cx="3063240" cy="1986914"/>
            </a:xfrm>
            <a:custGeom>
              <a:avLst/>
              <a:gdLst/>
              <a:ahLst/>
              <a:cxnLst/>
              <a:rect l="l" t="t" r="r" b="b"/>
              <a:pathLst>
                <a:path w="3063240" h="1986914">
                  <a:moveTo>
                    <a:pt x="0" y="1986915"/>
                  </a:moveTo>
                  <a:lnTo>
                    <a:pt x="11485" y="1924207"/>
                  </a:lnTo>
                  <a:lnTo>
                    <a:pt x="23770" y="1859834"/>
                  </a:lnTo>
                  <a:lnTo>
                    <a:pt x="36256" y="1797027"/>
                  </a:lnTo>
                  <a:lnTo>
                    <a:pt x="48341" y="1739018"/>
                  </a:lnTo>
                  <a:lnTo>
                    <a:pt x="59427" y="1689040"/>
                  </a:lnTo>
                  <a:lnTo>
                    <a:pt x="68913" y="1650326"/>
                  </a:lnTo>
                  <a:lnTo>
                    <a:pt x="92571" y="1596374"/>
                  </a:lnTo>
                  <a:lnTo>
                    <a:pt x="138172" y="1540525"/>
                  </a:lnTo>
                  <a:lnTo>
                    <a:pt x="152400" y="1524508"/>
                  </a:lnTo>
                  <a:lnTo>
                    <a:pt x="162336" y="1538792"/>
                  </a:lnTo>
                  <a:lnTo>
                    <a:pt x="177942" y="1583009"/>
                  </a:lnTo>
                  <a:lnTo>
                    <a:pt x="196199" y="1636339"/>
                  </a:lnTo>
                  <a:lnTo>
                    <a:pt x="214091" y="1677964"/>
                  </a:lnTo>
                  <a:lnTo>
                    <a:pt x="254197" y="1598803"/>
                  </a:lnTo>
                  <a:lnTo>
                    <a:pt x="269176" y="1527238"/>
                  </a:lnTo>
                  <a:lnTo>
                    <a:pt x="283605" y="1456182"/>
                  </a:lnTo>
                  <a:lnTo>
                    <a:pt x="295980" y="1399730"/>
                  </a:lnTo>
                  <a:lnTo>
                    <a:pt x="304800" y="1371981"/>
                  </a:lnTo>
                  <a:lnTo>
                    <a:pt x="320538" y="1345753"/>
                  </a:lnTo>
                  <a:lnTo>
                    <a:pt x="342884" y="1303988"/>
                  </a:lnTo>
                  <a:lnTo>
                    <a:pt x="363968" y="1263199"/>
                  </a:lnTo>
                  <a:lnTo>
                    <a:pt x="375920" y="1239901"/>
                  </a:lnTo>
                  <a:lnTo>
                    <a:pt x="389870" y="1234189"/>
                  </a:lnTo>
                  <a:lnTo>
                    <a:pt x="441106" y="1228721"/>
                  </a:lnTo>
                  <a:lnTo>
                    <a:pt x="463758" y="1196334"/>
                  </a:lnTo>
                  <a:lnTo>
                    <a:pt x="473809" y="1148580"/>
                  </a:lnTo>
                  <a:lnTo>
                    <a:pt x="485978" y="1085943"/>
                  </a:lnTo>
                  <a:lnTo>
                    <a:pt x="498888" y="1018050"/>
                  </a:lnTo>
                  <a:lnTo>
                    <a:pt x="511165" y="954526"/>
                  </a:lnTo>
                  <a:lnTo>
                    <a:pt x="521434" y="904999"/>
                  </a:lnTo>
                  <a:lnTo>
                    <a:pt x="528320" y="879094"/>
                  </a:lnTo>
                  <a:lnTo>
                    <a:pt x="537803" y="847940"/>
                  </a:lnTo>
                  <a:lnTo>
                    <a:pt x="553221" y="789337"/>
                  </a:lnTo>
                  <a:lnTo>
                    <a:pt x="571595" y="717470"/>
                  </a:lnTo>
                  <a:lnTo>
                    <a:pt x="589947" y="646524"/>
                  </a:lnTo>
                  <a:lnTo>
                    <a:pt x="605301" y="590683"/>
                  </a:lnTo>
                  <a:lnTo>
                    <a:pt x="628987" y="539736"/>
                  </a:lnTo>
                  <a:lnTo>
                    <a:pt x="651510" y="498490"/>
                  </a:lnTo>
                  <a:lnTo>
                    <a:pt x="675937" y="455745"/>
                  </a:lnTo>
                  <a:lnTo>
                    <a:pt x="726068" y="400526"/>
                  </a:lnTo>
                  <a:lnTo>
                    <a:pt x="772810" y="364204"/>
                  </a:lnTo>
                  <a:lnTo>
                    <a:pt x="817957" y="331263"/>
                  </a:lnTo>
                  <a:lnTo>
                    <a:pt x="858508" y="313112"/>
                  </a:lnTo>
                  <a:lnTo>
                    <a:pt x="880903" y="313578"/>
                  </a:lnTo>
                  <a:lnTo>
                    <a:pt x="919480" y="320166"/>
                  </a:lnTo>
                  <a:lnTo>
                    <a:pt x="947574" y="405344"/>
                  </a:lnTo>
                  <a:lnTo>
                    <a:pt x="967047" y="474298"/>
                  </a:lnTo>
                  <a:lnTo>
                    <a:pt x="987202" y="532559"/>
                  </a:lnTo>
                  <a:lnTo>
                    <a:pt x="1005840" y="558926"/>
                  </a:lnTo>
                  <a:lnTo>
                    <a:pt x="1038566" y="561419"/>
                  </a:lnTo>
                  <a:lnTo>
                    <a:pt x="1083532" y="561340"/>
                  </a:lnTo>
                  <a:lnTo>
                    <a:pt x="1125212" y="560212"/>
                  </a:lnTo>
                  <a:lnTo>
                    <a:pt x="1161829" y="519047"/>
                  </a:lnTo>
                  <a:lnTo>
                    <a:pt x="1173767" y="473952"/>
                  </a:lnTo>
                  <a:lnTo>
                    <a:pt x="1188099" y="417312"/>
                  </a:lnTo>
                  <a:lnTo>
                    <a:pt x="1204086" y="352890"/>
                  </a:lnTo>
                  <a:lnTo>
                    <a:pt x="1220993" y="284448"/>
                  </a:lnTo>
                  <a:lnTo>
                    <a:pt x="1238083" y="215746"/>
                  </a:lnTo>
                  <a:lnTo>
                    <a:pt x="1254618" y="150546"/>
                  </a:lnTo>
                  <a:lnTo>
                    <a:pt x="1269863" y="92610"/>
                  </a:lnTo>
                  <a:lnTo>
                    <a:pt x="1283079" y="45700"/>
                  </a:lnTo>
                  <a:lnTo>
                    <a:pt x="1300480" y="0"/>
                  </a:lnTo>
                  <a:lnTo>
                    <a:pt x="1312565" y="15040"/>
                  </a:lnTo>
                  <a:lnTo>
                    <a:pt x="1327737" y="62244"/>
                  </a:lnTo>
                  <a:lnTo>
                    <a:pt x="1344088" y="126444"/>
                  </a:lnTo>
                  <a:lnTo>
                    <a:pt x="1359709" y="192475"/>
                  </a:lnTo>
                  <a:lnTo>
                    <a:pt x="1372690" y="245171"/>
                  </a:lnTo>
                  <a:lnTo>
                    <a:pt x="1381125" y="269366"/>
                  </a:lnTo>
                  <a:lnTo>
                    <a:pt x="1397041" y="279199"/>
                  </a:lnTo>
                  <a:lnTo>
                    <a:pt x="1421685" y="291734"/>
                  </a:lnTo>
                  <a:lnTo>
                    <a:pt x="1445258" y="303246"/>
                  </a:lnTo>
                  <a:lnTo>
                    <a:pt x="1457960" y="310007"/>
                  </a:lnTo>
                  <a:lnTo>
                    <a:pt x="1472410" y="332583"/>
                  </a:lnTo>
                  <a:lnTo>
                    <a:pt x="1499266" y="377269"/>
                  </a:lnTo>
                  <a:lnTo>
                    <a:pt x="1525789" y="418645"/>
                  </a:lnTo>
                  <a:lnTo>
                    <a:pt x="1539240" y="431291"/>
                  </a:lnTo>
                  <a:lnTo>
                    <a:pt x="1544855" y="405535"/>
                  </a:lnTo>
                  <a:lnTo>
                    <a:pt x="1556305" y="351394"/>
                  </a:lnTo>
                  <a:lnTo>
                    <a:pt x="1570831" y="283178"/>
                  </a:lnTo>
                  <a:lnTo>
                    <a:pt x="1585674" y="215194"/>
                  </a:lnTo>
                  <a:lnTo>
                    <a:pt x="1598077" y="161752"/>
                  </a:lnTo>
                  <a:lnTo>
                    <a:pt x="1619962" y="122928"/>
                  </a:lnTo>
                  <a:lnTo>
                    <a:pt x="1671520" y="81224"/>
                  </a:lnTo>
                  <a:lnTo>
                    <a:pt x="1686560" y="69850"/>
                  </a:lnTo>
                  <a:lnTo>
                    <a:pt x="1713083" y="75743"/>
                  </a:lnTo>
                  <a:lnTo>
                    <a:pt x="1763776" y="94424"/>
                  </a:lnTo>
                  <a:lnTo>
                    <a:pt x="1813325" y="115105"/>
                  </a:lnTo>
                  <a:lnTo>
                    <a:pt x="1836420" y="127000"/>
                  </a:lnTo>
                  <a:lnTo>
                    <a:pt x="1848419" y="140035"/>
                  </a:lnTo>
                  <a:lnTo>
                    <a:pt x="1873551" y="163274"/>
                  </a:lnTo>
                  <a:lnTo>
                    <a:pt x="1899802" y="184917"/>
                  </a:lnTo>
                  <a:lnTo>
                    <a:pt x="1915160" y="193166"/>
                  </a:lnTo>
                  <a:lnTo>
                    <a:pt x="1928844" y="168689"/>
                  </a:lnTo>
                  <a:lnTo>
                    <a:pt x="1951672" y="118411"/>
                  </a:lnTo>
                  <a:lnTo>
                    <a:pt x="1974024" y="69919"/>
                  </a:lnTo>
                  <a:lnTo>
                    <a:pt x="1986280" y="50800"/>
                  </a:lnTo>
                  <a:lnTo>
                    <a:pt x="2000827" y="62636"/>
                  </a:lnTo>
                  <a:lnTo>
                    <a:pt x="2028269" y="83105"/>
                  </a:lnTo>
                  <a:lnTo>
                    <a:pt x="2072640" y="116839"/>
                  </a:lnTo>
                  <a:lnTo>
                    <a:pt x="2094070" y="191981"/>
                  </a:lnTo>
                  <a:lnTo>
                    <a:pt x="2110533" y="258810"/>
                  </a:lnTo>
                  <a:lnTo>
                    <a:pt x="2127325" y="326559"/>
                  </a:lnTo>
                  <a:lnTo>
                    <a:pt x="2141816" y="381291"/>
                  </a:lnTo>
                  <a:lnTo>
                    <a:pt x="2151380" y="409066"/>
                  </a:lnTo>
                  <a:lnTo>
                    <a:pt x="2162498" y="433365"/>
                  </a:lnTo>
                  <a:lnTo>
                    <a:pt x="2182793" y="482841"/>
                  </a:lnTo>
                  <a:lnTo>
                    <a:pt x="2208669" y="547183"/>
                  </a:lnTo>
                  <a:lnTo>
                    <a:pt x="2236537" y="616082"/>
                  </a:lnTo>
                  <a:lnTo>
                    <a:pt x="2262803" y="679227"/>
                  </a:lnTo>
                  <a:lnTo>
                    <a:pt x="2283874" y="726307"/>
                  </a:lnTo>
                  <a:lnTo>
                    <a:pt x="2296160" y="747013"/>
                  </a:lnTo>
                  <a:lnTo>
                    <a:pt x="2315083" y="731394"/>
                  </a:lnTo>
                  <a:lnTo>
                    <a:pt x="2342102" y="687212"/>
                  </a:lnTo>
                  <a:lnTo>
                    <a:pt x="2367740" y="639911"/>
                  </a:lnTo>
                  <a:lnTo>
                    <a:pt x="2382520" y="614934"/>
                  </a:lnTo>
                  <a:lnTo>
                    <a:pt x="2394481" y="586978"/>
                  </a:lnTo>
                  <a:lnTo>
                    <a:pt x="2413730" y="532257"/>
                  </a:lnTo>
                  <a:lnTo>
                    <a:pt x="2433883" y="478202"/>
                  </a:lnTo>
                  <a:lnTo>
                    <a:pt x="2448560" y="452247"/>
                  </a:lnTo>
                  <a:lnTo>
                    <a:pt x="2456301" y="468660"/>
                  </a:lnTo>
                  <a:lnTo>
                    <a:pt x="2467461" y="513698"/>
                  </a:lnTo>
                  <a:lnTo>
                    <a:pt x="2480763" y="576487"/>
                  </a:lnTo>
                  <a:lnTo>
                    <a:pt x="2494930" y="646151"/>
                  </a:lnTo>
                  <a:lnTo>
                    <a:pt x="2508683" y="711817"/>
                  </a:lnTo>
                  <a:lnTo>
                    <a:pt x="2520745" y="762609"/>
                  </a:lnTo>
                  <a:lnTo>
                    <a:pt x="2529840" y="787654"/>
                  </a:lnTo>
                  <a:lnTo>
                    <a:pt x="2547246" y="771636"/>
                  </a:lnTo>
                  <a:lnTo>
                    <a:pt x="2570035" y="717708"/>
                  </a:lnTo>
                  <a:lnTo>
                    <a:pt x="2591776" y="661924"/>
                  </a:lnTo>
                  <a:lnTo>
                    <a:pt x="2606040" y="640334"/>
                  </a:lnTo>
                  <a:lnTo>
                    <a:pt x="2620438" y="670929"/>
                  </a:lnTo>
                  <a:lnTo>
                    <a:pt x="2641981" y="728884"/>
                  </a:lnTo>
                  <a:lnTo>
                    <a:pt x="2663332" y="785745"/>
                  </a:lnTo>
                  <a:lnTo>
                    <a:pt x="2677160" y="813054"/>
                  </a:lnTo>
                  <a:lnTo>
                    <a:pt x="2690342" y="809285"/>
                  </a:lnTo>
                  <a:lnTo>
                    <a:pt x="2711465" y="792337"/>
                  </a:lnTo>
                  <a:lnTo>
                    <a:pt x="2735756" y="762887"/>
                  </a:lnTo>
                  <a:lnTo>
                    <a:pt x="2758440" y="721613"/>
                  </a:lnTo>
                  <a:lnTo>
                    <a:pt x="2772733" y="680150"/>
                  </a:lnTo>
                  <a:lnTo>
                    <a:pt x="2787951" y="624430"/>
                  </a:lnTo>
                  <a:lnTo>
                    <a:pt x="2803175" y="563356"/>
                  </a:lnTo>
                  <a:lnTo>
                    <a:pt x="2817490" y="505826"/>
                  </a:lnTo>
                  <a:lnTo>
                    <a:pt x="2829977" y="460743"/>
                  </a:lnTo>
                  <a:lnTo>
                    <a:pt x="2839720" y="437007"/>
                  </a:lnTo>
                  <a:lnTo>
                    <a:pt x="2854317" y="433073"/>
                  </a:lnTo>
                  <a:lnTo>
                    <a:pt x="2872581" y="443833"/>
                  </a:lnTo>
                  <a:lnTo>
                    <a:pt x="2892512" y="457688"/>
                  </a:lnTo>
                  <a:lnTo>
                    <a:pt x="2912110" y="463041"/>
                  </a:lnTo>
                  <a:lnTo>
                    <a:pt x="2929626" y="457465"/>
                  </a:lnTo>
                  <a:lnTo>
                    <a:pt x="2946511" y="446913"/>
                  </a:lnTo>
                  <a:lnTo>
                    <a:pt x="2965563" y="432359"/>
                  </a:lnTo>
                  <a:lnTo>
                    <a:pt x="2989580" y="414782"/>
                  </a:lnTo>
                  <a:lnTo>
                    <a:pt x="3005750" y="379708"/>
                  </a:lnTo>
                  <a:lnTo>
                    <a:pt x="3028553" y="323929"/>
                  </a:lnTo>
                  <a:lnTo>
                    <a:pt x="3050284" y="269603"/>
                  </a:lnTo>
                  <a:lnTo>
                    <a:pt x="3063240" y="238887"/>
                  </a:lnTo>
                </a:path>
              </a:pathLst>
            </a:custGeom>
            <a:ln w="19812">
              <a:solidFill>
                <a:srgbClr val="13299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1917191" y="2801111"/>
              <a:ext cx="3365500" cy="2230755"/>
            </a:xfrm>
            <a:custGeom>
              <a:avLst/>
              <a:gdLst/>
              <a:ahLst/>
              <a:cxnLst/>
              <a:rect l="l" t="t" r="r" b="b"/>
              <a:pathLst>
                <a:path w="3365500" h="2230754">
                  <a:moveTo>
                    <a:pt x="0" y="2188464"/>
                  </a:moveTo>
                  <a:lnTo>
                    <a:pt x="3364991" y="2188464"/>
                  </a:lnTo>
                  <a:lnTo>
                    <a:pt x="3364991" y="0"/>
                  </a:lnTo>
                  <a:lnTo>
                    <a:pt x="0" y="0"/>
                  </a:lnTo>
                  <a:lnTo>
                    <a:pt x="0" y="2188464"/>
                  </a:lnTo>
                  <a:close/>
                </a:path>
                <a:path w="3365500" h="2230754">
                  <a:moveTo>
                    <a:pt x="149351" y="2189988"/>
                  </a:moveTo>
                  <a:lnTo>
                    <a:pt x="149351" y="2230755"/>
                  </a:lnTo>
                </a:path>
                <a:path w="3365500" h="2230754">
                  <a:moveTo>
                    <a:pt x="914400" y="2189988"/>
                  </a:moveTo>
                  <a:lnTo>
                    <a:pt x="914400" y="2230755"/>
                  </a:lnTo>
                </a:path>
                <a:path w="3365500" h="2230754">
                  <a:moveTo>
                    <a:pt x="1296924" y="2189988"/>
                  </a:moveTo>
                  <a:lnTo>
                    <a:pt x="1296924" y="2230755"/>
                  </a:lnTo>
                </a:path>
                <a:path w="3365500" h="2230754">
                  <a:moveTo>
                    <a:pt x="2061971" y="2189988"/>
                  </a:moveTo>
                  <a:lnTo>
                    <a:pt x="2061971" y="2230755"/>
                  </a:lnTo>
                </a:path>
                <a:path w="3365500" h="2230754">
                  <a:moveTo>
                    <a:pt x="2828544" y="2189988"/>
                  </a:moveTo>
                  <a:lnTo>
                    <a:pt x="2828544" y="2230755"/>
                  </a:lnTo>
                </a:path>
              </a:pathLst>
            </a:custGeom>
            <a:ln w="12192">
              <a:solidFill>
                <a:srgbClr val="7E7E7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1872995" y="3081527"/>
              <a:ext cx="40640" cy="1865630"/>
            </a:xfrm>
            <a:custGeom>
              <a:avLst/>
              <a:gdLst/>
              <a:ahLst/>
              <a:cxnLst/>
              <a:rect l="l" t="t" r="r" b="b"/>
              <a:pathLst>
                <a:path w="40639" h="1865629">
                  <a:moveTo>
                    <a:pt x="40386" y="0"/>
                  </a:moveTo>
                  <a:lnTo>
                    <a:pt x="0" y="0"/>
                  </a:lnTo>
                </a:path>
                <a:path w="40639" h="1865629">
                  <a:moveTo>
                    <a:pt x="40386" y="466344"/>
                  </a:moveTo>
                  <a:lnTo>
                    <a:pt x="0" y="466344"/>
                  </a:lnTo>
                </a:path>
                <a:path w="40639" h="1865629">
                  <a:moveTo>
                    <a:pt x="40386" y="1399032"/>
                  </a:moveTo>
                  <a:lnTo>
                    <a:pt x="0" y="1399032"/>
                  </a:lnTo>
                </a:path>
                <a:path w="40639" h="1865629">
                  <a:moveTo>
                    <a:pt x="40386" y="1865376"/>
                  </a:moveTo>
                  <a:lnTo>
                    <a:pt x="0" y="1865376"/>
                  </a:lnTo>
                </a:path>
                <a:path w="40639" h="1865629">
                  <a:moveTo>
                    <a:pt x="40386" y="932688"/>
                  </a:moveTo>
                  <a:lnTo>
                    <a:pt x="0" y="932688"/>
                  </a:lnTo>
                </a:path>
              </a:pathLst>
            </a:custGeom>
            <a:ln w="12192">
              <a:solidFill>
                <a:srgbClr val="7E7E7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2449068" y="4991100"/>
              <a:ext cx="2679700" cy="41275"/>
            </a:xfrm>
            <a:custGeom>
              <a:avLst/>
              <a:gdLst/>
              <a:ahLst/>
              <a:cxnLst/>
              <a:rect l="l" t="t" r="r" b="b"/>
              <a:pathLst>
                <a:path w="2679700" h="41275">
                  <a:moveTo>
                    <a:pt x="0" y="0"/>
                  </a:moveTo>
                  <a:lnTo>
                    <a:pt x="0" y="40767"/>
                  </a:lnTo>
                </a:path>
                <a:path w="2679700" h="41275">
                  <a:moveTo>
                    <a:pt x="1147571" y="0"/>
                  </a:moveTo>
                  <a:lnTo>
                    <a:pt x="1147571" y="40767"/>
                  </a:lnTo>
                </a:path>
                <a:path w="2679700" h="41275">
                  <a:moveTo>
                    <a:pt x="1914144" y="0"/>
                  </a:moveTo>
                  <a:lnTo>
                    <a:pt x="1914144" y="40767"/>
                  </a:lnTo>
                </a:path>
                <a:path w="2679700" h="41275">
                  <a:moveTo>
                    <a:pt x="2679192" y="0"/>
                  </a:moveTo>
                  <a:lnTo>
                    <a:pt x="2679192" y="40767"/>
                  </a:lnTo>
                </a:path>
              </a:pathLst>
            </a:custGeom>
            <a:ln w="12192">
              <a:solidFill>
                <a:srgbClr val="7E7E7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" name="object 17"/>
          <p:cNvSpPr txBox="1"/>
          <p:nvPr/>
        </p:nvSpPr>
        <p:spPr>
          <a:xfrm>
            <a:off x="1778507" y="2979546"/>
            <a:ext cx="3422015" cy="22542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200" spc="-285" dirty="0">
                <a:latin typeface="Trebuchet MS"/>
                <a:cs typeface="Trebuchet MS"/>
              </a:rPr>
              <a:t>10</a:t>
            </a:r>
            <a:endParaRPr sz="12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1900">
              <a:latin typeface="Trebuchet MS"/>
              <a:cs typeface="Trebuchet MS"/>
            </a:endParaRPr>
          </a:p>
          <a:p>
            <a:pPr marL="31115">
              <a:lnSpc>
                <a:spcPct val="100000"/>
              </a:lnSpc>
              <a:spcBef>
                <a:spcPts val="5"/>
              </a:spcBef>
            </a:pPr>
            <a:r>
              <a:rPr sz="1200" spc="-114" dirty="0">
                <a:latin typeface="Trebuchet MS"/>
                <a:cs typeface="Trebuchet MS"/>
              </a:rPr>
              <a:t>8</a:t>
            </a:r>
            <a:endParaRPr sz="12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1900">
              <a:latin typeface="Trebuchet MS"/>
              <a:cs typeface="Trebuchet MS"/>
            </a:endParaRPr>
          </a:p>
          <a:p>
            <a:pPr marL="31115">
              <a:lnSpc>
                <a:spcPct val="100000"/>
              </a:lnSpc>
              <a:spcBef>
                <a:spcPts val="5"/>
              </a:spcBef>
            </a:pPr>
            <a:r>
              <a:rPr sz="1200" spc="-125" dirty="0">
                <a:latin typeface="Trebuchet MS"/>
                <a:cs typeface="Trebuchet MS"/>
              </a:rPr>
              <a:t>6</a:t>
            </a:r>
            <a:endParaRPr sz="12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1900">
              <a:latin typeface="Trebuchet MS"/>
              <a:cs typeface="Trebuchet MS"/>
            </a:endParaRPr>
          </a:p>
          <a:p>
            <a:pPr marL="38735">
              <a:lnSpc>
                <a:spcPct val="100000"/>
              </a:lnSpc>
            </a:pPr>
            <a:r>
              <a:rPr sz="1200" spc="-170" dirty="0">
                <a:latin typeface="Trebuchet MS"/>
                <a:cs typeface="Trebuchet MS"/>
              </a:rPr>
              <a:t>4</a:t>
            </a:r>
            <a:endParaRPr sz="12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1900">
              <a:latin typeface="Trebuchet MS"/>
              <a:cs typeface="Trebuchet MS"/>
            </a:endParaRPr>
          </a:p>
          <a:p>
            <a:pPr marL="35560">
              <a:lnSpc>
                <a:spcPts val="1390"/>
              </a:lnSpc>
            </a:pPr>
            <a:r>
              <a:rPr sz="1200" spc="-165" dirty="0">
                <a:latin typeface="Trebuchet MS"/>
                <a:cs typeface="Trebuchet MS"/>
              </a:rPr>
              <a:t>2</a:t>
            </a:r>
            <a:endParaRPr sz="1200">
              <a:latin typeface="Trebuchet MS"/>
              <a:cs typeface="Trebuchet MS"/>
            </a:endParaRPr>
          </a:p>
          <a:p>
            <a:pPr marL="253365">
              <a:lnSpc>
                <a:spcPts val="1390"/>
              </a:lnSpc>
              <a:tabLst>
                <a:tab pos="633730" algn="l"/>
                <a:tab pos="1003300" algn="l"/>
                <a:tab pos="1384935" algn="l"/>
                <a:tab pos="1757680" algn="l"/>
                <a:tab pos="2132330" algn="l"/>
                <a:tab pos="2521585" algn="l"/>
                <a:tab pos="2896870" algn="l"/>
                <a:tab pos="3285490" algn="l"/>
              </a:tabLst>
            </a:pPr>
            <a:r>
              <a:rPr sz="1200" spc="-50" dirty="0">
                <a:latin typeface="Trebuchet MS"/>
                <a:cs typeface="Trebuchet MS"/>
              </a:rPr>
              <a:t>0</a:t>
            </a:r>
            <a:r>
              <a:rPr sz="1200" dirty="0">
                <a:latin typeface="Trebuchet MS"/>
                <a:cs typeface="Trebuchet MS"/>
              </a:rPr>
              <a:t>	</a:t>
            </a:r>
            <a:r>
              <a:rPr sz="1200" spc="-50" dirty="0">
                <a:latin typeface="Trebuchet MS"/>
                <a:cs typeface="Trebuchet MS"/>
              </a:rPr>
              <a:t>5</a:t>
            </a:r>
            <a:r>
              <a:rPr sz="1200" dirty="0">
                <a:latin typeface="Trebuchet MS"/>
                <a:cs typeface="Trebuchet MS"/>
              </a:rPr>
              <a:t>	</a:t>
            </a:r>
            <a:r>
              <a:rPr sz="1200" spc="-280" dirty="0">
                <a:latin typeface="Trebuchet MS"/>
                <a:cs typeface="Trebuchet MS"/>
              </a:rPr>
              <a:t>10</a:t>
            </a:r>
            <a:r>
              <a:rPr sz="1200" dirty="0">
                <a:latin typeface="Trebuchet MS"/>
                <a:cs typeface="Trebuchet MS"/>
              </a:rPr>
              <a:t>	</a:t>
            </a:r>
            <a:r>
              <a:rPr sz="1200" spc="-295" dirty="0">
                <a:latin typeface="Trebuchet MS"/>
                <a:cs typeface="Trebuchet MS"/>
              </a:rPr>
              <a:t>15</a:t>
            </a:r>
            <a:r>
              <a:rPr sz="1200" dirty="0">
                <a:latin typeface="Trebuchet MS"/>
                <a:cs typeface="Trebuchet MS"/>
              </a:rPr>
              <a:t>	</a:t>
            </a:r>
            <a:r>
              <a:rPr sz="1200" spc="-25" dirty="0">
                <a:latin typeface="Trebuchet MS"/>
                <a:cs typeface="Trebuchet MS"/>
              </a:rPr>
              <a:t>20</a:t>
            </a:r>
            <a:r>
              <a:rPr sz="1200" dirty="0">
                <a:latin typeface="Trebuchet MS"/>
                <a:cs typeface="Trebuchet MS"/>
              </a:rPr>
              <a:t>	</a:t>
            </a:r>
            <a:r>
              <a:rPr sz="1200" spc="-25" dirty="0">
                <a:latin typeface="Trebuchet MS"/>
                <a:cs typeface="Trebuchet MS"/>
              </a:rPr>
              <a:t>25</a:t>
            </a:r>
            <a:r>
              <a:rPr sz="1200" dirty="0">
                <a:latin typeface="Trebuchet MS"/>
                <a:cs typeface="Trebuchet MS"/>
              </a:rPr>
              <a:t>	</a:t>
            </a:r>
            <a:r>
              <a:rPr sz="1200" spc="-25" dirty="0">
                <a:latin typeface="Trebuchet MS"/>
                <a:cs typeface="Trebuchet MS"/>
              </a:rPr>
              <a:t>30</a:t>
            </a:r>
            <a:r>
              <a:rPr sz="1200" dirty="0">
                <a:latin typeface="Trebuchet MS"/>
                <a:cs typeface="Trebuchet MS"/>
              </a:rPr>
              <a:t>	</a:t>
            </a:r>
            <a:r>
              <a:rPr sz="1200" spc="-25" dirty="0">
                <a:latin typeface="Trebuchet MS"/>
                <a:cs typeface="Trebuchet MS"/>
              </a:rPr>
              <a:t>35</a:t>
            </a:r>
            <a:r>
              <a:rPr sz="1200" dirty="0">
                <a:latin typeface="Trebuchet MS"/>
                <a:cs typeface="Trebuchet MS"/>
              </a:rPr>
              <a:t>	</a:t>
            </a:r>
            <a:r>
              <a:rPr sz="1200" spc="-125" dirty="0">
                <a:latin typeface="Trebuchet MS"/>
                <a:cs typeface="Trebuchet MS"/>
              </a:rPr>
              <a:t>40</a:t>
            </a:r>
            <a:endParaRPr sz="12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2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334658" y="6524434"/>
            <a:ext cx="108806" cy="90487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54151" y="6527292"/>
            <a:ext cx="1794510" cy="142494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862571" y="6521195"/>
            <a:ext cx="2327910" cy="118110"/>
          </a:xfrm>
          <a:prstGeom prst="rect">
            <a:avLst/>
          </a:prstGeom>
        </p:spPr>
      </p:pic>
      <p:sp>
        <p:nvSpPr>
          <p:cNvPr id="5" name="object 5"/>
          <p:cNvSpPr/>
          <p:nvPr/>
        </p:nvSpPr>
        <p:spPr>
          <a:xfrm>
            <a:off x="559308" y="1440180"/>
            <a:ext cx="36830" cy="180340"/>
          </a:xfrm>
          <a:custGeom>
            <a:avLst/>
            <a:gdLst/>
            <a:ahLst/>
            <a:cxnLst/>
            <a:rect l="l" t="t" r="r" b="b"/>
            <a:pathLst>
              <a:path w="36829" h="180340">
                <a:moveTo>
                  <a:pt x="36576" y="0"/>
                </a:moveTo>
                <a:lnTo>
                  <a:pt x="0" y="0"/>
                </a:lnTo>
                <a:lnTo>
                  <a:pt x="0" y="179832"/>
                </a:lnTo>
                <a:lnTo>
                  <a:pt x="36576" y="179832"/>
                </a:lnTo>
                <a:lnTo>
                  <a:pt x="36576" y="0"/>
                </a:lnTo>
                <a:close/>
              </a:path>
            </a:pathLst>
          </a:custGeom>
          <a:solidFill>
            <a:srgbClr val="183DAF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6" name="object 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719327" y="1464563"/>
            <a:ext cx="1709166" cy="174498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437489" y="431419"/>
            <a:ext cx="173672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FFFFFF"/>
                </a:solidFill>
                <a:latin typeface="Ebrima"/>
                <a:cs typeface="Ebrima"/>
              </a:rPr>
              <a:t>3.3.</a:t>
            </a:r>
            <a:r>
              <a:rPr sz="1800" spc="-15" dirty="0">
                <a:solidFill>
                  <a:srgbClr val="FFFFFF"/>
                </a:solidFill>
                <a:latin typeface="Ebrima"/>
                <a:cs typeface="Ebrima"/>
              </a:rPr>
              <a:t> </a:t>
            </a:r>
            <a:r>
              <a:rPr sz="1800" dirty="0">
                <a:solidFill>
                  <a:srgbClr val="FFFFFF"/>
                </a:solidFill>
                <a:latin typeface="Ebrima"/>
                <a:cs typeface="Ebrima"/>
              </a:rPr>
              <a:t>AI</a:t>
            </a:r>
            <a:r>
              <a:rPr sz="1800" spc="-15" dirty="0">
                <a:solidFill>
                  <a:srgbClr val="FFFFFF"/>
                </a:solidFill>
                <a:latin typeface="Ebrima"/>
                <a:cs typeface="Ebrima"/>
              </a:rPr>
              <a:t> </a:t>
            </a:r>
            <a:r>
              <a:rPr sz="1800" dirty="0">
                <a:solidFill>
                  <a:srgbClr val="FFFFFF"/>
                </a:solidFill>
                <a:latin typeface="Ebrima"/>
                <a:cs typeface="Ebrima"/>
              </a:rPr>
              <a:t>with</a:t>
            </a:r>
            <a:r>
              <a:rPr sz="1800" spc="-5" dirty="0">
                <a:solidFill>
                  <a:srgbClr val="FFFFFF"/>
                </a:solidFill>
                <a:latin typeface="Ebrima"/>
                <a:cs typeface="Ebrima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Ebrima"/>
                <a:cs typeface="Ebrima"/>
              </a:rPr>
              <a:t>Keras</a:t>
            </a:r>
            <a:endParaRPr sz="1800">
              <a:latin typeface="Ebrima"/>
              <a:cs typeface="Ebrim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8671941" y="463677"/>
            <a:ext cx="80962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dirty="0">
                <a:solidFill>
                  <a:srgbClr val="D9D9D9"/>
                </a:solidFill>
                <a:latin typeface="Ebrima"/>
                <a:cs typeface="Ebrima"/>
              </a:rPr>
              <a:t>UNIT</a:t>
            </a:r>
            <a:r>
              <a:rPr sz="1600" spc="400" dirty="0">
                <a:solidFill>
                  <a:srgbClr val="D9D9D9"/>
                </a:solidFill>
                <a:latin typeface="Ebrima"/>
                <a:cs typeface="Ebrima"/>
              </a:rPr>
              <a:t> </a:t>
            </a:r>
            <a:r>
              <a:rPr sz="1600" spc="-35" dirty="0">
                <a:solidFill>
                  <a:srgbClr val="D9D9D9"/>
                </a:solidFill>
                <a:latin typeface="Ebrima"/>
                <a:cs typeface="Ebrima"/>
              </a:rPr>
              <a:t>03</a:t>
            </a:r>
            <a:endParaRPr sz="1600">
              <a:latin typeface="Ebrima"/>
              <a:cs typeface="Ebrima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682625" y="2019173"/>
            <a:ext cx="8664575" cy="4310380"/>
            <a:chOff x="682625" y="2019173"/>
            <a:chExt cx="8664575" cy="4310380"/>
          </a:xfrm>
        </p:grpSpPr>
        <p:sp>
          <p:nvSpPr>
            <p:cNvPr id="10" name="object 10"/>
            <p:cNvSpPr/>
            <p:nvPr/>
          </p:nvSpPr>
          <p:spPr>
            <a:xfrm>
              <a:off x="685800" y="2022348"/>
              <a:ext cx="8658225" cy="4304030"/>
            </a:xfrm>
            <a:custGeom>
              <a:avLst/>
              <a:gdLst/>
              <a:ahLst/>
              <a:cxnLst/>
              <a:rect l="l" t="t" r="r" b="b"/>
              <a:pathLst>
                <a:path w="8658225" h="4304030">
                  <a:moveTo>
                    <a:pt x="0" y="4303776"/>
                  </a:moveTo>
                  <a:lnTo>
                    <a:pt x="8657844" y="4303776"/>
                  </a:lnTo>
                  <a:lnTo>
                    <a:pt x="8657844" y="0"/>
                  </a:lnTo>
                  <a:lnTo>
                    <a:pt x="0" y="0"/>
                  </a:lnTo>
                  <a:lnTo>
                    <a:pt x="0" y="4303776"/>
                  </a:lnTo>
                  <a:close/>
                </a:path>
              </a:pathLst>
            </a:custGeom>
            <a:ln w="6096">
              <a:solidFill>
                <a:srgbClr val="D9D9D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" name="object 11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842518" y="2132035"/>
              <a:ext cx="8501125" cy="1376066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2074925" y="3695446"/>
              <a:ext cx="2819400" cy="2253615"/>
            </a:xfrm>
            <a:custGeom>
              <a:avLst/>
              <a:gdLst/>
              <a:ahLst/>
              <a:cxnLst/>
              <a:rect l="l" t="t" r="r" b="b"/>
              <a:pathLst>
                <a:path w="2819400" h="2253615">
                  <a:moveTo>
                    <a:pt x="0" y="2253488"/>
                  </a:moveTo>
                  <a:lnTo>
                    <a:pt x="9195" y="2191434"/>
                  </a:lnTo>
                  <a:lnTo>
                    <a:pt x="19008" y="2127584"/>
                  </a:lnTo>
                  <a:lnTo>
                    <a:pt x="29068" y="2064394"/>
                  </a:lnTo>
                  <a:lnTo>
                    <a:pt x="39004" y="2004318"/>
                  </a:lnTo>
                  <a:lnTo>
                    <a:pt x="48447" y="1949815"/>
                  </a:lnTo>
                  <a:lnTo>
                    <a:pt x="57024" y="1903338"/>
                  </a:lnTo>
                  <a:lnTo>
                    <a:pt x="70104" y="1844293"/>
                  </a:lnTo>
                  <a:lnTo>
                    <a:pt x="106489" y="1776301"/>
                  </a:lnTo>
                  <a:lnTo>
                    <a:pt x="140207" y="1728977"/>
                  </a:lnTo>
                  <a:lnTo>
                    <a:pt x="149377" y="1745209"/>
                  </a:lnTo>
                  <a:lnTo>
                    <a:pt x="163758" y="1795383"/>
                  </a:lnTo>
                  <a:lnTo>
                    <a:pt x="180578" y="1855887"/>
                  </a:lnTo>
                  <a:lnTo>
                    <a:pt x="197063" y="1903108"/>
                  </a:lnTo>
                  <a:lnTo>
                    <a:pt x="230113" y="1834410"/>
                  </a:lnTo>
                  <a:lnTo>
                    <a:pt x="241803" y="1767837"/>
                  </a:lnTo>
                  <a:lnTo>
                    <a:pt x="253564" y="1696650"/>
                  </a:lnTo>
                  <a:lnTo>
                    <a:pt x="264523" y="1630922"/>
                  </a:lnTo>
                  <a:lnTo>
                    <a:pt x="273807" y="1580725"/>
                  </a:lnTo>
                  <a:lnTo>
                    <a:pt x="280543" y="1556130"/>
                  </a:lnTo>
                  <a:lnTo>
                    <a:pt x="295030" y="1526339"/>
                  </a:lnTo>
                  <a:lnTo>
                    <a:pt x="315579" y="1478962"/>
                  </a:lnTo>
                  <a:lnTo>
                    <a:pt x="334960" y="1432704"/>
                  </a:lnTo>
                  <a:lnTo>
                    <a:pt x="345948" y="1406270"/>
                  </a:lnTo>
                  <a:lnTo>
                    <a:pt x="358796" y="1399784"/>
                  </a:lnTo>
                  <a:lnTo>
                    <a:pt x="405973" y="1393572"/>
                  </a:lnTo>
                  <a:lnTo>
                    <a:pt x="433526" y="1318206"/>
                  </a:lnTo>
                  <a:lnTo>
                    <a:pt x="442936" y="1259558"/>
                  </a:lnTo>
                  <a:lnTo>
                    <a:pt x="453231" y="1193212"/>
                  </a:lnTo>
                  <a:lnTo>
                    <a:pt x="463561" y="1126479"/>
                  </a:lnTo>
                  <a:lnTo>
                    <a:pt x="473078" y="1066671"/>
                  </a:lnTo>
                  <a:lnTo>
                    <a:pt x="480935" y="1021099"/>
                  </a:lnTo>
                  <a:lnTo>
                    <a:pt x="486282" y="997076"/>
                  </a:lnTo>
                  <a:lnTo>
                    <a:pt x="493359" y="969062"/>
                  </a:lnTo>
                  <a:lnTo>
                    <a:pt x="504732" y="916484"/>
                  </a:lnTo>
                  <a:lnTo>
                    <a:pt x="518680" y="849473"/>
                  </a:lnTo>
                  <a:lnTo>
                    <a:pt x="533481" y="778158"/>
                  </a:lnTo>
                  <a:lnTo>
                    <a:pt x="547413" y="712671"/>
                  </a:lnTo>
                  <a:lnTo>
                    <a:pt x="558755" y="663141"/>
                  </a:lnTo>
                  <a:lnTo>
                    <a:pt x="565785" y="639698"/>
                  </a:lnTo>
                  <a:lnTo>
                    <a:pt x="578937" y="612050"/>
                  </a:lnTo>
                  <a:lnTo>
                    <a:pt x="599662" y="565292"/>
                  </a:lnTo>
                  <a:lnTo>
                    <a:pt x="622149" y="516844"/>
                  </a:lnTo>
                  <a:lnTo>
                    <a:pt x="668297" y="454245"/>
                  </a:lnTo>
                  <a:lnTo>
                    <a:pt x="711295" y="413019"/>
                  </a:lnTo>
                  <a:lnTo>
                    <a:pt x="752816" y="375628"/>
                  </a:lnTo>
                  <a:lnTo>
                    <a:pt x="790160" y="355056"/>
                  </a:lnTo>
                  <a:lnTo>
                    <a:pt x="810783" y="355599"/>
                  </a:lnTo>
                  <a:lnTo>
                    <a:pt x="854748" y="385178"/>
                  </a:lnTo>
                  <a:lnTo>
                    <a:pt x="866657" y="435045"/>
                  </a:lnTo>
                  <a:lnTo>
                    <a:pt x="880887" y="498776"/>
                  </a:lnTo>
                  <a:lnTo>
                    <a:pt x="896271" y="562454"/>
                  </a:lnTo>
                  <a:lnTo>
                    <a:pt x="911641" y="612162"/>
                  </a:lnTo>
                  <a:lnTo>
                    <a:pt x="925830" y="633983"/>
                  </a:lnTo>
                  <a:lnTo>
                    <a:pt x="955948" y="636726"/>
                  </a:lnTo>
                  <a:lnTo>
                    <a:pt x="997330" y="636587"/>
                  </a:lnTo>
                  <a:lnTo>
                    <a:pt x="1035665" y="635305"/>
                  </a:lnTo>
                  <a:lnTo>
                    <a:pt x="1056640" y="634618"/>
                  </a:lnTo>
                  <a:lnTo>
                    <a:pt x="1067841" y="595087"/>
                  </a:lnTo>
                  <a:lnTo>
                    <a:pt x="1077525" y="550618"/>
                  </a:lnTo>
                  <a:lnTo>
                    <a:pt x="1089221" y="494155"/>
                  </a:lnTo>
                  <a:lnTo>
                    <a:pt x="1102394" y="429054"/>
                  </a:lnTo>
                  <a:lnTo>
                    <a:pt x="1116513" y="358671"/>
                  </a:lnTo>
                  <a:lnTo>
                    <a:pt x="1131042" y="286362"/>
                  </a:lnTo>
                  <a:lnTo>
                    <a:pt x="1145448" y="215484"/>
                  </a:lnTo>
                  <a:lnTo>
                    <a:pt x="1159199" y="149391"/>
                  </a:lnTo>
                  <a:lnTo>
                    <a:pt x="1171760" y="91440"/>
                  </a:lnTo>
                  <a:lnTo>
                    <a:pt x="1182599" y="44987"/>
                  </a:lnTo>
                  <a:lnTo>
                    <a:pt x="1196975" y="0"/>
                  </a:lnTo>
                  <a:lnTo>
                    <a:pt x="1206275" y="11980"/>
                  </a:lnTo>
                  <a:lnTo>
                    <a:pt x="1217865" y="52566"/>
                  </a:lnTo>
                  <a:lnTo>
                    <a:pt x="1230631" y="110924"/>
                  </a:lnTo>
                  <a:lnTo>
                    <a:pt x="1243457" y="176222"/>
                  </a:lnTo>
                  <a:lnTo>
                    <a:pt x="1255228" y="237628"/>
                  </a:lnTo>
                  <a:lnTo>
                    <a:pt x="1264828" y="284310"/>
                  </a:lnTo>
                  <a:lnTo>
                    <a:pt x="1271143" y="305434"/>
                  </a:lnTo>
                  <a:lnTo>
                    <a:pt x="1285785" y="316638"/>
                  </a:lnTo>
                  <a:lnTo>
                    <a:pt x="1308465" y="330866"/>
                  </a:lnTo>
                  <a:lnTo>
                    <a:pt x="1330168" y="343904"/>
                  </a:lnTo>
                  <a:lnTo>
                    <a:pt x="1341882" y="351535"/>
                  </a:lnTo>
                  <a:lnTo>
                    <a:pt x="1355195" y="377170"/>
                  </a:lnTo>
                  <a:lnTo>
                    <a:pt x="1379902" y="427831"/>
                  </a:lnTo>
                  <a:lnTo>
                    <a:pt x="1404300" y="474729"/>
                  </a:lnTo>
                  <a:lnTo>
                    <a:pt x="1416685" y="489076"/>
                  </a:lnTo>
                  <a:lnTo>
                    <a:pt x="1420734" y="466397"/>
                  </a:lnTo>
                  <a:lnTo>
                    <a:pt x="1428989" y="418350"/>
                  </a:lnTo>
                  <a:lnTo>
                    <a:pt x="1439854" y="355162"/>
                  </a:lnTo>
                  <a:lnTo>
                    <a:pt x="1451735" y="287063"/>
                  </a:lnTo>
                  <a:lnTo>
                    <a:pt x="1463036" y="224280"/>
                  </a:lnTo>
                  <a:lnTo>
                    <a:pt x="1472162" y="177041"/>
                  </a:lnTo>
                  <a:lnTo>
                    <a:pt x="1491063" y="139380"/>
                  </a:lnTo>
                  <a:lnTo>
                    <a:pt x="1538489" y="92084"/>
                  </a:lnTo>
                  <a:lnTo>
                    <a:pt x="1552321" y="79247"/>
                  </a:lnTo>
                  <a:lnTo>
                    <a:pt x="1576728" y="85850"/>
                  </a:lnTo>
                  <a:lnTo>
                    <a:pt x="1623377" y="107013"/>
                  </a:lnTo>
                  <a:lnTo>
                    <a:pt x="1668978" y="130486"/>
                  </a:lnTo>
                  <a:lnTo>
                    <a:pt x="1690243" y="144017"/>
                  </a:lnTo>
                  <a:lnTo>
                    <a:pt x="1701305" y="158744"/>
                  </a:lnTo>
                  <a:lnTo>
                    <a:pt x="1724453" y="185054"/>
                  </a:lnTo>
                  <a:lnTo>
                    <a:pt x="1748625" y="209579"/>
                  </a:lnTo>
                  <a:lnTo>
                    <a:pt x="1762760" y="218947"/>
                  </a:lnTo>
                  <a:lnTo>
                    <a:pt x="1775301" y="191226"/>
                  </a:lnTo>
                  <a:lnTo>
                    <a:pt x="1796319" y="134238"/>
                  </a:lnTo>
                  <a:lnTo>
                    <a:pt x="1816909" y="79251"/>
                  </a:lnTo>
                  <a:lnTo>
                    <a:pt x="1828164" y="57530"/>
                  </a:lnTo>
                  <a:lnTo>
                    <a:pt x="1841533" y="70989"/>
                  </a:lnTo>
                  <a:lnTo>
                    <a:pt x="1866820" y="94233"/>
                  </a:lnTo>
                  <a:lnTo>
                    <a:pt x="1907666" y="132460"/>
                  </a:lnTo>
                  <a:lnTo>
                    <a:pt x="1923409" y="198463"/>
                  </a:lnTo>
                  <a:lnTo>
                    <a:pt x="1935822" y="259990"/>
                  </a:lnTo>
                  <a:lnTo>
                    <a:pt x="1949229" y="327257"/>
                  </a:lnTo>
                  <a:lnTo>
                    <a:pt x="1962108" y="390308"/>
                  </a:lnTo>
                  <a:lnTo>
                    <a:pt x="1972934" y="439184"/>
                  </a:lnTo>
                  <a:lnTo>
                    <a:pt x="1980184" y="463930"/>
                  </a:lnTo>
                  <a:lnTo>
                    <a:pt x="1988596" y="486229"/>
                  </a:lnTo>
                  <a:lnTo>
                    <a:pt x="2003786" y="531516"/>
                  </a:lnTo>
                  <a:lnTo>
                    <a:pt x="2023542" y="591958"/>
                  </a:lnTo>
                  <a:lnTo>
                    <a:pt x="2045652" y="659717"/>
                  </a:lnTo>
                  <a:lnTo>
                    <a:pt x="2067905" y="726958"/>
                  </a:lnTo>
                  <a:lnTo>
                    <a:pt x="2088090" y="785846"/>
                  </a:lnTo>
                  <a:lnTo>
                    <a:pt x="2103994" y="828544"/>
                  </a:lnTo>
                  <a:lnTo>
                    <a:pt x="2113407" y="847216"/>
                  </a:lnTo>
                  <a:lnTo>
                    <a:pt x="2130811" y="829498"/>
                  </a:lnTo>
                  <a:lnTo>
                    <a:pt x="2155682" y="779383"/>
                  </a:lnTo>
                  <a:lnTo>
                    <a:pt x="2179290" y="725719"/>
                  </a:lnTo>
                  <a:lnTo>
                    <a:pt x="2192909" y="697356"/>
                  </a:lnTo>
                  <a:lnTo>
                    <a:pt x="2203858" y="665632"/>
                  </a:lnTo>
                  <a:lnTo>
                    <a:pt x="2221547" y="603583"/>
                  </a:lnTo>
                  <a:lnTo>
                    <a:pt x="2240093" y="542319"/>
                  </a:lnTo>
                  <a:lnTo>
                    <a:pt x="2253615" y="512952"/>
                  </a:lnTo>
                  <a:lnTo>
                    <a:pt x="2259662" y="527166"/>
                  </a:lnTo>
                  <a:lnTo>
                    <a:pt x="2268231" y="567437"/>
                  </a:lnTo>
                  <a:lnTo>
                    <a:pt x="2278533" y="625500"/>
                  </a:lnTo>
                  <a:lnTo>
                    <a:pt x="2289778" y="693086"/>
                  </a:lnTo>
                  <a:lnTo>
                    <a:pt x="2301177" y="761928"/>
                  </a:lnTo>
                  <a:lnTo>
                    <a:pt x="2311943" y="823759"/>
                  </a:lnTo>
                  <a:lnTo>
                    <a:pt x="2321286" y="870311"/>
                  </a:lnTo>
                  <a:lnTo>
                    <a:pt x="2328418" y="893317"/>
                  </a:lnTo>
                  <a:lnTo>
                    <a:pt x="2340671" y="883531"/>
                  </a:lnTo>
                  <a:lnTo>
                    <a:pt x="2356833" y="840998"/>
                  </a:lnTo>
                  <a:lnTo>
                    <a:pt x="2373891" y="786644"/>
                  </a:lnTo>
                  <a:lnTo>
                    <a:pt x="2388833" y="741397"/>
                  </a:lnTo>
                  <a:lnTo>
                    <a:pt x="2398649" y="726185"/>
                  </a:lnTo>
                  <a:lnTo>
                    <a:pt x="2411886" y="760930"/>
                  </a:lnTo>
                  <a:lnTo>
                    <a:pt x="2431684" y="826690"/>
                  </a:lnTo>
                  <a:lnTo>
                    <a:pt x="2451316" y="891188"/>
                  </a:lnTo>
                  <a:lnTo>
                    <a:pt x="2464054" y="922146"/>
                  </a:lnTo>
                  <a:lnTo>
                    <a:pt x="2476206" y="917864"/>
                  </a:lnTo>
                  <a:lnTo>
                    <a:pt x="2495645" y="898651"/>
                  </a:lnTo>
                  <a:lnTo>
                    <a:pt x="2517989" y="865247"/>
                  </a:lnTo>
                  <a:lnTo>
                    <a:pt x="2538857" y="818387"/>
                  </a:lnTo>
                  <a:lnTo>
                    <a:pt x="2550065" y="779317"/>
                  </a:lnTo>
                  <a:lnTo>
                    <a:pt x="2561995" y="727304"/>
                  </a:lnTo>
                  <a:lnTo>
                    <a:pt x="2574110" y="668704"/>
                  </a:lnTo>
                  <a:lnTo>
                    <a:pt x="2585871" y="609873"/>
                  </a:lnTo>
                  <a:lnTo>
                    <a:pt x="2596741" y="557167"/>
                  </a:lnTo>
                  <a:lnTo>
                    <a:pt x="2606184" y="516942"/>
                  </a:lnTo>
                  <a:lnTo>
                    <a:pt x="2613660" y="495553"/>
                  </a:lnTo>
                  <a:lnTo>
                    <a:pt x="2627114" y="491122"/>
                  </a:lnTo>
                  <a:lnTo>
                    <a:pt x="2643949" y="503348"/>
                  </a:lnTo>
                  <a:lnTo>
                    <a:pt x="2662308" y="519074"/>
                  </a:lnTo>
                  <a:lnTo>
                    <a:pt x="2680335" y="525144"/>
                  </a:lnTo>
                  <a:lnTo>
                    <a:pt x="2696432" y="518806"/>
                  </a:lnTo>
                  <a:lnTo>
                    <a:pt x="2711957" y="506825"/>
                  </a:lnTo>
                  <a:lnTo>
                    <a:pt x="2729483" y="490319"/>
                  </a:lnTo>
                  <a:lnTo>
                    <a:pt x="2751582" y="470407"/>
                  </a:lnTo>
                  <a:lnTo>
                    <a:pt x="2766500" y="430660"/>
                  </a:lnTo>
                  <a:lnTo>
                    <a:pt x="2787491" y="367410"/>
                  </a:lnTo>
                  <a:lnTo>
                    <a:pt x="2807481" y="305780"/>
                  </a:lnTo>
                  <a:lnTo>
                    <a:pt x="2819400" y="270890"/>
                  </a:lnTo>
                </a:path>
              </a:pathLst>
            </a:custGeom>
            <a:ln w="19812">
              <a:solidFill>
                <a:srgbClr val="13299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1895855" y="3578352"/>
              <a:ext cx="3883660" cy="2532380"/>
            </a:xfrm>
            <a:custGeom>
              <a:avLst/>
              <a:gdLst/>
              <a:ahLst/>
              <a:cxnLst/>
              <a:rect l="l" t="t" r="r" b="b"/>
              <a:pathLst>
                <a:path w="3883660" h="2532379">
                  <a:moveTo>
                    <a:pt x="0" y="2482596"/>
                  </a:moveTo>
                  <a:lnTo>
                    <a:pt x="3883152" y="2482596"/>
                  </a:lnTo>
                  <a:lnTo>
                    <a:pt x="3883152" y="0"/>
                  </a:lnTo>
                  <a:lnTo>
                    <a:pt x="0" y="0"/>
                  </a:lnTo>
                  <a:lnTo>
                    <a:pt x="0" y="2482596"/>
                  </a:lnTo>
                  <a:close/>
                </a:path>
                <a:path w="3883660" h="2532379">
                  <a:moveTo>
                    <a:pt x="169163" y="2485644"/>
                  </a:moveTo>
                  <a:lnTo>
                    <a:pt x="169163" y="2531960"/>
                  </a:lnTo>
                </a:path>
                <a:path w="3883660" h="2532379">
                  <a:moveTo>
                    <a:pt x="874776" y="2485644"/>
                  </a:moveTo>
                  <a:lnTo>
                    <a:pt x="874776" y="2531960"/>
                  </a:lnTo>
                </a:path>
              </a:pathLst>
            </a:custGeom>
            <a:ln w="12192">
              <a:solidFill>
                <a:srgbClr val="7E7E7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/>
          <p:nvPr/>
        </p:nvSpPr>
        <p:spPr>
          <a:xfrm>
            <a:off x="2032380" y="6103416"/>
            <a:ext cx="7937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200" spc="-110" dirty="0">
                <a:latin typeface="Trebuchet MS"/>
                <a:cs typeface="Trebuchet MS"/>
              </a:rPr>
              <a:t>0</a:t>
            </a:r>
            <a:endParaRPr sz="1200">
              <a:latin typeface="Trebuchet MS"/>
              <a:cs typeface="Trebuchet MS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2702686" y="6103416"/>
            <a:ext cx="10922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200" spc="-285" dirty="0">
                <a:latin typeface="Trebuchet MS"/>
                <a:cs typeface="Trebuchet MS"/>
              </a:rPr>
              <a:t>10</a:t>
            </a:r>
            <a:endParaRPr sz="1200">
              <a:latin typeface="Trebuchet MS"/>
              <a:cs typeface="Trebuchet MS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1752854" y="3795141"/>
            <a:ext cx="10922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200" spc="-285" dirty="0">
                <a:latin typeface="Trebuchet MS"/>
                <a:cs typeface="Trebuchet MS"/>
              </a:rPr>
              <a:t>10</a:t>
            </a:r>
            <a:endParaRPr sz="1200">
              <a:latin typeface="Trebuchet MS"/>
              <a:cs typeface="Trebuchet MS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1783714" y="4326458"/>
            <a:ext cx="80010" cy="18040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635">
              <a:lnSpc>
                <a:spcPct val="100000"/>
              </a:lnSpc>
              <a:spcBef>
                <a:spcPts val="100"/>
              </a:spcBef>
            </a:pPr>
            <a:r>
              <a:rPr sz="1200" spc="-114" dirty="0">
                <a:latin typeface="Trebuchet MS"/>
                <a:cs typeface="Trebuchet MS"/>
              </a:rPr>
              <a:t>8</a:t>
            </a:r>
            <a:endParaRPr sz="12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</a:pPr>
            <a:endParaRPr sz="14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1125"/>
              </a:spcBef>
            </a:pPr>
            <a:r>
              <a:rPr sz="1200" spc="-125" dirty="0">
                <a:latin typeface="Trebuchet MS"/>
                <a:cs typeface="Trebuchet MS"/>
              </a:rPr>
              <a:t>6</a:t>
            </a:r>
            <a:endParaRPr sz="12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</a:pPr>
            <a:endParaRPr sz="1400">
              <a:latin typeface="Trebuchet MS"/>
              <a:cs typeface="Trebuchet MS"/>
            </a:endParaRPr>
          </a:p>
          <a:p>
            <a:pPr marL="6985">
              <a:lnSpc>
                <a:spcPct val="100000"/>
              </a:lnSpc>
              <a:spcBef>
                <a:spcPts val="1120"/>
              </a:spcBef>
            </a:pPr>
            <a:r>
              <a:rPr sz="1200" spc="-170" dirty="0">
                <a:latin typeface="Trebuchet MS"/>
                <a:cs typeface="Trebuchet MS"/>
              </a:rPr>
              <a:t>4</a:t>
            </a:r>
            <a:endParaRPr sz="12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</a:pPr>
            <a:endParaRPr sz="1400">
              <a:latin typeface="Trebuchet MS"/>
              <a:cs typeface="Trebuchet MS"/>
            </a:endParaRPr>
          </a:p>
          <a:p>
            <a:pPr marL="3810">
              <a:lnSpc>
                <a:spcPct val="100000"/>
              </a:lnSpc>
              <a:spcBef>
                <a:spcPts val="1120"/>
              </a:spcBef>
            </a:pPr>
            <a:r>
              <a:rPr sz="1200" spc="-165" dirty="0">
                <a:latin typeface="Trebuchet MS"/>
                <a:cs typeface="Trebuchet MS"/>
              </a:rPr>
              <a:t>2</a:t>
            </a:r>
            <a:endParaRPr sz="1200">
              <a:latin typeface="Trebuchet MS"/>
              <a:cs typeface="Trebuchet MS"/>
            </a:endParaRPr>
          </a:p>
        </p:txBody>
      </p:sp>
      <p:grpSp>
        <p:nvGrpSpPr>
          <p:cNvPr id="18" name="object 18"/>
          <p:cNvGrpSpPr/>
          <p:nvPr/>
        </p:nvGrpSpPr>
        <p:grpSpPr>
          <a:xfrm>
            <a:off x="1839214" y="3890517"/>
            <a:ext cx="2350770" cy="2226310"/>
            <a:chOff x="1839214" y="3890517"/>
            <a:chExt cx="2350770" cy="2226310"/>
          </a:xfrm>
        </p:grpSpPr>
        <p:sp>
          <p:nvSpPr>
            <p:cNvPr id="19" name="object 19"/>
            <p:cNvSpPr/>
            <p:nvPr/>
          </p:nvSpPr>
          <p:spPr>
            <a:xfrm>
              <a:off x="1845564" y="3896867"/>
              <a:ext cx="46355" cy="2117090"/>
            </a:xfrm>
            <a:custGeom>
              <a:avLst/>
              <a:gdLst/>
              <a:ahLst/>
              <a:cxnLst/>
              <a:rect l="l" t="t" r="r" b="b"/>
              <a:pathLst>
                <a:path w="46355" h="2117090">
                  <a:moveTo>
                    <a:pt x="45847" y="0"/>
                  </a:moveTo>
                  <a:lnTo>
                    <a:pt x="0" y="0"/>
                  </a:lnTo>
                </a:path>
                <a:path w="46355" h="2117090">
                  <a:moveTo>
                    <a:pt x="45847" y="528827"/>
                  </a:moveTo>
                  <a:lnTo>
                    <a:pt x="0" y="528827"/>
                  </a:lnTo>
                </a:path>
                <a:path w="46355" h="2117090">
                  <a:moveTo>
                    <a:pt x="45847" y="1586483"/>
                  </a:moveTo>
                  <a:lnTo>
                    <a:pt x="0" y="1586483"/>
                  </a:lnTo>
                </a:path>
                <a:path w="46355" h="2117090">
                  <a:moveTo>
                    <a:pt x="45847" y="2116835"/>
                  </a:moveTo>
                  <a:lnTo>
                    <a:pt x="0" y="2116835"/>
                  </a:lnTo>
                </a:path>
                <a:path w="46355" h="2117090">
                  <a:moveTo>
                    <a:pt x="45847" y="1057655"/>
                  </a:moveTo>
                  <a:lnTo>
                    <a:pt x="0" y="1057655"/>
                  </a:lnTo>
                </a:path>
              </a:pathLst>
            </a:custGeom>
            <a:ln w="12192">
              <a:solidFill>
                <a:srgbClr val="7E7E7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3476244" y="6063995"/>
              <a:ext cx="707390" cy="46355"/>
            </a:xfrm>
            <a:custGeom>
              <a:avLst/>
              <a:gdLst/>
              <a:ahLst/>
              <a:cxnLst/>
              <a:rect l="l" t="t" r="r" b="b"/>
              <a:pathLst>
                <a:path w="707389" h="46354">
                  <a:moveTo>
                    <a:pt x="0" y="0"/>
                  </a:moveTo>
                  <a:lnTo>
                    <a:pt x="0" y="46316"/>
                  </a:lnTo>
                </a:path>
                <a:path w="707389" h="46354">
                  <a:moveTo>
                    <a:pt x="707135" y="0"/>
                  </a:moveTo>
                  <a:lnTo>
                    <a:pt x="707135" y="46316"/>
                  </a:lnTo>
                </a:path>
              </a:pathLst>
            </a:custGeom>
            <a:ln w="12192">
              <a:solidFill>
                <a:srgbClr val="7E7E7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1" name="object 21"/>
          <p:cNvSpPr txBox="1"/>
          <p:nvPr/>
        </p:nvSpPr>
        <p:spPr>
          <a:xfrm>
            <a:off x="3397630" y="6103416"/>
            <a:ext cx="14160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200" spc="-105" dirty="0">
                <a:latin typeface="Trebuchet MS"/>
                <a:cs typeface="Trebuchet MS"/>
              </a:rPr>
              <a:t>20</a:t>
            </a:r>
            <a:endParaRPr sz="1200">
              <a:latin typeface="Trebuchet MS"/>
              <a:cs typeface="Trebuchet MS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4115434" y="6103416"/>
            <a:ext cx="14605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200" spc="-85" dirty="0">
                <a:latin typeface="Trebuchet MS"/>
                <a:cs typeface="Trebuchet MS"/>
              </a:rPr>
              <a:t>30</a:t>
            </a:r>
            <a:endParaRPr sz="1200">
              <a:latin typeface="Trebuchet MS"/>
              <a:cs typeface="Trebuchet MS"/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5596128" y="6063996"/>
            <a:ext cx="0" cy="46355"/>
          </a:xfrm>
          <a:custGeom>
            <a:avLst/>
            <a:gdLst/>
            <a:ahLst/>
            <a:cxnLst/>
            <a:rect l="l" t="t" r="r" b="b"/>
            <a:pathLst>
              <a:path h="46354">
                <a:moveTo>
                  <a:pt x="0" y="0"/>
                </a:moveTo>
                <a:lnTo>
                  <a:pt x="0" y="46316"/>
                </a:lnTo>
              </a:path>
            </a:pathLst>
          </a:custGeom>
          <a:ln w="12192">
            <a:solidFill>
              <a:srgbClr val="7E7E7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 txBox="1"/>
          <p:nvPr/>
        </p:nvSpPr>
        <p:spPr>
          <a:xfrm>
            <a:off x="5528436" y="6103416"/>
            <a:ext cx="14732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200" spc="-80" dirty="0">
                <a:latin typeface="Trebuchet MS"/>
                <a:cs typeface="Trebuchet MS"/>
              </a:rPr>
              <a:t>50</a:t>
            </a:r>
            <a:endParaRPr sz="1200">
              <a:latin typeface="Trebuchet MS"/>
              <a:cs typeface="Trebuchet MS"/>
            </a:endParaRPr>
          </a:p>
        </p:txBody>
      </p:sp>
      <p:sp>
        <p:nvSpPr>
          <p:cNvPr id="25" name="object 25"/>
          <p:cNvSpPr/>
          <p:nvPr/>
        </p:nvSpPr>
        <p:spPr>
          <a:xfrm>
            <a:off x="4888991" y="6063996"/>
            <a:ext cx="0" cy="46355"/>
          </a:xfrm>
          <a:custGeom>
            <a:avLst/>
            <a:gdLst/>
            <a:ahLst/>
            <a:cxnLst/>
            <a:rect l="l" t="t" r="r" b="b"/>
            <a:pathLst>
              <a:path h="46354">
                <a:moveTo>
                  <a:pt x="0" y="0"/>
                </a:moveTo>
                <a:lnTo>
                  <a:pt x="0" y="46316"/>
                </a:lnTo>
              </a:path>
            </a:pathLst>
          </a:custGeom>
          <a:ln w="12192">
            <a:solidFill>
              <a:srgbClr val="7E7E7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 txBox="1"/>
          <p:nvPr/>
        </p:nvSpPr>
        <p:spPr>
          <a:xfrm>
            <a:off x="4841494" y="6103416"/>
            <a:ext cx="13652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200" spc="-125" dirty="0">
                <a:latin typeface="Trebuchet MS"/>
                <a:cs typeface="Trebuchet MS"/>
              </a:rPr>
              <a:t>40</a:t>
            </a:r>
            <a:endParaRPr sz="1200">
              <a:latin typeface="Trebuchet MS"/>
              <a:cs typeface="Trebuchet MS"/>
            </a:endParaRPr>
          </a:p>
        </p:txBody>
      </p:sp>
      <p:sp>
        <p:nvSpPr>
          <p:cNvPr id="27" name="object 27"/>
          <p:cNvSpPr/>
          <p:nvPr/>
        </p:nvSpPr>
        <p:spPr>
          <a:xfrm>
            <a:off x="2053589" y="3763645"/>
            <a:ext cx="3525520" cy="2176145"/>
          </a:xfrm>
          <a:custGeom>
            <a:avLst/>
            <a:gdLst/>
            <a:ahLst/>
            <a:cxnLst/>
            <a:rect l="l" t="t" r="r" b="b"/>
            <a:pathLst>
              <a:path w="3525520" h="2176145">
                <a:moveTo>
                  <a:pt x="0" y="2173820"/>
                </a:moveTo>
                <a:lnTo>
                  <a:pt x="24249" y="2176118"/>
                </a:lnTo>
                <a:lnTo>
                  <a:pt x="53022" y="2175086"/>
                </a:lnTo>
                <a:lnTo>
                  <a:pt x="77509" y="2172151"/>
                </a:lnTo>
                <a:lnTo>
                  <a:pt x="97133" y="2114010"/>
                </a:lnTo>
                <a:lnTo>
                  <a:pt x="104939" y="2057745"/>
                </a:lnTo>
                <a:lnTo>
                  <a:pt x="114125" y="1991132"/>
                </a:lnTo>
                <a:lnTo>
                  <a:pt x="123881" y="1920861"/>
                </a:lnTo>
                <a:lnTo>
                  <a:pt x="133397" y="1853621"/>
                </a:lnTo>
                <a:lnTo>
                  <a:pt x="141861" y="1796101"/>
                </a:lnTo>
                <a:lnTo>
                  <a:pt x="148466" y="1754991"/>
                </a:lnTo>
                <a:lnTo>
                  <a:pt x="193087" y="1702101"/>
                </a:lnTo>
                <a:lnTo>
                  <a:pt x="233680" y="1681226"/>
                </a:lnTo>
                <a:lnTo>
                  <a:pt x="244088" y="1708083"/>
                </a:lnTo>
                <a:lnTo>
                  <a:pt x="261889" y="1761158"/>
                </a:lnTo>
                <a:lnTo>
                  <a:pt x="282096" y="1812344"/>
                </a:lnTo>
                <a:lnTo>
                  <a:pt x="299720" y="1833537"/>
                </a:lnTo>
                <a:lnTo>
                  <a:pt x="308603" y="1814755"/>
                </a:lnTo>
                <a:lnTo>
                  <a:pt x="318333" y="1769036"/>
                </a:lnTo>
                <a:lnTo>
                  <a:pt x="328511" y="1706867"/>
                </a:lnTo>
                <a:lnTo>
                  <a:pt x="338741" y="1638735"/>
                </a:lnTo>
                <a:lnTo>
                  <a:pt x="348624" y="1575126"/>
                </a:lnTo>
                <a:lnTo>
                  <a:pt x="357763" y="1526527"/>
                </a:lnTo>
                <a:lnTo>
                  <a:pt x="365760" y="1503425"/>
                </a:lnTo>
                <a:lnTo>
                  <a:pt x="386111" y="1478046"/>
                </a:lnTo>
                <a:lnTo>
                  <a:pt x="420337" y="1431178"/>
                </a:lnTo>
                <a:lnTo>
                  <a:pt x="458599" y="1377695"/>
                </a:lnTo>
                <a:lnTo>
                  <a:pt x="491057" y="1332473"/>
                </a:lnTo>
                <a:lnTo>
                  <a:pt x="507873" y="1310385"/>
                </a:lnTo>
                <a:lnTo>
                  <a:pt x="511865" y="1297984"/>
                </a:lnTo>
                <a:lnTo>
                  <a:pt x="517306" y="1268976"/>
                </a:lnTo>
                <a:lnTo>
                  <a:pt x="524049" y="1226509"/>
                </a:lnTo>
                <a:lnTo>
                  <a:pt x="531942" y="1173731"/>
                </a:lnTo>
                <a:lnTo>
                  <a:pt x="540836" y="1113792"/>
                </a:lnTo>
                <a:lnTo>
                  <a:pt x="550582" y="1049838"/>
                </a:lnTo>
                <a:lnTo>
                  <a:pt x="561031" y="985019"/>
                </a:lnTo>
                <a:lnTo>
                  <a:pt x="572032" y="922483"/>
                </a:lnTo>
                <a:lnTo>
                  <a:pt x="583438" y="865377"/>
                </a:lnTo>
                <a:lnTo>
                  <a:pt x="595476" y="812324"/>
                </a:lnTo>
                <a:lnTo>
                  <a:pt x="610127" y="751262"/>
                </a:lnTo>
                <a:lnTo>
                  <a:pt x="626514" y="685328"/>
                </a:lnTo>
                <a:lnTo>
                  <a:pt x="643759" y="617652"/>
                </a:lnTo>
                <a:lnTo>
                  <a:pt x="660987" y="551370"/>
                </a:lnTo>
                <a:lnTo>
                  <a:pt x="677319" y="489614"/>
                </a:lnTo>
                <a:lnTo>
                  <a:pt x="691879" y="435518"/>
                </a:lnTo>
                <a:lnTo>
                  <a:pt x="703789" y="392214"/>
                </a:lnTo>
                <a:lnTo>
                  <a:pt x="716153" y="350519"/>
                </a:lnTo>
                <a:lnTo>
                  <a:pt x="729994" y="349970"/>
                </a:lnTo>
                <a:lnTo>
                  <a:pt x="756967" y="358124"/>
                </a:lnTo>
                <a:lnTo>
                  <a:pt x="786393" y="368825"/>
                </a:lnTo>
                <a:lnTo>
                  <a:pt x="807593" y="375919"/>
                </a:lnTo>
                <a:lnTo>
                  <a:pt x="823733" y="385635"/>
                </a:lnTo>
                <a:lnTo>
                  <a:pt x="842613" y="402494"/>
                </a:lnTo>
                <a:lnTo>
                  <a:pt x="860492" y="417496"/>
                </a:lnTo>
                <a:lnTo>
                  <a:pt x="873633" y="421639"/>
                </a:lnTo>
                <a:lnTo>
                  <a:pt x="886775" y="392445"/>
                </a:lnTo>
                <a:lnTo>
                  <a:pt x="903811" y="334105"/>
                </a:lnTo>
                <a:lnTo>
                  <a:pt x="919728" y="277621"/>
                </a:lnTo>
                <a:lnTo>
                  <a:pt x="929513" y="253999"/>
                </a:lnTo>
                <a:lnTo>
                  <a:pt x="939132" y="280598"/>
                </a:lnTo>
                <a:lnTo>
                  <a:pt x="956573" y="340939"/>
                </a:lnTo>
                <a:lnTo>
                  <a:pt x="976824" y="413379"/>
                </a:lnTo>
                <a:lnTo>
                  <a:pt x="994874" y="476280"/>
                </a:lnTo>
                <a:lnTo>
                  <a:pt x="1018887" y="528206"/>
                </a:lnTo>
                <a:lnTo>
                  <a:pt x="1061380" y="584384"/>
                </a:lnTo>
                <a:lnTo>
                  <a:pt x="1076198" y="594232"/>
                </a:lnTo>
                <a:lnTo>
                  <a:pt x="1092604" y="578653"/>
                </a:lnTo>
                <a:lnTo>
                  <a:pt x="1117727" y="547322"/>
                </a:lnTo>
                <a:lnTo>
                  <a:pt x="1142563" y="515348"/>
                </a:lnTo>
                <a:lnTo>
                  <a:pt x="1158113" y="497839"/>
                </a:lnTo>
                <a:lnTo>
                  <a:pt x="1165521" y="474200"/>
                </a:lnTo>
                <a:lnTo>
                  <a:pt x="1176231" y="420191"/>
                </a:lnTo>
                <a:lnTo>
                  <a:pt x="1188593" y="350694"/>
                </a:lnTo>
                <a:lnTo>
                  <a:pt x="1200954" y="280594"/>
                </a:lnTo>
                <a:lnTo>
                  <a:pt x="1211664" y="224775"/>
                </a:lnTo>
                <a:lnTo>
                  <a:pt x="1219073" y="198119"/>
                </a:lnTo>
                <a:lnTo>
                  <a:pt x="1233791" y="170451"/>
                </a:lnTo>
                <a:lnTo>
                  <a:pt x="1256426" y="123364"/>
                </a:lnTo>
                <a:lnTo>
                  <a:pt x="1277848" y="78730"/>
                </a:lnTo>
                <a:lnTo>
                  <a:pt x="1288923" y="58419"/>
                </a:lnTo>
                <a:lnTo>
                  <a:pt x="1299509" y="79595"/>
                </a:lnTo>
                <a:lnTo>
                  <a:pt x="1319895" y="127714"/>
                </a:lnTo>
                <a:lnTo>
                  <a:pt x="1341590" y="177381"/>
                </a:lnTo>
                <a:lnTo>
                  <a:pt x="1356106" y="203199"/>
                </a:lnTo>
                <a:lnTo>
                  <a:pt x="1369613" y="205880"/>
                </a:lnTo>
                <a:lnTo>
                  <a:pt x="1389491" y="205978"/>
                </a:lnTo>
                <a:lnTo>
                  <a:pt x="1409344" y="207861"/>
                </a:lnTo>
                <a:lnTo>
                  <a:pt x="1422781" y="215899"/>
                </a:lnTo>
                <a:lnTo>
                  <a:pt x="1434176" y="247306"/>
                </a:lnTo>
                <a:lnTo>
                  <a:pt x="1452253" y="307498"/>
                </a:lnTo>
                <a:lnTo>
                  <a:pt x="1472506" y="375609"/>
                </a:lnTo>
                <a:lnTo>
                  <a:pt x="1490430" y="430771"/>
                </a:lnTo>
                <a:lnTo>
                  <a:pt x="1501521" y="452119"/>
                </a:lnTo>
                <a:lnTo>
                  <a:pt x="1506119" y="436794"/>
                </a:lnTo>
                <a:lnTo>
                  <a:pt x="1512607" y="398118"/>
                </a:lnTo>
                <a:lnTo>
                  <a:pt x="1520439" y="342721"/>
                </a:lnTo>
                <a:lnTo>
                  <a:pt x="1529067" y="277232"/>
                </a:lnTo>
                <a:lnTo>
                  <a:pt x="1537945" y="208283"/>
                </a:lnTo>
                <a:lnTo>
                  <a:pt x="1546526" y="142503"/>
                </a:lnTo>
                <a:lnTo>
                  <a:pt x="1554263" y="86522"/>
                </a:lnTo>
                <a:lnTo>
                  <a:pt x="1560610" y="46971"/>
                </a:lnTo>
                <a:lnTo>
                  <a:pt x="1565021" y="30479"/>
                </a:lnTo>
                <a:lnTo>
                  <a:pt x="1578738" y="28596"/>
                </a:lnTo>
                <a:lnTo>
                  <a:pt x="1600469" y="33131"/>
                </a:lnTo>
                <a:lnTo>
                  <a:pt x="1640586" y="48259"/>
                </a:lnTo>
                <a:lnTo>
                  <a:pt x="1669954" y="114157"/>
                </a:lnTo>
                <a:lnTo>
                  <a:pt x="1684770" y="155005"/>
                </a:lnTo>
                <a:lnTo>
                  <a:pt x="1696465" y="172719"/>
                </a:lnTo>
                <a:lnTo>
                  <a:pt x="1712194" y="153814"/>
                </a:lnTo>
                <a:lnTo>
                  <a:pt x="1735423" y="112252"/>
                </a:lnTo>
                <a:lnTo>
                  <a:pt x="1758223" y="67903"/>
                </a:lnTo>
                <a:lnTo>
                  <a:pt x="1772665" y="40639"/>
                </a:lnTo>
                <a:lnTo>
                  <a:pt x="1785286" y="40052"/>
                </a:lnTo>
                <a:lnTo>
                  <a:pt x="1805050" y="54038"/>
                </a:lnTo>
                <a:lnTo>
                  <a:pt x="1827672" y="70215"/>
                </a:lnTo>
                <a:lnTo>
                  <a:pt x="1848865" y="76199"/>
                </a:lnTo>
                <a:lnTo>
                  <a:pt x="1868398" y="66692"/>
                </a:lnTo>
                <a:lnTo>
                  <a:pt x="1888251" y="48910"/>
                </a:lnTo>
                <a:lnTo>
                  <a:pt x="1907462" y="29533"/>
                </a:lnTo>
                <a:lnTo>
                  <a:pt x="1925065" y="15239"/>
                </a:lnTo>
                <a:lnTo>
                  <a:pt x="1942262" y="7358"/>
                </a:lnTo>
                <a:lnTo>
                  <a:pt x="1959102" y="2476"/>
                </a:lnTo>
                <a:lnTo>
                  <a:pt x="1972893" y="166"/>
                </a:lnTo>
                <a:lnTo>
                  <a:pt x="1980946" y="0"/>
                </a:lnTo>
                <a:lnTo>
                  <a:pt x="1984402" y="10968"/>
                </a:lnTo>
                <a:lnTo>
                  <a:pt x="1990581" y="40399"/>
                </a:lnTo>
                <a:lnTo>
                  <a:pt x="1998914" y="84224"/>
                </a:lnTo>
                <a:lnTo>
                  <a:pt x="2008830" y="138375"/>
                </a:lnTo>
                <a:lnTo>
                  <a:pt x="2019760" y="198785"/>
                </a:lnTo>
                <a:lnTo>
                  <a:pt x="2031134" y="261384"/>
                </a:lnTo>
                <a:lnTo>
                  <a:pt x="2042383" y="322105"/>
                </a:lnTo>
                <a:lnTo>
                  <a:pt x="2052937" y="376880"/>
                </a:lnTo>
                <a:lnTo>
                  <a:pt x="2062226" y="421639"/>
                </a:lnTo>
                <a:lnTo>
                  <a:pt x="2075440" y="480371"/>
                </a:lnTo>
                <a:lnTo>
                  <a:pt x="2089159" y="538851"/>
                </a:lnTo>
                <a:lnTo>
                  <a:pt x="2102596" y="593105"/>
                </a:lnTo>
                <a:lnTo>
                  <a:pt x="2114963" y="639158"/>
                </a:lnTo>
                <a:lnTo>
                  <a:pt x="2133346" y="690752"/>
                </a:lnTo>
                <a:lnTo>
                  <a:pt x="2164349" y="729122"/>
                </a:lnTo>
                <a:lnTo>
                  <a:pt x="2194306" y="761872"/>
                </a:lnTo>
                <a:lnTo>
                  <a:pt x="2204550" y="748332"/>
                </a:lnTo>
                <a:lnTo>
                  <a:pt x="2223701" y="707125"/>
                </a:lnTo>
                <a:lnTo>
                  <a:pt x="2248426" y="649289"/>
                </a:lnTo>
                <a:lnTo>
                  <a:pt x="2275393" y="585863"/>
                </a:lnTo>
                <a:lnTo>
                  <a:pt x="2301269" y="527887"/>
                </a:lnTo>
                <a:lnTo>
                  <a:pt x="2322721" y="486400"/>
                </a:lnTo>
                <a:lnTo>
                  <a:pt x="2336419" y="472439"/>
                </a:lnTo>
                <a:lnTo>
                  <a:pt x="2346250" y="491592"/>
                </a:lnTo>
                <a:lnTo>
                  <a:pt x="2357716" y="535666"/>
                </a:lnTo>
                <a:lnTo>
                  <a:pt x="2369902" y="594874"/>
                </a:lnTo>
                <a:lnTo>
                  <a:pt x="2381893" y="659426"/>
                </a:lnTo>
                <a:lnTo>
                  <a:pt x="2392772" y="719536"/>
                </a:lnTo>
                <a:lnTo>
                  <a:pt x="2401626" y="765414"/>
                </a:lnTo>
                <a:lnTo>
                  <a:pt x="2407539" y="787272"/>
                </a:lnTo>
                <a:lnTo>
                  <a:pt x="2422046" y="776539"/>
                </a:lnTo>
                <a:lnTo>
                  <a:pt x="2445496" y="739028"/>
                </a:lnTo>
                <a:lnTo>
                  <a:pt x="2469493" y="701351"/>
                </a:lnTo>
                <a:lnTo>
                  <a:pt x="2485644" y="690117"/>
                </a:lnTo>
                <a:lnTo>
                  <a:pt x="2493693" y="714941"/>
                </a:lnTo>
                <a:lnTo>
                  <a:pt x="2504487" y="765772"/>
                </a:lnTo>
                <a:lnTo>
                  <a:pt x="2516854" y="828865"/>
                </a:lnTo>
                <a:lnTo>
                  <a:pt x="2529623" y="890476"/>
                </a:lnTo>
                <a:lnTo>
                  <a:pt x="2541623" y="936862"/>
                </a:lnTo>
                <a:lnTo>
                  <a:pt x="2551684" y="954277"/>
                </a:lnTo>
                <a:lnTo>
                  <a:pt x="2562517" y="938976"/>
                </a:lnTo>
                <a:lnTo>
                  <a:pt x="2576543" y="901206"/>
                </a:lnTo>
                <a:lnTo>
                  <a:pt x="2592339" y="848217"/>
                </a:lnTo>
                <a:lnTo>
                  <a:pt x="2608485" y="787258"/>
                </a:lnTo>
                <a:lnTo>
                  <a:pt x="2623559" y="725580"/>
                </a:lnTo>
                <a:lnTo>
                  <a:pt x="2636139" y="670432"/>
                </a:lnTo>
                <a:lnTo>
                  <a:pt x="2646466" y="614142"/>
                </a:lnTo>
                <a:lnTo>
                  <a:pt x="2655725" y="549373"/>
                </a:lnTo>
                <a:lnTo>
                  <a:pt x="2663904" y="483885"/>
                </a:lnTo>
                <a:lnTo>
                  <a:pt x="2670993" y="425435"/>
                </a:lnTo>
                <a:lnTo>
                  <a:pt x="2676981" y="381781"/>
                </a:lnTo>
                <a:lnTo>
                  <a:pt x="2681859" y="360679"/>
                </a:lnTo>
                <a:lnTo>
                  <a:pt x="2696700" y="372038"/>
                </a:lnTo>
                <a:lnTo>
                  <a:pt x="2722197" y="410876"/>
                </a:lnTo>
                <a:lnTo>
                  <a:pt x="2748956" y="451762"/>
                </a:lnTo>
                <a:lnTo>
                  <a:pt x="2767584" y="469264"/>
                </a:lnTo>
                <a:lnTo>
                  <a:pt x="2780603" y="450157"/>
                </a:lnTo>
                <a:lnTo>
                  <a:pt x="2795158" y="411178"/>
                </a:lnTo>
                <a:lnTo>
                  <a:pt x="2808785" y="371556"/>
                </a:lnTo>
                <a:lnTo>
                  <a:pt x="2819019" y="350519"/>
                </a:lnTo>
                <a:lnTo>
                  <a:pt x="2870247" y="359425"/>
                </a:lnTo>
                <a:lnTo>
                  <a:pt x="2920619" y="380999"/>
                </a:lnTo>
                <a:lnTo>
                  <a:pt x="2947701" y="430307"/>
                </a:lnTo>
                <a:lnTo>
                  <a:pt x="2964267" y="460902"/>
                </a:lnTo>
                <a:lnTo>
                  <a:pt x="2976499" y="477519"/>
                </a:lnTo>
                <a:lnTo>
                  <a:pt x="2992036" y="473878"/>
                </a:lnTo>
                <a:lnTo>
                  <a:pt x="3017170" y="458104"/>
                </a:lnTo>
                <a:lnTo>
                  <a:pt x="3044828" y="438068"/>
                </a:lnTo>
                <a:lnTo>
                  <a:pt x="3067939" y="421639"/>
                </a:lnTo>
                <a:lnTo>
                  <a:pt x="3086169" y="408842"/>
                </a:lnTo>
                <a:lnTo>
                  <a:pt x="3102816" y="396224"/>
                </a:lnTo>
                <a:lnTo>
                  <a:pt x="3115962" y="386153"/>
                </a:lnTo>
                <a:lnTo>
                  <a:pt x="3123692" y="380999"/>
                </a:lnTo>
                <a:lnTo>
                  <a:pt x="3134107" y="384843"/>
                </a:lnTo>
                <a:lnTo>
                  <a:pt x="3152917" y="395271"/>
                </a:lnTo>
                <a:lnTo>
                  <a:pt x="3174894" y="404913"/>
                </a:lnTo>
                <a:lnTo>
                  <a:pt x="3194812" y="406399"/>
                </a:lnTo>
                <a:lnTo>
                  <a:pt x="3213167" y="393598"/>
                </a:lnTo>
                <a:lnTo>
                  <a:pt x="3232118" y="371903"/>
                </a:lnTo>
                <a:lnTo>
                  <a:pt x="3248925" y="350946"/>
                </a:lnTo>
                <a:lnTo>
                  <a:pt x="3260852" y="340359"/>
                </a:lnTo>
                <a:lnTo>
                  <a:pt x="3317644" y="358576"/>
                </a:lnTo>
                <a:lnTo>
                  <a:pt x="3346880" y="386141"/>
                </a:lnTo>
                <a:lnTo>
                  <a:pt x="3368659" y="424989"/>
                </a:lnTo>
                <a:lnTo>
                  <a:pt x="3388604" y="463432"/>
                </a:lnTo>
                <a:lnTo>
                  <a:pt x="3398012" y="482599"/>
                </a:lnTo>
                <a:lnTo>
                  <a:pt x="3416712" y="477599"/>
                </a:lnTo>
                <a:lnTo>
                  <a:pt x="3448653" y="457072"/>
                </a:lnTo>
                <a:lnTo>
                  <a:pt x="3487023" y="426450"/>
                </a:lnTo>
                <a:lnTo>
                  <a:pt x="3525012" y="391159"/>
                </a:lnTo>
              </a:path>
            </a:pathLst>
          </a:custGeom>
          <a:ln w="19812">
            <a:solidFill>
              <a:srgbClr val="FF0000"/>
            </a:solidFill>
            <a:prstDash val="sys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 txBox="1"/>
          <p:nvPr/>
        </p:nvSpPr>
        <p:spPr>
          <a:xfrm>
            <a:off x="4980432" y="3633215"/>
            <a:ext cx="754380" cy="425450"/>
          </a:xfrm>
          <a:prstGeom prst="rect">
            <a:avLst/>
          </a:prstGeom>
          <a:ln w="6096">
            <a:solidFill>
              <a:srgbClr val="7E7E7E"/>
            </a:solidFill>
          </a:ln>
        </p:spPr>
        <p:txBody>
          <a:bodyPr vert="horz" wrap="square" lIns="0" tIns="5080" rIns="0" bIns="0" rtlCol="0">
            <a:spAutoFit/>
          </a:bodyPr>
          <a:lstStyle/>
          <a:p>
            <a:pPr marL="404495" marR="121920">
              <a:lnSpc>
                <a:spcPct val="100000"/>
              </a:lnSpc>
              <a:spcBef>
                <a:spcPts val="40"/>
              </a:spcBef>
            </a:pPr>
            <a:r>
              <a:rPr sz="1200" spc="-200" dirty="0">
                <a:latin typeface="Trebuchet MS"/>
                <a:cs typeface="Trebuchet MS"/>
              </a:rPr>
              <a:t>Data</a:t>
            </a:r>
            <a:r>
              <a:rPr sz="1200" spc="-25" dirty="0">
                <a:latin typeface="Trebuchet MS"/>
                <a:cs typeface="Trebuchet MS"/>
              </a:rPr>
              <a:t> Fit</a:t>
            </a:r>
            <a:endParaRPr sz="1200">
              <a:latin typeface="Trebuchet MS"/>
              <a:cs typeface="Trebuchet MS"/>
            </a:endParaRPr>
          </a:p>
        </p:txBody>
      </p:sp>
      <p:grpSp>
        <p:nvGrpSpPr>
          <p:cNvPr id="29" name="object 29"/>
          <p:cNvGrpSpPr/>
          <p:nvPr/>
        </p:nvGrpSpPr>
        <p:grpSpPr>
          <a:xfrm>
            <a:off x="5054346" y="3736847"/>
            <a:ext cx="242570" cy="208915"/>
            <a:chOff x="5054346" y="3736847"/>
            <a:chExt cx="242570" cy="208915"/>
          </a:xfrm>
        </p:grpSpPr>
        <p:sp>
          <p:nvSpPr>
            <p:cNvPr id="30" name="object 30"/>
            <p:cNvSpPr/>
            <p:nvPr/>
          </p:nvSpPr>
          <p:spPr>
            <a:xfrm>
              <a:off x="5054346" y="3746753"/>
              <a:ext cx="242570" cy="0"/>
            </a:xfrm>
            <a:custGeom>
              <a:avLst/>
              <a:gdLst/>
              <a:ahLst/>
              <a:cxnLst/>
              <a:rect l="l" t="t" r="r" b="b"/>
              <a:pathLst>
                <a:path w="242570">
                  <a:moveTo>
                    <a:pt x="0" y="0"/>
                  </a:moveTo>
                  <a:lnTo>
                    <a:pt x="242569" y="0"/>
                  </a:lnTo>
                </a:path>
              </a:pathLst>
            </a:custGeom>
            <a:ln w="19812">
              <a:solidFill>
                <a:srgbClr val="13299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5054346" y="3935729"/>
              <a:ext cx="242570" cy="0"/>
            </a:xfrm>
            <a:custGeom>
              <a:avLst/>
              <a:gdLst/>
              <a:ahLst/>
              <a:cxnLst/>
              <a:rect l="l" t="t" r="r" b="b"/>
              <a:pathLst>
                <a:path w="242570">
                  <a:moveTo>
                    <a:pt x="0" y="0"/>
                  </a:moveTo>
                  <a:lnTo>
                    <a:pt x="242569" y="0"/>
                  </a:lnTo>
                </a:path>
              </a:pathLst>
            </a:custGeom>
            <a:ln w="19812">
              <a:solidFill>
                <a:srgbClr val="FF0000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32" name="object 32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710183" y="1805939"/>
            <a:ext cx="2384298" cy="162305"/>
          </a:xfrm>
          <a:prstGeom prst="rect">
            <a:avLst/>
          </a:prstGeom>
        </p:spPr>
      </p:pic>
    </p:spTree>
  </p:cSld>
  <p:clrMapOvr>
    <a:masterClrMapping/>
  </p:clrMapOvr>
</p:sld>
</file>

<file path=ppt/slides/slide2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333006" y="6524434"/>
            <a:ext cx="110459" cy="90487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54151" y="6527292"/>
            <a:ext cx="1794510" cy="142494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862571" y="6521195"/>
            <a:ext cx="2327910" cy="118110"/>
          </a:xfrm>
          <a:prstGeom prst="rect">
            <a:avLst/>
          </a:prstGeom>
        </p:spPr>
      </p:pic>
      <p:sp>
        <p:nvSpPr>
          <p:cNvPr id="5" name="object 5"/>
          <p:cNvSpPr/>
          <p:nvPr/>
        </p:nvSpPr>
        <p:spPr>
          <a:xfrm>
            <a:off x="559308" y="1440180"/>
            <a:ext cx="36830" cy="180340"/>
          </a:xfrm>
          <a:custGeom>
            <a:avLst/>
            <a:gdLst/>
            <a:ahLst/>
            <a:cxnLst/>
            <a:rect l="l" t="t" r="r" b="b"/>
            <a:pathLst>
              <a:path w="36829" h="180340">
                <a:moveTo>
                  <a:pt x="36576" y="0"/>
                </a:moveTo>
                <a:lnTo>
                  <a:pt x="0" y="0"/>
                </a:lnTo>
                <a:lnTo>
                  <a:pt x="0" y="179832"/>
                </a:lnTo>
                <a:lnTo>
                  <a:pt x="36576" y="179832"/>
                </a:lnTo>
                <a:lnTo>
                  <a:pt x="36576" y="0"/>
                </a:lnTo>
                <a:close/>
              </a:path>
            </a:pathLst>
          </a:custGeom>
          <a:solidFill>
            <a:srgbClr val="183DAF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6" name="object 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719327" y="1464563"/>
            <a:ext cx="1802130" cy="159258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437489" y="431419"/>
            <a:ext cx="173672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FFFFFF"/>
                </a:solidFill>
                <a:latin typeface="Ebrima"/>
                <a:cs typeface="Ebrima"/>
              </a:rPr>
              <a:t>3.3.</a:t>
            </a:r>
            <a:r>
              <a:rPr sz="1800" spc="-15" dirty="0">
                <a:solidFill>
                  <a:srgbClr val="FFFFFF"/>
                </a:solidFill>
                <a:latin typeface="Ebrima"/>
                <a:cs typeface="Ebrima"/>
              </a:rPr>
              <a:t> </a:t>
            </a:r>
            <a:r>
              <a:rPr sz="1800" dirty="0">
                <a:solidFill>
                  <a:srgbClr val="FFFFFF"/>
                </a:solidFill>
                <a:latin typeface="Ebrima"/>
                <a:cs typeface="Ebrima"/>
              </a:rPr>
              <a:t>AI</a:t>
            </a:r>
            <a:r>
              <a:rPr sz="1800" spc="-15" dirty="0">
                <a:solidFill>
                  <a:srgbClr val="FFFFFF"/>
                </a:solidFill>
                <a:latin typeface="Ebrima"/>
                <a:cs typeface="Ebrima"/>
              </a:rPr>
              <a:t> </a:t>
            </a:r>
            <a:r>
              <a:rPr sz="1800" dirty="0">
                <a:solidFill>
                  <a:srgbClr val="FFFFFF"/>
                </a:solidFill>
                <a:latin typeface="Ebrima"/>
                <a:cs typeface="Ebrima"/>
              </a:rPr>
              <a:t>with</a:t>
            </a:r>
            <a:r>
              <a:rPr sz="1800" spc="-5" dirty="0">
                <a:solidFill>
                  <a:srgbClr val="FFFFFF"/>
                </a:solidFill>
                <a:latin typeface="Ebrima"/>
                <a:cs typeface="Ebrima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Ebrima"/>
                <a:cs typeface="Ebrima"/>
              </a:rPr>
              <a:t>Keras</a:t>
            </a:r>
            <a:endParaRPr sz="1800">
              <a:latin typeface="Ebrima"/>
              <a:cs typeface="Ebrim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8671941" y="463677"/>
            <a:ext cx="80962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dirty="0">
                <a:solidFill>
                  <a:srgbClr val="D9D9D9"/>
                </a:solidFill>
                <a:latin typeface="Ebrima"/>
                <a:cs typeface="Ebrima"/>
              </a:rPr>
              <a:t>UNIT</a:t>
            </a:r>
            <a:r>
              <a:rPr sz="1600" spc="400" dirty="0">
                <a:solidFill>
                  <a:srgbClr val="D9D9D9"/>
                </a:solidFill>
                <a:latin typeface="Ebrima"/>
                <a:cs typeface="Ebrima"/>
              </a:rPr>
              <a:t> </a:t>
            </a:r>
            <a:r>
              <a:rPr sz="1600" spc="-35" dirty="0">
                <a:solidFill>
                  <a:srgbClr val="D9D9D9"/>
                </a:solidFill>
                <a:latin typeface="Ebrima"/>
                <a:cs typeface="Ebrima"/>
              </a:rPr>
              <a:t>03</a:t>
            </a:r>
            <a:endParaRPr sz="1600">
              <a:latin typeface="Ebrima"/>
              <a:cs typeface="Ebrima"/>
            </a:endParaRPr>
          </a:p>
        </p:txBody>
      </p:sp>
      <p:pic>
        <p:nvPicPr>
          <p:cNvPr id="9" name="object 9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710183" y="1805939"/>
            <a:ext cx="3329178" cy="459486"/>
          </a:xfrm>
          <a:prstGeom prst="rect">
            <a:avLst/>
          </a:prstGeom>
        </p:spPr>
      </p:pic>
      <p:grpSp>
        <p:nvGrpSpPr>
          <p:cNvPr id="10" name="object 10"/>
          <p:cNvGrpSpPr/>
          <p:nvPr/>
        </p:nvGrpSpPr>
        <p:grpSpPr>
          <a:xfrm>
            <a:off x="688720" y="2355976"/>
            <a:ext cx="8664575" cy="3679190"/>
            <a:chOff x="688720" y="2355976"/>
            <a:chExt cx="8664575" cy="3679190"/>
          </a:xfrm>
        </p:grpSpPr>
        <p:sp>
          <p:nvSpPr>
            <p:cNvPr id="11" name="object 11"/>
            <p:cNvSpPr/>
            <p:nvPr/>
          </p:nvSpPr>
          <p:spPr>
            <a:xfrm>
              <a:off x="691895" y="2359151"/>
              <a:ext cx="8658225" cy="3672840"/>
            </a:xfrm>
            <a:custGeom>
              <a:avLst/>
              <a:gdLst/>
              <a:ahLst/>
              <a:cxnLst/>
              <a:rect l="l" t="t" r="r" b="b"/>
              <a:pathLst>
                <a:path w="8658225" h="3672840">
                  <a:moveTo>
                    <a:pt x="0" y="3672840"/>
                  </a:moveTo>
                  <a:lnTo>
                    <a:pt x="8657844" y="3672840"/>
                  </a:lnTo>
                  <a:lnTo>
                    <a:pt x="8657844" y="0"/>
                  </a:lnTo>
                  <a:lnTo>
                    <a:pt x="0" y="0"/>
                  </a:lnTo>
                  <a:lnTo>
                    <a:pt x="0" y="3672840"/>
                  </a:lnTo>
                  <a:close/>
                </a:path>
              </a:pathLst>
            </a:custGeom>
            <a:ln w="6096">
              <a:solidFill>
                <a:srgbClr val="D9D9D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2" name="object 12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842756" y="2496201"/>
              <a:ext cx="8500887" cy="858737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2062734" y="3584066"/>
              <a:ext cx="3063240" cy="1985645"/>
            </a:xfrm>
            <a:custGeom>
              <a:avLst/>
              <a:gdLst/>
              <a:ahLst/>
              <a:cxnLst/>
              <a:rect l="l" t="t" r="r" b="b"/>
              <a:pathLst>
                <a:path w="3063240" h="1985645">
                  <a:moveTo>
                    <a:pt x="0" y="1985391"/>
                  </a:moveTo>
                  <a:lnTo>
                    <a:pt x="11485" y="1922737"/>
                  </a:lnTo>
                  <a:lnTo>
                    <a:pt x="23770" y="1858416"/>
                  </a:lnTo>
                  <a:lnTo>
                    <a:pt x="36256" y="1795656"/>
                  </a:lnTo>
                  <a:lnTo>
                    <a:pt x="48341" y="1737688"/>
                  </a:lnTo>
                  <a:lnTo>
                    <a:pt x="59427" y="1687742"/>
                  </a:lnTo>
                  <a:lnTo>
                    <a:pt x="68913" y="1649049"/>
                  </a:lnTo>
                  <a:lnTo>
                    <a:pt x="92571" y="1595177"/>
                  </a:lnTo>
                  <a:lnTo>
                    <a:pt x="138172" y="1539380"/>
                  </a:lnTo>
                  <a:lnTo>
                    <a:pt x="152400" y="1523365"/>
                  </a:lnTo>
                  <a:lnTo>
                    <a:pt x="162336" y="1537636"/>
                  </a:lnTo>
                  <a:lnTo>
                    <a:pt x="177942" y="1581821"/>
                  </a:lnTo>
                  <a:lnTo>
                    <a:pt x="196199" y="1635113"/>
                  </a:lnTo>
                  <a:lnTo>
                    <a:pt x="214091" y="1676707"/>
                  </a:lnTo>
                  <a:lnTo>
                    <a:pt x="254197" y="1597598"/>
                  </a:lnTo>
                  <a:lnTo>
                    <a:pt x="269176" y="1526095"/>
                  </a:lnTo>
                  <a:lnTo>
                    <a:pt x="283605" y="1455100"/>
                  </a:lnTo>
                  <a:lnTo>
                    <a:pt x="295980" y="1398695"/>
                  </a:lnTo>
                  <a:lnTo>
                    <a:pt x="304800" y="1370965"/>
                  </a:lnTo>
                  <a:lnTo>
                    <a:pt x="320538" y="1344757"/>
                  </a:lnTo>
                  <a:lnTo>
                    <a:pt x="342884" y="1303035"/>
                  </a:lnTo>
                  <a:lnTo>
                    <a:pt x="363968" y="1262290"/>
                  </a:lnTo>
                  <a:lnTo>
                    <a:pt x="375920" y="1239012"/>
                  </a:lnTo>
                  <a:lnTo>
                    <a:pt x="389870" y="1233300"/>
                  </a:lnTo>
                  <a:lnTo>
                    <a:pt x="441106" y="1227832"/>
                  </a:lnTo>
                  <a:lnTo>
                    <a:pt x="463758" y="1195419"/>
                  </a:lnTo>
                  <a:lnTo>
                    <a:pt x="473809" y="1147686"/>
                  </a:lnTo>
                  <a:lnTo>
                    <a:pt x="485978" y="1085100"/>
                  </a:lnTo>
                  <a:lnTo>
                    <a:pt x="498888" y="1017275"/>
                  </a:lnTo>
                  <a:lnTo>
                    <a:pt x="511165" y="953819"/>
                  </a:lnTo>
                  <a:lnTo>
                    <a:pt x="521434" y="904343"/>
                  </a:lnTo>
                  <a:lnTo>
                    <a:pt x="528320" y="878459"/>
                  </a:lnTo>
                  <a:lnTo>
                    <a:pt x="537803" y="847315"/>
                  </a:lnTo>
                  <a:lnTo>
                    <a:pt x="553221" y="788735"/>
                  </a:lnTo>
                  <a:lnTo>
                    <a:pt x="571595" y="716899"/>
                  </a:lnTo>
                  <a:lnTo>
                    <a:pt x="589947" y="645983"/>
                  </a:lnTo>
                  <a:lnTo>
                    <a:pt x="605301" y="590166"/>
                  </a:lnTo>
                  <a:lnTo>
                    <a:pt x="628987" y="539303"/>
                  </a:lnTo>
                  <a:lnTo>
                    <a:pt x="651510" y="498109"/>
                  </a:lnTo>
                  <a:lnTo>
                    <a:pt x="675937" y="455416"/>
                  </a:lnTo>
                  <a:lnTo>
                    <a:pt x="726068" y="400272"/>
                  </a:lnTo>
                  <a:lnTo>
                    <a:pt x="772810" y="363950"/>
                  </a:lnTo>
                  <a:lnTo>
                    <a:pt x="817957" y="331009"/>
                  </a:lnTo>
                  <a:lnTo>
                    <a:pt x="858508" y="312858"/>
                  </a:lnTo>
                  <a:lnTo>
                    <a:pt x="880903" y="313324"/>
                  </a:lnTo>
                  <a:lnTo>
                    <a:pt x="919480" y="319913"/>
                  </a:lnTo>
                  <a:lnTo>
                    <a:pt x="947574" y="405045"/>
                  </a:lnTo>
                  <a:lnTo>
                    <a:pt x="967047" y="473961"/>
                  </a:lnTo>
                  <a:lnTo>
                    <a:pt x="987202" y="532191"/>
                  </a:lnTo>
                  <a:lnTo>
                    <a:pt x="1005840" y="558546"/>
                  </a:lnTo>
                  <a:lnTo>
                    <a:pt x="1038566" y="560966"/>
                  </a:lnTo>
                  <a:lnTo>
                    <a:pt x="1083532" y="560863"/>
                  </a:lnTo>
                  <a:lnTo>
                    <a:pt x="1125212" y="559760"/>
                  </a:lnTo>
                  <a:lnTo>
                    <a:pt x="1148080" y="559181"/>
                  </a:lnTo>
                  <a:lnTo>
                    <a:pt x="1161829" y="518695"/>
                  </a:lnTo>
                  <a:lnTo>
                    <a:pt x="1173767" y="473630"/>
                  </a:lnTo>
                  <a:lnTo>
                    <a:pt x="1188099" y="417030"/>
                  </a:lnTo>
                  <a:lnTo>
                    <a:pt x="1204086" y="352653"/>
                  </a:lnTo>
                  <a:lnTo>
                    <a:pt x="1220993" y="284257"/>
                  </a:lnTo>
                  <a:lnTo>
                    <a:pt x="1238083" y="215603"/>
                  </a:lnTo>
                  <a:lnTo>
                    <a:pt x="1254618" y="150447"/>
                  </a:lnTo>
                  <a:lnTo>
                    <a:pt x="1269863" y="92551"/>
                  </a:lnTo>
                  <a:lnTo>
                    <a:pt x="1283079" y="45671"/>
                  </a:lnTo>
                  <a:lnTo>
                    <a:pt x="1300480" y="0"/>
                  </a:lnTo>
                  <a:lnTo>
                    <a:pt x="1312565" y="15030"/>
                  </a:lnTo>
                  <a:lnTo>
                    <a:pt x="1327737" y="62206"/>
                  </a:lnTo>
                  <a:lnTo>
                    <a:pt x="1344088" y="126365"/>
                  </a:lnTo>
                  <a:lnTo>
                    <a:pt x="1359709" y="192343"/>
                  </a:lnTo>
                  <a:lnTo>
                    <a:pt x="1372690" y="244980"/>
                  </a:lnTo>
                  <a:lnTo>
                    <a:pt x="1381125" y="269113"/>
                  </a:lnTo>
                  <a:lnTo>
                    <a:pt x="1397041" y="279017"/>
                  </a:lnTo>
                  <a:lnTo>
                    <a:pt x="1421685" y="291576"/>
                  </a:lnTo>
                  <a:lnTo>
                    <a:pt x="1445258" y="303063"/>
                  </a:lnTo>
                  <a:lnTo>
                    <a:pt x="1457960" y="309753"/>
                  </a:lnTo>
                  <a:lnTo>
                    <a:pt x="1472410" y="332311"/>
                  </a:lnTo>
                  <a:lnTo>
                    <a:pt x="1499266" y="376967"/>
                  </a:lnTo>
                  <a:lnTo>
                    <a:pt x="1525789" y="418338"/>
                  </a:lnTo>
                  <a:lnTo>
                    <a:pt x="1539240" y="431038"/>
                  </a:lnTo>
                  <a:lnTo>
                    <a:pt x="1544855" y="405291"/>
                  </a:lnTo>
                  <a:lnTo>
                    <a:pt x="1556305" y="351178"/>
                  </a:lnTo>
                  <a:lnTo>
                    <a:pt x="1570831" y="283003"/>
                  </a:lnTo>
                  <a:lnTo>
                    <a:pt x="1585674" y="215072"/>
                  </a:lnTo>
                  <a:lnTo>
                    <a:pt x="1598077" y="161689"/>
                  </a:lnTo>
                  <a:lnTo>
                    <a:pt x="1619962" y="122910"/>
                  </a:lnTo>
                  <a:lnTo>
                    <a:pt x="1671520" y="81170"/>
                  </a:lnTo>
                  <a:lnTo>
                    <a:pt x="1686560" y="69850"/>
                  </a:lnTo>
                  <a:lnTo>
                    <a:pt x="1713083" y="75725"/>
                  </a:lnTo>
                  <a:lnTo>
                    <a:pt x="1763776" y="94376"/>
                  </a:lnTo>
                  <a:lnTo>
                    <a:pt x="1813325" y="115052"/>
                  </a:lnTo>
                  <a:lnTo>
                    <a:pt x="1836420" y="127000"/>
                  </a:lnTo>
                  <a:lnTo>
                    <a:pt x="1848419" y="139942"/>
                  </a:lnTo>
                  <a:lnTo>
                    <a:pt x="1873551" y="163099"/>
                  </a:lnTo>
                  <a:lnTo>
                    <a:pt x="1899802" y="184685"/>
                  </a:lnTo>
                  <a:lnTo>
                    <a:pt x="1915160" y="192913"/>
                  </a:lnTo>
                  <a:lnTo>
                    <a:pt x="1928844" y="168475"/>
                  </a:lnTo>
                  <a:lnTo>
                    <a:pt x="1951672" y="118284"/>
                  </a:lnTo>
                  <a:lnTo>
                    <a:pt x="1974024" y="69879"/>
                  </a:lnTo>
                  <a:lnTo>
                    <a:pt x="1986280" y="50800"/>
                  </a:lnTo>
                  <a:lnTo>
                    <a:pt x="2000827" y="62636"/>
                  </a:lnTo>
                  <a:lnTo>
                    <a:pt x="2028269" y="83105"/>
                  </a:lnTo>
                  <a:lnTo>
                    <a:pt x="2072640" y="116840"/>
                  </a:lnTo>
                  <a:lnTo>
                    <a:pt x="2094070" y="191915"/>
                  </a:lnTo>
                  <a:lnTo>
                    <a:pt x="2110533" y="258683"/>
                  </a:lnTo>
                  <a:lnTo>
                    <a:pt x="2127325" y="326371"/>
                  </a:lnTo>
                  <a:lnTo>
                    <a:pt x="2141816" y="381055"/>
                  </a:lnTo>
                  <a:lnTo>
                    <a:pt x="2151380" y="408813"/>
                  </a:lnTo>
                  <a:lnTo>
                    <a:pt x="2162498" y="433050"/>
                  </a:lnTo>
                  <a:lnTo>
                    <a:pt x="2182793" y="482455"/>
                  </a:lnTo>
                  <a:lnTo>
                    <a:pt x="2208669" y="546726"/>
                  </a:lnTo>
                  <a:lnTo>
                    <a:pt x="2236537" y="615557"/>
                  </a:lnTo>
                  <a:lnTo>
                    <a:pt x="2262803" y="678645"/>
                  </a:lnTo>
                  <a:lnTo>
                    <a:pt x="2283874" y="725687"/>
                  </a:lnTo>
                  <a:lnTo>
                    <a:pt x="2296160" y="746379"/>
                  </a:lnTo>
                  <a:lnTo>
                    <a:pt x="2315083" y="730797"/>
                  </a:lnTo>
                  <a:lnTo>
                    <a:pt x="2342102" y="686688"/>
                  </a:lnTo>
                  <a:lnTo>
                    <a:pt x="2367740" y="639437"/>
                  </a:lnTo>
                  <a:lnTo>
                    <a:pt x="2382520" y="614426"/>
                  </a:lnTo>
                  <a:lnTo>
                    <a:pt x="2394481" y="586491"/>
                  </a:lnTo>
                  <a:lnTo>
                    <a:pt x="2413730" y="531828"/>
                  </a:lnTo>
                  <a:lnTo>
                    <a:pt x="2433883" y="477855"/>
                  </a:lnTo>
                  <a:lnTo>
                    <a:pt x="2448560" y="451993"/>
                  </a:lnTo>
                  <a:lnTo>
                    <a:pt x="2456301" y="468351"/>
                  </a:lnTo>
                  <a:lnTo>
                    <a:pt x="2467461" y="513335"/>
                  </a:lnTo>
                  <a:lnTo>
                    <a:pt x="2480763" y="576070"/>
                  </a:lnTo>
                  <a:lnTo>
                    <a:pt x="2494930" y="645680"/>
                  </a:lnTo>
                  <a:lnTo>
                    <a:pt x="2508683" y="711291"/>
                  </a:lnTo>
                  <a:lnTo>
                    <a:pt x="2520745" y="762029"/>
                  </a:lnTo>
                  <a:lnTo>
                    <a:pt x="2529840" y="787019"/>
                  </a:lnTo>
                  <a:lnTo>
                    <a:pt x="2547246" y="771038"/>
                  </a:lnTo>
                  <a:lnTo>
                    <a:pt x="2570035" y="717184"/>
                  </a:lnTo>
                  <a:lnTo>
                    <a:pt x="2591776" y="661449"/>
                  </a:lnTo>
                  <a:lnTo>
                    <a:pt x="2606040" y="639826"/>
                  </a:lnTo>
                  <a:lnTo>
                    <a:pt x="2620438" y="670419"/>
                  </a:lnTo>
                  <a:lnTo>
                    <a:pt x="2641981" y="728360"/>
                  </a:lnTo>
                  <a:lnTo>
                    <a:pt x="2663332" y="785183"/>
                  </a:lnTo>
                  <a:lnTo>
                    <a:pt x="2677160" y="812419"/>
                  </a:lnTo>
                  <a:lnTo>
                    <a:pt x="2690342" y="808670"/>
                  </a:lnTo>
                  <a:lnTo>
                    <a:pt x="2711465" y="791765"/>
                  </a:lnTo>
                  <a:lnTo>
                    <a:pt x="2735756" y="762359"/>
                  </a:lnTo>
                  <a:lnTo>
                    <a:pt x="2758440" y="721106"/>
                  </a:lnTo>
                  <a:lnTo>
                    <a:pt x="2772733" y="679661"/>
                  </a:lnTo>
                  <a:lnTo>
                    <a:pt x="2787951" y="623988"/>
                  </a:lnTo>
                  <a:lnTo>
                    <a:pt x="2803175" y="562975"/>
                  </a:lnTo>
                  <a:lnTo>
                    <a:pt x="2817490" y="505507"/>
                  </a:lnTo>
                  <a:lnTo>
                    <a:pt x="2829977" y="460470"/>
                  </a:lnTo>
                  <a:lnTo>
                    <a:pt x="2839720" y="436753"/>
                  </a:lnTo>
                  <a:lnTo>
                    <a:pt x="2854317" y="432764"/>
                  </a:lnTo>
                  <a:lnTo>
                    <a:pt x="2872581" y="443515"/>
                  </a:lnTo>
                  <a:lnTo>
                    <a:pt x="2892512" y="457362"/>
                  </a:lnTo>
                  <a:lnTo>
                    <a:pt x="2912110" y="462661"/>
                  </a:lnTo>
                  <a:lnTo>
                    <a:pt x="2929626" y="457086"/>
                  </a:lnTo>
                  <a:lnTo>
                    <a:pt x="2946511" y="446547"/>
                  </a:lnTo>
                  <a:lnTo>
                    <a:pt x="2965563" y="432032"/>
                  </a:lnTo>
                  <a:lnTo>
                    <a:pt x="2989580" y="414528"/>
                  </a:lnTo>
                  <a:lnTo>
                    <a:pt x="3005750" y="379472"/>
                  </a:lnTo>
                  <a:lnTo>
                    <a:pt x="3028553" y="323723"/>
                  </a:lnTo>
                  <a:lnTo>
                    <a:pt x="3050284" y="269402"/>
                  </a:lnTo>
                  <a:lnTo>
                    <a:pt x="3063240" y="238633"/>
                  </a:lnTo>
                </a:path>
              </a:pathLst>
            </a:custGeom>
            <a:ln w="19812">
              <a:solidFill>
                <a:srgbClr val="00AF5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1917192" y="3480815"/>
              <a:ext cx="3365500" cy="2232660"/>
            </a:xfrm>
            <a:custGeom>
              <a:avLst/>
              <a:gdLst/>
              <a:ahLst/>
              <a:cxnLst/>
              <a:rect l="l" t="t" r="r" b="b"/>
              <a:pathLst>
                <a:path w="3365500" h="2232660">
                  <a:moveTo>
                    <a:pt x="0" y="2188463"/>
                  </a:moveTo>
                  <a:lnTo>
                    <a:pt x="3364991" y="2188463"/>
                  </a:lnTo>
                  <a:lnTo>
                    <a:pt x="3364991" y="0"/>
                  </a:lnTo>
                  <a:lnTo>
                    <a:pt x="0" y="0"/>
                  </a:lnTo>
                  <a:lnTo>
                    <a:pt x="0" y="2188463"/>
                  </a:lnTo>
                  <a:close/>
                </a:path>
                <a:path w="3365500" h="2232660">
                  <a:moveTo>
                    <a:pt x="149351" y="2191511"/>
                  </a:moveTo>
                  <a:lnTo>
                    <a:pt x="149351" y="2232329"/>
                  </a:lnTo>
                </a:path>
                <a:path w="3365500" h="2232660">
                  <a:moveTo>
                    <a:pt x="914400" y="2191511"/>
                  </a:moveTo>
                  <a:lnTo>
                    <a:pt x="914400" y="2232329"/>
                  </a:lnTo>
                </a:path>
                <a:path w="3365500" h="2232660">
                  <a:moveTo>
                    <a:pt x="1296924" y="2191511"/>
                  </a:moveTo>
                  <a:lnTo>
                    <a:pt x="1296924" y="2232329"/>
                  </a:lnTo>
                </a:path>
                <a:path w="3365500" h="2232660">
                  <a:moveTo>
                    <a:pt x="2061971" y="2191511"/>
                  </a:moveTo>
                  <a:lnTo>
                    <a:pt x="2061971" y="2232329"/>
                  </a:lnTo>
                </a:path>
                <a:path w="3365500" h="2232660">
                  <a:moveTo>
                    <a:pt x="2828544" y="2191511"/>
                  </a:moveTo>
                  <a:lnTo>
                    <a:pt x="2828544" y="2232329"/>
                  </a:lnTo>
                </a:path>
              </a:pathLst>
            </a:custGeom>
            <a:ln w="12192">
              <a:solidFill>
                <a:srgbClr val="7E7E7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1872995" y="3570731"/>
              <a:ext cx="40640" cy="1976755"/>
            </a:xfrm>
            <a:custGeom>
              <a:avLst/>
              <a:gdLst/>
              <a:ahLst/>
              <a:cxnLst/>
              <a:rect l="l" t="t" r="r" b="b"/>
              <a:pathLst>
                <a:path w="40639" h="1976754">
                  <a:moveTo>
                    <a:pt x="40386" y="0"/>
                  </a:moveTo>
                  <a:lnTo>
                    <a:pt x="0" y="0"/>
                  </a:lnTo>
                </a:path>
                <a:path w="40639" h="1976754">
                  <a:moveTo>
                    <a:pt x="40386" y="790955"/>
                  </a:moveTo>
                  <a:lnTo>
                    <a:pt x="0" y="790955"/>
                  </a:lnTo>
                </a:path>
                <a:path w="40639" h="1976754">
                  <a:moveTo>
                    <a:pt x="40386" y="1577339"/>
                  </a:moveTo>
                  <a:lnTo>
                    <a:pt x="0" y="1577339"/>
                  </a:lnTo>
                </a:path>
                <a:path w="40639" h="1976754">
                  <a:moveTo>
                    <a:pt x="40386" y="1976627"/>
                  </a:moveTo>
                  <a:lnTo>
                    <a:pt x="0" y="1976627"/>
                  </a:lnTo>
                </a:path>
                <a:path w="40639" h="1976754">
                  <a:moveTo>
                    <a:pt x="40386" y="1188719"/>
                  </a:moveTo>
                  <a:lnTo>
                    <a:pt x="0" y="1188719"/>
                  </a:lnTo>
                </a:path>
              </a:pathLst>
            </a:custGeom>
            <a:ln w="12192">
              <a:solidFill>
                <a:srgbClr val="7E7E7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2449068" y="5672327"/>
              <a:ext cx="2679700" cy="41275"/>
            </a:xfrm>
            <a:custGeom>
              <a:avLst/>
              <a:gdLst/>
              <a:ahLst/>
              <a:cxnLst/>
              <a:rect l="l" t="t" r="r" b="b"/>
              <a:pathLst>
                <a:path w="2679700" h="41275">
                  <a:moveTo>
                    <a:pt x="0" y="0"/>
                  </a:moveTo>
                  <a:lnTo>
                    <a:pt x="0" y="40817"/>
                  </a:lnTo>
                </a:path>
                <a:path w="2679700" h="41275">
                  <a:moveTo>
                    <a:pt x="1147571" y="0"/>
                  </a:moveTo>
                  <a:lnTo>
                    <a:pt x="1147571" y="40817"/>
                  </a:lnTo>
                </a:path>
                <a:path w="2679700" h="41275">
                  <a:moveTo>
                    <a:pt x="1914144" y="0"/>
                  </a:moveTo>
                  <a:lnTo>
                    <a:pt x="1914144" y="40817"/>
                  </a:lnTo>
                </a:path>
                <a:path w="2679700" h="41275">
                  <a:moveTo>
                    <a:pt x="2679192" y="0"/>
                  </a:moveTo>
                  <a:lnTo>
                    <a:pt x="2679192" y="40817"/>
                  </a:lnTo>
                </a:path>
              </a:pathLst>
            </a:custGeom>
            <a:ln w="12192">
              <a:solidFill>
                <a:srgbClr val="7E7E7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" name="object 17"/>
          <p:cNvSpPr txBox="1"/>
          <p:nvPr/>
        </p:nvSpPr>
        <p:spPr>
          <a:xfrm>
            <a:off x="1719072" y="3469004"/>
            <a:ext cx="3481704" cy="24447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4290">
              <a:lnSpc>
                <a:spcPct val="100000"/>
              </a:lnSpc>
              <a:spcBef>
                <a:spcPts val="100"/>
              </a:spcBef>
            </a:pPr>
            <a:r>
              <a:rPr sz="1200" spc="-280" dirty="0">
                <a:latin typeface="Trebuchet MS"/>
                <a:cs typeface="Trebuchet MS"/>
              </a:rPr>
              <a:t>1.0</a:t>
            </a:r>
            <a:endParaRPr sz="12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14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r>
              <a:rPr sz="1200" spc="-25" dirty="0">
                <a:latin typeface="Trebuchet MS"/>
                <a:cs typeface="Trebuchet MS"/>
              </a:rPr>
              <a:t>0.8</a:t>
            </a:r>
            <a:endParaRPr sz="12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145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</a:pPr>
            <a:r>
              <a:rPr sz="1200" spc="-25" dirty="0">
                <a:latin typeface="Trebuchet MS"/>
                <a:cs typeface="Trebuchet MS"/>
              </a:rPr>
              <a:t>0.6</a:t>
            </a:r>
            <a:endParaRPr sz="12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1450">
              <a:latin typeface="Trebuchet MS"/>
              <a:cs typeface="Trebuchet MS"/>
            </a:endParaRPr>
          </a:p>
          <a:p>
            <a:pPr marL="7620">
              <a:lnSpc>
                <a:spcPct val="100000"/>
              </a:lnSpc>
            </a:pPr>
            <a:r>
              <a:rPr sz="1200" spc="-25" dirty="0">
                <a:latin typeface="Trebuchet MS"/>
                <a:cs typeface="Trebuchet MS"/>
              </a:rPr>
              <a:t>0.4</a:t>
            </a:r>
            <a:endParaRPr sz="12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1400">
              <a:latin typeface="Trebuchet MS"/>
              <a:cs typeface="Trebuchet MS"/>
            </a:endParaRPr>
          </a:p>
          <a:p>
            <a:pPr marL="5080">
              <a:lnSpc>
                <a:spcPct val="100000"/>
              </a:lnSpc>
            </a:pPr>
            <a:r>
              <a:rPr sz="1200" spc="-25" dirty="0">
                <a:latin typeface="Trebuchet MS"/>
                <a:cs typeface="Trebuchet MS"/>
              </a:rPr>
              <a:t>0.2</a:t>
            </a:r>
            <a:endParaRPr sz="12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145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</a:pPr>
            <a:r>
              <a:rPr sz="1200" spc="-25" dirty="0">
                <a:latin typeface="Trebuchet MS"/>
                <a:cs typeface="Trebuchet MS"/>
              </a:rPr>
              <a:t>0.0</a:t>
            </a:r>
            <a:endParaRPr sz="1200">
              <a:latin typeface="Trebuchet MS"/>
              <a:cs typeface="Trebuchet MS"/>
            </a:endParaRPr>
          </a:p>
          <a:p>
            <a:pPr marL="313055">
              <a:lnSpc>
                <a:spcPct val="100000"/>
              </a:lnSpc>
              <a:spcBef>
                <a:spcPts val="535"/>
              </a:spcBef>
              <a:tabLst>
                <a:tab pos="693420" algn="l"/>
                <a:tab pos="1062355" algn="l"/>
                <a:tab pos="1444625" algn="l"/>
                <a:tab pos="1816735" algn="l"/>
                <a:tab pos="2192020" algn="l"/>
                <a:tab pos="2581275" algn="l"/>
                <a:tab pos="2956560" algn="l"/>
                <a:tab pos="3344545" algn="l"/>
              </a:tabLst>
            </a:pPr>
            <a:r>
              <a:rPr sz="1200" spc="-50" dirty="0">
                <a:latin typeface="Trebuchet MS"/>
                <a:cs typeface="Trebuchet MS"/>
              </a:rPr>
              <a:t>0</a:t>
            </a:r>
            <a:r>
              <a:rPr sz="1200" dirty="0">
                <a:latin typeface="Trebuchet MS"/>
                <a:cs typeface="Trebuchet MS"/>
              </a:rPr>
              <a:t>	</a:t>
            </a:r>
            <a:r>
              <a:rPr sz="1200" spc="-50" dirty="0">
                <a:latin typeface="Trebuchet MS"/>
                <a:cs typeface="Trebuchet MS"/>
              </a:rPr>
              <a:t>5</a:t>
            </a:r>
            <a:r>
              <a:rPr sz="1200" dirty="0">
                <a:latin typeface="Trebuchet MS"/>
                <a:cs typeface="Trebuchet MS"/>
              </a:rPr>
              <a:t>	</a:t>
            </a:r>
            <a:r>
              <a:rPr sz="1200" spc="-280" dirty="0">
                <a:latin typeface="Trebuchet MS"/>
                <a:cs typeface="Trebuchet MS"/>
              </a:rPr>
              <a:t>10</a:t>
            </a:r>
            <a:r>
              <a:rPr sz="1200" dirty="0">
                <a:latin typeface="Trebuchet MS"/>
                <a:cs typeface="Trebuchet MS"/>
              </a:rPr>
              <a:t>	</a:t>
            </a:r>
            <a:r>
              <a:rPr sz="1200" spc="-295" dirty="0">
                <a:latin typeface="Trebuchet MS"/>
                <a:cs typeface="Trebuchet MS"/>
              </a:rPr>
              <a:t>15</a:t>
            </a:r>
            <a:r>
              <a:rPr sz="1200" dirty="0">
                <a:latin typeface="Trebuchet MS"/>
                <a:cs typeface="Trebuchet MS"/>
              </a:rPr>
              <a:t>	</a:t>
            </a:r>
            <a:r>
              <a:rPr sz="1200" spc="-25" dirty="0">
                <a:latin typeface="Trebuchet MS"/>
                <a:cs typeface="Trebuchet MS"/>
              </a:rPr>
              <a:t>20</a:t>
            </a:r>
            <a:r>
              <a:rPr sz="1200" dirty="0">
                <a:latin typeface="Trebuchet MS"/>
                <a:cs typeface="Trebuchet MS"/>
              </a:rPr>
              <a:t>	</a:t>
            </a:r>
            <a:r>
              <a:rPr sz="1200" spc="-25" dirty="0">
                <a:latin typeface="Trebuchet MS"/>
                <a:cs typeface="Trebuchet MS"/>
              </a:rPr>
              <a:t>25</a:t>
            </a:r>
            <a:r>
              <a:rPr sz="1200" dirty="0">
                <a:latin typeface="Trebuchet MS"/>
                <a:cs typeface="Trebuchet MS"/>
              </a:rPr>
              <a:t>	</a:t>
            </a:r>
            <a:r>
              <a:rPr sz="1200" spc="-25" dirty="0">
                <a:latin typeface="Trebuchet MS"/>
                <a:cs typeface="Trebuchet MS"/>
              </a:rPr>
              <a:t>30</a:t>
            </a:r>
            <a:r>
              <a:rPr sz="1200" dirty="0">
                <a:latin typeface="Trebuchet MS"/>
                <a:cs typeface="Trebuchet MS"/>
              </a:rPr>
              <a:t>	</a:t>
            </a:r>
            <a:r>
              <a:rPr sz="1200" spc="-25" dirty="0">
                <a:latin typeface="Trebuchet MS"/>
                <a:cs typeface="Trebuchet MS"/>
              </a:rPr>
              <a:t>35</a:t>
            </a:r>
            <a:r>
              <a:rPr sz="1200" dirty="0">
                <a:latin typeface="Trebuchet MS"/>
                <a:cs typeface="Trebuchet MS"/>
              </a:rPr>
              <a:t>	</a:t>
            </a:r>
            <a:r>
              <a:rPr sz="1200" spc="-120" dirty="0">
                <a:latin typeface="Trebuchet MS"/>
                <a:cs typeface="Trebuchet MS"/>
              </a:rPr>
              <a:t>40</a:t>
            </a:r>
            <a:endParaRPr sz="1200">
              <a:latin typeface="Trebuchet MS"/>
              <a:cs typeface="Trebuchet MS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1872995" y="3966971"/>
            <a:ext cx="40640" cy="0"/>
          </a:xfrm>
          <a:custGeom>
            <a:avLst/>
            <a:gdLst/>
            <a:ahLst/>
            <a:cxnLst/>
            <a:rect l="l" t="t" r="r" b="b"/>
            <a:pathLst>
              <a:path w="40639">
                <a:moveTo>
                  <a:pt x="40386" y="0"/>
                </a:moveTo>
                <a:lnTo>
                  <a:pt x="0" y="0"/>
                </a:lnTo>
              </a:path>
            </a:pathLst>
          </a:custGeom>
          <a:ln w="12192">
            <a:solidFill>
              <a:srgbClr val="7E7E7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2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343738" y="6524434"/>
            <a:ext cx="107345" cy="90487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54151" y="6527292"/>
            <a:ext cx="1794510" cy="142494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862571" y="6521195"/>
            <a:ext cx="2327910" cy="118110"/>
          </a:xfrm>
          <a:prstGeom prst="rect">
            <a:avLst/>
          </a:prstGeom>
        </p:spPr>
      </p:pic>
      <p:sp>
        <p:nvSpPr>
          <p:cNvPr id="5" name="object 5"/>
          <p:cNvSpPr/>
          <p:nvPr/>
        </p:nvSpPr>
        <p:spPr>
          <a:xfrm>
            <a:off x="559308" y="1440180"/>
            <a:ext cx="36830" cy="180340"/>
          </a:xfrm>
          <a:custGeom>
            <a:avLst/>
            <a:gdLst/>
            <a:ahLst/>
            <a:cxnLst/>
            <a:rect l="l" t="t" r="r" b="b"/>
            <a:pathLst>
              <a:path w="36829" h="180340">
                <a:moveTo>
                  <a:pt x="36576" y="0"/>
                </a:moveTo>
                <a:lnTo>
                  <a:pt x="0" y="0"/>
                </a:lnTo>
                <a:lnTo>
                  <a:pt x="0" y="179832"/>
                </a:lnTo>
                <a:lnTo>
                  <a:pt x="36576" y="179832"/>
                </a:lnTo>
                <a:lnTo>
                  <a:pt x="36576" y="0"/>
                </a:lnTo>
                <a:close/>
              </a:path>
            </a:pathLst>
          </a:custGeom>
          <a:solidFill>
            <a:srgbClr val="183DAF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6" name="object 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719327" y="1464563"/>
            <a:ext cx="1802130" cy="159258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437489" y="431419"/>
            <a:ext cx="173672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FFFFFF"/>
                </a:solidFill>
                <a:latin typeface="Ebrima"/>
                <a:cs typeface="Ebrima"/>
              </a:rPr>
              <a:t>3.3.</a:t>
            </a:r>
            <a:r>
              <a:rPr sz="1800" spc="-15" dirty="0">
                <a:solidFill>
                  <a:srgbClr val="FFFFFF"/>
                </a:solidFill>
                <a:latin typeface="Ebrima"/>
                <a:cs typeface="Ebrima"/>
              </a:rPr>
              <a:t> </a:t>
            </a:r>
            <a:r>
              <a:rPr sz="1800" dirty="0">
                <a:solidFill>
                  <a:srgbClr val="FFFFFF"/>
                </a:solidFill>
                <a:latin typeface="Ebrima"/>
                <a:cs typeface="Ebrima"/>
              </a:rPr>
              <a:t>AI</a:t>
            </a:r>
            <a:r>
              <a:rPr sz="1800" spc="-15" dirty="0">
                <a:solidFill>
                  <a:srgbClr val="FFFFFF"/>
                </a:solidFill>
                <a:latin typeface="Ebrima"/>
                <a:cs typeface="Ebrima"/>
              </a:rPr>
              <a:t> </a:t>
            </a:r>
            <a:r>
              <a:rPr sz="1800" dirty="0">
                <a:solidFill>
                  <a:srgbClr val="FFFFFF"/>
                </a:solidFill>
                <a:latin typeface="Ebrima"/>
                <a:cs typeface="Ebrima"/>
              </a:rPr>
              <a:t>with</a:t>
            </a:r>
            <a:r>
              <a:rPr sz="1800" spc="-5" dirty="0">
                <a:solidFill>
                  <a:srgbClr val="FFFFFF"/>
                </a:solidFill>
                <a:latin typeface="Ebrima"/>
                <a:cs typeface="Ebrima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Ebrima"/>
                <a:cs typeface="Ebrima"/>
              </a:rPr>
              <a:t>Keras</a:t>
            </a:r>
            <a:endParaRPr sz="1800">
              <a:latin typeface="Ebrima"/>
              <a:cs typeface="Ebrim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8671941" y="463677"/>
            <a:ext cx="80962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dirty="0">
                <a:solidFill>
                  <a:srgbClr val="D9D9D9"/>
                </a:solidFill>
                <a:latin typeface="Ebrima"/>
                <a:cs typeface="Ebrima"/>
              </a:rPr>
              <a:t>UNIT</a:t>
            </a:r>
            <a:r>
              <a:rPr sz="1600" spc="400" dirty="0">
                <a:solidFill>
                  <a:srgbClr val="D9D9D9"/>
                </a:solidFill>
                <a:latin typeface="Ebrima"/>
                <a:cs typeface="Ebrima"/>
              </a:rPr>
              <a:t> </a:t>
            </a:r>
            <a:r>
              <a:rPr sz="1600" spc="-35" dirty="0">
                <a:solidFill>
                  <a:srgbClr val="D9D9D9"/>
                </a:solidFill>
                <a:latin typeface="Ebrima"/>
                <a:cs typeface="Ebrima"/>
              </a:rPr>
              <a:t>03</a:t>
            </a:r>
            <a:endParaRPr sz="1600">
              <a:latin typeface="Ebrima"/>
              <a:cs typeface="Ebrima"/>
            </a:endParaRPr>
          </a:p>
        </p:txBody>
      </p:sp>
      <p:pic>
        <p:nvPicPr>
          <p:cNvPr id="9" name="object 9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710183" y="1805939"/>
            <a:ext cx="2804922" cy="165353"/>
          </a:xfrm>
          <a:prstGeom prst="rect">
            <a:avLst/>
          </a:prstGeom>
        </p:spPr>
      </p:pic>
      <p:grpSp>
        <p:nvGrpSpPr>
          <p:cNvPr id="10" name="object 10"/>
          <p:cNvGrpSpPr/>
          <p:nvPr/>
        </p:nvGrpSpPr>
        <p:grpSpPr>
          <a:xfrm>
            <a:off x="682751" y="2049779"/>
            <a:ext cx="8663940" cy="570230"/>
            <a:chOff x="682751" y="2049779"/>
            <a:chExt cx="8663940" cy="570230"/>
          </a:xfrm>
        </p:grpSpPr>
        <p:sp>
          <p:nvSpPr>
            <p:cNvPr id="11" name="object 11"/>
            <p:cNvSpPr/>
            <p:nvPr/>
          </p:nvSpPr>
          <p:spPr>
            <a:xfrm>
              <a:off x="685799" y="2052827"/>
              <a:ext cx="8658225" cy="563880"/>
            </a:xfrm>
            <a:custGeom>
              <a:avLst/>
              <a:gdLst/>
              <a:ahLst/>
              <a:cxnLst/>
              <a:rect l="l" t="t" r="r" b="b"/>
              <a:pathLst>
                <a:path w="8658225" h="563880">
                  <a:moveTo>
                    <a:pt x="0" y="563879"/>
                  </a:moveTo>
                  <a:lnTo>
                    <a:pt x="8657844" y="563879"/>
                  </a:lnTo>
                  <a:lnTo>
                    <a:pt x="8657844" y="0"/>
                  </a:lnTo>
                  <a:lnTo>
                    <a:pt x="0" y="0"/>
                  </a:lnTo>
                  <a:lnTo>
                    <a:pt x="0" y="563879"/>
                  </a:lnTo>
                  <a:close/>
                </a:path>
              </a:pathLst>
            </a:custGeom>
            <a:ln w="6096">
              <a:solidFill>
                <a:srgbClr val="D9D9D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2" name="object 12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842429" y="2158237"/>
              <a:ext cx="8501214" cy="314960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2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333006" y="6524434"/>
            <a:ext cx="110459" cy="90487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54151" y="6527292"/>
            <a:ext cx="1794510" cy="142494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862571" y="6521195"/>
            <a:ext cx="2327910" cy="118110"/>
          </a:xfrm>
          <a:prstGeom prst="rect">
            <a:avLst/>
          </a:prstGeom>
        </p:spPr>
      </p:pic>
      <p:sp>
        <p:nvSpPr>
          <p:cNvPr id="5" name="object 5"/>
          <p:cNvSpPr/>
          <p:nvPr/>
        </p:nvSpPr>
        <p:spPr>
          <a:xfrm>
            <a:off x="559308" y="1440180"/>
            <a:ext cx="36830" cy="180340"/>
          </a:xfrm>
          <a:custGeom>
            <a:avLst/>
            <a:gdLst/>
            <a:ahLst/>
            <a:cxnLst/>
            <a:rect l="l" t="t" r="r" b="b"/>
            <a:pathLst>
              <a:path w="36829" h="180340">
                <a:moveTo>
                  <a:pt x="36576" y="0"/>
                </a:moveTo>
                <a:lnTo>
                  <a:pt x="0" y="0"/>
                </a:lnTo>
                <a:lnTo>
                  <a:pt x="0" y="179832"/>
                </a:lnTo>
                <a:lnTo>
                  <a:pt x="36576" y="179832"/>
                </a:lnTo>
                <a:lnTo>
                  <a:pt x="36576" y="0"/>
                </a:lnTo>
                <a:close/>
              </a:path>
            </a:pathLst>
          </a:custGeom>
          <a:solidFill>
            <a:srgbClr val="183DAF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6" name="object 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719327" y="1464563"/>
            <a:ext cx="1195578" cy="174498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437489" y="431419"/>
            <a:ext cx="173672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FFFFFF"/>
                </a:solidFill>
                <a:latin typeface="Ebrima"/>
                <a:cs typeface="Ebrima"/>
              </a:rPr>
              <a:t>3.3.</a:t>
            </a:r>
            <a:r>
              <a:rPr sz="1800" spc="-15" dirty="0">
                <a:solidFill>
                  <a:srgbClr val="FFFFFF"/>
                </a:solidFill>
                <a:latin typeface="Ebrima"/>
                <a:cs typeface="Ebrima"/>
              </a:rPr>
              <a:t> </a:t>
            </a:r>
            <a:r>
              <a:rPr sz="1800" dirty="0">
                <a:solidFill>
                  <a:srgbClr val="FFFFFF"/>
                </a:solidFill>
                <a:latin typeface="Ebrima"/>
                <a:cs typeface="Ebrima"/>
              </a:rPr>
              <a:t>AI</a:t>
            </a:r>
            <a:r>
              <a:rPr sz="1800" spc="-15" dirty="0">
                <a:solidFill>
                  <a:srgbClr val="FFFFFF"/>
                </a:solidFill>
                <a:latin typeface="Ebrima"/>
                <a:cs typeface="Ebrima"/>
              </a:rPr>
              <a:t> </a:t>
            </a:r>
            <a:r>
              <a:rPr sz="1800" dirty="0">
                <a:solidFill>
                  <a:srgbClr val="FFFFFF"/>
                </a:solidFill>
                <a:latin typeface="Ebrima"/>
                <a:cs typeface="Ebrima"/>
              </a:rPr>
              <a:t>with</a:t>
            </a:r>
            <a:r>
              <a:rPr sz="1800" spc="-5" dirty="0">
                <a:solidFill>
                  <a:srgbClr val="FFFFFF"/>
                </a:solidFill>
                <a:latin typeface="Ebrima"/>
                <a:cs typeface="Ebrima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Ebrima"/>
                <a:cs typeface="Ebrima"/>
              </a:rPr>
              <a:t>Keras</a:t>
            </a:r>
            <a:endParaRPr sz="1800">
              <a:latin typeface="Ebrima"/>
              <a:cs typeface="Ebrim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8671941" y="463677"/>
            <a:ext cx="80962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dirty="0">
                <a:solidFill>
                  <a:srgbClr val="D9D9D9"/>
                </a:solidFill>
                <a:latin typeface="Ebrima"/>
                <a:cs typeface="Ebrima"/>
              </a:rPr>
              <a:t>UNIT</a:t>
            </a:r>
            <a:r>
              <a:rPr sz="1600" spc="400" dirty="0">
                <a:solidFill>
                  <a:srgbClr val="D9D9D9"/>
                </a:solidFill>
                <a:latin typeface="Ebrima"/>
                <a:cs typeface="Ebrima"/>
              </a:rPr>
              <a:t> </a:t>
            </a:r>
            <a:r>
              <a:rPr sz="1600" spc="-35" dirty="0">
                <a:solidFill>
                  <a:srgbClr val="D9D9D9"/>
                </a:solidFill>
                <a:latin typeface="Ebrima"/>
                <a:cs typeface="Ebrima"/>
              </a:rPr>
              <a:t>03</a:t>
            </a:r>
            <a:endParaRPr sz="1600">
              <a:latin typeface="Ebrima"/>
              <a:cs typeface="Ebrima"/>
            </a:endParaRPr>
          </a:p>
        </p:txBody>
      </p:sp>
      <p:pic>
        <p:nvPicPr>
          <p:cNvPr id="9" name="object 9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710183" y="1805939"/>
            <a:ext cx="1094993" cy="162305"/>
          </a:xfrm>
          <a:prstGeom prst="rect">
            <a:avLst/>
          </a:prstGeom>
        </p:spPr>
      </p:pic>
      <p:grpSp>
        <p:nvGrpSpPr>
          <p:cNvPr id="10" name="object 10"/>
          <p:cNvGrpSpPr/>
          <p:nvPr/>
        </p:nvGrpSpPr>
        <p:grpSpPr>
          <a:xfrm>
            <a:off x="682751" y="2049779"/>
            <a:ext cx="8663940" cy="951230"/>
            <a:chOff x="682751" y="2049779"/>
            <a:chExt cx="8663940" cy="951230"/>
          </a:xfrm>
        </p:grpSpPr>
        <p:sp>
          <p:nvSpPr>
            <p:cNvPr id="11" name="object 11"/>
            <p:cNvSpPr/>
            <p:nvPr/>
          </p:nvSpPr>
          <p:spPr>
            <a:xfrm>
              <a:off x="685799" y="2052827"/>
              <a:ext cx="8658225" cy="944880"/>
            </a:xfrm>
            <a:custGeom>
              <a:avLst/>
              <a:gdLst/>
              <a:ahLst/>
              <a:cxnLst/>
              <a:rect l="l" t="t" r="r" b="b"/>
              <a:pathLst>
                <a:path w="8658225" h="944880">
                  <a:moveTo>
                    <a:pt x="0" y="944880"/>
                  </a:moveTo>
                  <a:lnTo>
                    <a:pt x="8657844" y="944880"/>
                  </a:lnTo>
                  <a:lnTo>
                    <a:pt x="8657844" y="0"/>
                  </a:lnTo>
                  <a:lnTo>
                    <a:pt x="0" y="0"/>
                  </a:lnTo>
                  <a:lnTo>
                    <a:pt x="0" y="944880"/>
                  </a:lnTo>
                  <a:close/>
                </a:path>
              </a:pathLst>
            </a:custGeom>
            <a:ln w="6096">
              <a:solidFill>
                <a:srgbClr val="D9D9D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2" name="object 12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842756" y="2159087"/>
              <a:ext cx="8500887" cy="679776"/>
            </a:xfrm>
            <a:prstGeom prst="rect">
              <a:avLst/>
            </a:prstGeom>
          </p:spPr>
        </p:pic>
      </p:grpSp>
      <p:pic>
        <p:nvPicPr>
          <p:cNvPr id="13" name="object 13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844724" y="3255340"/>
            <a:ext cx="217122" cy="217093"/>
          </a:xfrm>
          <a:prstGeom prst="rect">
            <a:avLst/>
          </a:prstGeom>
        </p:spPr>
      </p:pic>
      <p:sp>
        <p:nvSpPr>
          <p:cNvPr id="14" name="object 14"/>
          <p:cNvSpPr txBox="1"/>
          <p:nvPr/>
        </p:nvSpPr>
        <p:spPr>
          <a:xfrm>
            <a:off x="685800" y="3119627"/>
            <a:ext cx="8658225" cy="741045"/>
          </a:xfrm>
          <a:prstGeom prst="rect">
            <a:avLst/>
          </a:prstGeom>
          <a:ln w="6096">
            <a:solidFill>
              <a:srgbClr val="D9D9D9"/>
            </a:solidFill>
          </a:ln>
        </p:spPr>
        <p:txBody>
          <a:bodyPr vert="horz" wrap="square" lIns="0" tIns="133350" rIns="0" bIns="0" rtlCol="0">
            <a:spAutoFit/>
          </a:bodyPr>
          <a:lstStyle/>
          <a:p>
            <a:pPr marL="439420">
              <a:lnSpc>
                <a:spcPct val="100000"/>
              </a:lnSpc>
              <a:spcBef>
                <a:spcPts val="1050"/>
              </a:spcBef>
            </a:pPr>
            <a:r>
              <a:rPr sz="1300" b="1" spc="-260" dirty="0">
                <a:solidFill>
                  <a:srgbClr val="252525"/>
                </a:solidFill>
                <a:latin typeface="Tahoma"/>
                <a:cs typeface="Tahoma"/>
              </a:rPr>
              <a:t>Line</a:t>
            </a:r>
            <a:r>
              <a:rPr sz="1300" b="1" spc="-45" dirty="0">
                <a:solidFill>
                  <a:srgbClr val="252525"/>
                </a:solidFill>
                <a:latin typeface="Tahoma"/>
                <a:cs typeface="Tahoma"/>
              </a:rPr>
              <a:t> </a:t>
            </a:r>
            <a:r>
              <a:rPr sz="1300" b="1" spc="-305" dirty="0">
                <a:solidFill>
                  <a:srgbClr val="252525"/>
                </a:solidFill>
                <a:latin typeface="Tahoma"/>
                <a:cs typeface="Tahoma"/>
              </a:rPr>
              <a:t>170-</a:t>
            </a:r>
            <a:r>
              <a:rPr sz="1300" b="1" spc="-310" dirty="0">
                <a:solidFill>
                  <a:srgbClr val="252525"/>
                </a:solidFill>
                <a:latin typeface="Tahoma"/>
                <a:cs typeface="Tahoma"/>
              </a:rPr>
              <a:t>2</a:t>
            </a:r>
            <a:endParaRPr sz="1300">
              <a:latin typeface="Tahoma"/>
              <a:cs typeface="Tahoma"/>
            </a:endParaRPr>
          </a:p>
          <a:p>
            <a:pPr marL="658495" indent="-182245">
              <a:lnSpc>
                <a:spcPct val="100000"/>
              </a:lnSpc>
              <a:spcBef>
                <a:spcPts val="420"/>
              </a:spcBef>
              <a:buFont typeface="Arial"/>
              <a:buChar char="•"/>
              <a:tabLst>
                <a:tab pos="658495" algn="l"/>
              </a:tabLst>
            </a:pPr>
            <a:r>
              <a:rPr sz="1400" spc="-235" dirty="0">
                <a:solidFill>
                  <a:srgbClr val="252525"/>
                </a:solidFill>
                <a:latin typeface="Trebuchet MS"/>
                <a:cs typeface="Trebuchet MS"/>
              </a:rPr>
              <a:t>There</a:t>
            </a:r>
            <a:r>
              <a:rPr sz="1400" spc="-160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400" spc="-125" dirty="0">
                <a:solidFill>
                  <a:srgbClr val="252525"/>
                </a:solidFill>
                <a:latin typeface="Trebuchet MS"/>
                <a:cs typeface="Trebuchet MS"/>
              </a:rPr>
              <a:t>is</a:t>
            </a:r>
            <a:r>
              <a:rPr sz="1400" spc="-110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400" spc="-215" dirty="0">
                <a:solidFill>
                  <a:srgbClr val="252525"/>
                </a:solidFill>
                <a:latin typeface="Trebuchet MS"/>
                <a:cs typeface="Trebuchet MS"/>
              </a:rPr>
              <a:t>only</a:t>
            </a:r>
            <a:r>
              <a:rPr sz="1400" spc="-145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400" spc="-459" dirty="0">
                <a:solidFill>
                  <a:srgbClr val="252525"/>
                </a:solidFill>
                <a:latin typeface="Trebuchet MS"/>
                <a:cs typeface="Trebuchet MS"/>
              </a:rPr>
              <a:t>1</a:t>
            </a:r>
            <a:r>
              <a:rPr sz="1400" spc="-130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400" spc="-245" dirty="0">
                <a:solidFill>
                  <a:srgbClr val="252525"/>
                </a:solidFill>
                <a:latin typeface="Trebuchet MS"/>
                <a:cs typeface="Trebuchet MS"/>
              </a:rPr>
              <a:t>time</a:t>
            </a:r>
            <a:r>
              <a:rPr sz="1400" spc="-145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400" spc="-150" dirty="0">
                <a:solidFill>
                  <a:srgbClr val="252525"/>
                </a:solidFill>
                <a:latin typeface="Trebuchet MS"/>
                <a:cs typeface="Trebuchet MS"/>
              </a:rPr>
              <a:t>series </a:t>
            </a:r>
            <a:r>
              <a:rPr sz="1400" spc="-240" dirty="0">
                <a:solidFill>
                  <a:srgbClr val="252525"/>
                </a:solidFill>
                <a:latin typeface="Trebuchet MS"/>
                <a:cs typeface="Trebuchet MS"/>
              </a:rPr>
              <a:t>data.</a:t>
            </a:r>
            <a:r>
              <a:rPr sz="1400" spc="-150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400" spc="-254" dirty="0">
                <a:solidFill>
                  <a:srgbClr val="252525"/>
                </a:solidFill>
                <a:latin typeface="Trebuchet MS"/>
                <a:cs typeface="Trebuchet MS"/>
              </a:rPr>
              <a:t>No</a:t>
            </a:r>
            <a:r>
              <a:rPr sz="1400" spc="-140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400" spc="-204" dirty="0">
                <a:solidFill>
                  <a:srgbClr val="252525"/>
                </a:solidFill>
                <a:latin typeface="Trebuchet MS"/>
                <a:cs typeface="Trebuchet MS"/>
              </a:rPr>
              <a:t>other</a:t>
            </a:r>
            <a:r>
              <a:rPr sz="1400" spc="-155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400" spc="-210" dirty="0">
                <a:solidFill>
                  <a:srgbClr val="252525"/>
                </a:solidFill>
                <a:latin typeface="Trebuchet MS"/>
                <a:cs typeface="Trebuchet MS"/>
              </a:rPr>
              <a:t>choice</a:t>
            </a:r>
            <a:r>
              <a:rPr sz="1400" spc="-155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400" spc="-235" dirty="0">
                <a:solidFill>
                  <a:srgbClr val="252525"/>
                </a:solidFill>
                <a:latin typeface="Trebuchet MS"/>
                <a:cs typeface="Trebuchet MS"/>
              </a:rPr>
              <a:t>but</a:t>
            </a:r>
            <a:r>
              <a:rPr sz="1400" spc="-120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400" spc="-405" dirty="0">
                <a:solidFill>
                  <a:srgbClr val="252525"/>
                </a:solidFill>
                <a:latin typeface="Trebuchet MS"/>
                <a:cs typeface="Trebuchet MS"/>
              </a:rPr>
              <a:t>1.</a:t>
            </a:r>
            <a:endParaRPr sz="14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2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333006" y="6524434"/>
            <a:ext cx="110459" cy="90487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54151" y="6527292"/>
            <a:ext cx="1794510" cy="142494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862571" y="6521195"/>
            <a:ext cx="2327910" cy="118110"/>
          </a:xfrm>
          <a:prstGeom prst="rect">
            <a:avLst/>
          </a:prstGeom>
        </p:spPr>
      </p:pic>
      <p:sp>
        <p:nvSpPr>
          <p:cNvPr id="5" name="object 5"/>
          <p:cNvSpPr/>
          <p:nvPr/>
        </p:nvSpPr>
        <p:spPr>
          <a:xfrm>
            <a:off x="559308" y="1440180"/>
            <a:ext cx="36830" cy="180340"/>
          </a:xfrm>
          <a:custGeom>
            <a:avLst/>
            <a:gdLst/>
            <a:ahLst/>
            <a:cxnLst/>
            <a:rect l="l" t="t" r="r" b="b"/>
            <a:pathLst>
              <a:path w="36829" h="180340">
                <a:moveTo>
                  <a:pt x="36576" y="0"/>
                </a:moveTo>
                <a:lnTo>
                  <a:pt x="0" y="0"/>
                </a:lnTo>
                <a:lnTo>
                  <a:pt x="0" y="179832"/>
                </a:lnTo>
                <a:lnTo>
                  <a:pt x="36576" y="179832"/>
                </a:lnTo>
                <a:lnTo>
                  <a:pt x="36576" y="0"/>
                </a:lnTo>
                <a:close/>
              </a:path>
            </a:pathLst>
          </a:custGeom>
          <a:solidFill>
            <a:srgbClr val="183DAF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6" name="object 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719327" y="1464563"/>
            <a:ext cx="1195578" cy="174498"/>
          </a:xfrm>
          <a:prstGeom prst="rect">
            <a:avLst/>
          </a:prstGeom>
        </p:spPr>
      </p:pic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3.3.</a:t>
            </a:r>
            <a:r>
              <a:rPr spc="-15" dirty="0"/>
              <a:t> </a:t>
            </a:r>
            <a:r>
              <a:rPr dirty="0"/>
              <a:t>AI</a:t>
            </a:r>
            <a:r>
              <a:rPr spc="-15" dirty="0"/>
              <a:t> </a:t>
            </a:r>
            <a:r>
              <a:rPr dirty="0"/>
              <a:t>with</a:t>
            </a:r>
            <a:r>
              <a:rPr spc="-5" dirty="0"/>
              <a:t> </a:t>
            </a:r>
            <a:r>
              <a:rPr spc="-10" dirty="0"/>
              <a:t>Keras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8671941" y="463677"/>
            <a:ext cx="80962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dirty="0">
                <a:solidFill>
                  <a:srgbClr val="D9D9D9"/>
                </a:solidFill>
                <a:latin typeface="Ebrima"/>
                <a:cs typeface="Ebrima"/>
              </a:rPr>
              <a:t>UNIT</a:t>
            </a:r>
            <a:r>
              <a:rPr sz="1600" spc="400" dirty="0">
                <a:solidFill>
                  <a:srgbClr val="D9D9D9"/>
                </a:solidFill>
                <a:latin typeface="Ebrima"/>
                <a:cs typeface="Ebrima"/>
              </a:rPr>
              <a:t> </a:t>
            </a:r>
            <a:r>
              <a:rPr sz="1600" spc="-35" dirty="0">
                <a:solidFill>
                  <a:srgbClr val="D9D9D9"/>
                </a:solidFill>
                <a:latin typeface="Ebrima"/>
                <a:cs typeface="Ebrima"/>
              </a:rPr>
              <a:t>03</a:t>
            </a:r>
            <a:endParaRPr sz="1600">
              <a:latin typeface="Ebrima"/>
              <a:cs typeface="Ebrima"/>
            </a:endParaRPr>
          </a:p>
        </p:txBody>
      </p:sp>
      <p:pic>
        <p:nvPicPr>
          <p:cNvPr id="9" name="object 9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710183" y="1805939"/>
            <a:ext cx="1094993" cy="162305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835580" y="3206203"/>
            <a:ext cx="217122" cy="210350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832532" y="3833914"/>
            <a:ext cx="217122" cy="209003"/>
          </a:xfrm>
          <a:prstGeom prst="rect">
            <a:avLst/>
          </a:prstGeom>
        </p:spPr>
      </p:pic>
      <p:pic>
        <p:nvPicPr>
          <p:cNvPr id="12" name="object 12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835580" y="4451134"/>
            <a:ext cx="217122" cy="209003"/>
          </a:xfrm>
          <a:prstGeom prst="rect">
            <a:avLst/>
          </a:prstGeom>
        </p:spPr>
      </p:pic>
      <p:sp>
        <p:nvSpPr>
          <p:cNvPr id="13" name="object 13"/>
          <p:cNvSpPr txBox="1"/>
          <p:nvPr/>
        </p:nvSpPr>
        <p:spPr>
          <a:xfrm>
            <a:off x="685800" y="3075432"/>
            <a:ext cx="8644255" cy="2016760"/>
          </a:xfrm>
          <a:prstGeom prst="rect">
            <a:avLst/>
          </a:prstGeom>
          <a:ln w="6096">
            <a:solidFill>
              <a:srgbClr val="D9D9D9"/>
            </a:solidFill>
          </a:ln>
        </p:spPr>
        <p:txBody>
          <a:bodyPr vert="horz" wrap="square" lIns="0" tIns="139065" rIns="0" bIns="0" rtlCol="0">
            <a:spAutoFit/>
          </a:bodyPr>
          <a:lstStyle/>
          <a:p>
            <a:pPr marL="457834">
              <a:lnSpc>
                <a:spcPct val="100000"/>
              </a:lnSpc>
              <a:spcBef>
                <a:spcPts val="1095"/>
              </a:spcBef>
            </a:pPr>
            <a:r>
              <a:rPr sz="1300" b="1" spc="-254" dirty="0">
                <a:solidFill>
                  <a:srgbClr val="252525"/>
                </a:solidFill>
                <a:latin typeface="Tahoma"/>
                <a:cs typeface="Tahoma"/>
              </a:rPr>
              <a:t>Line</a:t>
            </a:r>
            <a:r>
              <a:rPr sz="1300" b="1" spc="-60" dirty="0">
                <a:solidFill>
                  <a:srgbClr val="252525"/>
                </a:solidFill>
                <a:latin typeface="Tahoma"/>
                <a:cs typeface="Tahoma"/>
              </a:rPr>
              <a:t> </a:t>
            </a:r>
            <a:r>
              <a:rPr sz="1300" b="1" spc="-380" dirty="0">
                <a:solidFill>
                  <a:srgbClr val="252525"/>
                </a:solidFill>
                <a:latin typeface="Tahoma"/>
                <a:cs typeface="Tahoma"/>
              </a:rPr>
              <a:t>171-</a:t>
            </a:r>
            <a:r>
              <a:rPr sz="1300" b="1" spc="-580" dirty="0">
                <a:solidFill>
                  <a:srgbClr val="252525"/>
                </a:solidFill>
                <a:latin typeface="Tahoma"/>
                <a:cs typeface="Tahoma"/>
              </a:rPr>
              <a:t>1</a:t>
            </a:r>
            <a:endParaRPr sz="1300">
              <a:latin typeface="Tahoma"/>
              <a:cs typeface="Tahoma"/>
            </a:endParaRPr>
          </a:p>
          <a:p>
            <a:pPr marL="648970" indent="-182245">
              <a:lnSpc>
                <a:spcPct val="100000"/>
              </a:lnSpc>
              <a:spcBef>
                <a:spcPts val="705"/>
              </a:spcBef>
              <a:buFont typeface="Arial"/>
              <a:buChar char="•"/>
              <a:tabLst>
                <a:tab pos="648970" algn="l"/>
              </a:tabLst>
            </a:pPr>
            <a:r>
              <a:rPr sz="1300" spc="-155" dirty="0">
                <a:solidFill>
                  <a:srgbClr val="252525"/>
                </a:solidFill>
                <a:latin typeface="Trebuchet MS"/>
                <a:cs typeface="Trebuchet MS"/>
              </a:rPr>
              <a:t>Scalar</a:t>
            </a:r>
            <a:r>
              <a:rPr sz="1300" spc="-130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300" spc="-10" dirty="0">
                <a:solidFill>
                  <a:srgbClr val="252525"/>
                </a:solidFill>
                <a:latin typeface="Trebuchet MS"/>
                <a:cs typeface="Trebuchet MS"/>
              </a:rPr>
              <a:t>input</a:t>
            </a:r>
            <a:endParaRPr sz="1300">
              <a:latin typeface="Trebuchet MS"/>
              <a:cs typeface="Trebuchet MS"/>
            </a:endParaRPr>
          </a:p>
          <a:p>
            <a:pPr marL="455295">
              <a:lnSpc>
                <a:spcPct val="100000"/>
              </a:lnSpc>
              <a:spcBef>
                <a:spcPts val="1115"/>
              </a:spcBef>
            </a:pPr>
            <a:r>
              <a:rPr sz="1300" b="1" spc="-254" dirty="0">
                <a:solidFill>
                  <a:srgbClr val="252525"/>
                </a:solidFill>
                <a:latin typeface="Tahoma"/>
                <a:cs typeface="Tahoma"/>
              </a:rPr>
              <a:t>Line</a:t>
            </a:r>
            <a:r>
              <a:rPr sz="1300" b="1" spc="-60" dirty="0">
                <a:solidFill>
                  <a:srgbClr val="252525"/>
                </a:solidFill>
                <a:latin typeface="Tahoma"/>
                <a:cs typeface="Tahoma"/>
              </a:rPr>
              <a:t> </a:t>
            </a:r>
            <a:r>
              <a:rPr sz="1300" b="1" spc="-380" dirty="0">
                <a:solidFill>
                  <a:srgbClr val="252525"/>
                </a:solidFill>
                <a:latin typeface="Tahoma"/>
                <a:cs typeface="Tahoma"/>
              </a:rPr>
              <a:t>171-</a:t>
            </a:r>
            <a:r>
              <a:rPr sz="1300" b="1" spc="-310" dirty="0">
                <a:solidFill>
                  <a:srgbClr val="252525"/>
                </a:solidFill>
                <a:latin typeface="Tahoma"/>
                <a:cs typeface="Tahoma"/>
              </a:rPr>
              <a:t>2</a:t>
            </a:r>
            <a:endParaRPr sz="1300">
              <a:latin typeface="Tahoma"/>
              <a:cs typeface="Tahoma"/>
            </a:endParaRPr>
          </a:p>
          <a:p>
            <a:pPr marL="646430" indent="-182245">
              <a:lnSpc>
                <a:spcPct val="100000"/>
              </a:lnSpc>
              <a:spcBef>
                <a:spcPts val="705"/>
              </a:spcBef>
              <a:buFont typeface="Arial"/>
              <a:buChar char="•"/>
              <a:tabLst>
                <a:tab pos="646430" algn="l"/>
              </a:tabLst>
            </a:pPr>
            <a:r>
              <a:rPr sz="1300" spc="-140" dirty="0">
                <a:solidFill>
                  <a:srgbClr val="252525"/>
                </a:solidFill>
                <a:latin typeface="Trebuchet MS"/>
                <a:cs typeface="Trebuchet MS"/>
              </a:rPr>
              <a:t>N#</a:t>
            </a:r>
            <a:r>
              <a:rPr sz="1300" spc="-130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300" spc="-200" dirty="0">
                <a:solidFill>
                  <a:srgbClr val="252525"/>
                </a:solidFill>
                <a:latin typeface="Trebuchet MS"/>
                <a:cs typeface="Trebuchet MS"/>
              </a:rPr>
              <a:t>of</a:t>
            </a:r>
            <a:r>
              <a:rPr sz="1300" spc="-120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300" spc="-190" dirty="0">
                <a:solidFill>
                  <a:srgbClr val="252525"/>
                </a:solidFill>
                <a:latin typeface="Trebuchet MS"/>
                <a:cs typeface="Trebuchet MS"/>
              </a:rPr>
              <a:t>neurons</a:t>
            </a:r>
            <a:r>
              <a:rPr sz="1300" spc="-150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300" spc="-190" dirty="0">
                <a:solidFill>
                  <a:srgbClr val="252525"/>
                </a:solidFill>
                <a:latin typeface="Trebuchet MS"/>
                <a:cs typeface="Trebuchet MS"/>
              </a:rPr>
              <a:t>per</a:t>
            </a:r>
            <a:r>
              <a:rPr sz="1300" spc="-125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300" spc="-20" dirty="0">
                <a:solidFill>
                  <a:srgbClr val="252525"/>
                </a:solidFill>
                <a:latin typeface="Trebuchet MS"/>
                <a:cs typeface="Trebuchet MS"/>
              </a:rPr>
              <a:t>layer</a:t>
            </a:r>
            <a:endParaRPr sz="1300">
              <a:latin typeface="Trebuchet MS"/>
              <a:cs typeface="Trebuchet MS"/>
            </a:endParaRPr>
          </a:p>
          <a:p>
            <a:pPr marL="457834">
              <a:lnSpc>
                <a:spcPct val="100000"/>
              </a:lnSpc>
              <a:spcBef>
                <a:spcPts val="1035"/>
              </a:spcBef>
            </a:pPr>
            <a:r>
              <a:rPr sz="1300" b="1" spc="-254" dirty="0">
                <a:solidFill>
                  <a:srgbClr val="252525"/>
                </a:solidFill>
                <a:latin typeface="Tahoma"/>
                <a:cs typeface="Tahoma"/>
              </a:rPr>
              <a:t>Line</a:t>
            </a:r>
            <a:r>
              <a:rPr sz="1300" b="1" spc="-60" dirty="0">
                <a:solidFill>
                  <a:srgbClr val="252525"/>
                </a:solidFill>
                <a:latin typeface="Tahoma"/>
                <a:cs typeface="Tahoma"/>
              </a:rPr>
              <a:t> </a:t>
            </a:r>
            <a:r>
              <a:rPr sz="1300" b="1" spc="-380" dirty="0">
                <a:solidFill>
                  <a:srgbClr val="252525"/>
                </a:solidFill>
                <a:latin typeface="Tahoma"/>
                <a:cs typeface="Tahoma"/>
              </a:rPr>
              <a:t>171-</a:t>
            </a:r>
            <a:r>
              <a:rPr sz="1300" b="1" spc="-50" dirty="0">
                <a:solidFill>
                  <a:srgbClr val="252525"/>
                </a:solidFill>
                <a:latin typeface="Tahoma"/>
                <a:cs typeface="Tahoma"/>
              </a:rPr>
              <a:t>3</a:t>
            </a:r>
            <a:endParaRPr sz="1300">
              <a:latin typeface="Tahoma"/>
              <a:cs typeface="Tahoma"/>
            </a:endParaRPr>
          </a:p>
          <a:p>
            <a:pPr marL="649605" indent="-182245">
              <a:lnSpc>
                <a:spcPct val="100000"/>
              </a:lnSpc>
              <a:spcBef>
                <a:spcPts val="705"/>
              </a:spcBef>
              <a:buFont typeface="Arial"/>
              <a:buChar char="•"/>
              <a:tabLst>
                <a:tab pos="649605" algn="l"/>
              </a:tabLst>
            </a:pPr>
            <a:r>
              <a:rPr sz="1300" spc="-155" dirty="0">
                <a:solidFill>
                  <a:srgbClr val="252525"/>
                </a:solidFill>
                <a:latin typeface="Trebuchet MS"/>
                <a:cs typeface="Trebuchet MS"/>
              </a:rPr>
              <a:t>Scalar</a:t>
            </a:r>
            <a:r>
              <a:rPr sz="1300" spc="-130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300" spc="-55" dirty="0">
                <a:solidFill>
                  <a:srgbClr val="252525"/>
                </a:solidFill>
                <a:latin typeface="Trebuchet MS"/>
                <a:cs typeface="Trebuchet MS"/>
              </a:rPr>
              <a:t>output</a:t>
            </a:r>
            <a:endParaRPr sz="1300">
              <a:latin typeface="Trebuchet MS"/>
              <a:cs typeface="Trebuchet MS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682751" y="2049779"/>
            <a:ext cx="8663940" cy="951230"/>
            <a:chOff x="682751" y="2049779"/>
            <a:chExt cx="8663940" cy="951230"/>
          </a:xfrm>
        </p:grpSpPr>
        <p:sp>
          <p:nvSpPr>
            <p:cNvPr id="15" name="object 15"/>
            <p:cNvSpPr/>
            <p:nvPr/>
          </p:nvSpPr>
          <p:spPr>
            <a:xfrm>
              <a:off x="685799" y="2052827"/>
              <a:ext cx="8658225" cy="944880"/>
            </a:xfrm>
            <a:custGeom>
              <a:avLst/>
              <a:gdLst/>
              <a:ahLst/>
              <a:cxnLst/>
              <a:rect l="l" t="t" r="r" b="b"/>
              <a:pathLst>
                <a:path w="8658225" h="944880">
                  <a:moveTo>
                    <a:pt x="0" y="944880"/>
                  </a:moveTo>
                  <a:lnTo>
                    <a:pt x="8657844" y="944880"/>
                  </a:lnTo>
                  <a:lnTo>
                    <a:pt x="8657844" y="0"/>
                  </a:lnTo>
                  <a:lnTo>
                    <a:pt x="0" y="0"/>
                  </a:lnTo>
                  <a:lnTo>
                    <a:pt x="0" y="944880"/>
                  </a:lnTo>
                  <a:close/>
                </a:path>
              </a:pathLst>
            </a:custGeom>
            <a:ln w="6096">
              <a:solidFill>
                <a:srgbClr val="D9D9D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6" name="object 16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835477" y="2164221"/>
              <a:ext cx="8494450" cy="678352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2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311665" y="6524434"/>
            <a:ext cx="133324" cy="90487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54151" y="6527292"/>
            <a:ext cx="1794510" cy="142494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862571" y="6521195"/>
            <a:ext cx="2327910" cy="118110"/>
          </a:xfrm>
          <a:prstGeom prst="rect">
            <a:avLst/>
          </a:prstGeom>
        </p:spPr>
      </p:pic>
      <p:sp>
        <p:nvSpPr>
          <p:cNvPr id="5" name="object 5"/>
          <p:cNvSpPr/>
          <p:nvPr/>
        </p:nvSpPr>
        <p:spPr>
          <a:xfrm>
            <a:off x="559308" y="1440180"/>
            <a:ext cx="36830" cy="180340"/>
          </a:xfrm>
          <a:custGeom>
            <a:avLst/>
            <a:gdLst/>
            <a:ahLst/>
            <a:cxnLst/>
            <a:rect l="l" t="t" r="r" b="b"/>
            <a:pathLst>
              <a:path w="36829" h="180340">
                <a:moveTo>
                  <a:pt x="36576" y="0"/>
                </a:moveTo>
                <a:lnTo>
                  <a:pt x="0" y="0"/>
                </a:lnTo>
                <a:lnTo>
                  <a:pt x="0" y="179832"/>
                </a:lnTo>
                <a:lnTo>
                  <a:pt x="36576" y="179832"/>
                </a:lnTo>
                <a:lnTo>
                  <a:pt x="36576" y="0"/>
                </a:lnTo>
                <a:close/>
              </a:path>
            </a:pathLst>
          </a:custGeom>
          <a:solidFill>
            <a:srgbClr val="183DAF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6" name="object 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719327" y="1464563"/>
            <a:ext cx="1802130" cy="159258"/>
          </a:xfrm>
          <a:prstGeom prst="rect">
            <a:avLst/>
          </a:prstGeom>
        </p:spPr>
      </p:pic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3.3.</a:t>
            </a:r>
            <a:r>
              <a:rPr spc="-15" dirty="0"/>
              <a:t> </a:t>
            </a:r>
            <a:r>
              <a:rPr dirty="0"/>
              <a:t>AI</a:t>
            </a:r>
            <a:r>
              <a:rPr spc="-15" dirty="0"/>
              <a:t> </a:t>
            </a:r>
            <a:r>
              <a:rPr dirty="0"/>
              <a:t>with</a:t>
            </a:r>
            <a:r>
              <a:rPr spc="-5" dirty="0"/>
              <a:t> </a:t>
            </a:r>
            <a:r>
              <a:rPr spc="-10" dirty="0"/>
              <a:t>Keras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8671941" y="463677"/>
            <a:ext cx="80962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dirty="0">
                <a:solidFill>
                  <a:srgbClr val="D9D9D9"/>
                </a:solidFill>
                <a:latin typeface="Ebrima"/>
                <a:cs typeface="Ebrima"/>
              </a:rPr>
              <a:t>UNIT</a:t>
            </a:r>
            <a:r>
              <a:rPr sz="1600" spc="400" dirty="0">
                <a:solidFill>
                  <a:srgbClr val="D9D9D9"/>
                </a:solidFill>
                <a:latin typeface="Ebrima"/>
                <a:cs typeface="Ebrima"/>
              </a:rPr>
              <a:t> </a:t>
            </a:r>
            <a:r>
              <a:rPr sz="1600" spc="-35" dirty="0">
                <a:solidFill>
                  <a:srgbClr val="D9D9D9"/>
                </a:solidFill>
                <a:latin typeface="Ebrima"/>
                <a:cs typeface="Ebrima"/>
              </a:rPr>
              <a:t>03</a:t>
            </a:r>
            <a:endParaRPr sz="1600">
              <a:latin typeface="Ebrima"/>
              <a:cs typeface="Ebrima"/>
            </a:endParaRPr>
          </a:p>
        </p:txBody>
      </p:sp>
      <p:pic>
        <p:nvPicPr>
          <p:cNvPr id="9" name="object 9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710183" y="1805939"/>
            <a:ext cx="1288542" cy="133350"/>
          </a:xfrm>
          <a:prstGeom prst="rect">
            <a:avLst/>
          </a:prstGeom>
        </p:spPr>
      </p:pic>
      <p:grpSp>
        <p:nvGrpSpPr>
          <p:cNvPr id="10" name="object 10"/>
          <p:cNvGrpSpPr/>
          <p:nvPr/>
        </p:nvGrpSpPr>
        <p:grpSpPr>
          <a:xfrm>
            <a:off x="682751" y="2049779"/>
            <a:ext cx="8663940" cy="978535"/>
            <a:chOff x="682751" y="2049779"/>
            <a:chExt cx="8663940" cy="978535"/>
          </a:xfrm>
        </p:grpSpPr>
        <p:sp>
          <p:nvSpPr>
            <p:cNvPr id="11" name="object 11"/>
            <p:cNvSpPr/>
            <p:nvPr/>
          </p:nvSpPr>
          <p:spPr>
            <a:xfrm>
              <a:off x="685799" y="2052827"/>
              <a:ext cx="8658225" cy="972819"/>
            </a:xfrm>
            <a:custGeom>
              <a:avLst/>
              <a:gdLst/>
              <a:ahLst/>
              <a:cxnLst/>
              <a:rect l="l" t="t" r="r" b="b"/>
              <a:pathLst>
                <a:path w="8658225" h="972819">
                  <a:moveTo>
                    <a:pt x="0" y="972312"/>
                  </a:moveTo>
                  <a:lnTo>
                    <a:pt x="8657844" y="972312"/>
                  </a:lnTo>
                  <a:lnTo>
                    <a:pt x="8657844" y="0"/>
                  </a:lnTo>
                  <a:lnTo>
                    <a:pt x="0" y="0"/>
                  </a:lnTo>
                  <a:lnTo>
                    <a:pt x="0" y="972312"/>
                  </a:lnTo>
                  <a:close/>
                </a:path>
              </a:pathLst>
            </a:custGeom>
            <a:ln w="6096">
              <a:solidFill>
                <a:srgbClr val="D9D9D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2" name="object 12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833298" y="2154859"/>
              <a:ext cx="8496629" cy="790879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7435595" y="2744723"/>
              <a:ext cx="901065" cy="165100"/>
            </a:xfrm>
            <a:custGeom>
              <a:avLst/>
              <a:gdLst/>
              <a:ahLst/>
              <a:cxnLst/>
              <a:rect l="l" t="t" r="r" b="b"/>
              <a:pathLst>
                <a:path w="901065" h="165100">
                  <a:moveTo>
                    <a:pt x="900683" y="0"/>
                  </a:moveTo>
                  <a:lnTo>
                    <a:pt x="0" y="0"/>
                  </a:lnTo>
                  <a:lnTo>
                    <a:pt x="0" y="164591"/>
                  </a:lnTo>
                  <a:lnTo>
                    <a:pt x="900683" y="164591"/>
                  </a:lnTo>
                  <a:lnTo>
                    <a:pt x="900683" y="0"/>
                  </a:lnTo>
                  <a:close/>
                </a:path>
              </a:pathLst>
            </a:custGeom>
            <a:solidFill>
              <a:srgbClr val="F7F7F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7435595" y="2744723"/>
              <a:ext cx="901065" cy="165100"/>
            </a:xfrm>
            <a:custGeom>
              <a:avLst/>
              <a:gdLst/>
              <a:ahLst/>
              <a:cxnLst/>
              <a:rect l="l" t="t" r="r" b="b"/>
              <a:pathLst>
                <a:path w="901065" h="165100">
                  <a:moveTo>
                    <a:pt x="0" y="164591"/>
                  </a:moveTo>
                  <a:lnTo>
                    <a:pt x="900683" y="164591"/>
                  </a:lnTo>
                  <a:lnTo>
                    <a:pt x="900683" y="0"/>
                  </a:lnTo>
                  <a:lnTo>
                    <a:pt x="0" y="0"/>
                  </a:lnTo>
                  <a:lnTo>
                    <a:pt x="0" y="164591"/>
                  </a:lnTo>
                  <a:close/>
                </a:path>
              </a:pathLst>
            </a:custGeom>
            <a:ln w="12192">
              <a:solidFill>
                <a:srgbClr val="F7F7F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1566671" y="2577083"/>
              <a:ext cx="6769734" cy="165100"/>
            </a:xfrm>
            <a:custGeom>
              <a:avLst/>
              <a:gdLst/>
              <a:ahLst/>
              <a:cxnLst/>
              <a:rect l="l" t="t" r="r" b="b"/>
              <a:pathLst>
                <a:path w="6769734" h="165100">
                  <a:moveTo>
                    <a:pt x="6769608" y="0"/>
                  </a:moveTo>
                  <a:lnTo>
                    <a:pt x="0" y="0"/>
                  </a:lnTo>
                  <a:lnTo>
                    <a:pt x="0" y="164591"/>
                  </a:lnTo>
                  <a:lnTo>
                    <a:pt x="6769608" y="164591"/>
                  </a:lnTo>
                  <a:lnTo>
                    <a:pt x="6769608" y="0"/>
                  </a:lnTo>
                  <a:close/>
                </a:path>
              </a:pathLst>
            </a:custGeom>
            <a:solidFill>
              <a:srgbClr val="F7F7F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1566671" y="2577083"/>
              <a:ext cx="6769734" cy="165100"/>
            </a:xfrm>
            <a:custGeom>
              <a:avLst/>
              <a:gdLst/>
              <a:ahLst/>
              <a:cxnLst/>
              <a:rect l="l" t="t" r="r" b="b"/>
              <a:pathLst>
                <a:path w="6769734" h="165100">
                  <a:moveTo>
                    <a:pt x="0" y="164591"/>
                  </a:moveTo>
                  <a:lnTo>
                    <a:pt x="6769608" y="164591"/>
                  </a:lnTo>
                  <a:lnTo>
                    <a:pt x="6769608" y="0"/>
                  </a:lnTo>
                  <a:lnTo>
                    <a:pt x="0" y="0"/>
                  </a:lnTo>
                  <a:lnTo>
                    <a:pt x="0" y="164591"/>
                  </a:lnTo>
                  <a:close/>
                </a:path>
              </a:pathLst>
            </a:custGeom>
            <a:ln w="12192">
              <a:solidFill>
                <a:srgbClr val="F7F7F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17" name="object 17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844724" y="3247720"/>
            <a:ext cx="217122" cy="217093"/>
          </a:xfrm>
          <a:prstGeom prst="rect">
            <a:avLst/>
          </a:prstGeom>
        </p:spPr>
      </p:pic>
      <p:sp>
        <p:nvSpPr>
          <p:cNvPr id="18" name="object 18"/>
          <p:cNvSpPr txBox="1"/>
          <p:nvPr/>
        </p:nvSpPr>
        <p:spPr>
          <a:xfrm>
            <a:off x="685800" y="3113532"/>
            <a:ext cx="8658225" cy="1064260"/>
          </a:xfrm>
          <a:prstGeom prst="rect">
            <a:avLst/>
          </a:prstGeom>
          <a:ln w="6096">
            <a:solidFill>
              <a:srgbClr val="D9D9D9"/>
            </a:solidFill>
          </a:ln>
        </p:spPr>
        <p:txBody>
          <a:bodyPr vert="horz" wrap="square" lIns="0" tIns="132080" rIns="0" bIns="0" rtlCol="0">
            <a:spAutoFit/>
          </a:bodyPr>
          <a:lstStyle/>
          <a:p>
            <a:pPr marL="439420">
              <a:lnSpc>
                <a:spcPct val="100000"/>
              </a:lnSpc>
              <a:spcBef>
                <a:spcPts val="1040"/>
              </a:spcBef>
            </a:pPr>
            <a:r>
              <a:rPr sz="1300" b="1" spc="-254" dirty="0">
                <a:solidFill>
                  <a:srgbClr val="252525"/>
                </a:solidFill>
                <a:latin typeface="Tahoma"/>
                <a:cs typeface="Tahoma"/>
              </a:rPr>
              <a:t>Line</a:t>
            </a:r>
            <a:r>
              <a:rPr sz="1300" b="1" spc="-70" dirty="0">
                <a:solidFill>
                  <a:srgbClr val="252525"/>
                </a:solidFill>
                <a:latin typeface="Tahoma"/>
                <a:cs typeface="Tahoma"/>
              </a:rPr>
              <a:t> </a:t>
            </a:r>
            <a:r>
              <a:rPr sz="1300" b="1" spc="-380" dirty="0">
                <a:solidFill>
                  <a:srgbClr val="252525"/>
                </a:solidFill>
                <a:latin typeface="Tahoma"/>
                <a:cs typeface="Tahoma"/>
              </a:rPr>
              <a:t>172</a:t>
            </a:r>
            <a:endParaRPr sz="1300">
              <a:latin typeface="Tahoma"/>
              <a:cs typeface="Tahoma"/>
            </a:endParaRPr>
          </a:p>
          <a:p>
            <a:pPr marL="658495" indent="-182245">
              <a:lnSpc>
                <a:spcPct val="100000"/>
              </a:lnSpc>
              <a:spcBef>
                <a:spcPts val="425"/>
              </a:spcBef>
              <a:buFont typeface="Arial"/>
              <a:buChar char="•"/>
              <a:tabLst>
                <a:tab pos="658495" algn="l"/>
              </a:tabLst>
            </a:pPr>
            <a:r>
              <a:rPr sz="1400" spc="-210" dirty="0">
                <a:solidFill>
                  <a:srgbClr val="252525"/>
                </a:solidFill>
                <a:latin typeface="Trebuchet MS"/>
                <a:cs typeface="Trebuchet MS"/>
              </a:rPr>
              <a:t>Return</a:t>
            </a:r>
            <a:r>
              <a:rPr sz="1400" spc="-150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400" spc="-204" dirty="0">
                <a:solidFill>
                  <a:srgbClr val="252525"/>
                </a:solidFill>
                <a:latin typeface="Trebuchet MS"/>
                <a:cs typeface="Trebuchet MS"/>
              </a:rPr>
              <a:t>sequences</a:t>
            </a:r>
            <a:r>
              <a:rPr sz="1400" spc="-150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400" spc="-125" dirty="0">
                <a:solidFill>
                  <a:srgbClr val="252525"/>
                </a:solidFill>
                <a:latin typeface="Trebuchet MS"/>
                <a:cs typeface="Trebuchet MS"/>
              </a:rPr>
              <a:t>=</a:t>
            </a:r>
            <a:r>
              <a:rPr sz="1400" spc="-110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400" spc="-240" dirty="0">
                <a:solidFill>
                  <a:srgbClr val="252525"/>
                </a:solidFill>
                <a:latin typeface="Trebuchet MS"/>
                <a:cs typeface="Trebuchet MS"/>
              </a:rPr>
              <a:t>True:</a:t>
            </a:r>
            <a:r>
              <a:rPr sz="1400" spc="-135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400" spc="-229" dirty="0">
                <a:solidFill>
                  <a:srgbClr val="252525"/>
                </a:solidFill>
                <a:latin typeface="Trebuchet MS"/>
                <a:cs typeface="Trebuchet MS"/>
              </a:rPr>
              <a:t>means</a:t>
            </a:r>
            <a:r>
              <a:rPr sz="1400" spc="-135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400" spc="-235" dirty="0">
                <a:solidFill>
                  <a:srgbClr val="252525"/>
                </a:solidFill>
                <a:latin typeface="Trebuchet MS"/>
                <a:cs typeface="Trebuchet MS"/>
              </a:rPr>
              <a:t>“Sequence</a:t>
            </a:r>
            <a:r>
              <a:rPr sz="1400" spc="-140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400" spc="-215" dirty="0">
                <a:solidFill>
                  <a:srgbClr val="252525"/>
                </a:solidFill>
                <a:latin typeface="Trebuchet MS"/>
                <a:cs typeface="Trebuchet MS"/>
              </a:rPr>
              <a:t>to</a:t>
            </a:r>
            <a:r>
              <a:rPr sz="1400" spc="-120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400" spc="-100" dirty="0">
                <a:solidFill>
                  <a:srgbClr val="252525"/>
                </a:solidFill>
                <a:latin typeface="Trebuchet MS"/>
                <a:cs typeface="Trebuchet MS"/>
              </a:rPr>
              <a:t>Sequence."</a:t>
            </a:r>
            <a:endParaRPr sz="1400">
              <a:latin typeface="Trebuchet MS"/>
              <a:cs typeface="Trebuchet MS"/>
            </a:endParaRPr>
          </a:p>
          <a:p>
            <a:pPr marL="658495" indent="-182245">
              <a:lnSpc>
                <a:spcPct val="100000"/>
              </a:lnSpc>
              <a:spcBef>
                <a:spcPts val="600"/>
              </a:spcBef>
              <a:buFont typeface="Arial"/>
              <a:buChar char="•"/>
              <a:tabLst>
                <a:tab pos="658495" algn="l"/>
              </a:tabLst>
            </a:pPr>
            <a:r>
              <a:rPr sz="1400" spc="-215" dirty="0">
                <a:solidFill>
                  <a:srgbClr val="252525"/>
                </a:solidFill>
                <a:latin typeface="Trebuchet MS"/>
                <a:cs typeface="Trebuchet MS"/>
              </a:rPr>
              <a:t>Input</a:t>
            </a:r>
            <a:r>
              <a:rPr sz="1400" spc="-165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400" spc="-204" dirty="0">
                <a:solidFill>
                  <a:srgbClr val="252525"/>
                </a:solidFill>
                <a:latin typeface="Trebuchet MS"/>
                <a:cs typeface="Trebuchet MS"/>
              </a:rPr>
              <a:t>shape</a:t>
            </a:r>
            <a:r>
              <a:rPr sz="1400" spc="-155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400" spc="-125" dirty="0">
                <a:solidFill>
                  <a:srgbClr val="252525"/>
                </a:solidFill>
                <a:latin typeface="Trebuchet MS"/>
                <a:cs typeface="Trebuchet MS"/>
              </a:rPr>
              <a:t>= </a:t>
            </a:r>
            <a:r>
              <a:rPr sz="1400" spc="-245" dirty="0">
                <a:solidFill>
                  <a:srgbClr val="252525"/>
                </a:solidFill>
                <a:latin typeface="Trebuchet MS"/>
                <a:cs typeface="Trebuchet MS"/>
              </a:rPr>
              <a:t>(None,</a:t>
            </a:r>
            <a:r>
              <a:rPr sz="1400" spc="-155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400" spc="-245" dirty="0">
                <a:solidFill>
                  <a:srgbClr val="252525"/>
                </a:solidFill>
                <a:latin typeface="Trebuchet MS"/>
                <a:cs typeface="Trebuchet MS"/>
              </a:rPr>
              <a:t>n</a:t>
            </a:r>
            <a:r>
              <a:rPr sz="1400" spc="-120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400" spc="-204" dirty="0">
                <a:solidFill>
                  <a:srgbClr val="252525"/>
                </a:solidFill>
                <a:latin typeface="Trebuchet MS"/>
                <a:cs typeface="Trebuchet MS"/>
              </a:rPr>
              <a:t>inputs):</a:t>
            </a:r>
            <a:r>
              <a:rPr sz="1400" spc="-145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400" spc="-229" dirty="0">
                <a:solidFill>
                  <a:srgbClr val="252525"/>
                </a:solidFill>
                <a:latin typeface="Trebuchet MS"/>
                <a:cs typeface="Trebuchet MS"/>
              </a:rPr>
              <a:t>the</a:t>
            </a:r>
            <a:r>
              <a:rPr sz="1400" spc="-155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400" spc="-200" dirty="0">
                <a:solidFill>
                  <a:srgbClr val="252525"/>
                </a:solidFill>
                <a:latin typeface="Trebuchet MS"/>
                <a:cs typeface="Trebuchet MS"/>
              </a:rPr>
              <a:t>variable</a:t>
            </a:r>
            <a:r>
              <a:rPr sz="1400" spc="-130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400" spc="-215" dirty="0">
                <a:solidFill>
                  <a:srgbClr val="252525"/>
                </a:solidFill>
                <a:latin typeface="Trebuchet MS"/>
                <a:cs typeface="Trebuchet MS"/>
              </a:rPr>
              <a:t>length</a:t>
            </a:r>
            <a:r>
              <a:rPr sz="1400" spc="-160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400" spc="-210" dirty="0">
                <a:solidFill>
                  <a:srgbClr val="252525"/>
                </a:solidFill>
                <a:latin typeface="Trebuchet MS"/>
                <a:cs typeface="Trebuchet MS"/>
              </a:rPr>
              <a:t>of</a:t>
            </a:r>
            <a:r>
              <a:rPr sz="1400" spc="-130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400" spc="-229" dirty="0">
                <a:solidFill>
                  <a:srgbClr val="252525"/>
                </a:solidFill>
                <a:latin typeface="Trebuchet MS"/>
                <a:cs typeface="Trebuchet MS"/>
              </a:rPr>
              <a:t>the</a:t>
            </a:r>
            <a:r>
              <a:rPr sz="1400" spc="-155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400" spc="-245" dirty="0">
                <a:solidFill>
                  <a:srgbClr val="252525"/>
                </a:solidFill>
                <a:latin typeface="Trebuchet MS"/>
                <a:cs typeface="Trebuchet MS"/>
              </a:rPr>
              <a:t>time</a:t>
            </a:r>
            <a:r>
              <a:rPr sz="1400" spc="-145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400" spc="-10" dirty="0">
                <a:solidFill>
                  <a:srgbClr val="252525"/>
                </a:solidFill>
                <a:latin typeface="Trebuchet MS"/>
                <a:cs typeface="Trebuchet MS"/>
              </a:rPr>
              <a:t>series.</a:t>
            </a:r>
            <a:endParaRPr sz="14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2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339103" y="6524434"/>
            <a:ext cx="105886" cy="90487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54151" y="6527292"/>
            <a:ext cx="1794510" cy="142494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862571" y="6521195"/>
            <a:ext cx="2327910" cy="118110"/>
          </a:xfrm>
          <a:prstGeom prst="rect">
            <a:avLst/>
          </a:prstGeom>
        </p:spPr>
      </p:pic>
      <p:sp>
        <p:nvSpPr>
          <p:cNvPr id="5" name="object 5"/>
          <p:cNvSpPr/>
          <p:nvPr/>
        </p:nvSpPr>
        <p:spPr>
          <a:xfrm>
            <a:off x="559308" y="1440180"/>
            <a:ext cx="36830" cy="180340"/>
          </a:xfrm>
          <a:custGeom>
            <a:avLst/>
            <a:gdLst/>
            <a:ahLst/>
            <a:cxnLst/>
            <a:rect l="l" t="t" r="r" b="b"/>
            <a:pathLst>
              <a:path w="36829" h="180340">
                <a:moveTo>
                  <a:pt x="36576" y="0"/>
                </a:moveTo>
                <a:lnTo>
                  <a:pt x="0" y="0"/>
                </a:lnTo>
                <a:lnTo>
                  <a:pt x="0" y="179832"/>
                </a:lnTo>
                <a:lnTo>
                  <a:pt x="36576" y="179832"/>
                </a:lnTo>
                <a:lnTo>
                  <a:pt x="36576" y="0"/>
                </a:lnTo>
                <a:close/>
              </a:path>
            </a:pathLst>
          </a:custGeom>
          <a:solidFill>
            <a:srgbClr val="183DAF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6" name="object 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719327" y="1464563"/>
            <a:ext cx="1802130" cy="159258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437489" y="431419"/>
            <a:ext cx="173672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FFFFFF"/>
                </a:solidFill>
                <a:latin typeface="Ebrima"/>
                <a:cs typeface="Ebrima"/>
              </a:rPr>
              <a:t>3.3.</a:t>
            </a:r>
            <a:r>
              <a:rPr sz="1800" spc="-15" dirty="0">
                <a:solidFill>
                  <a:srgbClr val="FFFFFF"/>
                </a:solidFill>
                <a:latin typeface="Ebrima"/>
                <a:cs typeface="Ebrima"/>
              </a:rPr>
              <a:t> </a:t>
            </a:r>
            <a:r>
              <a:rPr sz="1800" dirty="0">
                <a:solidFill>
                  <a:srgbClr val="FFFFFF"/>
                </a:solidFill>
                <a:latin typeface="Ebrima"/>
                <a:cs typeface="Ebrima"/>
              </a:rPr>
              <a:t>AI</a:t>
            </a:r>
            <a:r>
              <a:rPr sz="1800" spc="-15" dirty="0">
                <a:solidFill>
                  <a:srgbClr val="FFFFFF"/>
                </a:solidFill>
                <a:latin typeface="Ebrima"/>
                <a:cs typeface="Ebrima"/>
              </a:rPr>
              <a:t> </a:t>
            </a:r>
            <a:r>
              <a:rPr sz="1800" dirty="0">
                <a:solidFill>
                  <a:srgbClr val="FFFFFF"/>
                </a:solidFill>
                <a:latin typeface="Ebrima"/>
                <a:cs typeface="Ebrima"/>
              </a:rPr>
              <a:t>with</a:t>
            </a:r>
            <a:r>
              <a:rPr sz="1800" spc="-5" dirty="0">
                <a:solidFill>
                  <a:srgbClr val="FFFFFF"/>
                </a:solidFill>
                <a:latin typeface="Ebrima"/>
                <a:cs typeface="Ebrima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Ebrima"/>
                <a:cs typeface="Ebrima"/>
              </a:rPr>
              <a:t>Keras</a:t>
            </a:r>
            <a:endParaRPr sz="1800">
              <a:latin typeface="Ebrima"/>
              <a:cs typeface="Ebrim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8671941" y="463677"/>
            <a:ext cx="80962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dirty="0">
                <a:solidFill>
                  <a:srgbClr val="D9D9D9"/>
                </a:solidFill>
                <a:latin typeface="Ebrima"/>
                <a:cs typeface="Ebrima"/>
              </a:rPr>
              <a:t>UNIT</a:t>
            </a:r>
            <a:r>
              <a:rPr sz="1600" spc="400" dirty="0">
                <a:solidFill>
                  <a:srgbClr val="D9D9D9"/>
                </a:solidFill>
                <a:latin typeface="Ebrima"/>
                <a:cs typeface="Ebrima"/>
              </a:rPr>
              <a:t> </a:t>
            </a:r>
            <a:r>
              <a:rPr sz="1600" spc="-35" dirty="0">
                <a:solidFill>
                  <a:srgbClr val="D9D9D9"/>
                </a:solidFill>
                <a:latin typeface="Ebrima"/>
                <a:cs typeface="Ebrima"/>
              </a:rPr>
              <a:t>03</a:t>
            </a:r>
            <a:endParaRPr sz="1600">
              <a:latin typeface="Ebrima"/>
              <a:cs typeface="Ebrima"/>
            </a:endParaRPr>
          </a:p>
        </p:txBody>
      </p:sp>
      <p:pic>
        <p:nvPicPr>
          <p:cNvPr id="9" name="object 9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710183" y="1805939"/>
            <a:ext cx="1159002" cy="162305"/>
          </a:xfrm>
          <a:prstGeom prst="rect">
            <a:avLst/>
          </a:prstGeom>
        </p:spPr>
      </p:pic>
      <p:grpSp>
        <p:nvGrpSpPr>
          <p:cNvPr id="10" name="object 10"/>
          <p:cNvGrpSpPr/>
          <p:nvPr/>
        </p:nvGrpSpPr>
        <p:grpSpPr>
          <a:xfrm>
            <a:off x="682751" y="2049779"/>
            <a:ext cx="8663940" cy="2764790"/>
            <a:chOff x="682751" y="2049779"/>
            <a:chExt cx="8663940" cy="2764790"/>
          </a:xfrm>
        </p:grpSpPr>
        <p:sp>
          <p:nvSpPr>
            <p:cNvPr id="11" name="object 11"/>
            <p:cNvSpPr/>
            <p:nvPr/>
          </p:nvSpPr>
          <p:spPr>
            <a:xfrm>
              <a:off x="685799" y="2052827"/>
              <a:ext cx="8658225" cy="2758440"/>
            </a:xfrm>
            <a:custGeom>
              <a:avLst/>
              <a:gdLst/>
              <a:ahLst/>
              <a:cxnLst/>
              <a:rect l="l" t="t" r="r" b="b"/>
              <a:pathLst>
                <a:path w="8658225" h="2758440">
                  <a:moveTo>
                    <a:pt x="0" y="2758440"/>
                  </a:moveTo>
                  <a:lnTo>
                    <a:pt x="8657844" y="2758440"/>
                  </a:lnTo>
                  <a:lnTo>
                    <a:pt x="8657844" y="0"/>
                  </a:lnTo>
                  <a:lnTo>
                    <a:pt x="0" y="0"/>
                  </a:lnTo>
                  <a:lnTo>
                    <a:pt x="0" y="2758440"/>
                  </a:lnTo>
                  <a:close/>
                </a:path>
              </a:pathLst>
            </a:custGeom>
            <a:ln w="6096">
              <a:solidFill>
                <a:srgbClr val="D9D9D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2" name="object 12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834602" y="2156881"/>
              <a:ext cx="8509041" cy="2454774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2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317814" y="6524434"/>
            <a:ext cx="130223" cy="90487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54151" y="6527292"/>
            <a:ext cx="1794510" cy="142494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862571" y="6521195"/>
            <a:ext cx="2327910" cy="118110"/>
          </a:xfrm>
          <a:prstGeom prst="rect">
            <a:avLst/>
          </a:prstGeom>
        </p:spPr>
      </p:pic>
      <p:sp>
        <p:nvSpPr>
          <p:cNvPr id="5" name="object 5"/>
          <p:cNvSpPr/>
          <p:nvPr/>
        </p:nvSpPr>
        <p:spPr>
          <a:xfrm>
            <a:off x="559308" y="1440180"/>
            <a:ext cx="36830" cy="180340"/>
          </a:xfrm>
          <a:custGeom>
            <a:avLst/>
            <a:gdLst/>
            <a:ahLst/>
            <a:cxnLst/>
            <a:rect l="l" t="t" r="r" b="b"/>
            <a:pathLst>
              <a:path w="36829" h="180340">
                <a:moveTo>
                  <a:pt x="36576" y="0"/>
                </a:moveTo>
                <a:lnTo>
                  <a:pt x="0" y="0"/>
                </a:lnTo>
                <a:lnTo>
                  <a:pt x="0" y="179832"/>
                </a:lnTo>
                <a:lnTo>
                  <a:pt x="36576" y="179832"/>
                </a:lnTo>
                <a:lnTo>
                  <a:pt x="36576" y="0"/>
                </a:lnTo>
                <a:close/>
              </a:path>
            </a:pathLst>
          </a:custGeom>
          <a:solidFill>
            <a:srgbClr val="183DAF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6" name="object 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719327" y="1464563"/>
            <a:ext cx="1802130" cy="159258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437489" y="431419"/>
            <a:ext cx="173672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FFFFFF"/>
                </a:solidFill>
                <a:latin typeface="Ebrima"/>
                <a:cs typeface="Ebrima"/>
              </a:rPr>
              <a:t>3.3.</a:t>
            </a:r>
            <a:r>
              <a:rPr sz="1800" spc="-15" dirty="0">
                <a:solidFill>
                  <a:srgbClr val="FFFFFF"/>
                </a:solidFill>
                <a:latin typeface="Ebrima"/>
                <a:cs typeface="Ebrima"/>
              </a:rPr>
              <a:t> </a:t>
            </a:r>
            <a:r>
              <a:rPr sz="1800" dirty="0">
                <a:solidFill>
                  <a:srgbClr val="FFFFFF"/>
                </a:solidFill>
                <a:latin typeface="Ebrima"/>
                <a:cs typeface="Ebrima"/>
              </a:rPr>
              <a:t>AI</a:t>
            </a:r>
            <a:r>
              <a:rPr sz="1800" spc="-15" dirty="0">
                <a:solidFill>
                  <a:srgbClr val="FFFFFF"/>
                </a:solidFill>
                <a:latin typeface="Ebrima"/>
                <a:cs typeface="Ebrima"/>
              </a:rPr>
              <a:t> </a:t>
            </a:r>
            <a:r>
              <a:rPr sz="1800" dirty="0">
                <a:solidFill>
                  <a:srgbClr val="FFFFFF"/>
                </a:solidFill>
                <a:latin typeface="Ebrima"/>
                <a:cs typeface="Ebrima"/>
              </a:rPr>
              <a:t>with</a:t>
            </a:r>
            <a:r>
              <a:rPr sz="1800" spc="-5" dirty="0">
                <a:solidFill>
                  <a:srgbClr val="FFFFFF"/>
                </a:solidFill>
                <a:latin typeface="Ebrima"/>
                <a:cs typeface="Ebrima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Ebrima"/>
                <a:cs typeface="Ebrima"/>
              </a:rPr>
              <a:t>Keras</a:t>
            </a:r>
            <a:endParaRPr sz="1800">
              <a:latin typeface="Ebrima"/>
              <a:cs typeface="Ebrim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8671941" y="463677"/>
            <a:ext cx="80962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dirty="0">
                <a:solidFill>
                  <a:srgbClr val="D9D9D9"/>
                </a:solidFill>
                <a:latin typeface="Ebrima"/>
                <a:cs typeface="Ebrima"/>
              </a:rPr>
              <a:t>UNIT</a:t>
            </a:r>
            <a:r>
              <a:rPr sz="1600" spc="400" dirty="0">
                <a:solidFill>
                  <a:srgbClr val="D9D9D9"/>
                </a:solidFill>
                <a:latin typeface="Ebrima"/>
                <a:cs typeface="Ebrima"/>
              </a:rPr>
              <a:t> </a:t>
            </a:r>
            <a:r>
              <a:rPr sz="1600" spc="-35" dirty="0">
                <a:solidFill>
                  <a:srgbClr val="D9D9D9"/>
                </a:solidFill>
                <a:latin typeface="Ebrima"/>
                <a:cs typeface="Ebrima"/>
              </a:rPr>
              <a:t>03</a:t>
            </a:r>
            <a:endParaRPr sz="1600">
              <a:latin typeface="Ebrima"/>
              <a:cs typeface="Ebrima"/>
            </a:endParaRPr>
          </a:p>
        </p:txBody>
      </p:sp>
      <p:pic>
        <p:nvPicPr>
          <p:cNvPr id="9" name="object 9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710183" y="1805939"/>
            <a:ext cx="1898141" cy="162305"/>
          </a:xfrm>
          <a:prstGeom prst="rect">
            <a:avLst/>
          </a:prstGeom>
        </p:spPr>
      </p:pic>
      <p:grpSp>
        <p:nvGrpSpPr>
          <p:cNvPr id="10" name="object 10"/>
          <p:cNvGrpSpPr/>
          <p:nvPr/>
        </p:nvGrpSpPr>
        <p:grpSpPr>
          <a:xfrm>
            <a:off x="682751" y="2049779"/>
            <a:ext cx="8663940" cy="748665"/>
            <a:chOff x="682751" y="2049779"/>
            <a:chExt cx="8663940" cy="748665"/>
          </a:xfrm>
        </p:grpSpPr>
        <p:sp>
          <p:nvSpPr>
            <p:cNvPr id="11" name="object 11"/>
            <p:cNvSpPr/>
            <p:nvPr/>
          </p:nvSpPr>
          <p:spPr>
            <a:xfrm>
              <a:off x="685799" y="2052827"/>
              <a:ext cx="8658225" cy="742315"/>
            </a:xfrm>
            <a:custGeom>
              <a:avLst/>
              <a:gdLst/>
              <a:ahLst/>
              <a:cxnLst/>
              <a:rect l="l" t="t" r="r" b="b"/>
              <a:pathLst>
                <a:path w="8658225" h="742314">
                  <a:moveTo>
                    <a:pt x="0" y="742188"/>
                  </a:moveTo>
                  <a:lnTo>
                    <a:pt x="8657844" y="742188"/>
                  </a:lnTo>
                  <a:lnTo>
                    <a:pt x="8657844" y="0"/>
                  </a:lnTo>
                  <a:lnTo>
                    <a:pt x="0" y="0"/>
                  </a:lnTo>
                  <a:lnTo>
                    <a:pt x="0" y="742188"/>
                  </a:lnTo>
                  <a:close/>
                </a:path>
              </a:pathLst>
            </a:custGeom>
            <a:ln w="6096">
              <a:solidFill>
                <a:srgbClr val="D9D9D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2" name="object 12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834514" y="2162746"/>
              <a:ext cx="8509129" cy="501662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2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313295" y="6524434"/>
            <a:ext cx="131694" cy="90487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54151" y="6527292"/>
            <a:ext cx="1794510" cy="142494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862571" y="6521195"/>
            <a:ext cx="2327910" cy="118110"/>
          </a:xfrm>
          <a:prstGeom prst="rect">
            <a:avLst/>
          </a:prstGeom>
        </p:spPr>
      </p:pic>
      <p:sp>
        <p:nvSpPr>
          <p:cNvPr id="5" name="object 5"/>
          <p:cNvSpPr/>
          <p:nvPr/>
        </p:nvSpPr>
        <p:spPr>
          <a:xfrm>
            <a:off x="559308" y="1440180"/>
            <a:ext cx="36830" cy="180340"/>
          </a:xfrm>
          <a:custGeom>
            <a:avLst/>
            <a:gdLst/>
            <a:ahLst/>
            <a:cxnLst/>
            <a:rect l="l" t="t" r="r" b="b"/>
            <a:pathLst>
              <a:path w="36829" h="180340">
                <a:moveTo>
                  <a:pt x="36576" y="0"/>
                </a:moveTo>
                <a:lnTo>
                  <a:pt x="0" y="0"/>
                </a:lnTo>
                <a:lnTo>
                  <a:pt x="0" y="179832"/>
                </a:lnTo>
                <a:lnTo>
                  <a:pt x="36576" y="179832"/>
                </a:lnTo>
                <a:lnTo>
                  <a:pt x="36576" y="0"/>
                </a:lnTo>
                <a:close/>
              </a:path>
            </a:pathLst>
          </a:custGeom>
          <a:solidFill>
            <a:srgbClr val="183DAF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6" name="object 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719327" y="1464563"/>
            <a:ext cx="1802130" cy="159258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437489" y="431419"/>
            <a:ext cx="173672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FFFFFF"/>
                </a:solidFill>
                <a:latin typeface="Ebrima"/>
                <a:cs typeface="Ebrima"/>
              </a:rPr>
              <a:t>3.3.</a:t>
            </a:r>
            <a:r>
              <a:rPr sz="1800" spc="-15" dirty="0">
                <a:solidFill>
                  <a:srgbClr val="FFFFFF"/>
                </a:solidFill>
                <a:latin typeface="Ebrima"/>
                <a:cs typeface="Ebrima"/>
              </a:rPr>
              <a:t> </a:t>
            </a:r>
            <a:r>
              <a:rPr sz="1800" dirty="0">
                <a:solidFill>
                  <a:srgbClr val="FFFFFF"/>
                </a:solidFill>
                <a:latin typeface="Ebrima"/>
                <a:cs typeface="Ebrima"/>
              </a:rPr>
              <a:t>AI</a:t>
            </a:r>
            <a:r>
              <a:rPr sz="1800" spc="-15" dirty="0">
                <a:solidFill>
                  <a:srgbClr val="FFFFFF"/>
                </a:solidFill>
                <a:latin typeface="Ebrima"/>
                <a:cs typeface="Ebrima"/>
              </a:rPr>
              <a:t> </a:t>
            </a:r>
            <a:r>
              <a:rPr sz="1800" dirty="0">
                <a:solidFill>
                  <a:srgbClr val="FFFFFF"/>
                </a:solidFill>
                <a:latin typeface="Ebrima"/>
                <a:cs typeface="Ebrima"/>
              </a:rPr>
              <a:t>with</a:t>
            </a:r>
            <a:r>
              <a:rPr sz="1800" spc="-5" dirty="0">
                <a:solidFill>
                  <a:srgbClr val="FFFFFF"/>
                </a:solidFill>
                <a:latin typeface="Ebrima"/>
                <a:cs typeface="Ebrima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Ebrima"/>
                <a:cs typeface="Ebrima"/>
              </a:rPr>
              <a:t>Keras</a:t>
            </a:r>
            <a:endParaRPr sz="1800">
              <a:latin typeface="Ebrima"/>
              <a:cs typeface="Ebrim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8671941" y="463677"/>
            <a:ext cx="80962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dirty="0">
                <a:solidFill>
                  <a:srgbClr val="D9D9D9"/>
                </a:solidFill>
                <a:latin typeface="Ebrima"/>
                <a:cs typeface="Ebrima"/>
              </a:rPr>
              <a:t>UNIT</a:t>
            </a:r>
            <a:r>
              <a:rPr sz="1600" spc="400" dirty="0">
                <a:solidFill>
                  <a:srgbClr val="D9D9D9"/>
                </a:solidFill>
                <a:latin typeface="Ebrima"/>
                <a:cs typeface="Ebrima"/>
              </a:rPr>
              <a:t> </a:t>
            </a:r>
            <a:r>
              <a:rPr sz="1600" spc="-35" dirty="0">
                <a:solidFill>
                  <a:srgbClr val="D9D9D9"/>
                </a:solidFill>
                <a:latin typeface="Ebrima"/>
                <a:cs typeface="Ebrima"/>
              </a:rPr>
              <a:t>03</a:t>
            </a:r>
            <a:endParaRPr sz="1600">
              <a:latin typeface="Ebrima"/>
              <a:cs typeface="Ebrima"/>
            </a:endParaRPr>
          </a:p>
        </p:txBody>
      </p:sp>
      <p:pic>
        <p:nvPicPr>
          <p:cNvPr id="9" name="object 9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710183" y="1805939"/>
            <a:ext cx="1005078" cy="133350"/>
          </a:xfrm>
          <a:prstGeom prst="rect">
            <a:avLst/>
          </a:prstGeom>
        </p:spPr>
      </p:pic>
      <p:grpSp>
        <p:nvGrpSpPr>
          <p:cNvPr id="10" name="object 10"/>
          <p:cNvGrpSpPr/>
          <p:nvPr/>
        </p:nvGrpSpPr>
        <p:grpSpPr>
          <a:xfrm>
            <a:off x="682751" y="2049779"/>
            <a:ext cx="8663940" cy="1431290"/>
            <a:chOff x="682751" y="2049779"/>
            <a:chExt cx="8663940" cy="1431290"/>
          </a:xfrm>
        </p:grpSpPr>
        <p:sp>
          <p:nvSpPr>
            <p:cNvPr id="11" name="object 11"/>
            <p:cNvSpPr/>
            <p:nvPr/>
          </p:nvSpPr>
          <p:spPr>
            <a:xfrm>
              <a:off x="685799" y="2052827"/>
              <a:ext cx="8658225" cy="1424940"/>
            </a:xfrm>
            <a:custGeom>
              <a:avLst/>
              <a:gdLst/>
              <a:ahLst/>
              <a:cxnLst/>
              <a:rect l="l" t="t" r="r" b="b"/>
              <a:pathLst>
                <a:path w="8658225" h="1424939">
                  <a:moveTo>
                    <a:pt x="0" y="1424939"/>
                  </a:moveTo>
                  <a:lnTo>
                    <a:pt x="8657844" y="1424939"/>
                  </a:lnTo>
                  <a:lnTo>
                    <a:pt x="8657844" y="0"/>
                  </a:lnTo>
                  <a:lnTo>
                    <a:pt x="0" y="0"/>
                  </a:lnTo>
                  <a:lnTo>
                    <a:pt x="0" y="1424939"/>
                  </a:lnTo>
                  <a:close/>
                </a:path>
              </a:pathLst>
            </a:custGeom>
            <a:ln w="6096">
              <a:solidFill>
                <a:srgbClr val="D9D9D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2" name="object 12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818617" y="2159517"/>
              <a:ext cx="8525026" cy="1134083"/>
            </a:xfrm>
            <a:prstGeom prst="rect">
              <a:avLst/>
            </a:prstGeom>
          </p:spPr>
        </p:pic>
      </p:grpSp>
      <p:pic>
        <p:nvPicPr>
          <p:cNvPr id="13" name="object 13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844724" y="3744493"/>
            <a:ext cx="217122" cy="215747"/>
          </a:xfrm>
          <a:prstGeom prst="rect">
            <a:avLst/>
          </a:prstGeom>
        </p:spPr>
      </p:pic>
      <p:sp>
        <p:nvSpPr>
          <p:cNvPr id="14" name="object 14"/>
          <p:cNvSpPr txBox="1"/>
          <p:nvPr/>
        </p:nvSpPr>
        <p:spPr>
          <a:xfrm>
            <a:off x="685800" y="3608832"/>
            <a:ext cx="8658225" cy="1065530"/>
          </a:xfrm>
          <a:prstGeom prst="rect">
            <a:avLst/>
          </a:prstGeom>
          <a:ln w="6096">
            <a:solidFill>
              <a:srgbClr val="D9D9D9"/>
            </a:solidFill>
          </a:ln>
        </p:spPr>
        <p:txBody>
          <a:bodyPr vert="horz" wrap="square" lIns="0" tIns="132715" rIns="0" bIns="0" rtlCol="0">
            <a:spAutoFit/>
          </a:bodyPr>
          <a:lstStyle/>
          <a:p>
            <a:pPr marL="439420">
              <a:lnSpc>
                <a:spcPct val="100000"/>
              </a:lnSpc>
              <a:spcBef>
                <a:spcPts val="1045"/>
              </a:spcBef>
            </a:pPr>
            <a:r>
              <a:rPr sz="1300" b="1" spc="-254" dirty="0">
                <a:solidFill>
                  <a:srgbClr val="252525"/>
                </a:solidFill>
                <a:latin typeface="Tahoma"/>
                <a:cs typeface="Tahoma"/>
              </a:rPr>
              <a:t>Line</a:t>
            </a:r>
            <a:r>
              <a:rPr sz="1300" b="1" spc="-70" dirty="0">
                <a:solidFill>
                  <a:srgbClr val="252525"/>
                </a:solidFill>
                <a:latin typeface="Tahoma"/>
                <a:cs typeface="Tahoma"/>
              </a:rPr>
              <a:t> </a:t>
            </a:r>
            <a:r>
              <a:rPr sz="1300" b="1" spc="-375" dirty="0">
                <a:solidFill>
                  <a:srgbClr val="252525"/>
                </a:solidFill>
                <a:latin typeface="Tahoma"/>
                <a:cs typeface="Tahoma"/>
              </a:rPr>
              <a:t>176</a:t>
            </a:r>
            <a:endParaRPr sz="1300">
              <a:latin typeface="Tahoma"/>
              <a:cs typeface="Tahoma"/>
            </a:endParaRPr>
          </a:p>
          <a:p>
            <a:pPr marL="658495" indent="-182245">
              <a:lnSpc>
                <a:spcPct val="100000"/>
              </a:lnSpc>
              <a:spcBef>
                <a:spcPts val="425"/>
              </a:spcBef>
              <a:buFont typeface="Arial"/>
              <a:buChar char="•"/>
              <a:tabLst>
                <a:tab pos="658495" algn="l"/>
              </a:tabLst>
            </a:pPr>
            <a:r>
              <a:rPr sz="1400" spc="-254" dirty="0">
                <a:solidFill>
                  <a:srgbClr val="252525"/>
                </a:solidFill>
                <a:latin typeface="Trebuchet MS"/>
                <a:cs typeface="Trebuchet MS"/>
              </a:rPr>
              <a:t>No</a:t>
            </a:r>
            <a:r>
              <a:rPr sz="1400" spc="-165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400" spc="-130" dirty="0">
                <a:solidFill>
                  <a:srgbClr val="252525"/>
                </a:solidFill>
                <a:latin typeface="Trebuchet MS"/>
                <a:cs typeface="Trebuchet MS"/>
              </a:rPr>
              <a:t>validation.</a:t>
            </a:r>
            <a:endParaRPr sz="1400">
              <a:latin typeface="Trebuchet MS"/>
              <a:cs typeface="Trebuchet MS"/>
            </a:endParaRPr>
          </a:p>
          <a:p>
            <a:pPr marL="658495" indent="-182245">
              <a:lnSpc>
                <a:spcPct val="100000"/>
              </a:lnSpc>
              <a:spcBef>
                <a:spcPts val="600"/>
              </a:spcBef>
              <a:buFont typeface="Arial"/>
              <a:buChar char="•"/>
              <a:tabLst>
                <a:tab pos="658495" algn="l"/>
              </a:tabLst>
            </a:pPr>
            <a:r>
              <a:rPr sz="1400" spc="-275" dirty="0">
                <a:solidFill>
                  <a:srgbClr val="252525"/>
                </a:solidFill>
                <a:latin typeface="Trebuchet MS"/>
                <a:cs typeface="Trebuchet MS"/>
              </a:rPr>
              <a:t>CAUTION:</a:t>
            </a:r>
            <a:r>
              <a:rPr sz="1400" spc="-145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400" spc="-215" dirty="0">
                <a:solidFill>
                  <a:srgbClr val="252525"/>
                </a:solidFill>
                <a:latin typeface="Trebuchet MS"/>
                <a:cs typeface="Trebuchet MS"/>
              </a:rPr>
              <a:t>y</a:t>
            </a:r>
            <a:r>
              <a:rPr sz="1400" spc="-120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400" spc="-125" dirty="0">
                <a:solidFill>
                  <a:srgbClr val="252525"/>
                </a:solidFill>
                <a:latin typeface="Trebuchet MS"/>
                <a:cs typeface="Trebuchet MS"/>
              </a:rPr>
              <a:t>is</a:t>
            </a:r>
            <a:r>
              <a:rPr sz="1400" spc="-120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400" spc="-250" dirty="0">
                <a:solidFill>
                  <a:srgbClr val="252525"/>
                </a:solidFill>
                <a:latin typeface="Trebuchet MS"/>
                <a:cs typeface="Trebuchet MS"/>
              </a:rPr>
              <a:t>X</a:t>
            </a:r>
            <a:r>
              <a:rPr sz="1400" spc="-125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400" spc="-200" dirty="0">
                <a:solidFill>
                  <a:srgbClr val="252525"/>
                </a:solidFill>
                <a:latin typeface="Trebuchet MS"/>
                <a:cs typeface="Trebuchet MS"/>
              </a:rPr>
              <a:t>shifted</a:t>
            </a:r>
            <a:r>
              <a:rPr sz="1400" spc="-165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400" spc="-235" dirty="0">
                <a:solidFill>
                  <a:srgbClr val="252525"/>
                </a:solidFill>
                <a:latin typeface="Trebuchet MS"/>
                <a:cs typeface="Trebuchet MS"/>
              </a:rPr>
              <a:t>by</a:t>
            </a:r>
            <a:r>
              <a:rPr sz="1400" spc="-145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400" spc="-330" dirty="0">
                <a:solidFill>
                  <a:srgbClr val="252525"/>
                </a:solidFill>
                <a:latin typeface="Trebuchet MS"/>
                <a:cs typeface="Trebuchet MS"/>
              </a:rPr>
              <a:t>+1.</a:t>
            </a:r>
            <a:endParaRPr sz="14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2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317867" y="6524434"/>
            <a:ext cx="131694" cy="90487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54151" y="6527292"/>
            <a:ext cx="1794510" cy="142494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862571" y="6521195"/>
            <a:ext cx="2327910" cy="118110"/>
          </a:xfrm>
          <a:prstGeom prst="rect">
            <a:avLst/>
          </a:prstGeom>
        </p:spPr>
      </p:pic>
      <p:sp>
        <p:nvSpPr>
          <p:cNvPr id="5" name="object 5"/>
          <p:cNvSpPr/>
          <p:nvPr/>
        </p:nvSpPr>
        <p:spPr>
          <a:xfrm>
            <a:off x="559308" y="1440180"/>
            <a:ext cx="36830" cy="180340"/>
          </a:xfrm>
          <a:custGeom>
            <a:avLst/>
            <a:gdLst/>
            <a:ahLst/>
            <a:cxnLst/>
            <a:rect l="l" t="t" r="r" b="b"/>
            <a:pathLst>
              <a:path w="36829" h="180340">
                <a:moveTo>
                  <a:pt x="36576" y="0"/>
                </a:moveTo>
                <a:lnTo>
                  <a:pt x="0" y="0"/>
                </a:lnTo>
                <a:lnTo>
                  <a:pt x="0" y="179832"/>
                </a:lnTo>
                <a:lnTo>
                  <a:pt x="36576" y="179832"/>
                </a:lnTo>
                <a:lnTo>
                  <a:pt x="36576" y="0"/>
                </a:lnTo>
                <a:close/>
              </a:path>
            </a:pathLst>
          </a:custGeom>
          <a:solidFill>
            <a:srgbClr val="183DAF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6" name="object 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719327" y="1464563"/>
            <a:ext cx="1802130" cy="159258"/>
          </a:xfrm>
          <a:prstGeom prst="rect">
            <a:avLst/>
          </a:prstGeom>
        </p:spPr>
      </p:pic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3.3.</a:t>
            </a:r>
            <a:r>
              <a:rPr spc="-15" dirty="0"/>
              <a:t> </a:t>
            </a:r>
            <a:r>
              <a:rPr dirty="0"/>
              <a:t>AI</a:t>
            </a:r>
            <a:r>
              <a:rPr spc="-15" dirty="0"/>
              <a:t> </a:t>
            </a:r>
            <a:r>
              <a:rPr dirty="0"/>
              <a:t>with</a:t>
            </a:r>
            <a:r>
              <a:rPr spc="-5" dirty="0"/>
              <a:t> </a:t>
            </a:r>
            <a:r>
              <a:rPr spc="-10" dirty="0"/>
              <a:t>Keras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8671941" y="463677"/>
            <a:ext cx="80962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dirty="0">
                <a:solidFill>
                  <a:srgbClr val="D9D9D9"/>
                </a:solidFill>
                <a:latin typeface="Ebrima"/>
                <a:cs typeface="Ebrima"/>
              </a:rPr>
              <a:t>UNIT</a:t>
            </a:r>
            <a:r>
              <a:rPr sz="1600" spc="400" dirty="0">
                <a:solidFill>
                  <a:srgbClr val="D9D9D9"/>
                </a:solidFill>
                <a:latin typeface="Ebrima"/>
                <a:cs typeface="Ebrima"/>
              </a:rPr>
              <a:t> </a:t>
            </a:r>
            <a:r>
              <a:rPr sz="1600" spc="-35" dirty="0">
                <a:solidFill>
                  <a:srgbClr val="D9D9D9"/>
                </a:solidFill>
                <a:latin typeface="Ebrima"/>
                <a:cs typeface="Ebrima"/>
              </a:rPr>
              <a:t>03</a:t>
            </a:r>
            <a:endParaRPr sz="1600">
              <a:latin typeface="Ebrima"/>
              <a:cs typeface="Ebrima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682625" y="1804289"/>
            <a:ext cx="8664575" cy="4220210"/>
            <a:chOff x="682625" y="1804289"/>
            <a:chExt cx="8664575" cy="4220210"/>
          </a:xfrm>
        </p:grpSpPr>
        <p:sp>
          <p:nvSpPr>
            <p:cNvPr id="10" name="object 10"/>
            <p:cNvSpPr/>
            <p:nvPr/>
          </p:nvSpPr>
          <p:spPr>
            <a:xfrm>
              <a:off x="685800" y="1807464"/>
              <a:ext cx="8658225" cy="4213860"/>
            </a:xfrm>
            <a:custGeom>
              <a:avLst/>
              <a:gdLst/>
              <a:ahLst/>
              <a:cxnLst/>
              <a:rect l="l" t="t" r="r" b="b"/>
              <a:pathLst>
                <a:path w="8658225" h="4213860">
                  <a:moveTo>
                    <a:pt x="0" y="4213860"/>
                  </a:moveTo>
                  <a:lnTo>
                    <a:pt x="8657844" y="4213860"/>
                  </a:lnTo>
                  <a:lnTo>
                    <a:pt x="8657844" y="0"/>
                  </a:lnTo>
                  <a:lnTo>
                    <a:pt x="0" y="0"/>
                  </a:lnTo>
                  <a:lnTo>
                    <a:pt x="0" y="4213860"/>
                  </a:lnTo>
                  <a:close/>
                </a:path>
              </a:pathLst>
            </a:custGeom>
            <a:ln w="6095">
              <a:solidFill>
                <a:srgbClr val="D9D9D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" name="object 11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775715" y="1880616"/>
              <a:ext cx="8569452" cy="1269491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2019300" y="3369564"/>
              <a:ext cx="3200400" cy="2122170"/>
            </a:xfrm>
            <a:custGeom>
              <a:avLst/>
              <a:gdLst/>
              <a:ahLst/>
              <a:cxnLst/>
              <a:rect l="l" t="t" r="r" b="b"/>
              <a:pathLst>
                <a:path w="3200400" h="2122170">
                  <a:moveTo>
                    <a:pt x="0" y="2081784"/>
                  </a:moveTo>
                  <a:lnTo>
                    <a:pt x="3200400" y="2081784"/>
                  </a:lnTo>
                  <a:lnTo>
                    <a:pt x="3200400" y="0"/>
                  </a:lnTo>
                  <a:lnTo>
                    <a:pt x="0" y="0"/>
                  </a:lnTo>
                  <a:lnTo>
                    <a:pt x="0" y="2081784"/>
                  </a:lnTo>
                  <a:close/>
                </a:path>
                <a:path w="3200400" h="2122170">
                  <a:moveTo>
                    <a:pt x="137160" y="2083308"/>
                  </a:moveTo>
                  <a:lnTo>
                    <a:pt x="137160" y="2122170"/>
                  </a:lnTo>
                </a:path>
                <a:path w="3200400" h="2122170">
                  <a:moveTo>
                    <a:pt x="720851" y="2083308"/>
                  </a:moveTo>
                  <a:lnTo>
                    <a:pt x="720851" y="2122170"/>
                  </a:lnTo>
                </a:path>
                <a:path w="3200400" h="2122170">
                  <a:moveTo>
                    <a:pt x="1304544" y="2083308"/>
                  </a:moveTo>
                  <a:lnTo>
                    <a:pt x="1304544" y="2122170"/>
                  </a:lnTo>
                </a:path>
                <a:path w="3200400" h="2122170">
                  <a:moveTo>
                    <a:pt x="1888236" y="2083308"/>
                  </a:moveTo>
                  <a:lnTo>
                    <a:pt x="1888236" y="2122170"/>
                  </a:lnTo>
                </a:path>
                <a:path w="3200400" h="2122170">
                  <a:moveTo>
                    <a:pt x="2471928" y="2083308"/>
                  </a:moveTo>
                  <a:lnTo>
                    <a:pt x="2471928" y="2122170"/>
                  </a:lnTo>
                </a:path>
                <a:path w="3200400" h="2122170">
                  <a:moveTo>
                    <a:pt x="3055620" y="2083308"/>
                  </a:moveTo>
                  <a:lnTo>
                    <a:pt x="3055620" y="2122170"/>
                  </a:lnTo>
                </a:path>
              </a:pathLst>
            </a:custGeom>
            <a:ln w="12192">
              <a:solidFill>
                <a:srgbClr val="7E7E7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/>
          <p:nvPr/>
        </p:nvSpPr>
        <p:spPr>
          <a:xfrm>
            <a:off x="3455542" y="5701080"/>
            <a:ext cx="343535" cy="2235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sz="1300" b="1" spc="-285" dirty="0">
                <a:latin typeface="Tahoma"/>
                <a:cs typeface="Tahoma"/>
              </a:rPr>
              <a:t>Epoch</a:t>
            </a:r>
            <a:endParaRPr sz="1300">
              <a:latin typeface="Tahoma"/>
              <a:cs typeface="Tahoma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490396" y="4259825"/>
            <a:ext cx="222885" cy="258445"/>
          </a:xfrm>
          <a:prstGeom prst="rect">
            <a:avLst/>
          </a:prstGeom>
        </p:spPr>
        <p:txBody>
          <a:bodyPr vert="vert270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300" b="1" spc="-350" dirty="0">
                <a:latin typeface="Tahoma"/>
                <a:cs typeface="Tahoma"/>
              </a:rPr>
              <a:t>MSE</a:t>
            </a:r>
            <a:endParaRPr sz="1300">
              <a:latin typeface="Tahoma"/>
              <a:cs typeface="Tahoma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3170554" y="3165093"/>
            <a:ext cx="913765" cy="2235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sz="1300" b="1" spc="-240" dirty="0">
                <a:latin typeface="Tahoma"/>
                <a:cs typeface="Tahoma"/>
              </a:rPr>
              <a:t>Training</a:t>
            </a:r>
            <a:r>
              <a:rPr sz="1300" b="1" spc="-40" dirty="0">
                <a:latin typeface="Tahoma"/>
                <a:cs typeface="Tahoma"/>
              </a:rPr>
              <a:t> </a:t>
            </a:r>
            <a:r>
              <a:rPr sz="1300" b="1" spc="-204" dirty="0">
                <a:latin typeface="Tahoma"/>
                <a:cs typeface="Tahoma"/>
              </a:rPr>
              <a:t>History</a:t>
            </a:r>
            <a:endParaRPr sz="1300">
              <a:latin typeface="Tahoma"/>
              <a:cs typeface="Tahoma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4320540" y="5096255"/>
            <a:ext cx="829310" cy="198120"/>
          </a:xfrm>
          <a:custGeom>
            <a:avLst/>
            <a:gdLst/>
            <a:ahLst/>
            <a:cxnLst/>
            <a:rect l="l" t="t" r="r" b="b"/>
            <a:pathLst>
              <a:path w="829310" h="198120">
                <a:moveTo>
                  <a:pt x="0" y="198120"/>
                </a:moveTo>
                <a:lnTo>
                  <a:pt x="829056" y="198120"/>
                </a:lnTo>
                <a:lnTo>
                  <a:pt x="829056" y="0"/>
                </a:lnTo>
                <a:lnTo>
                  <a:pt x="0" y="0"/>
                </a:lnTo>
                <a:lnTo>
                  <a:pt x="0" y="198120"/>
                </a:lnTo>
                <a:close/>
              </a:path>
            </a:pathLst>
          </a:custGeom>
          <a:ln w="6096">
            <a:solidFill>
              <a:srgbClr val="7E7E7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 txBox="1"/>
          <p:nvPr/>
        </p:nvSpPr>
        <p:spPr>
          <a:xfrm>
            <a:off x="2124710" y="5088128"/>
            <a:ext cx="3077845" cy="6051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R="247015" algn="r">
              <a:lnSpc>
                <a:spcPct val="100000"/>
              </a:lnSpc>
              <a:spcBef>
                <a:spcPts val="100"/>
              </a:spcBef>
            </a:pPr>
            <a:r>
              <a:rPr sz="1200" spc="-10" dirty="0">
                <a:latin typeface="Trebuchet MS"/>
                <a:cs typeface="Trebuchet MS"/>
              </a:rPr>
              <a:t>Train</a:t>
            </a:r>
            <a:endParaRPr sz="12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55"/>
              </a:spcBef>
            </a:pPr>
            <a:endParaRPr sz="14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tabLst>
                <a:tab pos="521334" algn="l"/>
                <a:tab pos="1108710" algn="l"/>
                <a:tab pos="1681480" algn="l"/>
                <a:tab pos="2271395" algn="l"/>
                <a:tab pos="2836545" algn="l"/>
              </a:tabLst>
            </a:pPr>
            <a:r>
              <a:rPr sz="1200" spc="-50" dirty="0">
                <a:latin typeface="Trebuchet MS"/>
                <a:cs typeface="Trebuchet MS"/>
              </a:rPr>
              <a:t>0</a:t>
            </a:r>
            <a:r>
              <a:rPr sz="1200" dirty="0">
                <a:latin typeface="Trebuchet MS"/>
                <a:cs typeface="Trebuchet MS"/>
              </a:rPr>
              <a:t>	</a:t>
            </a:r>
            <a:r>
              <a:rPr sz="1200" spc="-25" dirty="0">
                <a:latin typeface="Trebuchet MS"/>
                <a:cs typeface="Trebuchet MS"/>
              </a:rPr>
              <a:t>200</a:t>
            </a:r>
            <a:r>
              <a:rPr sz="1200" dirty="0">
                <a:latin typeface="Trebuchet MS"/>
                <a:cs typeface="Trebuchet MS"/>
              </a:rPr>
              <a:t>	</a:t>
            </a:r>
            <a:r>
              <a:rPr sz="1200" spc="-25" dirty="0">
                <a:latin typeface="Trebuchet MS"/>
                <a:cs typeface="Trebuchet MS"/>
              </a:rPr>
              <a:t>400</a:t>
            </a:r>
            <a:r>
              <a:rPr sz="1200" dirty="0">
                <a:latin typeface="Trebuchet MS"/>
                <a:cs typeface="Trebuchet MS"/>
              </a:rPr>
              <a:t>	</a:t>
            </a:r>
            <a:r>
              <a:rPr sz="1200" spc="-25" dirty="0">
                <a:latin typeface="Trebuchet MS"/>
                <a:cs typeface="Trebuchet MS"/>
              </a:rPr>
              <a:t>600</a:t>
            </a:r>
            <a:r>
              <a:rPr sz="1200" dirty="0">
                <a:latin typeface="Trebuchet MS"/>
                <a:cs typeface="Trebuchet MS"/>
              </a:rPr>
              <a:t>	</a:t>
            </a:r>
            <a:r>
              <a:rPr sz="1200" spc="-25" dirty="0">
                <a:latin typeface="Trebuchet MS"/>
                <a:cs typeface="Trebuchet MS"/>
              </a:rPr>
              <a:t>800</a:t>
            </a:r>
            <a:r>
              <a:rPr sz="1200" dirty="0">
                <a:latin typeface="Trebuchet MS"/>
                <a:cs typeface="Trebuchet MS"/>
              </a:rPr>
              <a:t>	</a:t>
            </a:r>
            <a:r>
              <a:rPr sz="1200" spc="-175" dirty="0">
                <a:latin typeface="Trebuchet MS"/>
                <a:cs typeface="Trebuchet MS"/>
              </a:rPr>
              <a:t>1000</a:t>
            </a:r>
            <a:endParaRPr sz="1200">
              <a:latin typeface="Trebuchet MS"/>
              <a:cs typeface="Trebuchet MS"/>
            </a:endParaRPr>
          </a:p>
        </p:txBody>
      </p:sp>
      <p:grpSp>
        <p:nvGrpSpPr>
          <p:cNvPr id="18" name="object 18"/>
          <p:cNvGrpSpPr/>
          <p:nvPr/>
        </p:nvGrpSpPr>
        <p:grpSpPr>
          <a:xfrm>
            <a:off x="1970277" y="3518661"/>
            <a:ext cx="2663190" cy="1695450"/>
            <a:chOff x="1970277" y="3518661"/>
            <a:chExt cx="2663190" cy="1695450"/>
          </a:xfrm>
        </p:grpSpPr>
        <p:sp>
          <p:nvSpPr>
            <p:cNvPr id="19" name="object 19"/>
            <p:cNvSpPr/>
            <p:nvPr/>
          </p:nvSpPr>
          <p:spPr>
            <a:xfrm>
              <a:off x="4391405" y="5203697"/>
              <a:ext cx="232410" cy="0"/>
            </a:xfrm>
            <a:custGeom>
              <a:avLst/>
              <a:gdLst/>
              <a:ahLst/>
              <a:cxnLst/>
              <a:rect l="l" t="t" r="r" b="b"/>
              <a:pathLst>
                <a:path w="232410">
                  <a:moveTo>
                    <a:pt x="0" y="0"/>
                  </a:moveTo>
                  <a:lnTo>
                    <a:pt x="231902" y="0"/>
                  </a:lnTo>
                </a:path>
              </a:pathLst>
            </a:custGeom>
            <a:ln w="19812">
              <a:solidFill>
                <a:srgbClr val="13299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1976627" y="3525011"/>
              <a:ext cx="38735" cy="1568450"/>
            </a:xfrm>
            <a:custGeom>
              <a:avLst/>
              <a:gdLst/>
              <a:ahLst/>
              <a:cxnLst/>
              <a:rect l="l" t="t" r="r" b="b"/>
              <a:pathLst>
                <a:path w="38735" h="1568450">
                  <a:moveTo>
                    <a:pt x="38608" y="260604"/>
                  </a:moveTo>
                  <a:lnTo>
                    <a:pt x="0" y="260604"/>
                  </a:lnTo>
                </a:path>
                <a:path w="38735" h="1568450">
                  <a:moveTo>
                    <a:pt x="38608" y="522731"/>
                  </a:moveTo>
                  <a:lnTo>
                    <a:pt x="0" y="522731"/>
                  </a:lnTo>
                </a:path>
                <a:path w="38735" h="1568450">
                  <a:moveTo>
                    <a:pt x="38608" y="1045463"/>
                  </a:moveTo>
                  <a:lnTo>
                    <a:pt x="0" y="1045463"/>
                  </a:lnTo>
                </a:path>
                <a:path w="38735" h="1568450">
                  <a:moveTo>
                    <a:pt x="38608" y="1307592"/>
                  </a:moveTo>
                  <a:lnTo>
                    <a:pt x="0" y="1307592"/>
                  </a:lnTo>
                </a:path>
                <a:path w="38735" h="1568450">
                  <a:moveTo>
                    <a:pt x="38608" y="1568195"/>
                  </a:moveTo>
                  <a:lnTo>
                    <a:pt x="0" y="1568195"/>
                  </a:lnTo>
                </a:path>
                <a:path w="38735" h="1568450">
                  <a:moveTo>
                    <a:pt x="38608" y="0"/>
                  </a:moveTo>
                  <a:lnTo>
                    <a:pt x="0" y="0"/>
                  </a:lnTo>
                </a:path>
                <a:path w="38735" h="1568450">
                  <a:moveTo>
                    <a:pt x="38608" y="784860"/>
                  </a:moveTo>
                  <a:lnTo>
                    <a:pt x="0" y="784860"/>
                  </a:lnTo>
                </a:path>
              </a:pathLst>
            </a:custGeom>
            <a:ln w="12192">
              <a:solidFill>
                <a:srgbClr val="7E7E7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1" name="object 21"/>
          <p:cNvSpPr txBox="1"/>
          <p:nvPr/>
        </p:nvSpPr>
        <p:spPr>
          <a:xfrm>
            <a:off x="1822957" y="3340861"/>
            <a:ext cx="170815" cy="2129155"/>
          </a:xfrm>
          <a:prstGeom prst="rect">
            <a:avLst/>
          </a:prstGeom>
        </p:spPr>
        <p:txBody>
          <a:bodyPr vert="horz" wrap="square" lIns="0" tIns="92710" rIns="0" bIns="0" rtlCol="0">
            <a:spAutoFit/>
          </a:bodyPr>
          <a:lstStyle/>
          <a:p>
            <a:pPr marL="42545">
              <a:lnSpc>
                <a:spcPct val="100000"/>
              </a:lnSpc>
              <a:spcBef>
                <a:spcPts val="730"/>
              </a:spcBef>
            </a:pPr>
            <a:r>
              <a:rPr sz="1200" spc="-295" dirty="0">
                <a:latin typeface="Trebuchet MS"/>
                <a:cs typeface="Trebuchet MS"/>
              </a:rPr>
              <a:t>1.4</a:t>
            </a:r>
            <a:endParaRPr sz="1200">
              <a:latin typeface="Trebuchet MS"/>
              <a:cs typeface="Trebuchet MS"/>
            </a:endParaRPr>
          </a:p>
          <a:p>
            <a:pPr marL="40005">
              <a:lnSpc>
                <a:spcPct val="100000"/>
              </a:lnSpc>
              <a:spcBef>
                <a:spcPts val="635"/>
              </a:spcBef>
            </a:pPr>
            <a:r>
              <a:rPr sz="1200" spc="-300" dirty="0">
                <a:latin typeface="Trebuchet MS"/>
                <a:cs typeface="Trebuchet MS"/>
              </a:rPr>
              <a:t>1.2</a:t>
            </a:r>
            <a:endParaRPr sz="1200">
              <a:latin typeface="Trebuchet MS"/>
              <a:cs typeface="Trebuchet MS"/>
            </a:endParaRPr>
          </a:p>
          <a:p>
            <a:pPr marL="34925">
              <a:lnSpc>
                <a:spcPct val="100000"/>
              </a:lnSpc>
              <a:spcBef>
                <a:spcPts val="625"/>
              </a:spcBef>
            </a:pPr>
            <a:r>
              <a:rPr sz="1200" spc="-280" dirty="0">
                <a:latin typeface="Trebuchet MS"/>
                <a:cs typeface="Trebuchet MS"/>
              </a:rPr>
              <a:t>1.0</a:t>
            </a:r>
            <a:endParaRPr sz="12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630"/>
              </a:spcBef>
            </a:pPr>
            <a:r>
              <a:rPr sz="1200" spc="-140" dirty="0">
                <a:latin typeface="Trebuchet MS"/>
                <a:cs typeface="Trebuchet MS"/>
              </a:rPr>
              <a:t>0.8</a:t>
            </a:r>
            <a:endParaRPr sz="1200">
              <a:latin typeface="Trebuchet MS"/>
              <a:cs typeface="Trebuchet MS"/>
            </a:endParaRPr>
          </a:p>
          <a:p>
            <a:pPr marL="635">
              <a:lnSpc>
                <a:spcPct val="100000"/>
              </a:lnSpc>
              <a:spcBef>
                <a:spcPts val="630"/>
              </a:spcBef>
            </a:pPr>
            <a:r>
              <a:rPr sz="1200" spc="-145" dirty="0">
                <a:latin typeface="Trebuchet MS"/>
                <a:cs typeface="Trebuchet MS"/>
              </a:rPr>
              <a:t>0.6</a:t>
            </a:r>
            <a:endParaRPr sz="1200">
              <a:latin typeface="Trebuchet MS"/>
              <a:cs typeface="Trebuchet MS"/>
            </a:endParaRPr>
          </a:p>
          <a:p>
            <a:pPr marL="8255">
              <a:lnSpc>
                <a:spcPct val="100000"/>
              </a:lnSpc>
              <a:spcBef>
                <a:spcPts val="630"/>
              </a:spcBef>
            </a:pPr>
            <a:r>
              <a:rPr sz="1200" spc="-165" dirty="0">
                <a:latin typeface="Trebuchet MS"/>
                <a:cs typeface="Trebuchet MS"/>
              </a:rPr>
              <a:t>0.4</a:t>
            </a:r>
            <a:endParaRPr sz="1200">
              <a:latin typeface="Trebuchet MS"/>
              <a:cs typeface="Trebuchet MS"/>
            </a:endParaRPr>
          </a:p>
          <a:p>
            <a:pPr marL="5080">
              <a:lnSpc>
                <a:spcPct val="100000"/>
              </a:lnSpc>
              <a:spcBef>
                <a:spcPts val="630"/>
              </a:spcBef>
            </a:pPr>
            <a:r>
              <a:rPr sz="1200" spc="-155" dirty="0">
                <a:latin typeface="Trebuchet MS"/>
                <a:cs typeface="Trebuchet MS"/>
              </a:rPr>
              <a:t>0.2</a:t>
            </a:r>
            <a:endParaRPr sz="12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630"/>
              </a:spcBef>
            </a:pPr>
            <a:r>
              <a:rPr sz="1200" spc="-140" dirty="0">
                <a:latin typeface="Trebuchet MS"/>
                <a:cs typeface="Trebuchet MS"/>
              </a:rPr>
              <a:t>0.0</a:t>
            </a:r>
            <a:endParaRPr sz="1200">
              <a:latin typeface="Trebuchet MS"/>
              <a:cs typeface="Trebuchet MS"/>
            </a:endParaRPr>
          </a:p>
        </p:txBody>
      </p:sp>
      <p:grpSp>
        <p:nvGrpSpPr>
          <p:cNvPr id="22" name="object 22"/>
          <p:cNvGrpSpPr/>
          <p:nvPr/>
        </p:nvGrpSpPr>
        <p:grpSpPr>
          <a:xfrm>
            <a:off x="1976627" y="3448811"/>
            <a:ext cx="3101340" cy="1912620"/>
            <a:chOff x="1976627" y="3448811"/>
            <a:chExt cx="3101340" cy="1912620"/>
          </a:xfrm>
        </p:grpSpPr>
        <p:sp>
          <p:nvSpPr>
            <p:cNvPr id="23" name="object 23"/>
            <p:cNvSpPr/>
            <p:nvPr/>
          </p:nvSpPr>
          <p:spPr>
            <a:xfrm>
              <a:off x="1976627" y="5355335"/>
              <a:ext cx="38735" cy="0"/>
            </a:xfrm>
            <a:custGeom>
              <a:avLst/>
              <a:gdLst/>
              <a:ahLst/>
              <a:cxnLst/>
              <a:rect l="l" t="t" r="r" b="b"/>
              <a:pathLst>
                <a:path w="38735">
                  <a:moveTo>
                    <a:pt x="38608" y="0"/>
                  </a:moveTo>
                  <a:lnTo>
                    <a:pt x="0" y="0"/>
                  </a:lnTo>
                </a:path>
              </a:pathLst>
            </a:custGeom>
            <a:ln w="12192">
              <a:solidFill>
                <a:srgbClr val="7E7E7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2145791" y="3454907"/>
              <a:ext cx="2926080" cy="1896110"/>
            </a:xfrm>
            <a:custGeom>
              <a:avLst/>
              <a:gdLst/>
              <a:ahLst/>
              <a:cxnLst/>
              <a:rect l="l" t="t" r="r" b="b"/>
              <a:pathLst>
                <a:path w="2926079" h="1896110">
                  <a:moveTo>
                    <a:pt x="0" y="0"/>
                  </a:moveTo>
                  <a:lnTo>
                    <a:pt x="1012" y="48555"/>
                  </a:lnTo>
                  <a:lnTo>
                    <a:pt x="2034" y="97234"/>
                  </a:lnTo>
                  <a:lnTo>
                    <a:pt x="3065" y="146051"/>
                  </a:lnTo>
                  <a:lnTo>
                    <a:pt x="4107" y="195021"/>
                  </a:lnTo>
                  <a:lnTo>
                    <a:pt x="5160" y="244160"/>
                  </a:lnTo>
                  <a:lnTo>
                    <a:pt x="6227" y="293481"/>
                  </a:lnTo>
                  <a:lnTo>
                    <a:pt x="7306" y="343002"/>
                  </a:lnTo>
                  <a:lnTo>
                    <a:pt x="8400" y="392735"/>
                  </a:lnTo>
                  <a:lnTo>
                    <a:pt x="9510" y="442697"/>
                  </a:lnTo>
                  <a:lnTo>
                    <a:pt x="10635" y="492903"/>
                  </a:lnTo>
                  <a:lnTo>
                    <a:pt x="11778" y="543367"/>
                  </a:lnTo>
                  <a:lnTo>
                    <a:pt x="12939" y="594105"/>
                  </a:lnTo>
                  <a:lnTo>
                    <a:pt x="14120" y="645131"/>
                  </a:lnTo>
                  <a:lnTo>
                    <a:pt x="15320" y="696461"/>
                  </a:lnTo>
                  <a:lnTo>
                    <a:pt x="16541" y="748110"/>
                  </a:lnTo>
                  <a:lnTo>
                    <a:pt x="17784" y="800092"/>
                  </a:lnTo>
                  <a:lnTo>
                    <a:pt x="19050" y="852423"/>
                  </a:lnTo>
                  <a:lnTo>
                    <a:pt x="20338" y="903764"/>
                  </a:lnTo>
                  <a:lnTo>
                    <a:pt x="21772" y="958255"/>
                  </a:lnTo>
                  <a:lnTo>
                    <a:pt x="23327" y="1015315"/>
                  </a:lnTo>
                  <a:lnTo>
                    <a:pt x="24977" y="1074364"/>
                  </a:lnTo>
                  <a:lnTo>
                    <a:pt x="26697" y="1134822"/>
                  </a:lnTo>
                  <a:lnTo>
                    <a:pt x="28462" y="1196109"/>
                  </a:lnTo>
                  <a:lnTo>
                    <a:pt x="30245" y="1257645"/>
                  </a:lnTo>
                  <a:lnTo>
                    <a:pt x="32021" y="1318848"/>
                  </a:lnTo>
                  <a:lnTo>
                    <a:pt x="33766" y="1379140"/>
                  </a:lnTo>
                  <a:lnTo>
                    <a:pt x="35452" y="1437940"/>
                  </a:lnTo>
                  <a:lnTo>
                    <a:pt x="37056" y="1494667"/>
                  </a:lnTo>
                  <a:lnTo>
                    <a:pt x="38551" y="1548741"/>
                  </a:lnTo>
                  <a:lnTo>
                    <a:pt x="39912" y="1599582"/>
                  </a:lnTo>
                  <a:lnTo>
                    <a:pt x="41114" y="1646610"/>
                  </a:lnTo>
                  <a:lnTo>
                    <a:pt x="42130" y="1689245"/>
                  </a:lnTo>
                  <a:lnTo>
                    <a:pt x="43506" y="1759012"/>
                  </a:lnTo>
                  <a:lnTo>
                    <a:pt x="43814" y="1784984"/>
                  </a:lnTo>
                  <a:lnTo>
                    <a:pt x="46310" y="1832221"/>
                  </a:lnTo>
                  <a:lnTo>
                    <a:pt x="51971" y="1845465"/>
                  </a:lnTo>
                  <a:lnTo>
                    <a:pt x="59578" y="1836610"/>
                  </a:lnTo>
                  <a:lnTo>
                    <a:pt x="67916" y="1817553"/>
                  </a:lnTo>
                  <a:lnTo>
                    <a:pt x="75767" y="1800189"/>
                  </a:lnTo>
                  <a:lnTo>
                    <a:pt x="81914" y="1796414"/>
                  </a:lnTo>
                  <a:lnTo>
                    <a:pt x="88118" y="1812284"/>
                  </a:lnTo>
                  <a:lnTo>
                    <a:pt x="92868" y="1834213"/>
                  </a:lnTo>
                  <a:lnTo>
                    <a:pt x="97381" y="1855404"/>
                  </a:lnTo>
                  <a:lnTo>
                    <a:pt x="102869" y="1869058"/>
                  </a:lnTo>
                  <a:lnTo>
                    <a:pt x="109525" y="1871487"/>
                  </a:lnTo>
                  <a:lnTo>
                    <a:pt x="116776" y="1866868"/>
                  </a:lnTo>
                  <a:lnTo>
                    <a:pt x="124694" y="1860486"/>
                  </a:lnTo>
                  <a:lnTo>
                    <a:pt x="133350" y="1857628"/>
                  </a:lnTo>
                  <a:lnTo>
                    <a:pt x="139362" y="1860022"/>
                  </a:lnTo>
                  <a:lnTo>
                    <a:pt x="143827" y="1864677"/>
                  </a:lnTo>
                  <a:lnTo>
                    <a:pt x="153531" y="1870094"/>
                  </a:lnTo>
                  <a:lnTo>
                    <a:pt x="210948" y="1878574"/>
                  </a:lnTo>
                  <a:lnTo>
                    <a:pt x="256936" y="1882124"/>
                  </a:lnTo>
                  <a:lnTo>
                    <a:pt x="311616" y="1885364"/>
                  </a:lnTo>
                  <a:lnTo>
                    <a:pt x="373380" y="1888235"/>
                  </a:lnTo>
                  <a:lnTo>
                    <a:pt x="459819" y="1890873"/>
                  </a:lnTo>
                  <a:lnTo>
                    <a:pt x="565784" y="1893331"/>
                  </a:lnTo>
                  <a:lnTo>
                    <a:pt x="655558" y="1895147"/>
                  </a:lnTo>
                  <a:lnTo>
                    <a:pt x="693419" y="1895855"/>
                  </a:lnTo>
                  <a:lnTo>
                    <a:pt x="1272540" y="1895855"/>
                  </a:lnTo>
                  <a:lnTo>
                    <a:pt x="2011680" y="1895855"/>
                  </a:lnTo>
                  <a:lnTo>
                    <a:pt x="2926080" y="1892045"/>
                  </a:lnTo>
                </a:path>
              </a:pathLst>
            </a:custGeom>
            <a:ln w="12191">
              <a:solidFill>
                <a:srgbClr val="13299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2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313243" y="6524434"/>
            <a:ext cx="130223" cy="90487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54151" y="6527292"/>
            <a:ext cx="1794510" cy="142494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862571" y="6521195"/>
            <a:ext cx="2327910" cy="118110"/>
          </a:xfrm>
          <a:prstGeom prst="rect">
            <a:avLst/>
          </a:prstGeom>
        </p:spPr>
      </p:pic>
      <p:sp>
        <p:nvSpPr>
          <p:cNvPr id="5" name="object 5"/>
          <p:cNvSpPr/>
          <p:nvPr/>
        </p:nvSpPr>
        <p:spPr>
          <a:xfrm>
            <a:off x="559308" y="1440180"/>
            <a:ext cx="36830" cy="180340"/>
          </a:xfrm>
          <a:custGeom>
            <a:avLst/>
            <a:gdLst/>
            <a:ahLst/>
            <a:cxnLst/>
            <a:rect l="l" t="t" r="r" b="b"/>
            <a:pathLst>
              <a:path w="36829" h="180340">
                <a:moveTo>
                  <a:pt x="36576" y="0"/>
                </a:moveTo>
                <a:lnTo>
                  <a:pt x="0" y="0"/>
                </a:lnTo>
                <a:lnTo>
                  <a:pt x="0" y="179832"/>
                </a:lnTo>
                <a:lnTo>
                  <a:pt x="36576" y="179832"/>
                </a:lnTo>
                <a:lnTo>
                  <a:pt x="36576" y="0"/>
                </a:lnTo>
                <a:close/>
              </a:path>
            </a:pathLst>
          </a:custGeom>
          <a:solidFill>
            <a:srgbClr val="183DAF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6" name="object 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719327" y="1464563"/>
            <a:ext cx="1802130" cy="159258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437489" y="431419"/>
            <a:ext cx="173672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FFFFFF"/>
                </a:solidFill>
                <a:latin typeface="Ebrima"/>
                <a:cs typeface="Ebrima"/>
              </a:rPr>
              <a:t>3.3.</a:t>
            </a:r>
            <a:r>
              <a:rPr sz="1800" spc="-15" dirty="0">
                <a:solidFill>
                  <a:srgbClr val="FFFFFF"/>
                </a:solidFill>
                <a:latin typeface="Ebrima"/>
                <a:cs typeface="Ebrima"/>
              </a:rPr>
              <a:t> </a:t>
            </a:r>
            <a:r>
              <a:rPr sz="1800" dirty="0">
                <a:solidFill>
                  <a:srgbClr val="FFFFFF"/>
                </a:solidFill>
                <a:latin typeface="Ebrima"/>
                <a:cs typeface="Ebrima"/>
              </a:rPr>
              <a:t>AI</a:t>
            </a:r>
            <a:r>
              <a:rPr sz="1800" spc="-15" dirty="0">
                <a:solidFill>
                  <a:srgbClr val="FFFFFF"/>
                </a:solidFill>
                <a:latin typeface="Ebrima"/>
                <a:cs typeface="Ebrima"/>
              </a:rPr>
              <a:t> </a:t>
            </a:r>
            <a:r>
              <a:rPr sz="1800" dirty="0">
                <a:solidFill>
                  <a:srgbClr val="FFFFFF"/>
                </a:solidFill>
                <a:latin typeface="Ebrima"/>
                <a:cs typeface="Ebrima"/>
              </a:rPr>
              <a:t>with</a:t>
            </a:r>
            <a:r>
              <a:rPr sz="1800" spc="-5" dirty="0">
                <a:solidFill>
                  <a:srgbClr val="FFFFFF"/>
                </a:solidFill>
                <a:latin typeface="Ebrima"/>
                <a:cs typeface="Ebrima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Ebrima"/>
                <a:cs typeface="Ebrima"/>
              </a:rPr>
              <a:t>Keras</a:t>
            </a:r>
            <a:endParaRPr sz="1800">
              <a:latin typeface="Ebrima"/>
              <a:cs typeface="Ebrim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8671941" y="463677"/>
            <a:ext cx="80962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dirty="0">
                <a:solidFill>
                  <a:srgbClr val="D9D9D9"/>
                </a:solidFill>
                <a:latin typeface="Ebrima"/>
                <a:cs typeface="Ebrima"/>
              </a:rPr>
              <a:t>UNIT</a:t>
            </a:r>
            <a:r>
              <a:rPr sz="1600" spc="400" dirty="0">
                <a:solidFill>
                  <a:srgbClr val="D9D9D9"/>
                </a:solidFill>
                <a:latin typeface="Ebrima"/>
                <a:cs typeface="Ebrima"/>
              </a:rPr>
              <a:t> </a:t>
            </a:r>
            <a:r>
              <a:rPr sz="1600" spc="-35" dirty="0">
                <a:solidFill>
                  <a:srgbClr val="D9D9D9"/>
                </a:solidFill>
                <a:latin typeface="Ebrima"/>
                <a:cs typeface="Ebrima"/>
              </a:rPr>
              <a:t>03</a:t>
            </a:r>
            <a:endParaRPr sz="1600">
              <a:latin typeface="Ebrima"/>
              <a:cs typeface="Ebrima"/>
            </a:endParaRPr>
          </a:p>
        </p:txBody>
      </p:sp>
      <p:pic>
        <p:nvPicPr>
          <p:cNvPr id="9" name="object 9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710183" y="1805939"/>
            <a:ext cx="1126998" cy="133350"/>
          </a:xfrm>
          <a:prstGeom prst="rect">
            <a:avLst/>
          </a:prstGeom>
        </p:spPr>
      </p:pic>
      <p:grpSp>
        <p:nvGrpSpPr>
          <p:cNvPr id="10" name="object 10"/>
          <p:cNvGrpSpPr/>
          <p:nvPr/>
        </p:nvGrpSpPr>
        <p:grpSpPr>
          <a:xfrm>
            <a:off x="682751" y="2049779"/>
            <a:ext cx="8663940" cy="769620"/>
            <a:chOff x="682751" y="2049779"/>
            <a:chExt cx="8663940" cy="769620"/>
          </a:xfrm>
        </p:grpSpPr>
        <p:sp>
          <p:nvSpPr>
            <p:cNvPr id="11" name="object 11"/>
            <p:cNvSpPr/>
            <p:nvPr/>
          </p:nvSpPr>
          <p:spPr>
            <a:xfrm>
              <a:off x="685799" y="2052827"/>
              <a:ext cx="8658225" cy="763905"/>
            </a:xfrm>
            <a:custGeom>
              <a:avLst/>
              <a:gdLst/>
              <a:ahLst/>
              <a:cxnLst/>
              <a:rect l="l" t="t" r="r" b="b"/>
              <a:pathLst>
                <a:path w="8658225" h="763905">
                  <a:moveTo>
                    <a:pt x="0" y="763524"/>
                  </a:moveTo>
                  <a:lnTo>
                    <a:pt x="8657844" y="763524"/>
                  </a:lnTo>
                  <a:lnTo>
                    <a:pt x="8657844" y="0"/>
                  </a:lnTo>
                  <a:lnTo>
                    <a:pt x="0" y="0"/>
                  </a:lnTo>
                  <a:lnTo>
                    <a:pt x="0" y="763524"/>
                  </a:lnTo>
                  <a:close/>
                </a:path>
              </a:pathLst>
            </a:custGeom>
            <a:ln w="6096">
              <a:solidFill>
                <a:srgbClr val="D9D9D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2" name="object 12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834662" y="2165249"/>
              <a:ext cx="8508981" cy="498473"/>
            </a:xfrm>
            <a:prstGeom prst="rect">
              <a:avLst/>
            </a:prstGeom>
          </p:spPr>
        </p:pic>
      </p:grpSp>
      <p:pic>
        <p:nvPicPr>
          <p:cNvPr id="13" name="object 13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844724" y="3090697"/>
            <a:ext cx="217122" cy="215747"/>
          </a:xfrm>
          <a:prstGeom prst="rect">
            <a:avLst/>
          </a:prstGeom>
        </p:spPr>
      </p:pic>
      <p:pic>
        <p:nvPicPr>
          <p:cNvPr id="14" name="object 14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844724" y="3645484"/>
            <a:ext cx="217122" cy="217093"/>
          </a:xfrm>
          <a:prstGeom prst="rect">
            <a:avLst/>
          </a:prstGeom>
        </p:spPr>
      </p:pic>
      <p:sp>
        <p:nvSpPr>
          <p:cNvPr id="15" name="object 15"/>
          <p:cNvSpPr txBox="1"/>
          <p:nvPr/>
        </p:nvSpPr>
        <p:spPr>
          <a:xfrm>
            <a:off x="685800" y="2955035"/>
            <a:ext cx="8658225" cy="1338580"/>
          </a:xfrm>
          <a:prstGeom prst="rect">
            <a:avLst/>
          </a:prstGeom>
          <a:ln w="6096">
            <a:solidFill>
              <a:srgbClr val="D9D9D9"/>
            </a:solidFill>
          </a:ln>
        </p:spPr>
        <p:txBody>
          <a:bodyPr vert="horz" wrap="square" lIns="0" tIns="132715" rIns="0" bIns="0" rtlCol="0">
            <a:spAutoFit/>
          </a:bodyPr>
          <a:lstStyle/>
          <a:p>
            <a:pPr marL="439420">
              <a:lnSpc>
                <a:spcPct val="100000"/>
              </a:lnSpc>
              <a:spcBef>
                <a:spcPts val="1045"/>
              </a:spcBef>
            </a:pPr>
            <a:r>
              <a:rPr sz="1300" b="1" spc="-254" dirty="0">
                <a:solidFill>
                  <a:srgbClr val="252525"/>
                </a:solidFill>
                <a:latin typeface="Tahoma"/>
                <a:cs typeface="Tahoma"/>
              </a:rPr>
              <a:t>Line</a:t>
            </a:r>
            <a:r>
              <a:rPr sz="1300" b="1" spc="-55" dirty="0">
                <a:solidFill>
                  <a:srgbClr val="252525"/>
                </a:solidFill>
                <a:latin typeface="Tahoma"/>
                <a:cs typeface="Tahoma"/>
              </a:rPr>
              <a:t> </a:t>
            </a:r>
            <a:r>
              <a:rPr sz="1300" b="1" spc="-295" dirty="0">
                <a:solidFill>
                  <a:srgbClr val="252525"/>
                </a:solidFill>
                <a:latin typeface="Tahoma"/>
                <a:cs typeface="Tahoma"/>
              </a:rPr>
              <a:t>180-</a:t>
            </a:r>
            <a:r>
              <a:rPr sz="1300" b="1" spc="-580" dirty="0">
                <a:solidFill>
                  <a:srgbClr val="252525"/>
                </a:solidFill>
                <a:latin typeface="Tahoma"/>
                <a:cs typeface="Tahoma"/>
              </a:rPr>
              <a:t>1</a:t>
            </a:r>
            <a:endParaRPr sz="1300">
              <a:latin typeface="Tahoma"/>
              <a:cs typeface="Tahoma"/>
            </a:endParaRPr>
          </a:p>
          <a:p>
            <a:pPr marL="658495" indent="-182245">
              <a:lnSpc>
                <a:spcPct val="100000"/>
              </a:lnSpc>
              <a:spcBef>
                <a:spcPts val="420"/>
              </a:spcBef>
              <a:buFont typeface="Arial"/>
              <a:buChar char="•"/>
              <a:tabLst>
                <a:tab pos="658495" algn="l"/>
              </a:tabLst>
            </a:pPr>
            <a:r>
              <a:rPr sz="1400" spc="-210" dirty="0">
                <a:solidFill>
                  <a:srgbClr val="252525"/>
                </a:solidFill>
                <a:latin typeface="Trebuchet MS"/>
                <a:cs typeface="Trebuchet MS"/>
              </a:rPr>
              <a:t>Seed</a:t>
            </a:r>
            <a:r>
              <a:rPr sz="1400" spc="-155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400" spc="-55" dirty="0">
                <a:solidFill>
                  <a:srgbClr val="252525"/>
                </a:solidFill>
                <a:latin typeface="Trebuchet MS"/>
                <a:cs typeface="Trebuchet MS"/>
              </a:rPr>
              <a:t>length</a:t>
            </a:r>
            <a:endParaRPr sz="1400">
              <a:latin typeface="Trebuchet MS"/>
              <a:cs typeface="Trebuchet MS"/>
            </a:endParaRPr>
          </a:p>
          <a:p>
            <a:pPr marL="439420">
              <a:lnSpc>
                <a:spcPct val="100000"/>
              </a:lnSpc>
              <a:spcBef>
                <a:spcPts val="715"/>
              </a:spcBef>
            </a:pPr>
            <a:r>
              <a:rPr sz="1300" b="1" spc="-260" dirty="0">
                <a:solidFill>
                  <a:srgbClr val="252525"/>
                </a:solidFill>
                <a:latin typeface="Tahoma"/>
                <a:cs typeface="Tahoma"/>
              </a:rPr>
              <a:t>Line</a:t>
            </a:r>
            <a:r>
              <a:rPr sz="1300" b="1" spc="-45" dirty="0">
                <a:solidFill>
                  <a:srgbClr val="252525"/>
                </a:solidFill>
                <a:latin typeface="Tahoma"/>
                <a:cs typeface="Tahoma"/>
              </a:rPr>
              <a:t> </a:t>
            </a:r>
            <a:r>
              <a:rPr sz="1300" b="1" spc="-295" dirty="0">
                <a:solidFill>
                  <a:srgbClr val="252525"/>
                </a:solidFill>
                <a:latin typeface="Tahoma"/>
                <a:cs typeface="Tahoma"/>
              </a:rPr>
              <a:t>180-</a:t>
            </a:r>
            <a:r>
              <a:rPr sz="1300" b="1" spc="-310" dirty="0">
                <a:solidFill>
                  <a:srgbClr val="252525"/>
                </a:solidFill>
                <a:latin typeface="Tahoma"/>
                <a:cs typeface="Tahoma"/>
              </a:rPr>
              <a:t>2</a:t>
            </a:r>
            <a:endParaRPr sz="1300">
              <a:latin typeface="Tahoma"/>
              <a:cs typeface="Tahoma"/>
            </a:endParaRPr>
          </a:p>
          <a:p>
            <a:pPr marL="658495" indent="-182245">
              <a:lnSpc>
                <a:spcPct val="100000"/>
              </a:lnSpc>
              <a:spcBef>
                <a:spcPts val="425"/>
              </a:spcBef>
              <a:buFont typeface="Arial"/>
              <a:buChar char="•"/>
              <a:tabLst>
                <a:tab pos="658495" algn="l"/>
              </a:tabLst>
            </a:pPr>
            <a:r>
              <a:rPr sz="1400" spc="-204" dirty="0">
                <a:solidFill>
                  <a:srgbClr val="252525"/>
                </a:solidFill>
                <a:latin typeface="Trebuchet MS"/>
                <a:cs typeface="Trebuchet MS"/>
              </a:rPr>
              <a:t>Prediction</a:t>
            </a:r>
            <a:r>
              <a:rPr sz="1400" spc="-110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400" spc="-50" dirty="0">
                <a:solidFill>
                  <a:srgbClr val="252525"/>
                </a:solidFill>
                <a:latin typeface="Trebuchet MS"/>
                <a:cs typeface="Trebuchet MS"/>
              </a:rPr>
              <a:t>length</a:t>
            </a:r>
            <a:endParaRPr sz="14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2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311771" y="6524434"/>
            <a:ext cx="131694" cy="90487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54151" y="6527292"/>
            <a:ext cx="1794510" cy="142494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862571" y="6521195"/>
            <a:ext cx="2327910" cy="118110"/>
          </a:xfrm>
          <a:prstGeom prst="rect">
            <a:avLst/>
          </a:prstGeom>
        </p:spPr>
      </p:pic>
      <p:sp>
        <p:nvSpPr>
          <p:cNvPr id="5" name="object 5"/>
          <p:cNvSpPr/>
          <p:nvPr/>
        </p:nvSpPr>
        <p:spPr>
          <a:xfrm>
            <a:off x="559308" y="1440180"/>
            <a:ext cx="36830" cy="180340"/>
          </a:xfrm>
          <a:custGeom>
            <a:avLst/>
            <a:gdLst/>
            <a:ahLst/>
            <a:cxnLst/>
            <a:rect l="l" t="t" r="r" b="b"/>
            <a:pathLst>
              <a:path w="36829" h="180340">
                <a:moveTo>
                  <a:pt x="36576" y="0"/>
                </a:moveTo>
                <a:lnTo>
                  <a:pt x="0" y="0"/>
                </a:lnTo>
                <a:lnTo>
                  <a:pt x="0" y="179832"/>
                </a:lnTo>
                <a:lnTo>
                  <a:pt x="36576" y="179832"/>
                </a:lnTo>
                <a:lnTo>
                  <a:pt x="36576" y="0"/>
                </a:lnTo>
                <a:close/>
              </a:path>
            </a:pathLst>
          </a:custGeom>
          <a:solidFill>
            <a:srgbClr val="183DAF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6" name="object 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719327" y="1464563"/>
            <a:ext cx="1802130" cy="159258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437489" y="431419"/>
            <a:ext cx="173672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FFFFFF"/>
                </a:solidFill>
                <a:latin typeface="Ebrima"/>
                <a:cs typeface="Ebrima"/>
              </a:rPr>
              <a:t>3.3.</a:t>
            </a:r>
            <a:r>
              <a:rPr sz="1800" spc="-15" dirty="0">
                <a:solidFill>
                  <a:srgbClr val="FFFFFF"/>
                </a:solidFill>
                <a:latin typeface="Ebrima"/>
                <a:cs typeface="Ebrima"/>
              </a:rPr>
              <a:t> </a:t>
            </a:r>
            <a:r>
              <a:rPr sz="1800" dirty="0">
                <a:solidFill>
                  <a:srgbClr val="FFFFFF"/>
                </a:solidFill>
                <a:latin typeface="Ebrima"/>
                <a:cs typeface="Ebrima"/>
              </a:rPr>
              <a:t>AI</a:t>
            </a:r>
            <a:r>
              <a:rPr sz="1800" spc="-15" dirty="0">
                <a:solidFill>
                  <a:srgbClr val="FFFFFF"/>
                </a:solidFill>
                <a:latin typeface="Ebrima"/>
                <a:cs typeface="Ebrima"/>
              </a:rPr>
              <a:t> </a:t>
            </a:r>
            <a:r>
              <a:rPr sz="1800" dirty="0">
                <a:solidFill>
                  <a:srgbClr val="FFFFFF"/>
                </a:solidFill>
                <a:latin typeface="Ebrima"/>
                <a:cs typeface="Ebrima"/>
              </a:rPr>
              <a:t>with</a:t>
            </a:r>
            <a:r>
              <a:rPr sz="1800" spc="-5" dirty="0">
                <a:solidFill>
                  <a:srgbClr val="FFFFFF"/>
                </a:solidFill>
                <a:latin typeface="Ebrima"/>
                <a:cs typeface="Ebrima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Ebrima"/>
                <a:cs typeface="Ebrima"/>
              </a:rPr>
              <a:t>Keras</a:t>
            </a:r>
            <a:endParaRPr sz="1800">
              <a:latin typeface="Ebrima"/>
              <a:cs typeface="Ebrim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8671941" y="463677"/>
            <a:ext cx="80962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dirty="0">
                <a:solidFill>
                  <a:srgbClr val="D9D9D9"/>
                </a:solidFill>
                <a:latin typeface="Ebrima"/>
                <a:cs typeface="Ebrima"/>
              </a:rPr>
              <a:t>UNIT</a:t>
            </a:r>
            <a:r>
              <a:rPr sz="1600" spc="400" dirty="0">
                <a:solidFill>
                  <a:srgbClr val="D9D9D9"/>
                </a:solidFill>
                <a:latin typeface="Ebrima"/>
                <a:cs typeface="Ebrima"/>
              </a:rPr>
              <a:t> </a:t>
            </a:r>
            <a:r>
              <a:rPr sz="1600" spc="-35" dirty="0">
                <a:solidFill>
                  <a:srgbClr val="D9D9D9"/>
                </a:solidFill>
                <a:latin typeface="Ebrima"/>
                <a:cs typeface="Ebrima"/>
              </a:rPr>
              <a:t>03</a:t>
            </a:r>
            <a:endParaRPr sz="1600">
              <a:latin typeface="Ebrima"/>
              <a:cs typeface="Ebrima"/>
            </a:endParaRPr>
          </a:p>
        </p:txBody>
      </p:sp>
      <p:pic>
        <p:nvPicPr>
          <p:cNvPr id="9" name="object 9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710183" y="1805939"/>
            <a:ext cx="950214" cy="162305"/>
          </a:xfrm>
          <a:prstGeom prst="rect">
            <a:avLst/>
          </a:prstGeom>
        </p:spPr>
      </p:pic>
      <p:grpSp>
        <p:nvGrpSpPr>
          <p:cNvPr id="10" name="object 10"/>
          <p:cNvGrpSpPr/>
          <p:nvPr/>
        </p:nvGrpSpPr>
        <p:grpSpPr>
          <a:xfrm>
            <a:off x="682751" y="2049779"/>
            <a:ext cx="8663940" cy="1442085"/>
            <a:chOff x="682751" y="2049779"/>
            <a:chExt cx="8663940" cy="1442085"/>
          </a:xfrm>
        </p:grpSpPr>
        <p:sp>
          <p:nvSpPr>
            <p:cNvPr id="11" name="object 11"/>
            <p:cNvSpPr/>
            <p:nvPr/>
          </p:nvSpPr>
          <p:spPr>
            <a:xfrm>
              <a:off x="685799" y="2052827"/>
              <a:ext cx="8658225" cy="1435735"/>
            </a:xfrm>
            <a:custGeom>
              <a:avLst/>
              <a:gdLst/>
              <a:ahLst/>
              <a:cxnLst/>
              <a:rect l="l" t="t" r="r" b="b"/>
              <a:pathLst>
                <a:path w="8658225" h="1435735">
                  <a:moveTo>
                    <a:pt x="0" y="1435608"/>
                  </a:moveTo>
                  <a:lnTo>
                    <a:pt x="8657844" y="1435608"/>
                  </a:lnTo>
                  <a:lnTo>
                    <a:pt x="8657844" y="0"/>
                  </a:lnTo>
                  <a:lnTo>
                    <a:pt x="0" y="0"/>
                  </a:lnTo>
                  <a:lnTo>
                    <a:pt x="0" y="1435608"/>
                  </a:lnTo>
                  <a:close/>
                </a:path>
              </a:pathLst>
            </a:custGeom>
            <a:ln w="6096">
              <a:solidFill>
                <a:srgbClr val="D9D9D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2" name="object 12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826440" y="2159099"/>
              <a:ext cx="8517203" cy="1163908"/>
            </a:xfrm>
            <a:prstGeom prst="rect">
              <a:avLst/>
            </a:prstGeom>
          </p:spPr>
        </p:pic>
      </p:grpSp>
      <p:pic>
        <p:nvPicPr>
          <p:cNvPr id="13" name="object 13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844724" y="3768877"/>
            <a:ext cx="217122" cy="215747"/>
          </a:xfrm>
          <a:prstGeom prst="rect">
            <a:avLst/>
          </a:prstGeom>
        </p:spPr>
      </p:pic>
      <p:pic>
        <p:nvPicPr>
          <p:cNvPr id="14" name="object 14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844724" y="4323664"/>
            <a:ext cx="217122" cy="217093"/>
          </a:xfrm>
          <a:prstGeom prst="rect">
            <a:avLst/>
          </a:prstGeom>
        </p:spPr>
      </p:pic>
      <p:sp>
        <p:nvSpPr>
          <p:cNvPr id="15" name="object 15"/>
          <p:cNvSpPr txBox="1"/>
          <p:nvPr/>
        </p:nvSpPr>
        <p:spPr>
          <a:xfrm>
            <a:off x="685800" y="3633215"/>
            <a:ext cx="8658225" cy="1338580"/>
          </a:xfrm>
          <a:prstGeom prst="rect">
            <a:avLst/>
          </a:prstGeom>
          <a:ln w="6096">
            <a:solidFill>
              <a:srgbClr val="D9D9D9"/>
            </a:solidFill>
          </a:ln>
        </p:spPr>
        <p:txBody>
          <a:bodyPr vert="horz" wrap="square" lIns="0" tIns="133350" rIns="0" bIns="0" rtlCol="0">
            <a:spAutoFit/>
          </a:bodyPr>
          <a:lstStyle/>
          <a:p>
            <a:pPr marL="439420">
              <a:lnSpc>
                <a:spcPct val="100000"/>
              </a:lnSpc>
              <a:spcBef>
                <a:spcPts val="1050"/>
              </a:spcBef>
            </a:pPr>
            <a:r>
              <a:rPr sz="1300" b="1" spc="-254" dirty="0">
                <a:solidFill>
                  <a:srgbClr val="252525"/>
                </a:solidFill>
                <a:latin typeface="Tahoma"/>
                <a:cs typeface="Tahoma"/>
              </a:rPr>
              <a:t>Line</a:t>
            </a:r>
            <a:r>
              <a:rPr sz="1300" b="1" spc="-60" dirty="0">
                <a:solidFill>
                  <a:srgbClr val="252525"/>
                </a:solidFill>
                <a:latin typeface="Tahoma"/>
                <a:cs typeface="Tahoma"/>
              </a:rPr>
              <a:t> </a:t>
            </a:r>
            <a:r>
              <a:rPr sz="1300" b="1" spc="-370" dirty="0">
                <a:solidFill>
                  <a:srgbClr val="252525"/>
                </a:solidFill>
                <a:latin typeface="Tahoma"/>
                <a:cs typeface="Tahoma"/>
              </a:rPr>
              <a:t>181-</a:t>
            </a:r>
            <a:r>
              <a:rPr sz="1300" b="1" spc="-50" dirty="0">
                <a:solidFill>
                  <a:srgbClr val="252525"/>
                </a:solidFill>
                <a:latin typeface="Tahoma"/>
                <a:cs typeface="Tahoma"/>
              </a:rPr>
              <a:t>3</a:t>
            </a:r>
            <a:endParaRPr sz="1300">
              <a:latin typeface="Tahoma"/>
              <a:cs typeface="Tahoma"/>
            </a:endParaRPr>
          </a:p>
          <a:p>
            <a:pPr marL="658495" indent="-182245">
              <a:lnSpc>
                <a:spcPct val="100000"/>
              </a:lnSpc>
              <a:spcBef>
                <a:spcPts val="420"/>
              </a:spcBef>
              <a:buFont typeface="Arial"/>
              <a:buChar char="•"/>
              <a:tabLst>
                <a:tab pos="658495" algn="l"/>
              </a:tabLst>
            </a:pPr>
            <a:r>
              <a:rPr sz="1400" spc="-105" dirty="0">
                <a:solidFill>
                  <a:srgbClr val="252525"/>
                </a:solidFill>
                <a:latin typeface="Trebuchet MS"/>
                <a:cs typeface="Trebuchet MS"/>
              </a:rPr>
              <a:t>Reshape.</a:t>
            </a:r>
            <a:endParaRPr sz="1400">
              <a:latin typeface="Trebuchet MS"/>
              <a:cs typeface="Trebuchet MS"/>
            </a:endParaRPr>
          </a:p>
          <a:p>
            <a:pPr marL="439420">
              <a:lnSpc>
                <a:spcPct val="100000"/>
              </a:lnSpc>
              <a:spcBef>
                <a:spcPts val="715"/>
              </a:spcBef>
            </a:pPr>
            <a:r>
              <a:rPr sz="1300" b="1" spc="-254" dirty="0">
                <a:solidFill>
                  <a:srgbClr val="252525"/>
                </a:solidFill>
                <a:latin typeface="Tahoma"/>
                <a:cs typeface="Tahoma"/>
              </a:rPr>
              <a:t>Line</a:t>
            </a:r>
            <a:r>
              <a:rPr sz="1300" b="1" spc="-60" dirty="0">
                <a:solidFill>
                  <a:srgbClr val="252525"/>
                </a:solidFill>
                <a:latin typeface="Tahoma"/>
                <a:cs typeface="Tahoma"/>
              </a:rPr>
              <a:t> </a:t>
            </a:r>
            <a:r>
              <a:rPr sz="1300" b="1" spc="-370" dirty="0">
                <a:solidFill>
                  <a:srgbClr val="252525"/>
                </a:solidFill>
                <a:latin typeface="Tahoma"/>
                <a:cs typeface="Tahoma"/>
              </a:rPr>
              <a:t>181-</a:t>
            </a:r>
            <a:r>
              <a:rPr sz="1300" b="1" spc="-50" dirty="0">
                <a:solidFill>
                  <a:srgbClr val="252525"/>
                </a:solidFill>
                <a:latin typeface="Tahoma"/>
                <a:cs typeface="Tahoma"/>
              </a:rPr>
              <a:t>5</a:t>
            </a:r>
            <a:endParaRPr sz="1300">
              <a:latin typeface="Tahoma"/>
              <a:cs typeface="Tahoma"/>
            </a:endParaRPr>
          </a:p>
          <a:p>
            <a:pPr marL="658495" indent="-182245">
              <a:lnSpc>
                <a:spcPct val="100000"/>
              </a:lnSpc>
              <a:spcBef>
                <a:spcPts val="420"/>
              </a:spcBef>
              <a:buFont typeface="Arial"/>
              <a:buChar char="•"/>
              <a:tabLst>
                <a:tab pos="658495" algn="l"/>
              </a:tabLst>
            </a:pPr>
            <a:r>
              <a:rPr sz="1400" spc="-270" dirty="0">
                <a:solidFill>
                  <a:srgbClr val="252525"/>
                </a:solidFill>
                <a:latin typeface="Trebuchet MS"/>
                <a:cs typeface="Trebuchet MS"/>
              </a:rPr>
              <a:t>The</a:t>
            </a:r>
            <a:r>
              <a:rPr sz="1400" spc="-145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400" spc="-165" dirty="0">
                <a:solidFill>
                  <a:srgbClr val="252525"/>
                </a:solidFill>
                <a:latin typeface="Trebuchet MS"/>
                <a:cs typeface="Trebuchet MS"/>
              </a:rPr>
              <a:t>last </a:t>
            </a:r>
            <a:r>
              <a:rPr sz="1400" spc="-235" dirty="0">
                <a:solidFill>
                  <a:srgbClr val="252525"/>
                </a:solidFill>
                <a:latin typeface="Trebuchet MS"/>
                <a:cs typeface="Trebuchet MS"/>
              </a:rPr>
              <a:t>output</a:t>
            </a:r>
            <a:r>
              <a:rPr sz="1400" spc="-155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400" spc="-125" dirty="0">
                <a:solidFill>
                  <a:srgbClr val="252525"/>
                </a:solidFill>
                <a:latin typeface="Trebuchet MS"/>
                <a:cs typeface="Trebuchet MS"/>
              </a:rPr>
              <a:t>is</a:t>
            </a:r>
            <a:r>
              <a:rPr sz="1400" spc="-120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400" spc="-229" dirty="0">
                <a:solidFill>
                  <a:srgbClr val="252525"/>
                </a:solidFill>
                <a:latin typeface="Trebuchet MS"/>
                <a:cs typeface="Trebuchet MS"/>
              </a:rPr>
              <a:t>the</a:t>
            </a:r>
            <a:r>
              <a:rPr sz="1400" spc="-140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400" spc="-215" dirty="0">
                <a:solidFill>
                  <a:srgbClr val="252525"/>
                </a:solidFill>
                <a:latin typeface="Trebuchet MS"/>
                <a:cs typeface="Trebuchet MS"/>
              </a:rPr>
              <a:t>predicted</a:t>
            </a:r>
            <a:r>
              <a:rPr sz="1400" spc="-140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400" spc="-285" dirty="0">
                <a:solidFill>
                  <a:srgbClr val="252525"/>
                </a:solidFill>
                <a:latin typeface="Trebuchet MS"/>
                <a:cs typeface="Trebuchet MS"/>
              </a:rPr>
              <a:t>y.</a:t>
            </a:r>
            <a:endParaRPr sz="14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2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322334" y="6524434"/>
            <a:ext cx="128751" cy="90487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54151" y="6527292"/>
            <a:ext cx="1794510" cy="142494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862571" y="6521195"/>
            <a:ext cx="2327910" cy="118110"/>
          </a:xfrm>
          <a:prstGeom prst="rect">
            <a:avLst/>
          </a:prstGeom>
        </p:spPr>
      </p:pic>
      <p:sp>
        <p:nvSpPr>
          <p:cNvPr id="5" name="object 5"/>
          <p:cNvSpPr/>
          <p:nvPr/>
        </p:nvSpPr>
        <p:spPr>
          <a:xfrm>
            <a:off x="559308" y="1440180"/>
            <a:ext cx="36830" cy="180340"/>
          </a:xfrm>
          <a:custGeom>
            <a:avLst/>
            <a:gdLst/>
            <a:ahLst/>
            <a:cxnLst/>
            <a:rect l="l" t="t" r="r" b="b"/>
            <a:pathLst>
              <a:path w="36829" h="180340">
                <a:moveTo>
                  <a:pt x="36576" y="0"/>
                </a:moveTo>
                <a:lnTo>
                  <a:pt x="0" y="0"/>
                </a:lnTo>
                <a:lnTo>
                  <a:pt x="0" y="179832"/>
                </a:lnTo>
                <a:lnTo>
                  <a:pt x="36576" y="179832"/>
                </a:lnTo>
                <a:lnTo>
                  <a:pt x="36576" y="0"/>
                </a:lnTo>
                <a:close/>
              </a:path>
            </a:pathLst>
          </a:custGeom>
          <a:solidFill>
            <a:srgbClr val="183DAF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6" name="object 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719327" y="1464563"/>
            <a:ext cx="1802130" cy="159258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437489" y="431419"/>
            <a:ext cx="173672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FFFFFF"/>
                </a:solidFill>
                <a:latin typeface="Ebrima"/>
                <a:cs typeface="Ebrima"/>
              </a:rPr>
              <a:t>3.3.</a:t>
            </a:r>
            <a:r>
              <a:rPr sz="1800" spc="-15" dirty="0">
                <a:solidFill>
                  <a:srgbClr val="FFFFFF"/>
                </a:solidFill>
                <a:latin typeface="Ebrima"/>
                <a:cs typeface="Ebrima"/>
              </a:rPr>
              <a:t> </a:t>
            </a:r>
            <a:r>
              <a:rPr sz="1800" dirty="0">
                <a:solidFill>
                  <a:srgbClr val="FFFFFF"/>
                </a:solidFill>
                <a:latin typeface="Ebrima"/>
                <a:cs typeface="Ebrima"/>
              </a:rPr>
              <a:t>AI</a:t>
            </a:r>
            <a:r>
              <a:rPr sz="1800" spc="-15" dirty="0">
                <a:solidFill>
                  <a:srgbClr val="FFFFFF"/>
                </a:solidFill>
                <a:latin typeface="Ebrima"/>
                <a:cs typeface="Ebrima"/>
              </a:rPr>
              <a:t> </a:t>
            </a:r>
            <a:r>
              <a:rPr sz="1800" dirty="0">
                <a:solidFill>
                  <a:srgbClr val="FFFFFF"/>
                </a:solidFill>
                <a:latin typeface="Ebrima"/>
                <a:cs typeface="Ebrima"/>
              </a:rPr>
              <a:t>with</a:t>
            </a:r>
            <a:r>
              <a:rPr sz="1800" spc="-5" dirty="0">
                <a:solidFill>
                  <a:srgbClr val="FFFFFF"/>
                </a:solidFill>
                <a:latin typeface="Ebrima"/>
                <a:cs typeface="Ebrima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Ebrima"/>
                <a:cs typeface="Ebrima"/>
              </a:rPr>
              <a:t>Keras</a:t>
            </a:r>
            <a:endParaRPr sz="1800">
              <a:latin typeface="Ebrima"/>
              <a:cs typeface="Ebrim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8671941" y="463677"/>
            <a:ext cx="80962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dirty="0">
                <a:solidFill>
                  <a:srgbClr val="D9D9D9"/>
                </a:solidFill>
                <a:latin typeface="Ebrima"/>
                <a:cs typeface="Ebrima"/>
              </a:rPr>
              <a:t>UNIT</a:t>
            </a:r>
            <a:r>
              <a:rPr sz="1600" spc="400" dirty="0">
                <a:solidFill>
                  <a:srgbClr val="D9D9D9"/>
                </a:solidFill>
                <a:latin typeface="Ebrima"/>
                <a:cs typeface="Ebrima"/>
              </a:rPr>
              <a:t> </a:t>
            </a:r>
            <a:r>
              <a:rPr sz="1600" spc="-35" dirty="0">
                <a:solidFill>
                  <a:srgbClr val="D9D9D9"/>
                </a:solidFill>
                <a:latin typeface="Ebrima"/>
                <a:cs typeface="Ebrima"/>
              </a:rPr>
              <a:t>03</a:t>
            </a:r>
            <a:endParaRPr sz="1600">
              <a:latin typeface="Ebrima"/>
              <a:cs typeface="Ebrima"/>
            </a:endParaRPr>
          </a:p>
        </p:txBody>
      </p:sp>
      <p:pic>
        <p:nvPicPr>
          <p:cNvPr id="9" name="object 9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710183" y="1805939"/>
            <a:ext cx="2903981" cy="133350"/>
          </a:xfrm>
          <a:prstGeom prst="rect">
            <a:avLst/>
          </a:prstGeom>
        </p:spPr>
      </p:pic>
      <p:grpSp>
        <p:nvGrpSpPr>
          <p:cNvPr id="10" name="object 10"/>
          <p:cNvGrpSpPr/>
          <p:nvPr/>
        </p:nvGrpSpPr>
        <p:grpSpPr>
          <a:xfrm>
            <a:off x="682625" y="2049652"/>
            <a:ext cx="8664575" cy="4226560"/>
            <a:chOff x="682625" y="2049652"/>
            <a:chExt cx="8664575" cy="4226560"/>
          </a:xfrm>
        </p:grpSpPr>
        <p:sp>
          <p:nvSpPr>
            <p:cNvPr id="11" name="object 11"/>
            <p:cNvSpPr/>
            <p:nvPr/>
          </p:nvSpPr>
          <p:spPr>
            <a:xfrm>
              <a:off x="685800" y="2052827"/>
              <a:ext cx="8658225" cy="4220210"/>
            </a:xfrm>
            <a:custGeom>
              <a:avLst/>
              <a:gdLst/>
              <a:ahLst/>
              <a:cxnLst/>
              <a:rect l="l" t="t" r="r" b="b"/>
              <a:pathLst>
                <a:path w="8658225" h="4220210">
                  <a:moveTo>
                    <a:pt x="0" y="4219956"/>
                  </a:moveTo>
                  <a:lnTo>
                    <a:pt x="8657844" y="4219956"/>
                  </a:lnTo>
                  <a:lnTo>
                    <a:pt x="8657844" y="0"/>
                  </a:lnTo>
                  <a:lnTo>
                    <a:pt x="0" y="0"/>
                  </a:lnTo>
                  <a:lnTo>
                    <a:pt x="0" y="4219956"/>
                  </a:lnTo>
                  <a:close/>
                </a:path>
              </a:pathLst>
            </a:custGeom>
            <a:ln w="6096">
              <a:solidFill>
                <a:srgbClr val="D9D9D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2" name="object 12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826355" y="2158705"/>
              <a:ext cx="8517288" cy="1326142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2036825" y="3978782"/>
              <a:ext cx="2318385" cy="1924685"/>
            </a:xfrm>
            <a:custGeom>
              <a:avLst/>
              <a:gdLst/>
              <a:ahLst/>
              <a:cxnLst/>
              <a:rect l="l" t="t" r="r" b="b"/>
              <a:pathLst>
                <a:path w="2318385" h="1924685">
                  <a:moveTo>
                    <a:pt x="0" y="1924431"/>
                  </a:moveTo>
                  <a:lnTo>
                    <a:pt x="8678" y="1863693"/>
                  </a:lnTo>
                  <a:lnTo>
                    <a:pt x="17973" y="1801340"/>
                  </a:lnTo>
                  <a:lnTo>
                    <a:pt x="27425" y="1740503"/>
                  </a:lnTo>
                  <a:lnTo>
                    <a:pt x="36577" y="1684312"/>
                  </a:lnTo>
                  <a:lnTo>
                    <a:pt x="44972" y="1635898"/>
                  </a:lnTo>
                  <a:lnTo>
                    <a:pt x="52151" y="1598393"/>
                  </a:lnTo>
                  <a:lnTo>
                    <a:pt x="70042" y="1546171"/>
                  </a:lnTo>
                  <a:lnTo>
                    <a:pt x="104574" y="1492041"/>
                  </a:lnTo>
                  <a:lnTo>
                    <a:pt x="115316" y="1476502"/>
                  </a:lnTo>
                  <a:lnTo>
                    <a:pt x="122860" y="1490340"/>
                  </a:lnTo>
                  <a:lnTo>
                    <a:pt x="134678" y="1533189"/>
                  </a:lnTo>
                  <a:lnTo>
                    <a:pt x="148490" y="1584873"/>
                  </a:lnTo>
                  <a:lnTo>
                    <a:pt x="162015" y="1625217"/>
                  </a:lnTo>
                  <a:lnTo>
                    <a:pt x="192325" y="1548545"/>
                  </a:lnTo>
                  <a:lnTo>
                    <a:pt x="203660" y="1479234"/>
                  </a:lnTo>
                  <a:lnTo>
                    <a:pt x="214582" y="1410422"/>
                  </a:lnTo>
                  <a:lnTo>
                    <a:pt x="223953" y="1355768"/>
                  </a:lnTo>
                  <a:lnTo>
                    <a:pt x="230631" y="1328928"/>
                  </a:lnTo>
                  <a:lnTo>
                    <a:pt x="242546" y="1303442"/>
                  </a:lnTo>
                  <a:lnTo>
                    <a:pt x="259461" y="1262967"/>
                  </a:lnTo>
                  <a:lnTo>
                    <a:pt x="275423" y="1223468"/>
                  </a:lnTo>
                  <a:lnTo>
                    <a:pt x="284480" y="1200912"/>
                  </a:lnTo>
                  <a:lnTo>
                    <a:pt x="295048" y="1195389"/>
                  </a:lnTo>
                  <a:lnTo>
                    <a:pt x="333807" y="1190107"/>
                  </a:lnTo>
                  <a:lnTo>
                    <a:pt x="358545" y="1112432"/>
                  </a:lnTo>
                  <a:lnTo>
                    <a:pt x="367754" y="1051771"/>
                  </a:lnTo>
                  <a:lnTo>
                    <a:pt x="377522" y="986029"/>
                  </a:lnTo>
                  <a:lnTo>
                    <a:pt x="386810" y="924527"/>
                  </a:lnTo>
                  <a:lnTo>
                    <a:pt x="394580" y="876589"/>
                  </a:lnTo>
                  <a:lnTo>
                    <a:pt x="399796" y="851535"/>
                  </a:lnTo>
                  <a:lnTo>
                    <a:pt x="406977" y="821344"/>
                  </a:lnTo>
                  <a:lnTo>
                    <a:pt x="418643" y="764568"/>
                  </a:lnTo>
                  <a:lnTo>
                    <a:pt x="432546" y="694944"/>
                  </a:lnTo>
                  <a:lnTo>
                    <a:pt x="446437" y="626208"/>
                  </a:lnTo>
                  <a:lnTo>
                    <a:pt x="458071" y="572099"/>
                  </a:lnTo>
                  <a:lnTo>
                    <a:pt x="476001" y="522755"/>
                  </a:lnTo>
                  <a:lnTo>
                    <a:pt x="493029" y="482822"/>
                  </a:lnTo>
                  <a:lnTo>
                    <a:pt x="511510" y="441412"/>
                  </a:lnTo>
                  <a:lnTo>
                    <a:pt x="549449" y="387923"/>
                  </a:lnTo>
                  <a:lnTo>
                    <a:pt x="584803" y="352758"/>
                  </a:lnTo>
                  <a:lnTo>
                    <a:pt x="618966" y="320855"/>
                  </a:lnTo>
                  <a:lnTo>
                    <a:pt x="649684" y="303258"/>
                  </a:lnTo>
                  <a:lnTo>
                    <a:pt x="666623" y="303704"/>
                  </a:lnTo>
                  <a:lnTo>
                    <a:pt x="704548" y="336002"/>
                  </a:lnTo>
                  <a:lnTo>
                    <a:pt x="717091" y="392600"/>
                  </a:lnTo>
                  <a:lnTo>
                    <a:pt x="731805" y="459391"/>
                  </a:lnTo>
                  <a:lnTo>
                    <a:pt x="747031" y="515837"/>
                  </a:lnTo>
                  <a:lnTo>
                    <a:pt x="761111" y="541401"/>
                  </a:lnTo>
                  <a:lnTo>
                    <a:pt x="785868" y="543768"/>
                  </a:lnTo>
                  <a:lnTo>
                    <a:pt x="819912" y="543671"/>
                  </a:lnTo>
                  <a:lnTo>
                    <a:pt x="851479" y="542597"/>
                  </a:lnTo>
                  <a:lnTo>
                    <a:pt x="868807" y="542036"/>
                  </a:lnTo>
                  <a:lnTo>
                    <a:pt x="880655" y="495800"/>
                  </a:lnTo>
                  <a:lnTo>
                    <a:pt x="891000" y="445048"/>
                  </a:lnTo>
                  <a:lnTo>
                    <a:pt x="903326" y="382177"/>
                  </a:lnTo>
                  <a:lnTo>
                    <a:pt x="916906" y="311917"/>
                  </a:lnTo>
                  <a:lnTo>
                    <a:pt x="931016" y="238997"/>
                  </a:lnTo>
                  <a:lnTo>
                    <a:pt x="944931" y="168145"/>
                  </a:lnTo>
                  <a:lnTo>
                    <a:pt x="957924" y="104091"/>
                  </a:lnTo>
                  <a:lnTo>
                    <a:pt x="969270" y="51562"/>
                  </a:lnTo>
                  <a:lnTo>
                    <a:pt x="984123" y="0"/>
                  </a:lnTo>
                  <a:lnTo>
                    <a:pt x="993268" y="14569"/>
                  </a:lnTo>
                  <a:lnTo>
                    <a:pt x="1004753" y="60292"/>
                  </a:lnTo>
                  <a:lnTo>
                    <a:pt x="1017127" y="122475"/>
                  </a:lnTo>
                  <a:lnTo>
                    <a:pt x="1028939" y="186426"/>
                  </a:lnTo>
                  <a:lnTo>
                    <a:pt x="1038741" y="237451"/>
                  </a:lnTo>
                  <a:lnTo>
                    <a:pt x="1045082" y="260858"/>
                  </a:lnTo>
                  <a:lnTo>
                    <a:pt x="1057136" y="270420"/>
                  </a:lnTo>
                  <a:lnTo>
                    <a:pt x="1075785" y="282590"/>
                  </a:lnTo>
                  <a:lnTo>
                    <a:pt x="1093624" y="293737"/>
                  </a:lnTo>
                  <a:lnTo>
                    <a:pt x="1103249" y="300228"/>
                  </a:lnTo>
                  <a:lnTo>
                    <a:pt x="1114192" y="322155"/>
                  </a:lnTo>
                  <a:lnTo>
                    <a:pt x="1134506" y="365442"/>
                  </a:lnTo>
                  <a:lnTo>
                    <a:pt x="1154558" y="405491"/>
                  </a:lnTo>
                  <a:lnTo>
                    <a:pt x="1164717" y="417703"/>
                  </a:lnTo>
                  <a:lnTo>
                    <a:pt x="1169005" y="392783"/>
                  </a:lnTo>
                  <a:lnTo>
                    <a:pt x="1177689" y="340350"/>
                  </a:lnTo>
                  <a:lnTo>
                    <a:pt x="1188688" y="274272"/>
                  </a:lnTo>
                  <a:lnTo>
                    <a:pt x="1199919" y="208416"/>
                  </a:lnTo>
                  <a:lnTo>
                    <a:pt x="1209302" y="156650"/>
                  </a:lnTo>
                  <a:lnTo>
                    <a:pt x="1225859" y="119072"/>
                  </a:lnTo>
                  <a:lnTo>
                    <a:pt x="1264832" y="78674"/>
                  </a:lnTo>
                  <a:lnTo>
                    <a:pt x="1276223" y="67691"/>
                  </a:lnTo>
                  <a:lnTo>
                    <a:pt x="1296318" y="73378"/>
                  </a:lnTo>
                  <a:lnTo>
                    <a:pt x="1334690" y="91471"/>
                  </a:lnTo>
                  <a:lnTo>
                    <a:pt x="1372181" y="111517"/>
                  </a:lnTo>
                  <a:lnTo>
                    <a:pt x="1389634" y="123063"/>
                  </a:lnTo>
                  <a:lnTo>
                    <a:pt x="1398708" y="135636"/>
                  </a:lnTo>
                  <a:lnTo>
                    <a:pt x="1417748" y="158115"/>
                  </a:lnTo>
                  <a:lnTo>
                    <a:pt x="1437622" y="179070"/>
                  </a:lnTo>
                  <a:lnTo>
                    <a:pt x="1449197" y="187071"/>
                  </a:lnTo>
                  <a:lnTo>
                    <a:pt x="1459575" y="163325"/>
                  </a:lnTo>
                  <a:lnTo>
                    <a:pt x="1476883" y="114649"/>
                  </a:lnTo>
                  <a:lnTo>
                    <a:pt x="1493809" y="67734"/>
                  </a:lnTo>
                  <a:lnTo>
                    <a:pt x="1503045" y="49276"/>
                  </a:lnTo>
                  <a:lnTo>
                    <a:pt x="1514068" y="60704"/>
                  </a:lnTo>
                  <a:lnTo>
                    <a:pt x="1534842" y="80502"/>
                  </a:lnTo>
                  <a:lnTo>
                    <a:pt x="1568450" y="113157"/>
                  </a:lnTo>
                  <a:lnTo>
                    <a:pt x="1584597" y="185956"/>
                  </a:lnTo>
                  <a:lnTo>
                    <a:pt x="1597040" y="250698"/>
                  </a:lnTo>
                  <a:lnTo>
                    <a:pt x="1609748" y="316328"/>
                  </a:lnTo>
                  <a:lnTo>
                    <a:pt x="1620734" y="369344"/>
                  </a:lnTo>
                  <a:lnTo>
                    <a:pt x="1628013" y="396240"/>
                  </a:lnTo>
                  <a:lnTo>
                    <a:pt x="1636416" y="419760"/>
                  </a:lnTo>
                  <a:lnTo>
                    <a:pt x="1651760" y="467665"/>
                  </a:lnTo>
                  <a:lnTo>
                    <a:pt x="1671327" y="529971"/>
                  </a:lnTo>
                  <a:lnTo>
                    <a:pt x="1692400" y="596692"/>
                  </a:lnTo>
                  <a:lnTo>
                    <a:pt x="1712262" y="657847"/>
                  </a:lnTo>
                  <a:lnTo>
                    <a:pt x="1728197" y="703450"/>
                  </a:lnTo>
                  <a:lnTo>
                    <a:pt x="1737487" y="723519"/>
                  </a:lnTo>
                  <a:lnTo>
                    <a:pt x="1751867" y="708409"/>
                  </a:lnTo>
                  <a:lnTo>
                    <a:pt x="1772332" y="665607"/>
                  </a:lnTo>
                  <a:lnTo>
                    <a:pt x="1791725" y="619756"/>
                  </a:lnTo>
                  <a:lnTo>
                    <a:pt x="1802891" y="595503"/>
                  </a:lnTo>
                  <a:lnTo>
                    <a:pt x="1811922" y="568450"/>
                  </a:lnTo>
                  <a:lnTo>
                    <a:pt x="1826466" y="515477"/>
                  </a:lnTo>
                  <a:lnTo>
                    <a:pt x="1841700" y="463147"/>
                  </a:lnTo>
                  <a:lnTo>
                    <a:pt x="1852802" y="438023"/>
                  </a:lnTo>
                  <a:lnTo>
                    <a:pt x="1858707" y="453925"/>
                  </a:lnTo>
                  <a:lnTo>
                    <a:pt x="1867180" y="497551"/>
                  </a:lnTo>
                  <a:lnTo>
                    <a:pt x="1877259" y="558367"/>
                  </a:lnTo>
                  <a:lnTo>
                    <a:pt x="1887982" y="625842"/>
                  </a:lnTo>
                  <a:lnTo>
                    <a:pt x="1898387" y="689442"/>
                  </a:lnTo>
                  <a:lnTo>
                    <a:pt x="1907513" y="738635"/>
                  </a:lnTo>
                  <a:lnTo>
                    <a:pt x="1914398" y="762889"/>
                  </a:lnTo>
                  <a:lnTo>
                    <a:pt x="1927514" y="747371"/>
                  </a:lnTo>
                  <a:lnTo>
                    <a:pt x="1944751" y="695134"/>
                  </a:lnTo>
                  <a:lnTo>
                    <a:pt x="1961225" y="641088"/>
                  </a:lnTo>
                  <a:lnTo>
                    <a:pt x="1972056" y="620141"/>
                  </a:lnTo>
                  <a:lnTo>
                    <a:pt x="1982970" y="649813"/>
                  </a:lnTo>
                  <a:lnTo>
                    <a:pt x="1999265" y="705977"/>
                  </a:lnTo>
                  <a:lnTo>
                    <a:pt x="2015418" y="761069"/>
                  </a:lnTo>
                  <a:lnTo>
                    <a:pt x="2025903" y="787527"/>
                  </a:lnTo>
                  <a:lnTo>
                    <a:pt x="2035829" y="783820"/>
                  </a:lnTo>
                  <a:lnTo>
                    <a:pt x="2051780" y="767397"/>
                  </a:lnTo>
                  <a:lnTo>
                    <a:pt x="2087372" y="698881"/>
                  </a:lnTo>
                  <a:lnTo>
                    <a:pt x="2098178" y="658746"/>
                  </a:lnTo>
                  <a:lnTo>
                    <a:pt x="2109686" y="604797"/>
                  </a:lnTo>
                  <a:lnTo>
                    <a:pt x="2121201" y="545655"/>
                  </a:lnTo>
                  <a:lnTo>
                    <a:pt x="2132028" y="489942"/>
                  </a:lnTo>
                  <a:lnTo>
                    <a:pt x="2141473" y="446280"/>
                  </a:lnTo>
                  <a:lnTo>
                    <a:pt x="2148840" y="423291"/>
                  </a:lnTo>
                  <a:lnTo>
                    <a:pt x="2159894" y="419488"/>
                  </a:lnTo>
                  <a:lnTo>
                    <a:pt x="2173747" y="429926"/>
                  </a:lnTo>
                  <a:lnTo>
                    <a:pt x="2188862" y="443364"/>
                  </a:lnTo>
                  <a:lnTo>
                    <a:pt x="2203704" y="448564"/>
                  </a:lnTo>
                  <a:lnTo>
                    <a:pt x="2216888" y="443099"/>
                  </a:lnTo>
                  <a:lnTo>
                    <a:pt x="2229643" y="432847"/>
                  </a:lnTo>
                  <a:lnTo>
                    <a:pt x="2244066" y="418738"/>
                  </a:lnTo>
                  <a:lnTo>
                    <a:pt x="2262251" y="401701"/>
                  </a:lnTo>
                  <a:lnTo>
                    <a:pt x="2274498" y="367748"/>
                  </a:lnTo>
                  <a:lnTo>
                    <a:pt x="2291746" y="313721"/>
                  </a:lnTo>
                  <a:lnTo>
                    <a:pt x="2308185" y="261076"/>
                  </a:lnTo>
                  <a:lnTo>
                    <a:pt x="2318004" y="231267"/>
                  </a:lnTo>
                </a:path>
              </a:pathLst>
            </a:custGeom>
            <a:ln w="19812">
              <a:solidFill>
                <a:srgbClr val="13299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1857755" y="3607308"/>
              <a:ext cx="3785870" cy="2456180"/>
            </a:xfrm>
            <a:custGeom>
              <a:avLst/>
              <a:gdLst/>
              <a:ahLst/>
              <a:cxnLst/>
              <a:rect l="l" t="t" r="r" b="b"/>
              <a:pathLst>
                <a:path w="3785870" h="2456179">
                  <a:moveTo>
                    <a:pt x="0" y="2406395"/>
                  </a:moveTo>
                  <a:lnTo>
                    <a:pt x="3785616" y="2406395"/>
                  </a:lnTo>
                  <a:lnTo>
                    <a:pt x="3785616" y="0"/>
                  </a:lnTo>
                  <a:lnTo>
                    <a:pt x="0" y="0"/>
                  </a:lnTo>
                  <a:lnTo>
                    <a:pt x="0" y="2406395"/>
                  </a:lnTo>
                  <a:close/>
                </a:path>
                <a:path w="3785870" h="2456179">
                  <a:moveTo>
                    <a:pt x="167639" y="2409443"/>
                  </a:moveTo>
                  <a:lnTo>
                    <a:pt x="167639" y="2455760"/>
                  </a:lnTo>
                </a:path>
                <a:path w="3785870" h="2456179">
                  <a:moveTo>
                    <a:pt x="751332" y="2409443"/>
                  </a:moveTo>
                  <a:lnTo>
                    <a:pt x="751332" y="2455760"/>
                  </a:lnTo>
                </a:path>
              </a:pathLst>
            </a:custGeom>
            <a:ln w="12192">
              <a:solidFill>
                <a:srgbClr val="7E7E7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/>
          <p:cNvSpPr txBox="1"/>
          <p:nvPr/>
        </p:nvSpPr>
        <p:spPr>
          <a:xfrm>
            <a:off x="1993645" y="6056782"/>
            <a:ext cx="7937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200" spc="-110" dirty="0">
                <a:latin typeface="Trebuchet MS"/>
                <a:cs typeface="Trebuchet MS"/>
              </a:rPr>
              <a:t>0</a:t>
            </a:r>
            <a:endParaRPr sz="1200">
              <a:latin typeface="Trebuchet MS"/>
              <a:cs typeface="Trebuchet MS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2563622" y="6056782"/>
            <a:ext cx="10922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200" spc="-285" dirty="0">
                <a:latin typeface="Trebuchet MS"/>
                <a:cs typeface="Trebuchet MS"/>
              </a:rPr>
              <a:t>10</a:t>
            </a:r>
            <a:endParaRPr sz="1200">
              <a:latin typeface="Trebuchet MS"/>
              <a:cs typeface="Trebuchet MS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1718436" y="3588511"/>
            <a:ext cx="10223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200" spc="-310" dirty="0">
                <a:latin typeface="Trebuchet MS"/>
                <a:cs typeface="Trebuchet MS"/>
              </a:rPr>
              <a:t>12</a:t>
            </a:r>
            <a:endParaRPr sz="1200">
              <a:latin typeface="Trebuchet MS"/>
              <a:cs typeface="Trebuchet MS"/>
            </a:endParaRPr>
          </a:p>
        </p:txBody>
      </p:sp>
      <p:grpSp>
        <p:nvGrpSpPr>
          <p:cNvPr id="18" name="object 18"/>
          <p:cNvGrpSpPr/>
          <p:nvPr/>
        </p:nvGrpSpPr>
        <p:grpSpPr>
          <a:xfrm>
            <a:off x="1799589" y="3683253"/>
            <a:ext cx="2564130" cy="2386330"/>
            <a:chOff x="1799589" y="3683253"/>
            <a:chExt cx="2564130" cy="2386330"/>
          </a:xfrm>
        </p:grpSpPr>
        <p:sp>
          <p:nvSpPr>
            <p:cNvPr id="19" name="object 19"/>
            <p:cNvSpPr/>
            <p:nvPr/>
          </p:nvSpPr>
          <p:spPr>
            <a:xfrm>
              <a:off x="1805939" y="3689603"/>
              <a:ext cx="46355" cy="2277110"/>
            </a:xfrm>
            <a:custGeom>
              <a:avLst/>
              <a:gdLst/>
              <a:ahLst/>
              <a:cxnLst/>
              <a:rect l="l" t="t" r="r" b="b"/>
              <a:pathLst>
                <a:path w="46355" h="2277110">
                  <a:moveTo>
                    <a:pt x="45847" y="0"/>
                  </a:moveTo>
                  <a:lnTo>
                    <a:pt x="0" y="0"/>
                  </a:lnTo>
                </a:path>
                <a:path w="46355" h="2277110">
                  <a:moveTo>
                    <a:pt x="45847" y="911352"/>
                  </a:moveTo>
                  <a:lnTo>
                    <a:pt x="0" y="911352"/>
                  </a:lnTo>
                </a:path>
                <a:path w="46355" h="2277110">
                  <a:moveTo>
                    <a:pt x="45847" y="1821180"/>
                  </a:moveTo>
                  <a:lnTo>
                    <a:pt x="0" y="1821180"/>
                  </a:lnTo>
                </a:path>
                <a:path w="46355" h="2277110">
                  <a:moveTo>
                    <a:pt x="45847" y="2276856"/>
                  </a:moveTo>
                  <a:lnTo>
                    <a:pt x="0" y="2276856"/>
                  </a:lnTo>
                </a:path>
                <a:path w="46355" h="2277110">
                  <a:moveTo>
                    <a:pt x="45847" y="1365504"/>
                  </a:moveTo>
                  <a:lnTo>
                    <a:pt x="0" y="1365504"/>
                  </a:lnTo>
                </a:path>
              </a:pathLst>
            </a:custGeom>
            <a:ln w="12192">
              <a:solidFill>
                <a:srgbClr val="7E7E7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3191255" y="6016751"/>
              <a:ext cx="1165860" cy="46355"/>
            </a:xfrm>
            <a:custGeom>
              <a:avLst/>
              <a:gdLst/>
              <a:ahLst/>
              <a:cxnLst/>
              <a:rect l="l" t="t" r="r" b="b"/>
              <a:pathLst>
                <a:path w="1165860" h="46354">
                  <a:moveTo>
                    <a:pt x="0" y="0"/>
                  </a:moveTo>
                  <a:lnTo>
                    <a:pt x="0" y="46316"/>
                  </a:lnTo>
                </a:path>
                <a:path w="1165860" h="46354">
                  <a:moveTo>
                    <a:pt x="1165859" y="0"/>
                  </a:moveTo>
                  <a:lnTo>
                    <a:pt x="1165859" y="46316"/>
                  </a:lnTo>
                </a:path>
              </a:pathLst>
            </a:custGeom>
            <a:ln w="12192">
              <a:solidFill>
                <a:srgbClr val="7E7E7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1" name="object 21"/>
          <p:cNvSpPr txBox="1"/>
          <p:nvPr/>
        </p:nvSpPr>
        <p:spPr>
          <a:xfrm>
            <a:off x="3123310" y="6056782"/>
            <a:ext cx="14160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200" spc="-105" dirty="0">
                <a:latin typeface="Trebuchet MS"/>
                <a:cs typeface="Trebuchet MS"/>
              </a:rPr>
              <a:t>20</a:t>
            </a:r>
            <a:endParaRPr sz="1200">
              <a:latin typeface="Trebuchet MS"/>
              <a:cs typeface="Trebuchet MS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4292853" y="6056782"/>
            <a:ext cx="13652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200" spc="-125" dirty="0">
                <a:latin typeface="Trebuchet MS"/>
                <a:cs typeface="Trebuchet MS"/>
              </a:rPr>
              <a:t>40</a:t>
            </a:r>
            <a:endParaRPr sz="1200">
              <a:latin typeface="Trebuchet MS"/>
              <a:cs typeface="Trebuchet MS"/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5522976" y="6016752"/>
            <a:ext cx="0" cy="46355"/>
          </a:xfrm>
          <a:custGeom>
            <a:avLst/>
            <a:gdLst/>
            <a:ahLst/>
            <a:cxnLst/>
            <a:rect l="l" t="t" r="r" b="b"/>
            <a:pathLst>
              <a:path h="46354">
                <a:moveTo>
                  <a:pt x="0" y="0"/>
                </a:moveTo>
                <a:lnTo>
                  <a:pt x="0" y="46316"/>
                </a:lnTo>
              </a:path>
            </a:pathLst>
          </a:custGeom>
          <a:ln w="12192">
            <a:solidFill>
              <a:srgbClr val="7E7E7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 txBox="1"/>
          <p:nvPr/>
        </p:nvSpPr>
        <p:spPr>
          <a:xfrm>
            <a:off x="5455665" y="6056782"/>
            <a:ext cx="14541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200" spc="-90" dirty="0">
                <a:latin typeface="Trebuchet MS"/>
                <a:cs typeface="Trebuchet MS"/>
              </a:rPr>
              <a:t>60</a:t>
            </a:r>
            <a:endParaRPr sz="1200">
              <a:latin typeface="Trebuchet MS"/>
              <a:cs typeface="Trebuchet MS"/>
            </a:endParaRPr>
          </a:p>
        </p:txBody>
      </p:sp>
      <p:sp>
        <p:nvSpPr>
          <p:cNvPr id="25" name="object 25"/>
          <p:cNvSpPr/>
          <p:nvPr/>
        </p:nvSpPr>
        <p:spPr>
          <a:xfrm>
            <a:off x="4940808" y="6016752"/>
            <a:ext cx="0" cy="46355"/>
          </a:xfrm>
          <a:custGeom>
            <a:avLst/>
            <a:gdLst/>
            <a:ahLst/>
            <a:cxnLst/>
            <a:rect l="l" t="t" r="r" b="b"/>
            <a:pathLst>
              <a:path h="46354">
                <a:moveTo>
                  <a:pt x="0" y="0"/>
                </a:moveTo>
                <a:lnTo>
                  <a:pt x="0" y="46316"/>
                </a:lnTo>
              </a:path>
            </a:pathLst>
          </a:custGeom>
          <a:ln w="12192">
            <a:solidFill>
              <a:srgbClr val="7E7E7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 txBox="1"/>
          <p:nvPr/>
        </p:nvSpPr>
        <p:spPr>
          <a:xfrm>
            <a:off x="4878959" y="6056782"/>
            <a:ext cx="14732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200" spc="-80" dirty="0">
                <a:latin typeface="Trebuchet MS"/>
                <a:cs typeface="Trebuchet MS"/>
              </a:rPr>
              <a:t>50</a:t>
            </a:r>
            <a:endParaRPr sz="1200">
              <a:latin typeface="Trebuchet MS"/>
              <a:cs typeface="Trebuchet MS"/>
            </a:endParaRPr>
          </a:p>
        </p:txBody>
      </p:sp>
      <p:sp>
        <p:nvSpPr>
          <p:cNvPr id="27" name="object 27"/>
          <p:cNvSpPr/>
          <p:nvPr/>
        </p:nvSpPr>
        <p:spPr>
          <a:xfrm>
            <a:off x="1909572" y="3656076"/>
            <a:ext cx="753110" cy="424180"/>
          </a:xfrm>
          <a:custGeom>
            <a:avLst/>
            <a:gdLst/>
            <a:ahLst/>
            <a:cxnLst/>
            <a:rect l="l" t="t" r="r" b="b"/>
            <a:pathLst>
              <a:path w="753110" h="424179">
                <a:moveTo>
                  <a:pt x="0" y="423672"/>
                </a:moveTo>
                <a:lnTo>
                  <a:pt x="752856" y="423672"/>
                </a:lnTo>
                <a:lnTo>
                  <a:pt x="752856" y="0"/>
                </a:lnTo>
                <a:lnTo>
                  <a:pt x="0" y="0"/>
                </a:lnTo>
                <a:lnTo>
                  <a:pt x="0" y="423672"/>
                </a:lnTo>
                <a:close/>
              </a:path>
            </a:pathLst>
          </a:custGeom>
          <a:ln w="6095">
            <a:solidFill>
              <a:srgbClr val="7E7E7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 txBox="1"/>
          <p:nvPr/>
        </p:nvSpPr>
        <p:spPr>
          <a:xfrm>
            <a:off x="2313432" y="3647694"/>
            <a:ext cx="23304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R="5080">
              <a:lnSpc>
                <a:spcPct val="100000"/>
              </a:lnSpc>
              <a:spcBef>
                <a:spcPts val="100"/>
              </a:spcBef>
            </a:pPr>
            <a:r>
              <a:rPr sz="1200" spc="-200" dirty="0">
                <a:latin typeface="Trebuchet MS"/>
                <a:cs typeface="Trebuchet MS"/>
              </a:rPr>
              <a:t>Data</a:t>
            </a:r>
            <a:r>
              <a:rPr sz="1200" spc="-25" dirty="0">
                <a:latin typeface="Trebuchet MS"/>
                <a:cs typeface="Trebuchet MS"/>
              </a:rPr>
              <a:t> Fit</a:t>
            </a:r>
            <a:endParaRPr sz="1200">
              <a:latin typeface="Trebuchet MS"/>
              <a:cs typeface="Trebuchet MS"/>
            </a:endParaRPr>
          </a:p>
        </p:txBody>
      </p:sp>
      <p:grpSp>
        <p:nvGrpSpPr>
          <p:cNvPr id="29" name="object 29"/>
          <p:cNvGrpSpPr/>
          <p:nvPr/>
        </p:nvGrpSpPr>
        <p:grpSpPr>
          <a:xfrm>
            <a:off x="1973326" y="3759453"/>
            <a:ext cx="262890" cy="209550"/>
            <a:chOff x="1973326" y="3759453"/>
            <a:chExt cx="262890" cy="209550"/>
          </a:xfrm>
        </p:grpSpPr>
        <p:sp>
          <p:nvSpPr>
            <p:cNvPr id="30" name="object 30"/>
            <p:cNvSpPr/>
            <p:nvPr/>
          </p:nvSpPr>
          <p:spPr>
            <a:xfrm>
              <a:off x="1983486" y="3769613"/>
              <a:ext cx="242570" cy="0"/>
            </a:xfrm>
            <a:custGeom>
              <a:avLst/>
              <a:gdLst/>
              <a:ahLst/>
              <a:cxnLst/>
              <a:rect l="l" t="t" r="r" b="b"/>
              <a:pathLst>
                <a:path w="242569">
                  <a:moveTo>
                    <a:pt x="0" y="0"/>
                  </a:moveTo>
                  <a:lnTo>
                    <a:pt x="242569" y="0"/>
                  </a:lnTo>
                </a:path>
              </a:pathLst>
            </a:custGeom>
            <a:ln w="19812">
              <a:solidFill>
                <a:srgbClr val="13299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1983486" y="3958589"/>
              <a:ext cx="242570" cy="0"/>
            </a:xfrm>
            <a:custGeom>
              <a:avLst/>
              <a:gdLst/>
              <a:ahLst/>
              <a:cxnLst/>
              <a:rect l="l" t="t" r="r" b="b"/>
              <a:pathLst>
                <a:path w="242569">
                  <a:moveTo>
                    <a:pt x="0" y="0"/>
                  </a:moveTo>
                  <a:lnTo>
                    <a:pt x="242569" y="0"/>
                  </a:lnTo>
                </a:path>
              </a:pathLst>
            </a:custGeom>
            <a:ln w="19812">
              <a:solidFill>
                <a:srgbClr val="FF0000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2" name="object 32"/>
          <p:cNvSpPr txBox="1"/>
          <p:nvPr/>
        </p:nvSpPr>
        <p:spPr>
          <a:xfrm>
            <a:off x="1714500" y="4045407"/>
            <a:ext cx="109855" cy="203898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200" spc="-285" dirty="0">
                <a:latin typeface="Trebuchet MS"/>
                <a:cs typeface="Trebuchet MS"/>
              </a:rPr>
              <a:t>10</a:t>
            </a:r>
            <a:endParaRPr sz="12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1850">
              <a:latin typeface="Trebuchet MS"/>
              <a:cs typeface="Trebuchet MS"/>
            </a:endParaRPr>
          </a:p>
          <a:p>
            <a:pPr marL="31115">
              <a:lnSpc>
                <a:spcPct val="100000"/>
              </a:lnSpc>
            </a:pPr>
            <a:r>
              <a:rPr sz="1200" spc="-114" dirty="0">
                <a:latin typeface="Trebuchet MS"/>
                <a:cs typeface="Trebuchet MS"/>
              </a:rPr>
              <a:t>8</a:t>
            </a:r>
            <a:endParaRPr sz="12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1850">
              <a:latin typeface="Trebuchet MS"/>
              <a:cs typeface="Trebuchet MS"/>
            </a:endParaRPr>
          </a:p>
          <a:p>
            <a:pPr marL="30480">
              <a:lnSpc>
                <a:spcPct val="100000"/>
              </a:lnSpc>
            </a:pPr>
            <a:r>
              <a:rPr sz="1200" spc="-125" dirty="0">
                <a:latin typeface="Trebuchet MS"/>
                <a:cs typeface="Trebuchet MS"/>
              </a:rPr>
              <a:t>6</a:t>
            </a:r>
            <a:endParaRPr sz="12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1850">
              <a:latin typeface="Trebuchet MS"/>
              <a:cs typeface="Trebuchet MS"/>
            </a:endParaRPr>
          </a:p>
          <a:p>
            <a:pPr marL="37465">
              <a:lnSpc>
                <a:spcPct val="100000"/>
              </a:lnSpc>
            </a:pPr>
            <a:r>
              <a:rPr sz="1200" spc="-170" dirty="0">
                <a:latin typeface="Trebuchet MS"/>
                <a:cs typeface="Trebuchet MS"/>
              </a:rPr>
              <a:t>4</a:t>
            </a:r>
            <a:endParaRPr sz="12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1850">
              <a:latin typeface="Trebuchet MS"/>
              <a:cs typeface="Trebuchet MS"/>
            </a:endParaRPr>
          </a:p>
          <a:p>
            <a:pPr marL="34290">
              <a:lnSpc>
                <a:spcPct val="100000"/>
              </a:lnSpc>
            </a:pPr>
            <a:r>
              <a:rPr sz="1200" spc="-165" dirty="0">
                <a:latin typeface="Trebuchet MS"/>
                <a:cs typeface="Trebuchet MS"/>
              </a:rPr>
              <a:t>2</a:t>
            </a:r>
            <a:endParaRPr sz="1200">
              <a:latin typeface="Trebuchet MS"/>
              <a:cs typeface="Trebuchet MS"/>
            </a:endParaRPr>
          </a:p>
        </p:txBody>
      </p:sp>
      <p:grpSp>
        <p:nvGrpSpPr>
          <p:cNvPr id="33" name="object 33"/>
          <p:cNvGrpSpPr/>
          <p:nvPr/>
        </p:nvGrpSpPr>
        <p:grpSpPr>
          <a:xfrm>
            <a:off x="1805939" y="3711575"/>
            <a:ext cx="3670300" cy="2352040"/>
            <a:chOff x="1805939" y="3711575"/>
            <a:chExt cx="3670300" cy="2352040"/>
          </a:xfrm>
        </p:grpSpPr>
        <p:sp>
          <p:nvSpPr>
            <p:cNvPr id="34" name="object 34"/>
            <p:cNvSpPr/>
            <p:nvPr/>
          </p:nvSpPr>
          <p:spPr>
            <a:xfrm>
              <a:off x="1805939" y="4145280"/>
              <a:ext cx="46355" cy="0"/>
            </a:xfrm>
            <a:custGeom>
              <a:avLst/>
              <a:gdLst/>
              <a:ahLst/>
              <a:cxnLst/>
              <a:rect l="l" t="t" r="r" b="b"/>
              <a:pathLst>
                <a:path w="46355">
                  <a:moveTo>
                    <a:pt x="45847" y="0"/>
                  </a:moveTo>
                  <a:lnTo>
                    <a:pt x="0" y="0"/>
                  </a:lnTo>
                </a:path>
              </a:pathLst>
            </a:custGeom>
            <a:ln w="12192">
              <a:solidFill>
                <a:srgbClr val="7E7E7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2023109" y="3721480"/>
              <a:ext cx="3442970" cy="2192655"/>
            </a:xfrm>
            <a:custGeom>
              <a:avLst/>
              <a:gdLst/>
              <a:ahLst/>
              <a:cxnLst/>
              <a:rect l="l" t="t" r="r" b="b"/>
              <a:pathLst>
                <a:path w="3442970" h="2192654">
                  <a:moveTo>
                    <a:pt x="0" y="2192401"/>
                  </a:moveTo>
                  <a:lnTo>
                    <a:pt x="8780" y="2130939"/>
                  </a:lnTo>
                  <a:lnTo>
                    <a:pt x="18162" y="2067846"/>
                  </a:lnTo>
                  <a:lnTo>
                    <a:pt x="27691" y="2006289"/>
                  </a:lnTo>
                  <a:lnTo>
                    <a:pt x="36912" y="1949440"/>
                  </a:lnTo>
                  <a:lnTo>
                    <a:pt x="45368" y="1900468"/>
                  </a:lnTo>
                  <a:lnTo>
                    <a:pt x="52604" y="1862542"/>
                  </a:lnTo>
                  <a:lnTo>
                    <a:pt x="70738" y="1809682"/>
                  </a:lnTo>
                  <a:lnTo>
                    <a:pt x="105600" y="1754858"/>
                  </a:lnTo>
                  <a:lnTo>
                    <a:pt x="116458" y="1739138"/>
                  </a:lnTo>
                  <a:lnTo>
                    <a:pt x="124044" y="1753149"/>
                  </a:lnTo>
                  <a:lnTo>
                    <a:pt x="135964" y="1796508"/>
                  </a:lnTo>
                  <a:lnTo>
                    <a:pt x="149907" y="1848803"/>
                  </a:lnTo>
                  <a:lnTo>
                    <a:pt x="163564" y="1889621"/>
                  </a:lnTo>
                  <a:lnTo>
                    <a:pt x="194225" y="1812041"/>
                  </a:lnTo>
                  <a:lnTo>
                    <a:pt x="205676" y="1741909"/>
                  </a:lnTo>
                  <a:lnTo>
                    <a:pt x="216704" y="1672279"/>
                  </a:lnTo>
                  <a:lnTo>
                    <a:pt x="226165" y="1616966"/>
                  </a:lnTo>
                  <a:lnTo>
                    <a:pt x="232917" y="1589786"/>
                  </a:lnTo>
                  <a:lnTo>
                    <a:pt x="244965" y="1564026"/>
                  </a:lnTo>
                  <a:lnTo>
                    <a:pt x="262048" y="1523063"/>
                  </a:lnTo>
                  <a:lnTo>
                    <a:pt x="278155" y="1483076"/>
                  </a:lnTo>
                  <a:lnTo>
                    <a:pt x="287273" y="1460246"/>
                  </a:lnTo>
                  <a:lnTo>
                    <a:pt x="297924" y="1454665"/>
                  </a:lnTo>
                  <a:lnTo>
                    <a:pt x="337083" y="1449316"/>
                  </a:lnTo>
                  <a:lnTo>
                    <a:pt x="362052" y="1370743"/>
                  </a:lnTo>
                  <a:lnTo>
                    <a:pt x="371343" y="1309368"/>
                  </a:lnTo>
                  <a:lnTo>
                    <a:pt x="381206" y="1242841"/>
                  </a:lnTo>
                  <a:lnTo>
                    <a:pt x="390590" y="1180595"/>
                  </a:lnTo>
                  <a:lnTo>
                    <a:pt x="398449" y="1132063"/>
                  </a:lnTo>
                  <a:lnTo>
                    <a:pt x="403732" y="1106678"/>
                  </a:lnTo>
                  <a:lnTo>
                    <a:pt x="410952" y="1076135"/>
                  </a:lnTo>
                  <a:lnTo>
                    <a:pt x="422712" y="1018671"/>
                  </a:lnTo>
                  <a:lnTo>
                    <a:pt x="436737" y="948197"/>
                  </a:lnTo>
                  <a:lnTo>
                    <a:pt x="450751" y="878623"/>
                  </a:lnTo>
                  <a:lnTo>
                    <a:pt x="462479" y="823858"/>
                  </a:lnTo>
                  <a:lnTo>
                    <a:pt x="480581" y="773959"/>
                  </a:lnTo>
                  <a:lnTo>
                    <a:pt x="497792" y="733567"/>
                  </a:lnTo>
                  <a:lnTo>
                    <a:pt x="516455" y="691675"/>
                  </a:lnTo>
                  <a:lnTo>
                    <a:pt x="554743" y="637553"/>
                  </a:lnTo>
                  <a:lnTo>
                    <a:pt x="590454" y="601964"/>
                  </a:lnTo>
                  <a:lnTo>
                    <a:pt x="624974" y="569684"/>
                  </a:lnTo>
                  <a:lnTo>
                    <a:pt x="656022" y="551870"/>
                  </a:lnTo>
                  <a:lnTo>
                    <a:pt x="673099" y="552323"/>
                  </a:lnTo>
                  <a:lnTo>
                    <a:pt x="711382" y="585007"/>
                  </a:lnTo>
                  <a:lnTo>
                    <a:pt x="724072" y="642305"/>
                  </a:lnTo>
                  <a:lnTo>
                    <a:pt x="738957" y="709904"/>
                  </a:lnTo>
                  <a:lnTo>
                    <a:pt x="754359" y="767019"/>
                  </a:lnTo>
                  <a:lnTo>
                    <a:pt x="768603" y="792861"/>
                  </a:lnTo>
                  <a:lnTo>
                    <a:pt x="793607" y="795228"/>
                  </a:lnTo>
                  <a:lnTo>
                    <a:pt x="827944" y="795131"/>
                  </a:lnTo>
                  <a:lnTo>
                    <a:pt x="859758" y="794057"/>
                  </a:lnTo>
                  <a:lnTo>
                    <a:pt x="877188" y="793496"/>
                  </a:lnTo>
                  <a:lnTo>
                    <a:pt x="889219" y="746753"/>
                  </a:lnTo>
                  <a:lnTo>
                    <a:pt x="899680" y="695401"/>
                  </a:lnTo>
                  <a:lnTo>
                    <a:pt x="912131" y="631779"/>
                  </a:lnTo>
                  <a:lnTo>
                    <a:pt x="925842" y="560674"/>
                  </a:lnTo>
                  <a:lnTo>
                    <a:pt x="940082" y="486873"/>
                  </a:lnTo>
                  <a:lnTo>
                    <a:pt x="954120" y="415163"/>
                  </a:lnTo>
                  <a:lnTo>
                    <a:pt x="967226" y="350332"/>
                  </a:lnTo>
                  <a:lnTo>
                    <a:pt x="978670" y="297166"/>
                  </a:lnTo>
                  <a:lnTo>
                    <a:pt x="993647" y="244983"/>
                  </a:lnTo>
                  <a:lnTo>
                    <a:pt x="1002179" y="256718"/>
                  </a:lnTo>
                  <a:lnTo>
                    <a:pt x="1012246" y="296361"/>
                  </a:lnTo>
                  <a:lnTo>
                    <a:pt x="1023223" y="352663"/>
                  </a:lnTo>
                  <a:lnTo>
                    <a:pt x="1034485" y="414372"/>
                  </a:lnTo>
                  <a:lnTo>
                    <a:pt x="1045409" y="470240"/>
                  </a:lnTo>
                  <a:lnTo>
                    <a:pt x="1055370" y="509016"/>
                  </a:lnTo>
                  <a:lnTo>
                    <a:pt x="1068246" y="537045"/>
                  </a:lnTo>
                  <a:lnTo>
                    <a:pt x="1079992" y="548560"/>
                  </a:lnTo>
                  <a:lnTo>
                    <a:pt x="1091713" y="553575"/>
                  </a:lnTo>
                  <a:lnTo>
                    <a:pt x="1104519" y="562102"/>
                  </a:lnTo>
                  <a:lnTo>
                    <a:pt x="1119211" y="579106"/>
                  </a:lnTo>
                  <a:lnTo>
                    <a:pt x="1135094" y="598408"/>
                  </a:lnTo>
                  <a:lnTo>
                    <a:pt x="1150739" y="613590"/>
                  </a:lnTo>
                  <a:lnTo>
                    <a:pt x="1192699" y="550285"/>
                  </a:lnTo>
                  <a:lnTo>
                    <a:pt x="1209632" y="489031"/>
                  </a:lnTo>
                  <a:lnTo>
                    <a:pt x="1225998" y="427593"/>
                  </a:lnTo>
                  <a:lnTo>
                    <a:pt x="1239901" y="379476"/>
                  </a:lnTo>
                  <a:lnTo>
                    <a:pt x="1252908" y="332765"/>
                  </a:lnTo>
                  <a:lnTo>
                    <a:pt x="1263284" y="290210"/>
                  </a:lnTo>
                  <a:lnTo>
                    <a:pt x="1273208" y="259586"/>
                  </a:lnTo>
                  <a:lnTo>
                    <a:pt x="1284859" y="248666"/>
                  </a:lnTo>
                  <a:lnTo>
                    <a:pt x="1299065" y="269120"/>
                  </a:lnTo>
                  <a:lnTo>
                    <a:pt x="1314592" y="313531"/>
                  </a:lnTo>
                  <a:lnTo>
                    <a:pt x="1330525" y="361322"/>
                  </a:lnTo>
                  <a:lnTo>
                    <a:pt x="1345945" y="391922"/>
                  </a:lnTo>
                  <a:lnTo>
                    <a:pt x="1362146" y="395573"/>
                  </a:lnTo>
                  <a:lnTo>
                    <a:pt x="1379156" y="384746"/>
                  </a:lnTo>
                  <a:lnTo>
                    <a:pt x="1393880" y="371919"/>
                  </a:lnTo>
                  <a:lnTo>
                    <a:pt x="1403223" y="369570"/>
                  </a:lnTo>
                  <a:lnTo>
                    <a:pt x="1415176" y="379878"/>
                  </a:lnTo>
                  <a:lnTo>
                    <a:pt x="1435131" y="393747"/>
                  </a:lnTo>
                  <a:lnTo>
                    <a:pt x="1456086" y="406449"/>
                  </a:lnTo>
                  <a:lnTo>
                    <a:pt x="1471040" y="413258"/>
                  </a:lnTo>
                  <a:lnTo>
                    <a:pt x="1482371" y="397952"/>
                  </a:lnTo>
                  <a:lnTo>
                    <a:pt x="1496250" y="361299"/>
                  </a:lnTo>
                  <a:lnTo>
                    <a:pt x="1511081" y="324336"/>
                  </a:lnTo>
                  <a:lnTo>
                    <a:pt x="1525269" y="308102"/>
                  </a:lnTo>
                  <a:lnTo>
                    <a:pt x="1538005" y="311102"/>
                  </a:lnTo>
                  <a:lnTo>
                    <a:pt x="1550193" y="316865"/>
                  </a:lnTo>
                  <a:lnTo>
                    <a:pt x="1563096" y="323961"/>
                  </a:lnTo>
                  <a:lnTo>
                    <a:pt x="1577975" y="330962"/>
                  </a:lnTo>
                  <a:lnTo>
                    <a:pt x="1586917" y="345476"/>
                  </a:lnTo>
                  <a:lnTo>
                    <a:pt x="1595385" y="378340"/>
                  </a:lnTo>
                  <a:lnTo>
                    <a:pt x="1603757" y="424641"/>
                  </a:lnTo>
                  <a:lnTo>
                    <a:pt x="1612413" y="479463"/>
                  </a:lnTo>
                  <a:lnTo>
                    <a:pt x="1621734" y="537894"/>
                  </a:lnTo>
                  <a:lnTo>
                    <a:pt x="1632099" y="595018"/>
                  </a:lnTo>
                  <a:lnTo>
                    <a:pt x="1643888" y="645922"/>
                  </a:lnTo>
                  <a:lnTo>
                    <a:pt x="1658626" y="697692"/>
                  </a:lnTo>
                  <a:lnTo>
                    <a:pt x="1676559" y="757061"/>
                  </a:lnTo>
                  <a:lnTo>
                    <a:pt x="1695982" y="818578"/>
                  </a:lnTo>
                  <a:lnTo>
                    <a:pt x="1715193" y="876793"/>
                  </a:lnTo>
                  <a:lnTo>
                    <a:pt x="1732486" y="926258"/>
                  </a:lnTo>
                  <a:lnTo>
                    <a:pt x="1754504" y="977138"/>
                  </a:lnTo>
                  <a:lnTo>
                    <a:pt x="1767250" y="966309"/>
                  </a:lnTo>
                  <a:lnTo>
                    <a:pt x="1785032" y="930417"/>
                  </a:lnTo>
                  <a:lnTo>
                    <a:pt x="1804029" y="885501"/>
                  </a:lnTo>
                  <a:lnTo>
                    <a:pt x="1820417" y="847598"/>
                  </a:lnTo>
                  <a:lnTo>
                    <a:pt x="1832602" y="813230"/>
                  </a:lnTo>
                  <a:lnTo>
                    <a:pt x="1842738" y="776398"/>
                  </a:lnTo>
                  <a:lnTo>
                    <a:pt x="1852922" y="749639"/>
                  </a:lnTo>
                  <a:lnTo>
                    <a:pt x="1865249" y="745490"/>
                  </a:lnTo>
                  <a:lnTo>
                    <a:pt x="1882042" y="780559"/>
                  </a:lnTo>
                  <a:lnTo>
                    <a:pt x="1901682" y="843835"/>
                  </a:lnTo>
                  <a:lnTo>
                    <a:pt x="1920059" y="906135"/>
                  </a:lnTo>
                  <a:lnTo>
                    <a:pt x="1933066" y="938276"/>
                  </a:lnTo>
                  <a:lnTo>
                    <a:pt x="1946284" y="944804"/>
                  </a:lnTo>
                  <a:lnTo>
                    <a:pt x="1964420" y="950499"/>
                  </a:lnTo>
                  <a:lnTo>
                    <a:pt x="1982055" y="956528"/>
                  </a:lnTo>
                  <a:lnTo>
                    <a:pt x="1993773" y="964057"/>
                  </a:lnTo>
                  <a:lnTo>
                    <a:pt x="2003780" y="981686"/>
                  </a:lnTo>
                  <a:lnTo>
                    <a:pt x="2017823" y="1008888"/>
                  </a:lnTo>
                  <a:lnTo>
                    <a:pt x="2032795" y="1033137"/>
                  </a:lnTo>
                  <a:lnTo>
                    <a:pt x="2072925" y="1004744"/>
                  </a:lnTo>
                  <a:lnTo>
                    <a:pt x="2088201" y="969095"/>
                  </a:lnTo>
                  <a:lnTo>
                    <a:pt x="2101977" y="927481"/>
                  </a:lnTo>
                  <a:lnTo>
                    <a:pt x="2111940" y="883202"/>
                  </a:lnTo>
                  <a:lnTo>
                    <a:pt x="2121612" y="826909"/>
                  </a:lnTo>
                  <a:lnTo>
                    <a:pt x="2130606" y="769628"/>
                  </a:lnTo>
                  <a:lnTo>
                    <a:pt x="2138540" y="722387"/>
                  </a:lnTo>
                  <a:lnTo>
                    <a:pt x="2145029" y="696214"/>
                  </a:lnTo>
                  <a:lnTo>
                    <a:pt x="2157920" y="693040"/>
                  </a:lnTo>
                  <a:lnTo>
                    <a:pt x="2178240" y="705405"/>
                  </a:lnTo>
                  <a:lnTo>
                    <a:pt x="2199608" y="720984"/>
                  </a:lnTo>
                  <a:lnTo>
                    <a:pt x="2215641" y="727456"/>
                  </a:lnTo>
                  <a:lnTo>
                    <a:pt x="2257779" y="650674"/>
                  </a:lnTo>
                  <a:lnTo>
                    <a:pt x="2286773" y="584151"/>
                  </a:lnTo>
                  <a:lnTo>
                    <a:pt x="2311889" y="522614"/>
                  </a:lnTo>
                  <a:lnTo>
                    <a:pt x="2326259" y="483870"/>
                  </a:lnTo>
                  <a:lnTo>
                    <a:pt x="2346845" y="402077"/>
                  </a:lnTo>
                  <a:lnTo>
                    <a:pt x="2358692" y="338306"/>
                  </a:lnTo>
                  <a:lnTo>
                    <a:pt x="2370308" y="279662"/>
                  </a:lnTo>
                  <a:lnTo>
                    <a:pt x="2380741" y="241427"/>
                  </a:lnTo>
                  <a:lnTo>
                    <a:pt x="2392069" y="200824"/>
                  </a:lnTo>
                  <a:lnTo>
                    <a:pt x="2403837" y="147959"/>
                  </a:lnTo>
                  <a:lnTo>
                    <a:pt x="2416063" y="92138"/>
                  </a:lnTo>
                  <a:lnTo>
                    <a:pt x="2428766" y="42667"/>
                  </a:lnTo>
                  <a:lnTo>
                    <a:pt x="2441963" y="8852"/>
                  </a:lnTo>
                  <a:lnTo>
                    <a:pt x="2455672" y="0"/>
                  </a:lnTo>
                  <a:lnTo>
                    <a:pt x="2473182" y="44450"/>
                  </a:lnTo>
                  <a:lnTo>
                    <a:pt x="2496692" y="96520"/>
                  </a:lnTo>
                  <a:lnTo>
                    <a:pt x="2526966" y="148590"/>
                  </a:lnTo>
                  <a:lnTo>
                    <a:pt x="2564765" y="193040"/>
                  </a:lnTo>
                  <a:lnTo>
                    <a:pt x="2583874" y="227024"/>
                  </a:lnTo>
                  <a:lnTo>
                    <a:pt x="2600483" y="278987"/>
                  </a:lnTo>
                  <a:lnTo>
                    <a:pt x="2616378" y="327378"/>
                  </a:lnTo>
                  <a:lnTo>
                    <a:pt x="2633344" y="350647"/>
                  </a:lnTo>
                  <a:lnTo>
                    <a:pt x="2652571" y="333142"/>
                  </a:lnTo>
                  <a:lnTo>
                    <a:pt x="2670316" y="295533"/>
                  </a:lnTo>
                  <a:lnTo>
                    <a:pt x="2687637" y="246840"/>
                  </a:lnTo>
                  <a:lnTo>
                    <a:pt x="2705593" y="196083"/>
                  </a:lnTo>
                  <a:lnTo>
                    <a:pt x="2725243" y="152282"/>
                  </a:lnTo>
                  <a:lnTo>
                    <a:pt x="2747644" y="124460"/>
                  </a:lnTo>
                  <a:lnTo>
                    <a:pt x="2754846" y="139501"/>
                  </a:lnTo>
                  <a:lnTo>
                    <a:pt x="2759630" y="183737"/>
                  </a:lnTo>
                  <a:lnTo>
                    <a:pt x="2770487" y="241546"/>
                  </a:lnTo>
                  <a:lnTo>
                    <a:pt x="2795904" y="297307"/>
                  </a:lnTo>
                  <a:lnTo>
                    <a:pt x="2810196" y="320581"/>
                  </a:lnTo>
                  <a:lnTo>
                    <a:pt x="2827845" y="334248"/>
                  </a:lnTo>
                  <a:lnTo>
                    <a:pt x="2847304" y="347223"/>
                  </a:lnTo>
                  <a:lnTo>
                    <a:pt x="2867025" y="368427"/>
                  </a:lnTo>
                  <a:lnTo>
                    <a:pt x="2880425" y="396458"/>
                  </a:lnTo>
                  <a:lnTo>
                    <a:pt x="2897552" y="446468"/>
                  </a:lnTo>
                  <a:lnTo>
                    <a:pt x="2920370" y="496192"/>
                  </a:lnTo>
                  <a:lnTo>
                    <a:pt x="2950844" y="523367"/>
                  </a:lnTo>
                  <a:lnTo>
                    <a:pt x="2979421" y="502431"/>
                  </a:lnTo>
                  <a:lnTo>
                    <a:pt x="3000390" y="465613"/>
                  </a:lnTo>
                  <a:lnTo>
                    <a:pt x="3016906" y="434177"/>
                  </a:lnTo>
                  <a:lnTo>
                    <a:pt x="3032125" y="429387"/>
                  </a:lnTo>
                  <a:lnTo>
                    <a:pt x="3080385" y="579247"/>
                  </a:lnTo>
                  <a:lnTo>
                    <a:pt x="3125418" y="579844"/>
                  </a:lnTo>
                  <a:lnTo>
                    <a:pt x="3163093" y="590216"/>
                  </a:lnTo>
                  <a:lnTo>
                    <a:pt x="3189862" y="602089"/>
                  </a:lnTo>
                  <a:lnTo>
                    <a:pt x="3202178" y="607187"/>
                  </a:lnTo>
                  <a:lnTo>
                    <a:pt x="3208818" y="591451"/>
                  </a:lnTo>
                  <a:lnTo>
                    <a:pt x="3221938" y="550648"/>
                  </a:lnTo>
                  <a:lnTo>
                    <a:pt x="3239481" y="492663"/>
                  </a:lnTo>
                  <a:lnTo>
                    <a:pt x="3259391" y="425386"/>
                  </a:lnTo>
                  <a:lnTo>
                    <a:pt x="3279610" y="356704"/>
                  </a:lnTo>
                  <a:lnTo>
                    <a:pt x="3298082" y="294505"/>
                  </a:lnTo>
                  <a:lnTo>
                    <a:pt x="3312750" y="246676"/>
                  </a:lnTo>
                  <a:lnTo>
                    <a:pt x="3321557" y="221107"/>
                  </a:lnTo>
                  <a:lnTo>
                    <a:pt x="3368742" y="257948"/>
                  </a:lnTo>
                  <a:lnTo>
                    <a:pt x="3402615" y="275145"/>
                  </a:lnTo>
                  <a:lnTo>
                    <a:pt x="3426249" y="279007"/>
                  </a:lnTo>
                  <a:lnTo>
                    <a:pt x="3442716" y="275844"/>
                  </a:lnTo>
                </a:path>
              </a:pathLst>
            </a:custGeom>
            <a:ln w="19812">
              <a:solidFill>
                <a:srgbClr val="FF0000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3774947" y="6016751"/>
              <a:ext cx="0" cy="46355"/>
            </a:xfrm>
            <a:custGeom>
              <a:avLst/>
              <a:gdLst/>
              <a:ahLst/>
              <a:cxnLst/>
              <a:rect l="l" t="t" r="r" b="b"/>
              <a:pathLst>
                <a:path h="46354">
                  <a:moveTo>
                    <a:pt x="0" y="0"/>
                  </a:moveTo>
                  <a:lnTo>
                    <a:pt x="0" y="46316"/>
                  </a:lnTo>
                </a:path>
              </a:pathLst>
            </a:custGeom>
            <a:ln w="12192">
              <a:solidFill>
                <a:srgbClr val="7E7E7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7" name="object 37"/>
          <p:cNvSpPr txBox="1"/>
          <p:nvPr/>
        </p:nvSpPr>
        <p:spPr>
          <a:xfrm>
            <a:off x="3708527" y="6056782"/>
            <a:ext cx="14605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200" spc="-85" dirty="0">
                <a:latin typeface="Trebuchet MS"/>
                <a:cs typeface="Trebuchet MS"/>
              </a:rPr>
              <a:t>30</a:t>
            </a:r>
            <a:endParaRPr sz="12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22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902452" y="6376415"/>
            <a:ext cx="2846070" cy="144018"/>
          </a:xfrm>
          <a:prstGeom prst="rect">
            <a:avLst/>
          </a:prstGeom>
        </p:spPr>
      </p:pic>
      <p:grpSp>
        <p:nvGrpSpPr>
          <p:cNvPr id="3" name="object 3"/>
          <p:cNvGrpSpPr/>
          <p:nvPr/>
        </p:nvGrpSpPr>
        <p:grpSpPr>
          <a:xfrm>
            <a:off x="0" y="1523"/>
            <a:ext cx="9903460" cy="6856730"/>
            <a:chOff x="0" y="1523"/>
            <a:chExt cx="9903460" cy="6856730"/>
          </a:xfrm>
        </p:grpSpPr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005316" y="6374891"/>
              <a:ext cx="339090" cy="113537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0" y="1523"/>
              <a:ext cx="9902951" cy="6856472"/>
            </a:xfrm>
            <a:prstGeom prst="rect">
              <a:avLst/>
            </a:prstGeom>
          </p:spPr>
        </p:pic>
      </p:grpSp>
      <p:sp>
        <p:nvSpPr>
          <p:cNvPr id="6" name="object 6"/>
          <p:cNvSpPr/>
          <p:nvPr/>
        </p:nvSpPr>
        <p:spPr>
          <a:xfrm>
            <a:off x="0" y="0"/>
            <a:ext cx="9903460" cy="6858000"/>
          </a:xfrm>
          <a:custGeom>
            <a:avLst/>
            <a:gdLst/>
            <a:ahLst/>
            <a:cxnLst/>
            <a:rect l="l" t="t" r="r" b="b"/>
            <a:pathLst>
              <a:path w="9903460" h="6858000">
                <a:moveTo>
                  <a:pt x="9902952" y="0"/>
                </a:moveTo>
                <a:lnTo>
                  <a:pt x="0" y="0"/>
                </a:lnTo>
                <a:lnTo>
                  <a:pt x="0" y="6858000"/>
                </a:lnTo>
                <a:lnTo>
                  <a:pt x="9902952" y="6858000"/>
                </a:lnTo>
                <a:lnTo>
                  <a:pt x="9902952" y="0"/>
                </a:lnTo>
                <a:close/>
              </a:path>
            </a:pathLst>
          </a:custGeom>
          <a:solidFill>
            <a:srgbClr val="000000">
              <a:alpha val="74900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657605" y="2327910"/>
            <a:ext cx="0" cy="1976120"/>
          </a:xfrm>
          <a:custGeom>
            <a:avLst/>
            <a:gdLst/>
            <a:ahLst/>
            <a:cxnLst/>
            <a:rect l="l" t="t" r="r" b="b"/>
            <a:pathLst>
              <a:path h="1976120">
                <a:moveTo>
                  <a:pt x="0" y="0"/>
                </a:moveTo>
                <a:lnTo>
                  <a:pt x="0" y="1975992"/>
                </a:lnTo>
              </a:path>
            </a:pathLst>
          </a:custGeom>
          <a:ln w="381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8" name="object 8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005839" y="2628900"/>
            <a:ext cx="3137154" cy="1375410"/>
          </a:xfrm>
          <a:prstGeom prst="rect">
            <a:avLst/>
          </a:prstGeom>
        </p:spPr>
      </p:pic>
      <p:sp>
        <p:nvSpPr>
          <p:cNvPr id="9" name="object 9"/>
          <p:cNvSpPr/>
          <p:nvPr/>
        </p:nvSpPr>
        <p:spPr>
          <a:xfrm>
            <a:off x="569976" y="6208776"/>
            <a:ext cx="8774430" cy="0"/>
          </a:xfrm>
          <a:custGeom>
            <a:avLst/>
            <a:gdLst/>
            <a:ahLst/>
            <a:cxnLst/>
            <a:rect l="l" t="t" r="r" b="b"/>
            <a:pathLst>
              <a:path w="8774430">
                <a:moveTo>
                  <a:pt x="0" y="0"/>
                </a:moveTo>
                <a:lnTo>
                  <a:pt x="8774303" y="0"/>
                </a:lnTo>
              </a:path>
            </a:pathLst>
          </a:custGeom>
          <a:ln w="6096">
            <a:solidFill>
              <a:srgbClr val="BEBEB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0" name="object 10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579119" y="6391655"/>
            <a:ext cx="2111502" cy="165354"/>
          </a:xfrm>
          <a:prstGeom prst="rect">
            <a:avLst/>
          </a:prstGeom>
        </p:spPr>
      </p:pic>
    </p:spTree>
  </p:cSld>
  <p:clrMapOvr>
    <a:masterClrMapping/>
  </p:clrMapOvr>
</p:sld>
</file>

<file path=ppt/slides/slide22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9900285" cy="6858000"/>
          </a:xfrm>
          <a:custGeom>
            <a:avLst/>
            <a:gdLst/>
            <a:ahLst/>
            <a:cxnLst/>
            <a:rect l="l" t="t" r="r" b="b"/>
            <a:pathLst>
              <a:path w="9900285" h="6858000">
                <a:moveTo>
                  <a:pt x="9899904" y="0"/>
                </a:moveTo>
                <a:lnTo>
                  <a:pt x="0" y="0"/>
                </a:lnTo>
                <a:lnTo>
                  <a:pt x="0" y="6858000"/>
                </a:lnTo>
                <a:lnTo>
                  <a:pt x="9899904" y="6858000"/>
                </a:lnTo>
                <a:lnTo>
                  <a:pt x="9899904" y="0"/>
                </a:lnTo>
                <a:close/>
              </a:path>
            </a:pathLst>
          </a:custGeom>
          <a:solidFill>
            <a:srgbClr val="13289F">
              <a:alpha val="89802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43483" y="5692140"/>
            <a:ext cx="7820406" cy="704850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712464" y="3023616"/>
            <a:ext cx="2474976" cy="810768"/>
          </a:xfrm>
          <a:prstGeom prst="rect">
            <a:avLst/>
          </a:prstGeom>
        </p:spPr>
      </p:pic>
      <p:sp>
        <p:nvSpPr>
          <p:cNvPr id="5" name="object 5"/>
          <p:cNvSpPr/>
          <p:nvPr/>
        </p:nvSpPr>
        <p:spPr>
          <a:xfrm>
            <a:off x="449580" y="449580"/>
            <a:ext cx="1290955" cy="198120"/>
          </a:xfrm>
          <a:custGeom>
            <a:avLst/>
            <a:gdLst/>
            <a:ahLst/>
            <a:cxnLst/>
            <a:rect l="l" t="t" r="r" b="b"/>
            <a:pathLst>
              <a:path w="1290955" h="198120">
                <a:moveTo>
                  <a:pt x="49174" y="130556"/>
                </a:moveTo>
                <a:lnTo>
                  <a:pt x="0" y="130556"/>
                </a:lnTo>
                <a:lnTo>
                  <a:pt x="44" y="144982"/>
                </a:lnTo>
                <a:lnTo>
                  <a:pt x="5626" y="170366"/>
                </a:lnTo>
                <a:lnTo>
                  <a:pt x="20583" y="186785"/>
                </a:lnTo>
                <a:lnTo>
                  <a:pt x="41983" y="195536"/>
                </a:lnTo>
                <a:lnTo>
                  <a:pt x="66941" y="198120"/>
                </a:lnTo>
                <a:lnTo>
                  <a:pt x="90534" y="195871"/>
                </a:lnTo>
                <a:lnTo>
                  <a:pt x="110405" y="188610"/>
                </a:lnTo>
                <a:lnTo>
                  <a:pt x="124836" y="175563"/>
                </a:lnTo>
                <a:lnTo>
                  <a:pt x="128809" y="164846"/>
                </a:lnTo>
                <a:lnTo>
                  <a:pt x="56273" y="164846"/>
                </a:lnTo>
                <a:lnTo>
                  <a:pt x="49758" y="158369"/>
                </a:lnTo>
                <a:lnTo>
                  <a:pt x="49641" y="144780"/>
                </a:lnTo>
                <a:lnTo>
                  <a:pt x="49174" y="130556"/>
                </a:lnTo>
                <a:close/>
              </a:path>
              <a:path w="1290955" h="198120">
                <a:moveTo>
                  <a:pt x="66344" y="0"/>
                </a:moveTo>
                <a:lnTo>
                  <a:pt x="23920" y="9429"/>
                </a:lnTo>
                <a:lnTo>
                  <a:pt x="2374" y="41529"/>
                </a:lnTo>
                <a:lnTo>
                  <a:pt x="596" y="49784"/>
                </a:lnTo>
                <a:lnTo>
                  <a:pt x="596" y="56896"/>
                </a:lnTo>
                <a:lnTo>
                  <a:pt x="2374" y="66421"/>
                </a:lnTo>
                <a:lnTo>
                  <a:pt x="17508" y="90144"/>
                </a:lnTo>
                <a:lnTo>
                  <a:pt x="43472" y="107711"/>
                </a:lnTo>
                <a:lnTo>
                  <a:pt x="69769" y="122731"/>
                </a:lnTo>
                <a:lnTo>
                  <a:pt x="85902" y="138811"/>
                </a:lnTo>
                <a:lnTo>
                  <a:pt x="87668" y="143002"/>
                </a:lnTo>
                <a:lnTo>
                  <a:pt x="87083" y="148844"/>
                </a:lnTo>
                <a:lnTo>
                  <a:pt x="85902" y="152400"/>
                </a:lnTo>
                <a:lnTo>
                  <a:pt x="84709" y="158369"/>
                </a:lnTo>
                <a:lnTo>
                  <a:pt x="80568" y="164846"/>
                </a:lnTo>
                <a:lnTo>
                  <a:pt x="128809" y="164846"/>
                </a:lnTo>
                <a:lnTo>
                  <a:pt x="132105" y="155956"/>
                </a:lnTo>
                <a:lnTo>
                  <a:pt x="133185" y="144982"/>
                </a:lnTo>
                <a:lnTo>
                  <a:pt x="133215" y="136175"/>
                </a:lnTo>
                <a:lnTo>
                  <a:pt x="132689" y="129702"/>
                </a:lnTo>
                <a:lnTo>
                  <a:pt x="132105" y="125730"/>
                </a:lnTo>
                <a:lnTo>
                  <a:pt x="116643" y="101016"/>
                </a:lnTo>
                <a:lnTo>
                  <a:pt x="89744" y="83185"/>
                </a:lnTo>
                <a:lnTo>
                  <a:pt x="63293" y="68687"/>
                </a:lnTo>
                <a:lnTo>
                  <a:pt x="49174" y="53975"/>
                </a:lnTo>
                <a:lnTo>
                  <a:pt x="47980" y="49784"/>
                </a:lnTo>
                <a:lnTo>
                  <a:pt x="48470" y="46862"/>
                </a:lnTo>
                <a:lnTo>
                  <a:pt x="48577" y="43942"/>
                </a:lnTo>
                <a:lnTo>
                  <a:pt x="49758" y="37973"/>
                </a:lnTo>
                <a:lnTo>
                  <a:pt x="53911" y="31496"/>
                </a:lnTo>
                <a:lnTo>
                  <a:pt x="125269" y="31496"/>
                </a:lnTo>
                <a:lnTo>
                  <a:pt x="123000" y="22502"/>
                </a:lnTo>
                <a:lnTo>
                  <a:pt x="107522" y="8286"/>
                </a:lnTo>
                <a:lnTo>
                  <a:pt x="87157" y="1643"/>
                </a:lnTo>
                <a:lnTo>
                  <a:pt x="66344" y="0"/>
                </a:lnTo>
                <a:close/>
              </a:path>
              <a:path w="1290955" h="198120">
                <a:moveTo>
                  <a:pt x="125269" y="31496"/>
                </a:moveTo>
                <a:lnTo>
                  <a:pt x="76415" y="31496"/>
                </a:lnTo>
                <a:lnTo>
                  <a:pt x="82931" y="38608"/>
                </a:lnTo>
                <a:lnTo>
                  <a:pt x="82931" y="59944"/>
                </a:lnTo>
                <a:lnTo>
                  <a:pt x="129146" y="59944"/>
                </a:lnTo>
                <a:lnTo>
                  <a:pt x="129146" y="46862"/>
                </a:lnTo>
                <a:lnTo>
                  <a:pt x="125269" y="31496"/>
                </a:lnTo>
                <a:close/>
              </a:path>
              <a:path w="1290955" h="198120">
                <a:moveTo>
                  <a:pt x="649858" y="129921"/>
                </a:moveTo>
                <a:lnTo>
                  <a:pt x="600684" y="129921"/>
                </a:lnTo>
                <a:lnTo>
                  <a:pt x="600771" y="144545"/>
                </a:lnTo>
                <a:lnTo>
                  <a:pt x="606220" y="169652"/>
                </a:lnTo>
                <a:lnTo>
                  <a:pt x="620976" y="185896"/>
                </a:lnTo>
                <a:lnTo>
                  <a:pt x="642175" y="194472"/>
                </a:lnTo>
                <a:lnTo>
                  <a:pt x="667042" y="196977"/>
                </a:lnTo>
                <a:lnTo>
                  <a:pt x="690541" y="194738"/>
                </a:lnTo>
                <a:lnTo>
                  <a:pt x="710207" y="187547"/>
                </a:lnTo>
                <a:lnTo>
                  <a:pt x="724433" y="174688"/>
                </a:lnTo>
                <a:lnTo>
                  <a:pt x="728293" y="164337"/>
                </a:lnTo>
                <a:lnTo>
                  <a:pt x="656374" y="164337"/>
                </a:lnTo>
                <a:lnTo>
                  <a:pt x="649858" y="157734"/>
                </a:lnTo>
                <a:lnTo>
                  <a:pt x="649858" y="129921"/>
                </a:lnTo>
                <a:close/>
              </a:path>
              <a:path w="1290955" h="198120">
                <a:moveTo>
                  <a:pt x="666445" y="1143"/>
                </a:moveTo>
                <a:lnTo>
                  <a:pt x="624233" y="10271"/>
                </a:lnTo>
                <a:lnTo>
                  <a:pt x="602462" y="42164"/>
                </a:lnTo>
                <a:lnTo>
                  <a:pt x="601281" y="49784"/>
                </a:lnTo>
                <a:lnTo>
                  <a:pt x="601281" y="57531"/>
                </a:lnTo>
                <a:lnTo>
                  <a:pt x="603059" y="66421"/>
                </a:lnTo>
                <a:lnTo>
                  <a:pt x="618090" y="90044"/>
                </a:lnTo>
                <a:lnTo>
                  <a:pt x="643785" y="107394"/>
                </a:lnTo>
                <a:lnTo>
                  <a:pt x="669703" y="122195"/>
                </a:lnTo>
                <a:lnTo>
                  <a:pt x="685406" y="138175"/>
                </a:lnTo>
                <a:lnTo>
                  <a:pt x="687171" y="143002"/>
                </a:lnTo>
                <a:lnTo>
                  <a:pt x="686587" y="148336"/>
                </a:lnTo>
                <a:lnTo>
                  <a:pt x="685990" y="151892"/>
                </a:lnTo>
                <a:lnTo>
                  <a:pt x="684212" y="158369"/>
                </a:lnTo>
                <a:lnTo>
                  <a:pt x="680072" y="164337"/>
                </a:lnTo>
                <a:lnTo>
                  <a:pt x="728293" y="164337"/>
                </a:lnTo>
                <a:lnTo>
                  <a:pt x="731608" y="155448"/>
                </a:lnTo>
                <a:lnTo>
                  <a:pt x="732433" y="144545"/>
                </a:lnTo>
                <a:lnTo>
                  <a:pt x="732424" y="135858"/>
                </a:lnTo>
                <a:lnTo>
                  <a:pt x="715741" y="101070"/>
                </a:lnTo>
                <a:lnTo>
                  <a:pt x="663203" y="68768"/>
                </a:lnTo>
                <a:lnTo>
                  <a:pt x="649262" y="53975"/>
                </a:lnTo>
                <a:lnTo>
                  <a:pt x="648081" y="50419"/>
                </a:lnTo>
                <a:lnTo>
                  <a:pt x="648677" y="46862"/>
                </a:lnTo>
                <a:lnTo>
                  <a:pt x="649262" y="44450"/>
                </a:lnTo>
                <a:lnTo>
                  <a:pt x="650443" y="38608"/>
                </a:lnTo>
                <a:lnTo>
                  <a:pt x="653999" y="32004"/>
                </a:lnTo>
                <a:lnTo>
                  <a:pt x="724206" y="32004"/>
                </a:lnTo>
                <a:lnTo>
                  <a:pt x="722091" y="23485"/>
                </a:lnTo>
                <a:lnTo>
                  <a:pt x="707021" y="9413"/>
                </a:lnTo>
                <a:lnTo>
                  <a:pt x="687065" y="2795"/>
                </a:lnTo>
                <a:lnTo>
                  <a:pt x="666445" y="1143"/>
                </a:lnTo>
                <a:close/>
              </a:path>
              <a:path w="1290955" h="198120">
                <a:moveTo>
                  <a:pt x="724206" y="32004"/>
                </a:moveTo>
                <a:lnTo>
                  <a:pt x="676516" y="32004"/>
                </a:lnTo>
                <a:lnTo>
                  <a:pt x="682434" y="39116"/>
                </a:lnTo>
                <a:lnTo>
                  <a:pt x="682434" y="60452"/>
                </a:lnTo>
                <a:lnTo>
                  <a:pt x="728052" y="60452"/>
                </a:lnTo>
                <a:lnTo>
                  <a:pt x="728052" y="47498"/>
                </a:lnTo>
                <a:lnTo>
                  <a:pt x="724206" y="32004"/>
                </a:lnTo>
                <a:close/>
              </a:path>
              <a:path w="1290955" h="198120">
                <a:moveTo>
                  <a:pt x="1024889" y="5969"/>
                </a:moveTo>
                <a:lnTo>
                  <a:pt x="956182" y="5969"/>
                </a:lnTo>
                <a:lnTo>
                  <a:pt x="956182" y="189230"/>
                </a:lnTo>
                <a:lnTo>
                  <a:pt x="1001776" y="189230"/>
                </a:lnTo>
                <a:lnTo>
                  <a:pt x="998728" y="35560"/>
                </a:lnTo>
                <a:lnTo>
                  <a:pt x="1033474" y="35560"/>
                </a:lnTo>
                <a:lnTo>
                  <a:pt x="1024889" y="5969"/>
                </a:lnTo>
                <a:close/>
              </a:path>
              <a:path w="1290955" h="198120">
                <a:moveTo>
                  <a:pt x="1033474" y="35560"/>
                </a:moveTo>
                <a:lnTo>
                  <a:pt x="998728" y="35560"/>
                </a:lnTo>
                <a:lnTo>
                  <a:pt x="1045591" y="189230"/>
                </a:lnTo>
                <a:lnTo>
                  <a:pt x="1111377" y="189230"/>
                </a:lnTo>
                <a:lnTo>
                  <a:pt x="1111377" y="154812"/>
                </a:lnTo>
                <a:lnTo>
                  <a:pt x="1068070" y="154812"/>
                </a:lnTo>
                <a:lnTo>
                  <a:pt x="1033474" y="35560"/>
                </a:lnTo>
                <a:close/>
              </a:path>
              <a:path w="1290955" h="198120">
                <a:moveTo>
                  <a:pt x="1111377" y="5969"/>
                </a:moveTo>
                <a:lnTo>
                  <a:pt x="1065657" y="5969"/>
                </a:lnTo>
                <a:lnTo>
                  <a:pt x="1068070" y="154812"/>
                </a:lnTo>
                <a:lnTo>
                  <a:pt x="1111377" y="154812"/>
                </a:lnTo>
                <a:lnTo>
                  <a:pt x="1111377" y="5969"/>
                </a:lnTo>
                <a:close/>
              </a:path>
              <a:path w="1290955" h="198120">
                <a:moveTo>
                  <a:pt x="279615" y="5969"/>
                </a:moveTo>
                <a:lnTo>
                  <a:pt x="197269" y="5969"/>
                </a:lnTo>
                <a:lnTo>
                  <a:pt x="163499" y="191008"/>
                </a:lnTo>
                <a:lnTo>
                  <a:pt x="213258" y="191008"/>
                </a:lnTo>
                <a:lnTo>
                  <a:pt x="238734" y="19558"/>
                </a:lnTo>
                <a:lnTo>
                  <a:pt x="282094" y="19558"/>
                </a:lnTo>
                <a:lnTo>
                  <a:pt x="279615" y="5969"/>
                </a:lnTo>
                <a:close/>
              </a:path>
              <a:path w="1290955" h="198120">
                <a:moveTo>
                  <a:pt x="282094" y="19558"/>
                </a:moveTo>
                <a:lnTo>
                  <a:pt x="238734" y="19558"/>
                </a:lnTo>
                <a:lnTo>
                  <a:pt x="264210" y="191008"/>
                </a:lnTo>
                <a:lnTo>
                  <a:pt x="313372" y="191008"/>
                </a:lnTo>
                <a:lnTo>
                  <a:pt x="282094" y="19558"/>
                </a:lnTo>
                <a:close/>
              </a:path>
              <a:path w="1290955" h="198120">
                <a:moveTo>
                  <a:pt x="429488" y="5969"/>
                </a:moveTo>
                <a:lnTo>
                  <a:pt x="354253" y="5969"/>
                </a:lnTo>
                <a:lnTo>
                  <a:pt x="350697" y="191008"/>
                </a:lnTo>
                <a:lnTo>
                  <a:pt x="396316" y="191008"/>
                </a:lnTo>
                <a:lnTo>
                  <a:pt x="397497" y="19558"/>
                </a:lnTo>
                <a:lnTo>
                  <a:pt x="431714" y="19558"/>
                </a:lnTo>
                <a:lnTo>
                  <a:pt x="429488" y="5969"/>
                </a:lnTo>
                <a:close/>
              </a:path>
              <a:path w="1290955" h="198120">
                <a:moveTo>
                  <a:pt x="431714" y="19558"/>
                </a:moveTo>
                <a:lnTo>
                  <a:pt x="397497" y="19558"/>
                </a:lnTo>
                <a:lnTo>
                  <a:pt x="429488" y="191008"/>
                </a:lnTo>
                <a:lnTo>
                  <a:pt x="476288" y="191008"/>
                </a:lnTo>
                <a:lnTo>
                  <a:pt x="483823" y="150622"/>
                </a:lnTo>
                <a:lnTo>
                  <a:pt x="453186" y="150622"/>
                </a:lnTo>
                <a:lnTo>
                  <a:pt x="431714" y="19558"/>
                </a:lnTo>
                <a:close/>
              </a:path>
              <a:path w="1290955" h="198120">
                <a:moveTo>
                  <a:pt x="551826" y="19558"/>
                </a:moveTo>
                <a:lnTo>
                  <a:pt x="508279" y="19558"/>
                </a:lnTo>
                <a:lnTo>
                  <a:pt x="509460" y="191008"/>
                </a:lnTo>
                <a:lnTo>
                  <a:pt x="555663" y="191008"/>
                </a:lnTo>
                <a:lnTo>
                  <a:pt x="551826" y="19558"/>
                </a:lnTo>
                <a:close/>
              </a:path>
              <a:path w="1290955" h="198120">
                <a:moveTo>
                  <a:pt x="551522" y="5969"/>
                </a:moveTo>
                <a:lnTo>
                  <a:pt x="476288" y="5969"/>
                </a:lnTo>
                <a:lnTo>
                  <a:pt x="453186" y="150622"/>
                </a:lnTo>
                <a:lnTo>
                  <a:pt x="483823" y="150622"/>
                </a:lnTo>
                <a:lnTo>
                  <a:pt x="508279" y="19558"/>
                </a:lnTo>
                <a:lnTo>
                  <a:pt x="551826" y="19558"/>
                </a:lnTo>
                <a:lnTo>
                  <a:pt x="551522" y="5969"/>
                </a:lnTo>
                <a:close/>
              </a:path>
              <a:path w="1290955" h="198120">
                <a:moveTo>
                  <a:pt x="822198" y="5969"/>
                </a:moveTo>
                <a:lnTo>
                  <a:pt x="775449" y="5969"/>
                </a:lnTo>
                <a:lnTo>
                  <a:pt x="775449" y="148844"/>
                </a:lnTo>
                <a:lnTo>
                  <a:pt x="776033" y="150622"/>
                </a:lnTo>
                <a:lnTo>
                  <a:pt x="782529" y="172285"/>
                </a:lnTo>
                <a:lnTo>
                  <a:pt x="796466" y="186388"/>
                </a:lnTo>
                <a:lnTo>
                  <a:pt x="816172" y="194038"/>
                </a:lnTo>
                <a:lnTo>
                  <a:pt x="839978" y="196342"/>
                </a:lnTo>
                <a:lnTo>
                  <a:pt x="864169" y="194038"/>
                </a:lnTo>
                <a:lnTo>
                  <a:pt x="884062" y="186388"/>
                </a:lnTo>
                <a:lnTo>
                  <a:pt x="898074" y="172285"/>
                </a:lnTo>
                <a:lnTo>
                  <a:pt x="900859" y="163068"/>
                </a:lnTo>
                <a:lnTo>
                  <a:pt x="827532" y="163068"/>
                </a:lnTo>
                <a:lnTo>
                  <a:pt x="823468" y="154178"/>
                </a:lnTo>
                <a:lnTo>
                  <a:pt x="822832" y="150114"/>
                </a:lnTo>
                <a:lnTo>
                  <a:pt x="822198" y="147700"/>
                </a:lnTo>
                <a:lnTo>
                  <a:pt x="822198" y="5969"/>
                </a:lnTo>
                <a:close/>
              </a:path>
              <a:path w="1290955" h="198120">
                <a:moveTo>
                  <a:pt x="905129" y="5969"/>
                </a:moveTo>
                <a:lnTo>
                  <a:pt x="858393" y="5969"/>
                </a:lnTo>
                <a:lnTo>
                  <a:pt x="858393" y="147700"/>
                </a:lnTo>
                <a:lnTo>
                  <a:pt x="857757" y="150114"/>
                </a:lnTo>
                <a:lnTo>
                  <a:pt x="857250" y="154178"/>
                </a:lnTo>
                <a:lnTo>
                  <a:pt x="853058" y="163068"/>
                </a:lnTo>
                <a:lnTo>
                  <a:pt x="900859" y="163068"/>
                </a:lnTo>
                <a:lnTo>
                  <a:pt x="904620" y="150622"/>
                </a:lnTo>
                <a:lnTo>
                  <a:pt x="905129" y="148844"/>
                </a:lnTo>
                <a:lnTo>
                  <a:pt x="905129" y="5969"/>
                </a:lnTo>
                <a:close/>
              </a:path>
              <a:path w="1290955" h="198120">
                <a:moveTo>
                  <a:pt x="1225042" y="1143"/>
                </a:moveTo>
                <a:lnTo>
                  <a:pt x="1182115" y="11096"/>
                </a:lnTo>
                <a:lnTo>
                  <a:pt x="1160526" y="46862"/>
                </a:lnTo>
                <a:lnTo>
                  <a:pt x="1159891" y="49784"/>
                </a:lnTo>
                <a:lnTo>
                  <a:pt x="1159891" y="143002"/>
                </a:lnTo>
                <a:lnTo>
                  <a:pt x="1181687" y="184419"/>
                </a:lnTo>
                <a:lnTo>
                  <a:pt x="1225042" y="194564"/>
                </a:lnTo>
                <a:lnTo>
                  <a:pt x="1248794" y="192188"/>
                </a:lnTo>
                <a:lnTo>
                  <a:pt x="1268952" y="184419"/>
                </a:lnTo>
                <a:lnTo>
                  <a:pt x="1283442" y="170293"/>
                </a:lnTo>
                <a:lnTo>
                  <a:pt x="1286275" y="161290"/>
                </a:lnTo>
                <a:lnTo>
                  <a:pt x="1211452" y="161290"/>
                </a:lnTo>
                <a:lnTo>
                  <a:pt x="1207262" y="153035"/>
                </a:lnTo>
                <a:lnTo>
                  <a:pt x="1206119" y="147700"/>
                </a:lnTo>
                <a:lnTo>
                  <a:pt x="1206119" y="145923"/>
                </a:lnTo>
                <a:lnTo>
                  <a:pt x="1205483" y="143002"/>
                </a:lnTo>
                <a:lnTo>
                  <a:pt x="1205594" y="52832"/>
                </a:lnTo>
                <a:lnTo>
                  <a:pt x="1206753" y="47498"/>
                </a:lnTo>
                <a:lnTo>
                  <a:pt x="1207262" y="43307"/>
                </a:lnTo>
                <a:lnTo>
                  <a:pt x="1211452" y="34417"/>
                </a:lnTo>
                <a:lnTo>
                  <a:pt x="1286209" y="34417"/>
                </a:lnTo>
                <a:lnTo>
                  <a:pt x="1283174" y="24931"/>
                </a:lnTo>
                <a:lnTo>
                  <a:pt x="1268714" y="10858"/>
                </a:lnTo>
                <a:lnTo>
                  <a:pt x="1248705" y="3357"/>
                </a:lnTo>
                <a:lnTo>
                  <a:pt x="1225042" y="1143"/>
                </a:lnTo>
                <a:close/>
              </a:path>
              <a:path w="1290955" h="198120">
                <a:moveTo>
                  <a:pt x="1290827" y="87249"/>
                </a:moveTo>
                <a:lnTo>
                  <a:pt x="1225677" y="87249"/>
                </a:lnTo>
                <a:lnTo>
                  <a:pt x="1225677" y="113919"/>
                </a:lnTo>
                <a:lnTo>
                  <a:pt x="1244600" y="113919"/>
                </a:lnTo>
                <a:lnTo>
                  <a:pt x="1244600" y="145923"/>
                </a:lnTo>
                <a:lnTo>
                  <a:pt x="1244092" y="147700"/>
                </a:lnTo>
                <a:lnTo>
                  <a:pt x="1243457" y="153035"/>
                </a:lnTo>
                <a:lnTo>
                  <a:pt x="1238758" y="161290"/>
                </a:lnTo>
                <a:lnTo>
                  <a:pt x="1286275" y="161290"/>
                </a:lnTo>
                <a:lnTo>
                  <a:pt x="1290193" y="148844"/>
                </a:lnTo>
                <a:lnTo>
                  <a:pt x="1290827" y="143002"/>
                </a:lnTo>
                <a:lnTo>
                  <a:pt x="1290827" y="87249"/>
                </a:lnTo>
                <a:close/>
              </a:path>
              <a:path w="1290955" h="198120">
                <a:moveTo>
                  <a:pt x="1286209" y="34417"/>
                </a:moveTo>
                <a:lnTo>
                  <a:pt x="1239265" y="34417"/>
                </a:lnTo>
                <a:lnTo>
                  <a:pt x="1242821" y="43942"/>
                </a:lnTo>
                <a:lnTo>
                  <a:pt x="1243457" y="47498"/>
                </a:lnTo>
                <a:lnTo>
                  <a:pt x="1244092" y="50419"/>
                </a:lnTo>
                <a:lnTo>
                  <a:pt x="1244092" y="65278"/>
                </a:lnTo>
                <a:lnTo>
                  <a:pt x="1290193" y="65278"/>
                </a:lnTo>
                <a:lnTo>
                  <a:pt x="1290193" y="58674"/>
                </a:lnTo>
                <a:lnTo>
                  <a:pt x="1290827" y="52832"/>
                </a:lnTo>
                <a:lnTo>
                  <a:pt x="1290193" y="46862"/>
                </a:lnTo>
                <a:lnTo>
                  <a:pt x="1286209" y="34417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2515</TotalTime>
  <Words>4551</Words>
  <Application>Microsoft Office PowerPoint</Application>
  <PresentationFormat>A4 Paper (210x297 mm)</PresentationFormat>
  <Paragraphs>1583</Paragraphs>
  <Slides>229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229</vt:i4>
      </vt:variant>
    </vt:vector>
  </HeadingPairs>
  <TitlesOfParts>
    <vt:vector size="240" baseType="lpstr">
      <vt:lpstr>Arial</vt:lpstr>
      <vt:lpstr>Calibri</vt:lpstr>
      <vt:lpstr>Cambria Math</vt:lpstr>
      <vt:lpstr>Ebrima</vt:lpstr>
      <vt:lpstr>Lucida Console</vt:lpstr>
      <vt:lpstr>Symbol</vt:lpstr>
      <vt:lpstr>Tahoma</vt:lpstr>
      <vt:lpstr>Times New Roman</vt:lpstr>
      <vt:lpstr>Trebuchet MS</vt:lpstr>
      <vt:lpstr>Wingdings</vt:lpstr>
      <vt:lpstr>Office Theme</vt:lpstr>
      <vt:lpstr>PowerPoint Presentation</vt:lpstr>
      <vt:lpstr>PowerPoint Presentation</vt:lpstr>
      <vt:lpstr>Chapter Description</vt:lpstr>
      <vt:lpstr>PowerPoint Presentation</vt:lpstr>
      <vt:lpstr>PowerPoint Presentation</vt:lpstr>
      <vt:lpstr>PowerPoint Presentation</vt:lpstr>
      <vt:lpstr>PowerPoint Presentation</vt:lpstr>
      <vt:lpstr>1.1. Understanding Perceptron with Excel</vt:lpstr>
      <vt:lpstr>PowerPoint Presentation</vt:lpstr>
      <vt:lpstr>PowerPoint Presentation</vt:lpstr>
      <vt:lpstr>1.1. Understanding Perceptron with Excel</vt:lpstr>
      <vt:lpstr>1.1. Understanding Perceptron with Excel</vt:lpstr>
      <vt:lpstr>1.1. Understanding Perceptron with Excel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1.1. Understanding Perceptron with Excel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1.2. Understanding Multilayer Perceptron with Excel</vt:lpstr>
      <vt:lpstr>1.2. Understanding Multilayer Perceptron with Excel</vt:lpstr>
      <vt:lpstr>1.2. Understanding Multilayer Perceptron with Excel</vt:lpstr>
      <vt:lpstr>1.2. Understanding Multilayer Perceptron with Excel</vt:lpstr>
      <vt:lpstr>1.2. Understanding Multilayer Perceptron with Excel</vt:lpstr>
      <vt:lpstr>1.2. Understanding Multilayer Perceptron with Excel</vt:lpstr>
      <vt:lpstr>1.2. Understanding Multilayer Perceptron with Excel</vt:lpstr>
      <vt:lpstr>1.2. Understanding Multilayer Perceptron with Excel</vt:lpstr>
      <vt:lpstr>1.2. Understanding Multilayer Perceptron with Excel</vt:lpstr>
      <vt:lpstr>1.2. Understanding Multilayer Perceptron with Excel</vt:lpstr>
      <vt:lpstr>1.2. Understanding Multilayer Perceptron with Excel</vt:lpstr>
      <vt:lpstr>1.2. Understanding Multilayer Perceptron with Excel</vt:lpstr>
      <vt:lpstr>1.2. Understanding Multilayer Perceptron with Excel</vt:lpstr>
      <vt:lpstr>1.2. Understanding Multilayer Perceptron with Excel</vt:lpstr>
      <vt:lpstr>1.2. Understanding Multilayer Perceptron with Excel</vt:lpstr>
      <vt:lpstr>1.2. Understanding Multilayer Perceptron with Excel</vt:lpstr>
      <vt:lpstr>PowerPoint Presentation</vt:lpstr>
      <vt:lpstr>PowerPoint Presentation</vt:lpstr>
      <vt:lpstr>PowerPoint Presentation</vt:lpstr>
      <vt:lpstr>1.3. From Multilayer Perceptron to Deep Learning</vt:lpstr>
      <vt:lpstr>1.3. From Multilayer Perceptron to Deep Learning</vt:lpstr>
      <vt:lpstr>PowerPoint Presentation</vt:lpstr>
      <vt:lpstr>1.4. Error Backpropagation and Gradient Descent to Reduce Errors</vt:lpstr>
      <vt:lpstr>1.4. Error Backpropagation and Gradient Descent to Reduce Errors</vt:lpstr>
      <vt:lpstr>PowerPoint Presentation</vt:lpstr>
      <vt:lpstr>1.5. Activation Function</vt:lpstr>
      <vt:lpstr>1.5. Activation Function</vt:lpstr>
      <vt:lpstr>1.5. Activation Function</vt:lpstr>
      <vt:lpstr>1.5. Activation Function</vt:lpstr>
      <vt:lpstr>PowerPoint Presentation</vt:lpstr>
      <vt:lpstr>PowerPoint Presentation</vt:lpstr>
      <vt:lpstr>1.5. Activation Function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2.1. Introduction to TensorFlow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2.2. TensorFlow dataset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2.3. Machine Learning with TensorFlow</vt:lpstr>
      <vt:lpstr>PowerPoint Presentation</vt:lpstr>
      <vt:lpstr>2.3. Machine Learning with TensorFlow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3.1. Main Features of TensorFlow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3.3. AI with Keras</vt:lpstr>
      <vt:lpstr>3.3. AI with Keras</vt:lpstr>
      <vt:lpstr>3.3. AI with Keras</vt:lpstr>
      <vt:lpstr>PowerPoint Presentation</vt:lpstr>
      <vt:lpstr>3.3. AI with Keras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3.3. AI with Keras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3.3. AI with Keras</vt:lpstr>
      <vt:lpstr>PowerPoint Presentation</vt:lpstr>
      <vt:lpstr>3.3. AI with Keras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3.3. AI with Keras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3.3. AI with Keras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3.3. AI with Keras</vt:lpstr>
      <vt:lpstr>3.3. AI with Keras</vt:lpstr>
      <vt:lpstr>PowerPoint Presentation</vt:lpstr>
      <vt:lpstr>PowerPoint Presentation</vt:lpstr>
      <vt:lpstr>PowerPoint Presentation</vt:lpstr>
      <vt:lpstr>3.3. AI with Keras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Akil Bashir Wani/Data Sourcing /SRI-Bangalore/Associate/Samsung Electronics</dc:creator>
  <cp:lastModifiedBy>New Era</cp:lastModifiedBy>
  <cp:revision>15</cp:revision>
  <dcterms:created xsi:type="dcterms:W3CDTF">2023-08-22T03:19:33Z</dcterms:created>
  <dcterms:modified xsi:type="dcterms:W3CDTF">2025-02-18T17:22:29Z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2023-02-07T00:00:00Z</vt:filetime>
  </property>
  <property fmtid="{D5CDD505-2E9C-101B-9397-08002B2CF9AE}" pid="3" name="Creator">
    <vt:lpwstr>Microsoft® PowerPoint® 2016</vt:lpwstr>
  </property>
  <property fmtid="{D5CDD505-2E9C-101B-9397-08002B2CF9AE}" pid="4" name="LastSaved">
    <vt:filetime>2023-08-22T00:00:00Z</vt:filetime>
  </property>
  <property fmtid="{D5CDD505-2E9C-101B-9397-08002B2CF9AE}" pid="5" name="Producer">
    <vt:lpwstr>Microsoft® PowerPoint® 2016</vt:lpwstr>
  </property>
</Properties>
</file>